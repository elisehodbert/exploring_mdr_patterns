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443240" y="2460097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748477" y="24600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9605" y="3170392"/>
              <a:ext cx="44173" cy="167167"/>
            </a:xfrm>
            <a:custGeom>
              <a:avLst/>
              <a:pathLst>
                <a:path w="44173" h="167167">
                  <a:moveTo>
                    <a:pt x="44173" y="0"/>
                  </a:moveTo>
                  <a:lnTo>
                    <a:pt x="37788" y="121"/>
                  </a:lnTo>
                  <a:lnTo>
                    <a:pt x="31413" y="487"/>
                  </a:lnTo>
                  <a:lnTo>
                    <a:pt x="25056" y="1096"/>
                  </a:lnTo>
                  <a:lnTo>
                    <a:pt x="18727" y="1948"/>
                  </a:lnTo>
                  <a:lnTo>
                    <a:pt x="12435" y="3040"/>
                  </a:lnTo>
                  <a:lnTo>
                    <a:pt x="6190" y="4372"/>
                  </a:lnTo>
                  <a:lnTo>
                    <a:pt x="0" y="5941"/>
                  </a:lnTo>
                  <a:lnTo>
                    <a:pt x="441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9605" y="3176334"/>
              <a:ext cx="44173" cy="161225"/>
            </a:xfrm>
            <a:custGeom>
              <a:avLst/>
              <a:pathLst>
                <a:path w="44173" h="161225">
                  <a:moveTo>
                    <a:pt x="0" y="0"/>
                  </a:moveTo>
                  <a:lnTo>
                    <a:pt x="44173" y="1612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816613" y="3170460"/>
              <a:ext cx="334324" cy="334260"/>
            </a:xfrm>
            <a:custGeom>
              <a:avLst/>
              <a:pathLst>
                <a:path w="334324" h="334260">
                  <a:moveTo>
                    <a:pt x="122992" y="5874"/>
                  </a:moveTo>
                  <a:lnTo>
                    <a:pt x="117907" y="7354"/>
                  </a:lnTo>
                  <a:lnTo>
                    <a:pt x="112872" y="8994"/>
                  </a:lnTo>
                  <a:lnTo>
                    <a:pt x="107892" y="10793"/>
                  </a:lnTo>
                  <a:lnTo>
                    <a:pt x="102971" y="12749"/>
                  </a:lnTo>
                  <a:lnTo>
                    <a:pt x="98114" y="14859"/>
                  </a:lnTo>
                  <a:lnTo>
                    <a:pt x="93327" y="17123"/>
                  </a:lnTo>
                  <a:lnTo>
                    <a:pt x="88614" y="19537"/>
                  </a:lnTo>
                  <a:lnTo>
                    <a:pt x="83979" y="22099"/>
                  </a:lnTo>
                  <a:lnTo>
                    <a:pt x="79428" y="24806"/>
                  </a:lnTo>
                  <a:lnTo>
                    <a:pt x="74966" y="27657"/>
                  </a:lnTo>
                  <a:lnTo>
                    <a:pt x="70595" y="30647"/>
                  </a:lnTo>
                  <a:lnTo>
                    <a:pt x="66322" y="33774"/>
                  </a:lnTo>
                  <a:lnTo>
                    <a:pt x="62149" y="37035"/>
                  </a:lnTo>
                  <a:lnTo>
                    <a:pt x="58083" y="40427"/>
                  </a:lnTo>
                  <a:lnTo>
                    <a:pt x="54125" y="43945"/>
                  </a:lnTo>
                  <a:lnTo>
                    <a:pt x="50281" y="47587"/>
                  </a:lnTo>
                  <a:lnTo>
                    <a:pt x="46554" y="51349"/>
                  </a:lnTo>
                  <a:lnTo>
                    <a:pt x="42949" y="55228"/>
                  </a:lnTo>
                  <a:lnTo>
                    <a:pt x="39468" y="59218"/>
                  </a:lnTo>
                  <a:lnTo>
                    <a:pt x="36115" y="63317"/>
                  </a:lnTo>
                  <a:lnTo>
                    <a:pt x="32893" y="67520"/>
                  </a:lnTo>
                  <a:lnTo>
                    <a:pt x="29807" y="71823"/>
                  </a:lnTo>
                  <a:lnTo>
                    <a:pt x="26858" y="76221"/>
                  </a:lnTo>
                  <a:lnTo>
                    <a:pt x="24050" y="80711"/>
                  </a:lnTo>
                  <a:lnTo>
                    <a:pt x="21386" y="85287"/>
                  </a:lnTo>
                  <a:lnTo>
                    <a:pt x="18867" y="89945"/>
                  </a:lnTo>
                  <a:lnTo>
                    <a:pt x="16498" y="94681"/>
                  </a:lnTo>
                  <a:lnTo>
                    <a:pt x="14280" y="99490"/>
                  </a:lnTo>
                  <a:lnTo>
                    <a:pt x="12215" y="104366"/>
                  </a:lnTo>
                  <a:lnTo>
                    <a:pt x="10306" y="109305"/>
                  </a:lnTo>
                  <a:lnTo>
                    <a:pt x="8554" y="114303"/>
                  </a:lnTo>
                  <a:lnTo>
                    <a:pt x="6961" y="119353"/>
                  </a:lnTo>
                  <a:lnTo>
                    <a:pt x="5530" y="124451"/>
                  </a:lnTo>
                  <a:lnTo>
                    <a:pt x="4260" y="129592"/>
                  </a:lnTo>
                  <a:lnTo>
                    <a:pt x="3154" y="134771"/>
                  </a:lnTo>
                  <a:lnTo>
                    <a:pt x="2212" y="139982"/>
                  </a:lnTo>
                  <a:lnTo>
                    <a:pt x="1436" y="145220"/>
                  </a:lnTo>
                  <a:lnTo>
                    <a:pt x="826" y="150480"/>
                  </a:lnTo>
                  <a:lnTo>
                    <a:pt x="383" y="155757"/>
                  </a:lnTo>
                  <a:lnTo>
                    <a:pt x="107" y="161045"/>
                  </a:lnTo>
                  <a:lnTo>
                    <a:pt x="0" y="166339"/>
                  </a:lnTo>
                  <a:lnTo>
                    <a:pt x="59" y="171635"/>
                  </a:lnTo>
                  <a:lnTo>
                    <a:pt x="287" y="176925"/>
                  </a:lnTo>
                  <a:lnTo>
                    <a:pt x="682" y="182206"/>
                  </a:lnTo>
                  <a:lnTo>
                    <a:pt x="1244" y="187471"/>
                  </a:lnTo>
                  <a:lnTo>
                    <a:pt x="1972" y="192716"/>
                  </a:lnTo>
                  <a:lnTo>
                    <a:pt x="2867" y="197936"/>
                  </a:lnTo>
                  <a:lnTo>
                    <a:pt x="3926" y="203124"/>
                  </a:lnTo>
                  <a:lnTo>
                    <a:pt x="5149" y="208277"/>
                  </a:lnTo>
                  <a:lnTo>
                    <a:pt x="6534" y="213388"/>
                  </a:lnTo>
                  <a:lnTo>
                    <a:pt x="8081" y="218452"/>
                  </a:lnTo>
                  <a:lnTo>
                    <a:pt x="9787" y="223465"/>
                  </a:lnTo>
                  <a:lnTo>
                    <a:pt x="11651" y="228421"/>
                  </a:lnTo>
                  <a:lnTo>
                    <a:pt x="13672" y="233316"/>
                  </a:lnTo>
                  <a:lnTo>
                    <a:pt x="15846" y="238145"/>
                  </a:lnTo>
                  <a:lnTo>
                    <a:pt x="18172" y="242902"/>
                  </a:lnTo>
                  <a:lnTo>
                    <a:pt x="20648" y="247583"/>
                  </a:lnTo>
                  <a:lnTo>
                    <a:pt x="23271" y="252183"/>
                  </a:lnTo>
                  <a:lnTo>
                    <a:pt x="26038" y="256698"/>
                  </a:lnTo>
                  <a:lnTo>
                    <a:pt x="28947" y="261123"/>
                  </a:lnTo>
                  <a:lnTo>
                    <a:pt x="31994" y="265454"/>
                  </a:lnTo>
                  <a:lnTo>
                    <a:pt x="35177" y="269686"/>
                  </a:lnTo>
                  <a:lnTo>
                    <a:pt x="38493" y="273815"/>
                  </a:lnTo>
                  <a:lnTo>
                    <a:pt x="41937" y="277837"/>
                  </a:lnTo>
                  <a:lnTo>
                    <a:pt x="45507" y="281748"/>
                  </a:lnTo>
                  <a:lnTo>
                    <a:pt x="49200" y="285544"/>
                  </a:lnTo>
                  <a:lnTo>
                    <a:pt x="53011" y="289221"/>
                  </a:lnTo>
                  <a:lnTo>
                    <a:pt x="56936" y="292775"/>
                  </a:lnTo>
                  <a:lnTo>
                    <a:pt x="60972" y="296203"/>
                  </a:lnTo>
                  <a:lnTo>
                    <a:pt x="65114" y="299502"/>
                  </a:lnTo>
                  <a:lnTo>
                    <a:pt x="69359" y="302668"/>
                  </a:lnTo>
                  <a:lnTo>
                    <a:pt x="73702" y="305698"/>
                  </a:lnTo>
                  <a:lnTo>
                    <a:pt x="78139" y="308589"/>
                  </a:lnTo>
                  <a:lnTo>
                    <a:pt x="82665" y="311337"/>
                  </a:lnTo>
                  <a:lnTo>
                    <a:pt x="87276" y="313941"/>
                  </a:lnTo>
                  <a:lnTo>
                    <a:pt x="91967" y="316398"/>
                  </a:lnTo>
                  <a:lnTo>
                    <a:pt x="96734" y="318705"/>
                  </a:lnTo>
                  <a:lnTo>
                    <a:pt x="101571" y="320860"/>
                  </a:lnTo>
                  <a:lnTo>
                    <a:pt x="106474" y="322860"/>
                  </a:lnTo>
                  <a:lnTo>
                    <a:pt x="111438" y="324704"/>
                  </a:lnTo>
                  <a:lnTo>
                    <a:pt x="116458" y="326390"/>
                  </a:lnTo>
                  <a:lnTo>
                    <a:pt x="121528" y="327917"/>
                  </a:lnTo>
                  <a:lnTo>
                    <a:pt x="126645" y="329281"/>
                  </a:lnTo>
                  <a:lnTo>
                    <a:pt x="131802" y="330483"/>
                  </a:lnTo>
                  <a:lnTo>
                    <a:pt x="136995" y="331521"/>
                  </a:lnTo>
                  <a:lnTo>
                    <a:pt x="142218" y="332395"/>
                  </a:lnTo>
                  <a:lnTo>
                    <a:pt x="147466" y="333102"/>
                  </a:lnTo>
                  <a:lnTo>
                    <a:pt x="152733" y="333642"/>
                  </a:lnTo>
                  <a:lnTo>
                    <a:pt x="158016" y="334016"/>
                  </a:lnTo>
                  <a:lnTo>
                    <a:pt x="163307" y="334222"/>
                  </a:lnTo>
                  <a:lnTo>
                    <a:pt x="168602" y="334260"/>
                  </a:lnTo>
                  <a:lnTo>
                    <a:pt x="173896" y="334131"/>
                  </a:lnTo>
                  <a:lnTo>
                    <a:pt x="179183" y="333834"/>
                  </a:lnTo>
                  <a:lnTo>
                    <a:pt x="184458" y="333370"/>
                  </a:lnTo>
                  <a:lnTo>
                    <a:pt x="189716" y="332739"/>
                  </a:lnTo>
                  <a:lnTo>
                    <a:pt x="194951" y="331941"/>
                  </a:lnTo>
                  <a:lnTo>
                    <a:pt x="200158" y="330978"/>
                  </a:lnTo>
                  <a:lnTo>
                    <a:pt x="205332" y="329851"/>
                  </a:lnTo>
                  <a:lnTo>
                    <a:pt x="210468" y="328561"/>
                  </a:lnTo>
                  <a:lnTo>
                    <a:pt x="215561" y="327108"/>
                  </a:lnTo>
                  <a:lnTo>
                    <a:pt x="220604" y="325495"/>
                  </a:lnTo>
                  <a:lnTo>
                    <a:pt x="225594" y="323723"/>
                  </a:lnTo>
                  <a:lnTo>
                    <a:pt x="230526" y="321794"/>
                  </a:lnTo>
                  <a:lnTo>
                    <a:pt x="235394" y="319709"/>
                  </a:lnTo>
                  <a:lnTo>
                    <a:pt x="240193" y="317472"/>
                  </a:lnTo>
                  <a:lnTo>
                    <a:pt x="244919" y="315083"/>
                  </a:lnTo>
                  <a:lnTo>
                    <a:pt x="249568" y="312546"/>
                  </a:lnTo>
                  <a:lnTo>
                    <a:pt x="254133" y="309863"/>
                  </a:lnTo>
                  <a:lnTo>
                    <a:pt x="258611" y="307037"/>
                  </a:lnTo>
                  <a:lnTo>
                    <a:pt x="262998" y="304070"/>
                  </a:lnTo>
                  <a:lnTo>
                    <a:pt x="267288" y="300966"/>
                  </a:lnTo>
                  <a:lnTo>
                    <a:pt x="271478" y="297728"/>
                  </a:lnTo>
                  <a:lnTo>
                    <a:pt x="275563" y="294358"/>
                  </a:lnTo>
                  <a:lnTo>
                    <a:pt x="279539" y="290861"/>
                  </a:lnTo>
                  <a:lnTo>
                    <a:pt x="283403" y="287240"/>
                  </a:lnTo>
                  <a:lnTo>
                    <a:pt x="287150" y="283498"/>
                  </a:lnTo>
                  <a:lnTo>
                    <a:pt x="290776" y="279639"/>
                  </a:lnTo>
                  <a:lnTo>
                    <a:pt x="294279" y="275667"/>
                  </a:lnTo>
                  <a:lnTo>
                    <a:pt x="297654" y="271587"/>
                  </a:lnTo>
                  <a:lnTo>
                    <a:pt x="300898" y="267401"/>
                  </a:lnTo>
                  <a:lnTo>
                    <a:pt x="304008" y="263115"/>
                  </a:lnTo>
                  <a:lnTo>
                    <a:pt x="306980" y="258733"/>
                  </a:lnTo>
                  <a:lnTo>
                    <a:pt x="309812" y="254258"/>
                  </a:lnTo>
                  <a:lnTo>
                    <a:pt x="312501" y="249697"/>
                  </a:lnTo>
                  <a:lnTo>
                    <a:pt x="315045" y="245052"/>
                  </a:lnTo>
                  <a:lnTo>
                    <a:pt x="317440" y="240329"/>
                  </a:lnTo>
                  <a:lnTo>
                    <a:pt x="319684" y="235532"/>
                  </a:lnTo>
                  <a:lnTo>
                    <a:pt x="321775" y="230667"/>
                  </a:lnTo>
                  <a:lnTo>
                    <a:pt x="323710" y="225738"/>
                  </a:lnTo>
                  <a:lnTo>
                    <a:pt x="325489" y="220751"/>
                  </a:lnTo>
                  <a:lnTo>
                    <a:pt x="327109" y="215709"/>
                  </a:lnTo>
                  <a:lnTo>
                    <a:pt x="328568" y="210619"/>
                  </a:lnTo>
                  <a:lnTo>
                    <a:pt x="329866" y="205485"/>
                  </a:lnTo>
                  <a:lnTo>
                    <a:pt x="331000" y="200312"/>
                  </a:lnTo>
                  <a:lnTo>
                    <a:pt x="331970" y="195106"/>
                  </a:lnTo>
                  <a:lnTo>
                    <a:pt x="332774" y="189872"/>
                  </a:lnTo>
                  <a:lnTo>
                    <a:pt x="333412" y="184615"/>
                  </a:lnTo>
                  <a:lnTo>
                    <a:pt x="333884" y="179341"/>
                  </a:lnTo>
                  <a:lnTo>
                    <a:pt x="334188" y="174054"/>
                  </a:lnTo>
                  <a:lnTo>
                    <a:pt x="334324" y="168761"/>
                  </a:lnTo>
                  <a:lnTo>
                    <a:pt x="334293" y="163465"/>
                  </a:lnTo>
                  <a:lnTo>
                    <a:pt x="334094" y="158174"/>
                  </a:lnTo>
                  <a:lnTo>
                    <a:pt x="333728" y="152891"/>
                  </a:lnTo>
                  <a:lnTo>
                    <a:pt x="333194" y="147622"/>
                  </a:lnTo>
                  <a:lnTo>
                    <a:pt x="332494" y="142373"/>
                  </a:lnTo>
                  <a:lnTo>
                    <a:pt x="331628" y="137149"/>
                  </a:lnTo>
                  <a:lnTo>
                    <a:pt x="330597" y="131955"/>
                  </a:lnTo>
                  <a:lnTo>
                    <a:pt x="329402" y="126796"/>
                  </a:lnTo>
                  <a:lnTo>
                    <a:pt x="328044" y="121678"/>
                  </a:lnTo>
                  <a:lnTo>
                    <a:pt x="326524" y="116605"/>
                  </a:lnTo>
                  <a:lnTo>
                    <a:pt x="324845" y="111583"/>
                  </a:lnTo>
                  <a:lnTo>
                    <a:pt x="323008" y="106617"/>
                  </a:lnTo>
                  <a:lnTo>
                    <a:pt x="321014" y="101711"/>
                  </a:lnTo>
                  <a:lnTo>
                    <a:pt x="318865" y="96871"/>
                  </a:lnTo>
                  <a:lnTo>
                    <a:pt x="316565" y="92101"/>
                  </a:lnTo>
                  <a:lnTo>
                    <a:pt x="314114" y="87407"/>
                  </a:lnTo>
                  <a:lnTo>
                    <a:pt x="311517" y="82792"/>
                  </a:lnTo>
                  <a:lnTo>
                    <a:pt x="308774" y="78263"/>
                  </a:lnTo>
                  <a:lnTo>
                    <a:pt x="305889" y="73822"/>
                  </a:lnTo>
                  <a:lnTo>
                    <a:pt x="302865" y="69475"/>
                  </a:lnTo>
                  <a:lnTo>
                    <a:pt x="299705" y="65226"/>
                  </a:lnTo>
                  <a:lnTo>
                    <a:pt x="296412" y="61079"/>
                  </a:lnTo>
                  <a:lnTo>
                    <a:pt x="292989" y="57038"/>
                  </a:lnTo>
                  <a:lnTo>
                    <a:pt x="289440" y="53108"/>
                  </a:lnTo>
                  <a:lnTo>
                    <a:pt x="285768" y="49293"/>
                  </a:lnTo>
                  <a:lnTo>
                    <a:pt x="281977" y="45595"/>
                  </a:lnTo>
                  <a:lnTo>
                    <a:pt x="278071" y="42020"/>
                  </a:lnTo>
                  <a:lnTo>
                    <a:pt x="274054" y="38570"/>
                  </a:lnTo>
                  <a:lnTo>
                    <a:pt x="269929" y="35249"/>
                  </a:lnTo>
                  <a:lnTo>
                    <a:pt x="265701" y="32060"/>
                  </a:lnTo>
                  <a:lnTo>
                    <a:pt x="261375" y="29007"/>
                  </a:lnTo>
                  <a:lnTo>
                    <a:pt x="256954" y="26092"/>
                  </a:lnTo>
                  <a:lnTo>
                    <a:pt x="252442" y="23319"/>
                  </a:lnTo>
                  <a:lnTo>
                    <a:pt x="247846" y="20690"/>
                  </a:lnTo>
                  <a:lnTo>
                    <a:pt x="243168" y="18208"/>
                  </a:lnTo>
                  <a:lnTo>
                    <a:pt x="238414" y="15875"/>
                  </a:lnTo>
                  <a:lnTo>
                    <a:pt x="233588" y="13695"/>
                  </a:lnTo>
                  <a:lnTo>
                    <a:pt x="228696" y="11668"/>
                  </a:lnTo>
                  <a:lnTo>
                    <a:pt x="223742" y="9797"/>
                  </a:lnTo>
                  <a:lnTo>
                    <a:pt x="218731" y="8084"/>
                  </a:lnTo>
                  <a:lnTo>
                    <a:pt x="213669" y="6530"/>
                  </a:lnTo>
                  <a:lnTo>
                    <a:pt x="208560" y="5138"/>
                  </a:lnTo>
                  <a:lnTo>
                    <a:pt x="203409" y="3908"/>
                  </a:lnTo>
                  <a:lnTo>
                    <a:pt x="198222" y="2842"/>
                  </a:lnTo>
                  <a:lnTo>
                    <a:pt x="193004" y="1941"/>
                  </a:lnTo>
                  <a:lnTo>
                    <a:pt x="187760" y="1205"/>
                  </a:lnTo>
                  <a:lnTo>
                    <a:pt x="182495" y="636"/>
                  </a:lnTo>
                  <a:lnTo>
                    <a:pt x="177215" y="234"/>
                  </a:lnTo>
                  <a:lnTo>
                    <a:pt x="171925" y="0"/>
                  </a:lnTo>
                  <a:lnTo>
                    <a:pt x="167165" y="167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83779" y="3170392"/>
              <a:ext cx="4759" cy="167167"/>
            </a:xfrm>
            <a:custGeom>
              <a:avLst/>
              <a:pathLst>
                <a:path w="4759" h="167167">
                  <a:moveTo>
                    <a:pt x="4759" y="6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2720" y="2633064"/>
              <a:ext cx="166290" cy="167167"/>
            </a:xfrm>
            <a:custGeom>
              <a:avLst/>
              <a:pathLst>
                <a:path w="166290" h="167167">
                  <a:moveTo>
                    <a:pt x="166290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7" y="8820"/>
                  </a:lnTo>
                  <a:lnTo>
                    <a:pt x="107569" y="10652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4" y="17141"/>
                  </a:lnTo>
                  <a:lnTo>
                    <a:pt x="87698" y="19626"/>
                  </a:lnTo>
                  <a:lnTo>
                    <a:pt x="82927" y="22269"/>
                  </a:lnTo>
                  <a:lnTo>
                    <a:pt x="78244" y="25066"/>
                  </a:lnTo>
                  <a:lnTo>
                    <a:pt x="73655" y="28014"/>
                  </a:lnTo>
                  <a:lnTo>
                    <a:pt x="69165" y="31110"/>
                  </a:lnTo>
                  <a:lnTo>
                    <a:pt x="64778" y="34351"/>
                  </a:lnTo>
                  <a:lnTo>
                    <a:pt x="60499" y="37733"/>
                  </a:lnTo>
                  <a:lnTo>
                    <a:pt x="56332" y="41254"/>
                  </a:lnTo>
                  <a:lnTo>
                    <a:pt x="52283" y="44908"/>
                  </a:lnTo>
                  <a:lnTo>
                    <a:pt x="48355" y="48692"/>
                  </a:lnTo>
                  <a:lnTo>
                    <a:pt x="44553" y="52603"/>
                  </a:lnTo>
                  <a:lnTo>
                    <a:pt x="40880" y="56636"/>
                  </a:lnTo>
                  <a:lnTo>
                    <a:pt x="37341" y="60786"/>
                  </a:lnTo>
                  <a:lnTo>
                    <a:pt x="33939" y="65049"/>
                  </a:lnTo>
                  <a:lnTo>
                    <a:pt x="30678" y="69422"/>
                  </a:lnTo>
                  <a:lnTo>
                    <a:pt x="27561" y="73898"/>
                  </a:lnTo>
                  <a:lnTo>
                    <a:pt x="24592" y="78473"/>
                  </a:lnTo>
                  <a:lnTo>
                    <a:pt x="21774" y="83143"/>
                  </a:lnTo>
                  <a:lnTo>
                    <a:pt x="19110" y="87903"/>
                  </a:lnTo>
                  <a:lnTo>
                    <a:pt x="16602" y="92747"/>
                  </a:lnTo>
                  <a:lnTo>
                    <a:pt x="14254" y="97670"/>
                  </a:lnTo>
                  <a:lnTo>
                    <a:pt x="12068" y="102667"/>
                  </a:lnTo>
                  <a:lnTo>
                    <a:pt x="10045" y="107733"/>
                  </a:lnTo>
                  <a:lnTo>
                    <a:pt x="8190" y="112862"/>
                  </a:lnTo>
                  <a:lnTo>
                    <a:pt x="6502" y="118048"/>
                  </a:lnTo>
                  <a:lnTo>
                    <a:pt x="4985" y="123288"/>
                  </a:lnTo>
                  <a:lnTo>
                    <a:pt x="3639" y="128573"/>
                  </a:lnTo>
                  <a:lnTo>
                    <a:pt x="2466" y="133900"/>
                  </a:lnTo>
                  <a:lnTo>
                    <a:pt x="1468" y="139263"/>
                  </a:lnTo>
                  <a:lnTo>
                    <a:pt x="646" y="144655"/>
                  </a:lnTo>
                  <a:lnTo>
                    <a:pt x="0" y="150071"/>
                  </a:lnTo>
                  <a:lnTo>
                    <a:pt x="1662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2720" y="2783135"/>
              <a:ext cx="166290" cy="17096"/>
            </a:xfrm>
            <a:custGeom>
              <a:avLst/>
              <a:pathLst>
                <a:path w="166290" h="17096">
                  <a:moveTo>
                    <a:pt x="0" y="0"/>
                  </a:moveTo>
                  <a:lnTo>
                    <a:pt x="166290" y="17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1848" y="2642556"/>
              <a:ext cx="334327" cy="324835"/>
            </a:xfrm>
            <a:custGeom>
              <a:avLst/>
              <a:pathLst>
                <a:path w="334327" h="324835">
                  <a:moveTo>
                    <a:pt x="872" y="140578"/>
                  </a:moveTo>
                  <a:lnTo>
                    <a:pt x="413" y="145865"/>
                  </a:lnTo>
                  <a:lnTo>
                    <a:pt x="122" y="151164"/>
                  </a:lnTo>
                  <a:lnTo>
                    <a:pt x="0" y="156469"/>
                  </a:lnTo>
                  <a:lnTo>
                    <a:pt x="45" y="161776"/>
                  </a:lnTo>
                  <a:lnTo>
                    <a:pt x="260" y="167078"/>
                  </a:lnTo>
                  <a:lnTo>
                    <a:pt x="642" y="172371"/>
                  </a:lnTo>
                  <a:lnTo>
                    <a:pt x="1193" y="177649"/>
                  </a:lnTo>
                  <a:lnTo>
                    <a:pt x="1910" y="182907"/>
                  </a:lnTo>
                  <a:lnTo>
                    <a:pt x="2795" y="188140"/>
                  </a:lnTo>
                  <a:lnTo>
                    <a:pt x="3844" y="193342"/>
                  </a:lnTo>
                  <a:lnTo>
                    <a:pt x="5059" y="198507"/>
                  </a:lnTo>
                  <a:lnTo>
                    <a:pt x="6437" y="203632"/>
                  </a:lnTo>
                  <a:lnTo>
                    <a:pt x="7976" y="208711"/>
                  </a:lnTo>
                  <a:lnTo>
                    <a:pt x="9676" y="213738"/>
                  </a:lnTo>
                  <a:lnTo>
                    <a:pt x="11535" y="218708"/>
                  </a:lnTo>
                  <a:lnTo>
                    <a:pt x="13551" y="223617"/>
                  </a:lnTo>
                  <a:lnTo>
                    <a:pt x="15721" y="228460"/>
                  </a:lnTo>
                  <a:lnTo>
                    <a:pt x="18045" y="233231"/>
                  </a:lnTo>
                  <a:lnTo>
                    <a:pt x="20518" y="237926"/>
                  </a:lnTo>
                  <a:lnTo>
                    <a:pt x="23139" y="242540"/>
                  </a:lnTo>
                  <a:lnTo>
                    <a:pt x="25905" y="247069"/>
                  </a:lnTo>
                  <a:lnTo>
                    <a:pt x="28814" y="251508"/>
                  </a:lnTo>
                  <a:lnTo>
                    <a:pt x="31862" y="255852"/>
                  </a:lnTo>
                  <a:lnTo>
                    <a:pt x="35046" y="260097"/>
                  </a:lnTo>
                  <a:lnTo>
                    <a:pt x="38364" y="264239"/>
                  </a:lnTo>
                  <a:lnTo>
                    <a:pt x="41811" y="268273"/>
                  </a:lnTo>
                  <a:lnTo>
                    <a:pt x="45385" y="272196"/>
                  </a:lnTo>
                  <a:lnTo>
                    <a:pt x="49081" y="276004"/>
                  </a:lnTo>
                  <a:lnTo>
                    <a:pt x="52897" y="279692"/>
                  </a:lnTo>
                  <a:lnTo>
                    <a:pt x="56827" y="283258"/>
                  </a:lnTo>
                  <a:lnTo>
                    <a:pt x="60869" y="286696"/>
                  </a:lnTo>
                  <a:lnTo>
                    <a:pt x="65018" y="290005"/>
                  </a:lnTo>
                  <a:lnTo>
                    <a:pt x="69270" y="293181"/>
                  </a:lnTo>
                  <a:lnTo>
                    <a:pt x="73620" y="296220"/>
                  </a:lnTo>
                  <a:lnTo>
                    <a:pt x="78065" y="299119"/>
                  </a:lnTo>
                  <a:lnTo>
                    <a:pt x="82599" y="301876"/>
                  </a:lnTo>
                  <a:lnTo>
                    <a:pt x="87219" y="304487"/>
                  </a:lnTo>
                  <a:lnTo>
                    <a:pt x="91919" y="306951"/>
                  </a:lnTo>
                  <a:lnTo>
                    <a:pt x="96695" y="309264"/>
                  </a:lnTo>
                  <a:lnTo>
                    <a:pt x="101542" y="311424"/>
                  </a:lnTo>
                  <a:lnTo>
                    <a:pt x="106455" y="313430"/>
                  </a:lnTo>
                  <a:lnTo>
                    <a:pt x="111430" y="315278"/>
                  </a:lnTo>
                  <a:lnTo>
                    <a:pt x="116460" y="316968"/>
                  </a:lnTo>
                  <a:lnTo>
                    <a:pt x="121542" y="318497"/>
                  </a:lnTo>
                  <a:lnTo>
                    <a:pt x="126670" y="319864"/>
                  </a:lnTo>
                  <a:lnTo>
                    <a:pt x="131838" y="321067"/>
                  </a:lnTo>
                  <a:lnTo>
                    <a:pt x="137042" y="322106"/>
                  </a:lnTo>
                  <a:lnTo>
                    <a:pt x="142277" y="322979"/>
                  </a:lnTo>
                  <a:lnTo>
                    <a:pt x="147536" y="323686"/>
                  </a:lnTo>
                  <a:lnTo>
                    <a:pt x="152815" y="324225"/>
                  </a:lnTo>
                  <a:lnTo>
                    <a:pt x="158109" y="324597"/>
                  </a:lnTo>
                  <a:lnTo>
                    <a:pt x="163412" y="324800"/>
                  </a:lnTo>
                  <a:lnTo>
                    <a:pt x="168718" y="324835"/>
                  </a:lnTo>
                  <a:lnTo>
                    <a:pt x="174024" y="324701"/>
                  </a:lnTo>
                  <a:lnTo>
                    <a:pt x="179322" y="324399"/>
                  </a:lnTo>
                  <a:lnTo>
                    <a:pt x="184608" y="323929"/>
                  </a:lnTo>
                  <a:lnTo>
                    <a:pt x="189876" y="323292"/>
                  </a:lnTo>
                  <a:lnTo>
                    <a:pt x="195121" y="322487"/>
                  </a:lnTo>
                  <a:lnTo>
                    <a:pt x="200338" y="321517"/>
                  </a:lnTo>
                  <a:lnTo>
                    <a:pt x="205522" y="320381"/>
                  </a:lnTo>
                  <a:lnTo>
                    <a:pt x="210667" y="319082"/>
                  </a:lnTo>
                  <a:lnTo>
                    <a:pt x="215769" y="317620"/>
                  </a:lnTo>
                  <a:lnTo>
                    <a:pt x="220821" y="315996"/>
                  </a:lnTo>
                  <a:lnTo>
                    <a:pt x="225819" y="314213"/>
                  </a:lnTo>
                  <a:lnTo>
                    <a:pt x="230758" y="312273"/>
                  </a:lnTo>
                  <a:lnTo>
                    <a:pt x="235633" y="310176"/>
                  </a:lnTo>
                  <a:lnTo>
                    <a:pt x="240439" y="307926"/>
                  </a:lnTo>
                  <a:lnTo>
                    <a:pt x="245172" y="305524"/>
                  </a:lnTo>
                  <a:lnTo>
                    <a:pt x="249825" y="302974"/>
                  </a:lnTo>
                  <a:lnTo>
                    <a:pt x="254396" y="300277"/>
                  </a:lnTo>
                  <a:lnTo>
                    <a:pt x="258878" y="297436"/>
                  </a:lnTo>
                  <a:lnTo>
                    <a:pt x="263268" y="294455"/>
                  </a:lnTo>
                  <a:lnTo>
                    <a:pt x="267561" y="291335"/>
                  </a:lnTo>
                  <a:lnTo>
                    <a:pt x="271753" y="288081"/>
                  </a:lnTo>
                  <a:lnTo>
                    <a:pt x="275839" y="284696"/>
                  </a:lnTo>
                  <a:lnTo>
                    <a:pt x="279816" y="281182"/>
                  </a:lnTo>
                  <a:lnTo>
                    <a:pt x="283680" y="277544"/>
                  </a:lnTo>
                  <a:lnTo>
                    <a:pt x="287426" y="273785"/>
                  </a:lnTo>
                  <a:lnTo>
                    <a:pt x="291051" y="269910"/>
                  </a:lnTo>
                  <a:lnTo>
                    <a:pt x="294551" y="265921"/>
                  </a:lnTo>
                  <a:lnTo>
                    <a:pt x="297922" y="261823"/>
                  </a:lnTo>
                  <a:lnTo>
                    <a:pt x="301162" y="257620"/>
                  </a:lnTo>
                  <a:lnTo>
                    <a:pt x="304267" y="253316"/>
                  </a:lnTo>
                  <a:lnTo>
                    <a:pt x="307234" y="248916"/>
                  </a:lnTo>
                  <a:lnTo>
                    <a:pt x="310059" y="244424"/>
                  </a:lnTo>
                  <a:lnTo>
                    <a:pt x="312741" y="239845"/>
                  </a:lnTo>
                  <a:lnTo>
                    <a:pt x="315276" y="235183"/>
                  </a:lnTo>
                  <a:lnTo>
                    <a:pt x="317661" y="230442"/>
                  </a:lnTo>
                  <a:lnTo>
                    <a:pt x="319895" y="225629"/>
                  </a:lnTo>
                  <a:lnTo>
                    <a:pt x="321975" y="220746"/>
                  </a:lnTo>
                  <a:lnTo>
                    <a:pt x="323899" y="215801"/>
                  </a:lnTo>
                  <a:lnTo>
                    <a:pt x="325665" y="210797"/>
                  </a:lnTo>
                  <a:lnTo>
                    <a:pt x="327271" y="205739"/>
                  </a:lnTo>
                  <a:lnTo>
                    <a:pt x="328716" y="200633"/>
                  </a:lnTo>
                  <a:lnTo>
                    <a:pt x="329998" y="195483"/>
                  </a:lnTo>
                  <a:lnTo>
                    <a:pt x="331116" y="190295"/>
                  </a:lnTo>
                  <a:lnTo>
                    <a:pt x="332069" y="185075"/>
                  </a:lnTo>
                  <a:lnTo>
                    <a:pt x="332856" y="179827"/>
                  </a:lnTo>
                  <a:lnTo>
                    <a:pt x="333475" y="174556"/>
                  </a:lnTo>
                  <a:lnTo>
                    <a:pt x="333927" y="169269"/>
                  </a:lnTo>
                  <a:lnTo>
                    <a:pt x="334211" y="163970"/>
                  </a:lnTo>
                  <a:lnTo>
                    <a:pt x="334327" y="158664"/>
                  </a:lnTo>
                  <a:lnTo>
                    <a:pt x="334274" y="153358"/>
                  </a:lnTo>
                  <a:lnTo>
                    <a:pt x="334053" y="148056"/>
                  </a:lnTo>
                  <a:lnTo>
                    <a:pt x="333664" y="142763"/>
                  </a:lnTo>
                  <a:lnTo>
                    <a:pt x="333106" y="137486"/>
                  </a:lnTo>
                  <a:lnTo>
                    <a:pt x="332382" y="132229"/>
                  </a:lnTo>
                  <a:lnTo>
                    <a:pt x="331491" y="126998"/>
                  </a:lnTo>
                  <a:lnTo>
                    <a:pt x="330435" y="121797"/>
                  </a:lnTo>
                  <a:lnTo>
                    <a:pt x="329214" y="116633"/>
                  </a:lnTo>
                  <a:lnTo>
                    <a:pt x="327829" y="111510"/>
                  </a:lnTo>
                  <a:lnTo>
                    <a:pt x="326283" y="106433"/>
                  </a:lnTo>
                  <a:lnTo>
                    <a:pt x="324576" y="101408"/>
                  </a:lnTo>
                  <a:lnTo>
                    <a:pt x="322711" y="96440"/>
                  </a:lnTo>
                  <a:lnTo>
                    <a:pt x="320689" y="91534"/>
                  </a:lnTo>
                  <a:lnTo>
                    <a:pt x="318512" y="86694"/>
                  </a:lnTo>
                  <a:lnTo>
                    <a:pt x="316183" y="81926"/>
                  </a:lnTo>
                  <a:lnTo>
                    <a:pt x="313704" y="77234"/>
                  </a:lnTo>
                  <a:lnTo>
                    <a:pt x="311077" y="72623"/>
                  </a:lnTo>
                  <a:lnTo>
                    <a:pt x="308304" y="68098"/>
                  </a:lnTo>
                  <a:lnTo>
                    <a:pt x="305390" y="63663"/>
                  </a:lnTo>
                  <a:lnTo>
                    <a:pt x="302336" y="59323"/>
                  </a:lnTo>
                  <a:lnTo>
                    <a:pt x="299146" y="55082"/>
                  </a:lnTo>
                  <a:lnTo>
                    <a:pt x="295824" y="50945"/>
                  </a:lnTo>
                  <a:lnTo>
                    <a:pt x="292371" y="46915"/>
                  </a:lnTo>
                  <a:lnTo>
                    <a:pt x="288792" y="42996"/>
                  </a:lnTo>
                  <a:lnTo>
                    <a:pt x="285091" y="39193"/>
                  </a:lnTo>
                  <a:lnTo>
                    <a:pt x="281271" y="35510"/>
                  </a:lnTo>
                  <a:lnTo>
                    <a:pt x="277336" y="31949"/>
                  </a:lnTo>
                  <a:lnTo>
                    <a:pt x="273290" y="28516"/>
                  </a:lnTo>
                  <a:lnTo>
                    <a:pt x="269137" y="25212"/>
                  </a:lnTo>
                  <a:lnTo>
                    <a:pt x="264881" y="22042"/>
                  </a:lnTo>
                  <a:lnTo>
                    <a:pt x="260526" y="19009"/>
                  </a:lnTo>
                  <a:lnTo>
                    <a:pt x="256078" y="16115"/>
                  </a:lnTo>
                  <a:lnTo>
                    <a:pt x="251540" y="13364"/>
                  </a:lnTo>
                  <a:lnTo>
                    <a:pt x="246917" y="10759"/>
                  </a:lnTo>
                  <a:lnTo>
                    <a:pt x="242213" y="8302"/>
                  </a:lnTo>
                  <a:lnTo>
                    <a:pt x="237434" y="5995"/>
                  </a:lnTo>
                  <a:lnTo>
                    <a:pt x="232584" y="3841"/>
                  </a:lnTo>
                  <a:lnTo>
                    <a:pt x="227669" y="1841"/>
                  </a:lnTo>
                  <a:lnTo>
                    <a:pt x="222692" y="0"/>
                  </a:lnTo>
                  <a:lnTo>
                    <a:pt x="167163" y="157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19011" y="2633064"/>
              <a:ext cx="55529" cy="167167"/>
            </a:xfrm>
            <a:custGeom>
              <a:avLst/>
              <a:pathLst>
                <a:path w="55529" h="167167">
                  <a:moveTo>
                    <a:pt x="55529" y="9492"/>
                  </a:moveTo>
                  <a:lnTo>
                    <a:pt x="49559" y="7515"/>
                  </a:lnTo>
                  <a:lnTo>
                    <a:pt x="43518" y="5763"/>
                  </a:lnTo>
                  <a:lnTo>
                    <a:pt x="37416" y="4241"/>
                  </a:lnTo>
                  <a:lnTo>
                    <a:pt x="31261" y="2949"/>
                  </a:lnTo>
                  <a:lnTo>
                    <a:pt x="25062" y="1889"/>
                  </a:lnTo>
                  <a:lnTo>
                    <a:pt x="18828" y="1063"/>
                  </a:lnTo>
                  <a:lnTo>
                    <a:pt x="12566" y="473"/>
                  </a:lnTo>
                  <a:lnTo>
                    <a:pt x="6287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6260" y="2126963"/>
              <a:ext cx="62211" cy="167167"/>
            </a:xfrm>
            <a:custGeom>
              <a:avLst/>
              <a:pathLst>
                <a:path w="62211" h="167167">
                  <a:moveTo>
                    <a:pt x="62211" y="0"/>
                  </a:moveTo>
                  <a:lnTo>
                    <a:pt x="56417" y="100"/>
                  </a:lnTo>
                  <a:lnTo>
                    <a:pt x="50630" y="401"/>
                  </a:lnTo>
                  <a:lnTo>
                    <a:pt x="44857" y="903"/>
                  </a:lnTo>
                  <a:lnTo>
                    <a:pt x="39105" y="1604"/>
                  </a:lnTo>
                  <a:lnTo>
                    <a:pt x="33381" y="2504"/>
                  </a:lnTo>
                  <a:lnTo>
                    <a:pt x="27691" y="3602"/>
                  </a:lnTo>
                  <a:lnTo>
                    <a:pt x="22043" y="4897"/>
                  </a:lnTo>
                  <a:lnTo>
                    <a:pt x="16443" y="6387"/>
                  </a:lnTo>
                  <a:lnTo>
                    <a:pt x="10898" y="8070"/>
                  </a:lnTo>
                  <a:lnTo>
                    <a:pt x="5415" y="9944"/>
                  </a:lnTo>
                  <a:lnTo>
                    <a:pt x="0" y="12007"/>
                  </a:lnTo>
                  <a:lnTo>
                    <a:pt x="6221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66260" y="2138970"/>
              <a:ext cx="62211" cy="155160"/>
            </a:xfrm>
            <a:custGeom>
              <a:avLst/>
              <a:pathLst>
                <a:path w="62211" h="155160">
                  <a:moveTo>
                    <a:pt x="0" y="0"/>
                  </a:moveTo>
                  <a:lnTo>
                    <a:pt x="62211" y="155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561305" y="2138970"/>
              <a:ext cx="167167" cy="308486"/>
            </a:xfrm>
            <a:custGeom>
              <a:avLst/>
              <a:pathLst>
                <a:path w="167167" h="308486">
                  <a:moveTo>
                    <a:pt x="104955" y="0"/>
                  </a:moveTo>
                  <a:lnTo>
                    <a:pt x="99993" y="2083"/>
                  </a:lnTo>
                  <a:lnTo>
                    <a:pt x="95099" y="4325"/>
                  </a:lnTo>
                  <a:lnTo>
                    <a:pt x="90281" y="6723"/>
                  </a:lnTo>
                  <a:lnTo>
                    <a:pt x="85542" y="9275"/>
                  </a:lnTo>
                  <a:lnTo>
                    <a:pt x="80888" y="11978"/>
                  </a:lnTo>
                  <a:lnTo>
                    <a:pt x="76323" y="14830"/>
                  </a:lnTo>
                  <a:lnTo>
                    <a:pt x="71853" y="17827"/>
                  </a:lnTo>
                  <a:lnTo>
                    <a:pt x="67481" y="20967"/>
                  </a:lnTo>
                  <a:lnTo>
                    <a:pt x="63213" y="24245"/>
                  </a:lnTo>
                  <a:lnTo>
                    <a:pt x="59052" y="27660"/>
                  </a:lnTo>
                  <a:lnTo>
                    <a:pt x="55004" y="31206"/>
                  </a:lnTo>
                  <a:lnTo>
                    <a:pt x="51072" y="34881"/>
                  </a:lnTo>
                  <a:lnTo>
                    <a:pt x="47260" y="38681"/>
                  </a:lnTo>
                  <a:lnTo>
                    <a:pt x="43572" y="42602"/>
                  </a:lnTo>
                  <a:lnTo>
                    <a:pt x="40013" y="46639"/>
                  </a:lnTo>
                  <a:lnTo>
                    <a:pt x="36585" y="50789"/>
                  </a:lnTo>
                  <a:lnTo>
                    <a:pt x="33293" y="55046"/>
                  </a:lnTo>
                  <a:lnTo>
                    <a:pt x="30139" y="59408"/>
                  </a:lnTo>
                  <a:lnTo>
                    <a:pt x="27128" y="63869"/>
                  </a:lnTo>
                  <a:lnTo>
                    <a:pt x="24261" y="68425"/>
                  </a:lnTo>
                  <a:lnTo>
                    <a:pt x="21543" y="73070"/>
                  </a:lnTo>
                  <a:lnTo>
                    <a:pt x="18976" y="77801"/>
                  </a:lnTo>
                  <a:lnTo>
                    <a:pt x="16562" y="82611"/>
                  </a:lnTo>
                  <a:lnTo>
                    <a:pt x="14305" y="87497"/>
                  </a:lnTo>
                  <a:lnTo>
                    <a:pt x="12206" y="92453"/>
                  </a:lnTo>
                  <a:lnTo>
                    <a:pt x="10267" y="97474"/>
                  </a:lnTo>
                  <a:lnTo>
                    <a:pt x="8492" y="102555"/>
                  </a:lnTo>
                  <a:lnTo>
                    <a:pt x="6881" y="107691"/>
                  </a:lnTo>
                  <a:lnTo>
                    <a:pt x="5435" y="112875"/>
                  </a:lnTo>
                  <a:lnTo>
                    <a:pt x="4158" y="118104"/>
                  </a:lnTo>
                  <a:lnTo>
                    <a:pt x="3050" y="123371"/>
                  </a:lnTo>
                  <a:lnTo>
                    <a:pt x="2111" y="128671"/>
                  </a:lnTo>
                  <a:lnTo>
                    <a:pt x="1344" y="133998"/>
                  </a:lnTo>
                  <a:lnTo>
                    <a:pt x="749" y="139347"/>
                  </a:lnTo>
                  <a:lnTo>
                    <a:pt x="326" y="144713"/>
                  </a:lnTo>
                  <a:lnTo>
                    <a:pt x="76" y="150089"/>
                  </a:lnTo>
                  <a:lnTo>
                    <a:pt x="0" y="155471"/>
                  </a:lnTo>
                  <a:lnTo>
                    <a:pt x="96" y="160852"/>
                  </a:lnTo>
                  <a:lnTo>
                    <a:pt x="366" y="166228"/>
                  </a:lnTo>
                  <a:lnTo>
                    <a:pt x="809" y="171592"/>
                  </a:lnTo>
                  <a:lnTo>
                    <a:pt x="1424" y="176939"/>
                  </a:lnTo>
                  <a:lnTo>
                    <a:pt x="2211" y="182263"/>
                  </a:lnTo>
                  <a:lnTo>
                    <a:pt x="3169" y="187559"/>
                  </a:lnTo>
                  <a:lnTo>
                    <a:pt x="4297" y="192822"/>
                  </a:lnTo>
                  <a:lnTo>
                    <a:pt x="5594" y="198046"/>
                  </a:lnTo>
                  <a:lnTo>
                    <a:pt x="7058" y="203225"/>
                  </a:lnTo>
                  <a:lnTo>
                    <a:pt x="8689" y="208354"/>
                  </a:lnTo>
                  <a:lnTo>
                    <a:pt x="10483" y="213429"/>
                  </a:lnTo>
                  <a:lnTo>
                    <a:pt x="12440" y="218443"/>
                  </a:lnTo>
                  <a:lnTo>
                    <a:pt x="14558" y="223391"/>
                  </a:lnTo>
                  <a:lnTo>
                    <a:pt x="16833" y="228268"/>
                  </a:lnTo>
                  <a:lnTo>
                    <a:pt x="19265" y="233070"/>
                  </a:lnTo>
                  <a:lnTo>
                    <a:pt x="21850" y="237791"/>
                  </a:lnTo>
                  <a:lnTo>
                    <a:pt x="24585" y="242426"/>
                  </a:lnTo>
                  <a:lnTo>
                    <a:pt x="27468" y="246971"/>
                  </a:lnTo>
                  <a:lnTo>
                    <a:pt x="30496" y="251421"/>
                  </a:lnTo>
                  <a:lnTo>
                    <a:pt x="33666" y="255771"/>
                  </a:lnTo>
                  <a:lnTo>
                    <a:pt x="36974" y="260016"/>
                  </a:lnTo>
                  <a:lnTo>
                    <a:pt x="40417" y="264153"/>
                  </a:lnTo>
                  <a:lnTo>
                    <a:pt x="43992" y="268177"/>
                  </a:lnTo>
                  <a:lnTo>
                    <a:pt x="47694" y="272084"/>
                  </a:lnTo>
                  <a:lnTo>
                    <a:pt x="51520" y="275869"/>
                  </a:lnTo>
                  <a:lnTo>
                    <a:pt x="55466" y="279530"/>
                  </a:lnTo>
                  <a:lnTo>
                    <a:pt x="59528" y="283061"/>
                  </a:lnTo>
                  <a:lnTo>
                    <a:pt x="63701" y="286460"/>
                  </a:lnTo>
                  <a:lnTo>
                    <a:pt x="67981" y="289723"/>
                  </a:lnTo>
                  <a:lnTo>
                    <a:pt x="72365" y="292846"/>
                  </a:lnTo>
                  <a:lnTo>
                    <a:pt x="76846" y="295827"/>
                  </a:lnTo>
                  <a:lnTo>
                    <a:pt x="81422" y="298662"/>
                  </a:lnTo>
                  <a:lnTo>
                    <a:pt x="86086" y="301347"/>
                  </a:lnTo>
                  <a:lnTo>
                    <a:pt x="90834" y="303882"/>
                  </a:lnTo>
                  <a:lnTo>
                    <a:pt x="95661" y="306262"/>
                  </a:lnTo>
                  <a:lnTo>
                    <a:pt x="100563" y="308486"/>
                  </a:lnTo>
                  <a:lnTo>
                    <a:pt x="167167" y="155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61868" y="2126963"/>
              <a:ext cx="233753" cy="334334"/>
            </a:xfrm>
            <a:custGeom>
              <a:avLst/>
              <a:pathLst>
                <a:path w="233753" h="334334">
                  <a:moveTo>
                    <a:pt x="0" y="320493"/>
                  </a:moveTo>
                  <a:lnTo>
                    <a:pt x="4894" y="322528"/>
                  </a:lnTo>
                  <a:lnTo>
                    <a:pt x="9850" y="324406"/>
                  </a:lnTo>
                  <a:lnTo>
                    <a:pt x="14864" y="326126"/>
                  </a:lnTo>
                  <a:lnTo>
                    <a:pt x="19930" y="327686"/>
                  </a:lnTo>
                  <a:lnTo>
                    <a:pt x="25042" y="329085"/>
                  </a:lnTo>
                  <a:lnTo>
                    <a:pt x="30196" y="330322"/>
                  </a:lnTo>
                  <a:lnTo>
                    <a:pt x="35387" y="331394"/>
                  </a:lnTo>
                  <a:lnTo>
                    <a:pt x="40610" y="332301"/>
                  </a:lnTo>
                  <a:lnTo>
                    <a:pt x="45858" y="333042"/>
                  </a:lnTo>
                  <a:lnTo>
                    <a:pt x="51127" y="333616"/>
                  </a:lnTo>
                  <a:lnTo>
                    <a:pt x="56412" y="334023"/>
                  </a:lnTo>
                  <a:lnTo>
                    <a:pt x="61707" y="334263"/>
                  </a:lnTo>
                  <a:lnTo>
                    <a:pt x="67007" y="334334"/>
                  </a:lnTo>
                  <a:lnTo>
                    <a:pt x="72307" y="334237"/>
                  </a:lnTo>
                  <a:lnTo>
                    <a:pt x="77601" y="333972"/>
                  </a:lnTo>
                  <a:lnTo>
                    <a:pt x="82883" y="333540"/>
                  </a:lnTo>
                  <a:lnTo>
                    <a:pt x="88150" y="332940"/>
                  </a:lnTo>
                  <a:lnTo>
                    <a:pt x="93394" y="332174"/>
                  </a:lnTo>
                  <a:lnTo>
                    <a:pt x="98612" y="331241"/>
                  </a:lnTo>
                  <a:lnTo>
                    <a:pt x="103798" y="330144"/>
                  </a:lnTo>
                  <a:lnTo>
                    <a:pt x="108946" y="328883"/>
                  </a:lnTo>
                  <a:lnTo>
                    <a:pt x="114052" y="327459"/>
                  </a:lnTo>
                  <a:lnTo>
                    <a:pt x="119110" y="325874"/>
                  </a:lnTo>
                  <a:lnTo>
                    <a:pt x="124115" y="324130"/>
                  </a:lnTo>
                  <a:lnTo>
                    <a:pt x="129062" y="322228"/>
                  </a:lnTo>
                  <a:lnTo>
                    <a:pt x="133947" y="320169"/>
                  </a:lnTo>
                  <a:lnTo>
                    <a:pt x="138764" y="317958"/>
                  </a:lnTo>
                  <a:lnTo>
                    <a:pt x="143508" y="315594"/>
                  </a:lnTo>
                  <a:lnTo>
                    <a:pt x="148175" y="313081"/>
                  </a:lnTo>
                  <a:lnTo>
                    <a:pt x="152760" y="310422"/>
                  </a:lnTo>
                  <a:lnTo>
                    <a:pt x="157259" y="307618"/>
                  </a:lnTo>
                  <a:lnTo>
                    <a:pt x="161666" y="304674"/>
                  </a:lnTo>
                  <a:lnTo>
                    <a:pt x="165977" y="301591"/>
                  </a:lnTo>
                  <a:lnTo>
                    <a:pt x="170189" y="298373"/>
                  </a:lnTo>
                  <a:lnTo>
                    <a:pt x="174297" y="295023"/>
                  </a:lnTo>
                  <a:lnTo>
                    <a:pt x="178296" y="291544"/>
                  </a:lnTo>
                  <a:lnTo>
                    <a:pt x="182183" y="287940"/>
                  </a:lnTo>
                  <a:lnTo>
                    <a:pt x="185954" y="284215"/>
                  </a:lnTo>
                  <a:lnTo>
                    <a:pt x="189605" y="280373"/>
                  </a:lnTo>
                  <a:lnTo>
                    <a:pt x="193132" y="276416"/>
                  </a:lnTo>
                  <a:lnTo>
                    <a:pt x="196532" y="272350"/>
                  </a:lnTo>
                  <a:lnTo>
                    <a:pt x="199801" y="268178"/>
                  </a:lnTo>
                  <a:lnTo>
                    <a:pt x="202937" y="263904"/>
                  </a:lnTo>
                  <a:lnTo>
                    <a:pt x="205935" y="259533"/>
                  </a:lnTo>
                  <a:lnTo>
                    <a:pt x="208794" y="255070"/>
                  </a:lnTo>
                  <a:lnTo>
                    <a:pt x="211509" y="250517"/>
                  </a:lnTo>
                  <a:lnTo>
                    <a:pt x="214079" y="245882"/>
                  </a:lnTo>
                  <a:lnTo>
                    <a:pt x="216500" y="241166"/>
                  </a:lnTo>
                  <a:lnTo>
                    <a:pt x="218771" y="236377"/>
                  </a:lnTo>
                  <a:lnTo>
                    <a:pt x="220888" y="231518"/>
                  </a:lnTo>
                  <a:lnTo>
                    <a:pt x="222851" y="226594"/>
                  </a:lnTo>
                  <a:lnTo>
                    <a:pt x="224657" y="221611"/>
                  </a:lnTo>
                  <a:lnTo>
                    <a:pt x="226303" y="216573"/>
                  </a:lnTo>
                  <a:lnTo>
                    <a:pt x="227789" y="211485"/>
                  </a:lnTo>
                  <a:lnTo>
                    <a:pt x="229113" y="206352"/>
                  </a:lnTo>
                  <a:lnTo>
                    <a:pt x="230274" y="201180"/>
                  </a:lnTo>
                  <a:lnTo>
                    <a:pt x="231270" y="195974"/>
                  </a:lnTo>
                  <a:lnTo>
                    <a:pt x="232100" y="190739"/>
                  </a:lnTo>
                  <a:lnTo>
                    <a:pt x="232765" y="185481"/>
                  </a:lnTo>
                  <a:lnTo>
                    <a:pt x="233262" y="180204"/>
                  </a:lnTo>
                  <a:lnTo>
                    <a:pt x="233591" y="174913"/>
                  </a:lnTo>
                  <a:lnTo>
                    <a:pt x="233753" y="169615"/>
                  </a:lnTo>
                  <a:lnTo>
                    <a:pt x="233746" y="164315"/>
                  </a:lnTo>
                  <a:lnTo>
                    <a:pt x="233572" y="159017"/>
                  </a:lnTo>
                  <a:lnTo>
                    <a:pt x="233230" y="153728"/>
                  </a:lnTo>
                  <a:lnTo>
                    <a:pt x="232720" y="148452"/>
                  </a:lnTo>
                  <a:lnTo>
                    <a:pt x="232043" y="143195"/>
                  </a:lnTo>
                  <a:lnTo>
                    <a:pt x="231200" y="137962"/>
                  </a:lnTo>
                  <a:lnTo>
                    <a:pt x="230191" y="132758"/>
                  </a:lnTo>
                  <a:lnTo>
                    <a:pt x="229018" y="127589"/>
                  </a:lnTo>
                  <a:lnTo>
                    <a:pt x="227682" y="122460"/>
                  </a:lnTo>
                  <a:lnTo>
                    <a:pt x="226183" y="117376"/>
                  </a:lnTo>
                  <a:lnTo>
                    <a:pt x="224525" y="112342"/>
                  </a:lnTo>
                  <a:lnTo>
                    <a:pt x="222707" y="107362"/>
                  </a:lnTo>
                  <a:lnTo>
                    <a:pt x="220733" y="102443"/>
                  </a:lnTo>
                  <a:lnTo>
                    <a:pt x="218603" y="97590"/>
                  </a:lnTo>
                  <a:lnTo>
                    <a:pt x="216321" y="92806"/>
                  </a:lnTo>
                  <a:lnTo>
                    <a:pt x="213888" y="88096"/>
                  </a:lnTo>
                  <a:lnTo>
                    <a:pt x="211307" y="83467"/>
                  </a:lnTo>
                  <a:lnTo>
                    <a:pt x="208581" y="78921"/>
                  </a:lnTo>
                  <a:lnTo>
                    <a:pt x="205712" y="74464"/>
                  </a:lnTo>
                  <a:lnTo>
                    <a:pt x="202703" y="70101"/>
                  </a:lnTo>
                  <a:lnTo>
                    <a:pt x="199557" y="65835"/>
                  </a:lnTo>
                  <a:lnTo>
                    <a:pt x="196278" y="61670"/>
                  </a:lnTo>
                  <a:lnTo>
                    <a:pt x="192868" y="57612"/>
                  </a:lnTo>
                  <a:lnTo>
                    <a:pt x="189331" y="53664"/>
                  </a:lnTo>
                  <a:lnTo>
                    <a:pt x="185671" y="49831"/>
                  </a:lnTo>
                  <a:lnTo>
                    <a:pt x="181891" y="46115"/>
                  </a:lnTo>
                  <a:lnTo>
                    <a:pt x="177995" y="42520"/>
                  </a:lnTo>
                  <a:lnTo>
                    <a:pt x="173988" y="39052"/>
                  </a:lnTo>
                  <a:lnTo>
                    <a:pt x="169872" y="35712"/>
                  </a:lnTo>
                  <a:lnTo>
                    <a:pt x="165653" y="32504"/>
                  </a:lnTo>
                  <a:lnTo>
                    <a:pt x="161333" y="29431"/>
                  </a:lnTo>
                  <a:lnTo>
                    <a:pt x="156919" y="26497"/>
                  </a:lnTo>
                  <a:lnTo>
                    <a:pt x="152414" y="23704"/>
                  </a:lnTo>
                  <a:lnTo>
                    <a:pt x="147823" y="21056"/>
                  </a:lnTo>
                  <a:lnTo>
                    <a:pt x="143149" y="18555"/>
                  </a:lnTo>
                  <a:lnTo>
                    <a:pt x="138399" y="16202"/>
                  </a:lnTo>
                  <a:lnTo>
                    <a:pt x="133577" y="14002"/>
                  </a:lnTo>
                  <a:lnTo>
                    <a:pt x="128688" y="11956"/>
                  </a:lnTo>
                  <a:lnTo>
                    <a:pt x="123736" y="10066"/>
                  </a:lnTo>
                  <a:lnTo>
                    <a:pt x="118726" y="8333"/>
                  </a:lnTo>
                  <a:lnTo>
                    <a:pt x="113665" y="6761"/>
                  </a:lnTo>
                  <a:lnTo>
                    <a:pt x="108556" y="5349"/>
                  </a:lnTo>
                  <a:lnTo>
                    <a:pt x="103404" y="4101"/>
                  </a:lnTo>
                  <a:lnTo>
                    <a:pt x="98216" y="3016"/>
                  </a:lnTo>
                  <a:lnTo>
                    <a:pt x="92996" y="2096"/>
                  </a:lnTo>
                  <a:lnTo>
                    <a:pt x="87749" y="1342"/>
                  </a:lnTo>
                  <a:lnTo>
                    <a:pt x="82481" y="755"/>
                  </a:lnTo>
                  <a:lnTo>
                    <a:pt x="77198" y="336"/>
                  </a:lnTo>
                  <a:lnTo>
                    <a:pt x="71903" y="84"/>
                  </a:lnTo>
                  <a:lnTo>
                    <a:pt x="66603" y="0"/>
                  </a:lnTo>
                  <a:lnTo>
                    <a:pt x="666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4984" y="1681503"/>
              <a:ext cx="48250" cy="167167"/>
            </a:xfrm>
            <a:custGeom>
              <a:avLst/>
              <a:pathLst>
                <a:path w="48250" h="167167">
                  <a:moveTo>
                    <a:pt x="48250" y="0"/>
                  </a:moveTo>
                  <a:lnTo>
                    <a:pt x="42133" y="111"/>
                  </a:lnTo>
                  <a:lnTo>
                    <a:pt x="36024" y="447"/>
                  </a:lnTo>
                  <a:lnTo>
                    <a:pt x="29932" y="1006"/>
                  </a:lnTo>
                  <a:lnTo>
                    <a:pt x="23864" y="1788"/>
                  </a:lnTo>
                  <a:lnTo>
                    <a:pt x="17829" y="2791"/>
                  </a:lnTo>
                  <a:lnTo>
                    <a:pt x="11834" y="4014"/>
                  </a:lnTo>
                  <a:lnTo>
                    <a:pt x="5888" y="5456"/>
                  </a:lnTo>
                  <a:lnTo>
                    <a:pt x="0" y="7114"/>
                  </a:lnTo>
                  <a:lnTo>
                    <a:pt x="4825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374984" y="1688618"/>
              <a:ext cx="48250" cy="160052"/>
            </a:xfrm>
            <a:custGeom>
              <a:avLst/>
              <a:pathLst>
                <a:path w="48250" h="160052">
                  <a:moveTo>
                    <a:pt x="0" y="0"/>
                  </a:moveTo>
                  <a:lnTo>
                    <a:pt x="48250" y="160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256075" y="1688618"/>
              <a:ext cx="334311" cy="327218"/>
            </a:xfrm>
            <a:custGeom>
              <a:avLst/>
              <a:pathLst>
                <a:path w="334311" h="327218">
                  <a:moveTo>
                    <a:pt x="118908" y="0"/>
                  </a:moveTo>
                  <a:lnTo>
                    <a:pt x="113859" y="1609"/>
                  </a:lnTo>
                  <a:lnTo>
                    <a:pt x="108864" y="3378"/>
                  </a:lnTo>
                  <a:lnTo>
                    <a:pt x="103928" y="5304"/>
                  </a:lnTo>
                  <a:lnTo>
                    <a:pt x="99055" y="7386"/>
                  </a:lnTo>
                  <a:lnTo>
                    <a:pt x="94251" y="9621"/>
                  </a:lnTo>
                  <a:lnTo>
                    <a:pt x="89520" y="12008"/>
                  </a:lnTo>
                  <a:lnTo>
                    <a:pt x="84867" y="14543"/>
                  </a:lnTo>
                  <a:lnTo>
                    <a:pt x="80296" y="17224"/>
                  </a:lnTo>
                  <a:lnTo>
                    <a:pt x="75813" y="20049"/>
                  </a:lnTo>
                  <a:lnTo>
                    <a:pt x="71422" y="23014"/>
                  </a:lnTo>
                  <a:lnTo>
                    <a:pt x="67126" y="26117"/>
                  </a:lnTo>
                  <a:lnTo>
                    <a:pt x="62932" y="29355"/>
                  </a:lnTo>
                  <a:lnTo>
                    <a:pt x="58842" y="32724"/>
                  </a:lnTo>
                  <a:lnTo>
                    <a:pt x="54860" y="36221"/>
                  </a:lnTo>
                  <a:lnTo>
                    <a:pt x="50992" y="39843"/>
                  </a:lnTo>
                  <a:lnTo>
                    <a:pt x="47241" y="43585"/>
                  </a:lnTo>
                  <a:lnTo>
                    <a:pt x="43610" y="47444"/>
                  </a:lnTo>
                  <a:lnTo>
                    <a:pt x="40103" y="51416"/>
                  </a:lnTo>
                  <a:lnTo>
                    <a:pt x="36723" y="55498"/>
                  </a:lnTo>
                  <a:lnTo>
                    <a:pt x="33475" y="59684"/>
                  </a:lnTo>
                  <a:lnTo>
                    <a:pt x="30361" y="63972"/>
                  </a:lnTo>
                  <a:lnTo>
                    <a:pt x="27385" y="68356"/>
                  </a:lnTo>
                  <a:lnTo>
                    <a:pt x="24549" y="72832"/>
                  </a:lnTo>
                  <a:lnTo>
                    <a:pt x="21856" y="77396"/>
                  </a:lnTo>
                  <a:lnTo>
                    <a:pt x="19309" y="82042"/>
                  </a:lnTo>
                  <a:lnTo>
                    <a:pt x="16911" y="86768"/>
                  </a:lnTo>
                  <a:lnTo>
                    <a:pt x="14664" y="91566"/>
                  </a:lnTo>
                  <a:lnTo>
                    <a:pt x="12570" y="96434"/>
                  </a:lnTo>
                  <a:lnTo>
                    <a:pt x="10631" y="101365"/>
                  </a:lnTo>
                  <a:lnTo>
                    <a:pt x="8850" y="106356"/>
                  </a:lnTo>
                  <a:lnTo>
                    <a:pt x="7227" y="111400"/>
                  </a:lnTo>
                  <a:lnTo>
                    <a:pt x="5766" y="116494"/>
                  </a:lnTo>
                  <a:lnTo>
                    <a:pt x="4466" y="121631"/>
                  </a:lnTo>
                  <a:lnTo>
                    <a:pt x="3330" y="126807"/>
                  </a:lnTo>
                  <a:lnTo>
                    <a:pt x="2359" y="132016"/>
                  </a:lnTo>
                  <a:lnTo>
                    <a:pt x="1553" y="137253"/>
                  </a:lnTo>
                  <a:lnTo>
                    <a:pt x="914" y="142513"/>
                  </a:lnTo>
                  <a:lnTo>
                    <a:pt x="441" y="147791"/>
                  </a:lnTo>
                  <a:lnTo>
                    <a:pt x="137" y="153081"/>
                  </a:lnTo>
                  <a:lnTo>
                    <a:pt x="0" y="158378"/>
                  </a:lnTo>
                  <a:lnTo>
                    <a:pt x="30" y="163677"/>
                  </a:lnTo>
                  <a:lnTo>
                    <a:pt x="229" y="168972"/>
                  </a:lnTo>
                  <a:lnTo>
                    <a:pt x="596" y="174258"/>
                  </a:lnTo>
                  <a:lnTo>
                    <a:pt x="1130" y="179530"/>
                  </a:lnTo>
                  <a:lnTo>
                    <a:pt x="1831" y="184783"/>
                  </a:lnTo>
                  <a:lnTo>
                    <a:pt x="2697" y="190010"/>
                  </a:lnTo>
                  <a:lnTo>
                    <a:pt x="3730" y="195208"/>
                  </a:lnTo>
                  <a:lnTo>
                    <a:pt x="4926" y="200370"/>
                  </a:lnTo>
                  <a:lnTo>
                    <a:pt x="6285" y="205491"/>
                  </a:lnTo>
                  <a:lnTo>
                    <a:pt x="7806" y="210567"/>
                  </a:lnTo>
                  <a:lnTo>
                    <a:pt x="9487" y="215592"/>
                  </a:lnTo>
                  <a:lnTo>
                    <a:pt x="11327" y="220562"/>
                  </a:lnTo>
                  <a:lnTo>
                    <a:pt x="13323" y="225470"/>
                  </a:lnTo>
                  <a:lnTo>
                    <a:pt x="15474" y="230313"/>
                  </a:lnTo>
                  <a:lnTo>
                    <a:pt x="17777" y="235085"/>
                  </a:lnTo>
                  <a:lnTo>
                    <a:pt x="20230" y="239782"/>
                  </a:lnTo>
                  <a:lnTo>
                    <a:pt x="22831" y="244399"/>
                  </a:lnTo>
                  <a:lnTo>
                    <a:pt x="25576" y="248931"/>
                  </a:lnTo>
                  <a:lnTo>
                    <a:pt x="28464" y="253374"/>
                  </a:lnTo>
                  <a:lnTo>
                    <a:pt x="31492" y="257722"/>
                  </a:lnTo>
                  <a:lnTo>
                    <a:pt x="34656" y="261973"/>
                  </a:lnTo>
                  <a:lnTo>
                    <a:pt x="37952" y="266122"/>
                  </a:lnTo>
                  <a:lnTo>
                    <a:pt x="41379" y="270163"/>
                  </a:lnTo>
                  <a:lnTo>
                    <a:pt x="44932" y="274095"/>
                  </a:lnTo>
                  <a:lnTo>
                    <a:pt x="48608" y="277911"/>
                  </a:lnTo>
                  <a:lnTo>
                    <a:pt x="52403" y="281609"/>
                  </a:lnTo>
                  <a:lnTo>
                    <a:pt x="56313" y="285185"/>
                  </a:lnTo>
                  <a:lnTo>
                    <a:pt x="60335" y="288636"/>
                  </a:lnTo>
                  <a:lnTo>
                    <a:pt x="64464" y="291957"/>
                  </a:lnTo>
                  <a:lnTo>
                    <a:pt x="68696" y="295145"/>
                  </a:lnTo>
                  <a:lnTo>
                    <a:pt x="73028" y="298198"/>
                  </a:lnTo>
                  <a:lnTo>
                    <a:pt x="77453" y="301112"/>
                  </a:lnTo>
                  <a:lnTo>
                    <a:pt x="81969" y="303884"/>
                  </a:lnTo>
                  <a:lnTo>
                    <a:pt x="86571" y="306512"/>
                  </a:lnTo>
                  <a:lnTo>
                    <a:pt x="91253" y="308993"/>
                  </a:lnTo>
                  <a:lnTo>
                    <a:pt x="96012" y="311324"/>
                  </a:lnTo>
                  <a:lnTo>
                    <a:pt x="100842" y="313503"/>
                  </a:lnTo>
                  <a:lnTo>
                    <a:pt x="105739" y="315527"/>
                  </a:lnTo>
                  <a:lnTo>
                    <a:pt x="110697" y="317396"/>
                  </a:lnTo>
                  <a:lnTo>
                    <a:pt x="115712" y="319106"/>
                  </a:lnTo>
                  <a:lnTo>
                    <a:pt x="120779" y="320657"/>
                  </a:lnTo>
                  <a:lnTo>
                    <a:pt x="125893" y="322046"/>
                  </a:lnTo>
                  <a:lnTo>
                    <a:pt x="131048" y="323273"/>
                  </a:lnTo>
                  <a:lnTo>
                    <a:pt x="136239" y="324335"/>
                  </a:lnTo>
                  <a:lnTo>
                    <a:pt x="141461" y="325233"/>
                  </a:lnTo>
                  <a:lnTo>
                    <a:pt x="146710" y="325964"/>
                  </a:lnTo>
                  <a:lnTo>
                    <a:pt x="151978" y="326529"/>
                  </a:lnTo>
                  <a:lnTo>
                    <a:pt x="157262" y="326926"/>
                  </a:lnTo>
                  <a:lnTo>
                    <a:pt x="162556" y="327156"/>
                  </a:lnTo>
                  <a:lnTo>
                    <a:pt x="167855" y="327218"/>
                  </a:lnTo>
                  <a:lnTo>
                    <a:pt x="173153" y="327112"/>
                  </a:lnTo>
                  <a:lnTo>
                    <a:pt x="178444" y="326838"/>
                  </a:lnTo>
                  <a:lnTo>
                    <a:pt x="183725" y="326397"/>
                  </a:lnTo>
                  <a:lnTo>
                    <a:pt x="188989" y="325788"/>
                  </a:lnTo>
                  <a:lnTo>
                    <a:pt x="194231" y="325013"/>
                  </a:lnTo>
                  <a:lnTo>
                    <a:pt x="199445" y="324072"/>
                  </a:lnTo>
                  <a:lnTo>
                    <a:pt x="204628" y="322966"/>
                  </a:lnTo>
                  <a:lnTo>
                    <a:pt x="209772" y="321697"/>
                  </a:lnTo>
                  <a:lnTo>
                    <a:pt x="214874" y="320265"/>
                  </a:lnTo>
                  <a:lnTo>
                    <a:pt x="219928" y="318672"/>
                  </a:lnTo>
                  <a:lnTo>
                    <a:pt x="224929" y="316920"/>
                  </a:lnTo>
                  <a:lnTo>
                    <a:pt x="229872" y="315010"/>
                  </a:lnTo>
                  <a:lnTo>
                    <a:pt x="234751" y="312945"/>
                  </a:lnTo>
                  <a:lnTo>
                    <a:pt x="239563" y="310726"/>
                  </a:lnTo>
                  <a:lnTo>
                    <a:pt x="244302" y="308355"/>
                  </a:lnTo>
                  <a:lnTo>
                    <a:pt x="248964" y="305836"/>
                  </a:lnTo>
                  <a:lnTo>
                    <a:pt x="253543" y="303170"/>
                  </a:lnTo>
                  <a:lnTo>
                    <a:pt x="258036" y="300360"/>
                  </a:lnTo>
                  <a:lnTo>
                    <a:pt x="262437" y="297409"/>
                  </a:lnTo>
                  <a:lnTo>
                    <a:pt x="266743" y="294320"/>
                  </a:lnTo>
                  <a:lnTo>
                    <a:pt x="270948" y="291097"/>
                  </a:lnTo>
                  <a:lnTo>
                    <a:pt x="275049" y="287741"/>
                  </a:lnTo>
                  <a:lnTo>
                    <a:pt x="279042" y="284258"/>
                  </a:lnTo>
                  <a:lnTo>
                    <a:pt x="282923" y="280649"/>
                  </a:lnTo>
                  <a:lnTo>
                    <a:pt x="286687" y="276920"/>
                  </a:lnTo>
                  <a:lnTo>
                    <a:pt x="290331" y="273072"/>
                  </a:lnTo>
                  <a:lnTo>
                    <a:pt x="293851" y="269112"/>
                  </a:lnTo>
                  <a:lnTo>
                    <a:pt x="297244" y="265042"/>
                  </a:lnTo>
                  <a:lnTo>
                    <a:pt x="300506" y="260866"/>
                  </a:lnTo>
                  <a:lnTo>
                    <a:pt x="303634" y="256589"/>
                  </a:lnTo>
                  <a:lnTo>
                    <a:pt x="306625" y="252215"/>
                  </a:lnTo>
                  <a:lnTo>
                    <a:pt x="309476" y="247748"/>
                  </a:lnTo>
                  <a:lnTo>
                    <a:pt x="312184" y="243194"/>
                  </a:lnTo>
                  <a:lnTo>
                    <a:pt x="314746" y="238555"/>
                  </a:lnTo>
                  <a:lnTo>
                    <a:pt x="317160" y="233838"/>
                  </a:lnTo>
                  <a:lnTo>
                    <a:pt x="319424" y="229047"/>
                  </a:lnTo>
                  <a:lnTo>
                    <a:pt x="321534" y="224187"/>
                  </a:lnTo>
                  <a:lnTo>
                    <a:pt x="323489" y="219261"/>
                  </a:lnTo>
                  <a:lnTo>
                    <a:pt x="325287" y="214277"/>
                  </a:lnTo>
                  <a:lnTo>
                    <a:pt x="326926" y="209238"/>
                  </a:lnTo>
                  <a:lnTo>
                    <a:pt x="328405" y="204150"/>
                  </a:lnTo>
                  <a:lnTo>
                    <a:pt x="329721" y="199017"/>
                  </a:lnTo>
                  <a:lnTo>
                    <a:pt x="330875" y="193845"/>
                  </a:lnTo>
                  <a:lnTo>
                    <a:pt x="331864" y="188639"/>
                  </a:lnTo>
                  <a:lnTo>
                    <a:pt x="332687" y="183405"/>
                  </a:lnTo>
                  <a:lnTo>
                    <a:pt x="333344" y="178147"/>
                  </a:lnTo>
                  <a:lnTo>
                    <a:pt x="333834" y="172870"/>
                  </a:lnTo>
                  <a:lnTo>
                    <a:pt x="334156" y="167581"/>
                  </a:lnTo>
                  <a:lnTo>
                    <a:pt x="334311" y="162285"/>
                  </a:lnTo>
                  <a:lnTo>
                    <a:pt x="334298" y="156986"/>
                  </a:lnTo>
                  <a:lnTo>
                    <a:pt x="334117" y="151690"/>
                  </a:lnTo>
                  <a:lnTo>
                    <a:pt x="333768" y="146403"/>
                  </a:lnTo>
                  <a:lnTo>
                    <a:pt x="333252" y="141129"/>
                  </a:lnTo>
                  <a:lnTo>
                    <a:pt x="332568" y="135874"/>
                  </a:lnTo>
                  <a:lnTo>
                    <a:pt x="331719" y="130644"/>
                  </a:lnTo>
                  <a:lnTo>
                    <a:pt x="330704" y="125443"/>
                  </a:lnTo>
                  <a:lnTo>
                    <a:pt x="329525" y="120277"/>
                  </a:lnTo>
                  <a:lnTo>
                    <a:pt x="328183" y="115151"/>
                  </a:lnTo>
                  <a:lnTo>
                    <a:pt x="326679" y="110070"/>
                  </a:lnTo>
                  <a:lnTo>
                    <a:pt x="325015" y="105039"/>
                  </a:lnTo>
                  <a:lnTo>
                    <a:pt x="323192" y="100064"/>
                  </a:lnTo>
                  <a:lnTo>
                    <a:pt x="321212" y="95148"/>
                  </a:lnTo>
                  <a:lnTo>
                    <a:pt x="319078" y="90298"/>
                  </a:lnTo>
                  <a:lnTo>
                    <a:pt x="316790" y="85519"/>
                  </a:lnTo>
                  <a:lnTo>
                    <a:pt x="314353" y="80813"/>
                  </a:lnTo>
                  <a:lnTo>
                    <a:pt x="311768" y="76188"/>
                  </a:lnTo>
                  <a:lnTo>
                    <a:pt x="309037" y="71647"/>
                  </a:lnTo>
                  <a:lnTo>
                    <a:pt x="306164" y="67195"/>
                  </a:lnTo>
                  <a:lnTo>
                    <a:pt x="303151" y="62836"/>
                  </a:lnTo>
                  <a:lnTo>
                    <a:pt x="300001" y="58574"/>
                  </a:lnTo>
                  <a:lnTo>
                    <a:pt x="296718" y="54415"/>
                  </a:lnTo>
                  <a:lnTo>
                    <a:pt x="293305" y="50362"/>
                  </a:lnTo>
                  <a:lnTo>
                    <a:pt x="289765" y="46419"/>
                  </a:lnTo>
                  <a:lnTo>
                    <a:pt x="286102" y="42590"/>
                  </a:lnTo>
                  <a:lnTo>
                    <a:pt x="282320" y="38879"/>
                  </a:lnTo>
                  <a:lnTo>
                    <a:pt x="278421" y="35290"/>
                  </a:lnTo>
                  <a:lnTo>
                    <a:pt x="274411" y="31826"/>
                  </a:lnTo>
                  <a:lnTo>
                    <a:pt x="270293" y="28491"/>
                  </a:lnTo>
                  <a:lnTo>
                    <a:pt x="266072" y="25289"/>
                  </a:lnTo>
                  <a:lnTo>
                    <a:pt x="261751" y="22222"/>
                  </a:lnTo>
                  <a:lnTo>
                    <a:pt x="257335" y="19293"/>
                  </a:lnTo>
                  <a:lnTo>
                    <a:pt x="252828" y="16505"/>
                  </a:lnTo>
                  <a:lnTo>
                    <a:pt x="248236" y="13862"/>
                  </a:lnTo>
                  <a:lnTo>
                    <a:pt x="167159" y="160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23235" y="1681503"/>
              <a:ext cx="81077" cy="167167"/>
            </a:xfrm>
            <a:custGeom>
              <a:avLst/>
              <a:pathLst>
                <a:path w="81077" h="167167">
                  <a:moveTo>
                    <a:pt x="81077" y="20977"/>
                  </a:moveTo>
                  <a:lnTo>
                    <a:pt x="76096" y="18324"/>
                  </a:lnTo>
                  <a:lnTo>
                    <a:pt x="71029" y="15840"/>
                  </a:lnTo>
                  <a:lnTo>
                    <a:pt x="65881" y="13529"/>
                  </a:lnTo>
                  <a:lnTo>
                    <a:pt x="60658" y="11393"/>
                  </a:lnTo>
                  <a:lnTo>
                    <a:pt x="55366" y="9435"/>
                  </a:lnTo>
                  <a:lnTo>
                    <a:pt x="50011" y="7656"/>
                  </a:lnTo>
                  <a:lnTo>
                    <a:pt x="44599" y="6059"/>
                  </a:lnTo>
                  <a:lnTo>
                    <a:pt x="39135" y="4645"/>
                  </a:lnTo>
                  <a:lnTo>
                    <a:pt x="33628" y="3417"/>
                  </a:lnTo>
                  <a:lnTo>
                    <a:pt x="28082" y="2375"/>
                  </a:lnTo>
                  <a:lnTo>
                    <a:pt x="22504" y="1521"/>
                  </a:lnTo>
                  <a:lnTo>
                    <a:pt x="16900" y="856"/>
                  </a:lnTo>
                  <a:lnTo>
                    <a:pt x="11277" y="380"/>
                  </a:lnTo>
                  <a:lnTo>
                    <a:pt x="564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853885" y="1322571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7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8" y="4092"/>
                  </a:lnTo>
                  <a:lnTo>
                    <a:pt x="125241" y="5339"/>
                  </a:lnTo>
                  <a:lnTo>
                    <a:pt x="120137" y="6747"/>
                  </a:lnTo>
                  <a:lnTo>
                    <a:pt x="115079" y="8317"/>
                  </a:lnTo>
                  <a:lnTo>
                    <a:pt x="110074" y="10046"/>
                  </a:lnTo>
                  <a:lnTo>
                    <a:pt x="105127" y="11933"/>
                  </a:lnTo>
                  <a:lnTo>
                    <a:pt x="100241" y="13975"/>
                  </a:lnTo>
                  <a:lnTo>
                    <a:pt x="95423" y="16171"/>
                  </a:lnTo>
                  <a:lnTo>
                    <a:pt x="90676" y="18519"/>
                  </a:lnTo>
                  <a:lnTo>
                    <a:pt x="86007" y="21015"/>
                  </a:lnTo>
                  <a:lnTo>
                    <a:pt x="81418" y="23659"/>
                  </a:lnTo>
                  <a:lnTo>
                    <a:pt x="76916" y="26446"/>
                  </a:lnTo>
                  <a:lnTo>
                    <a:pt x="72505" y="29375"/>
                  </a:lnTo>
                  <a:lnTo>
                    <a:pt x="68188" y="32442"/>
                  </a:lnTo>
                  <a:lnTo>
                    <a:pt x="63970" y="35644"/>
                  </a:lnTo>
                  <a:lnTo>
                    <a:pt x="59857" y="38978"/>
                  </a:lnTo>
                  <a:lnTo>
                    <a:pt x="55850" y="42440"/>
                  </a:lnTo>
                  <a:lnTo>
                    <a:pt x="51956" y="46028"/>
                  </a:lnTo>
                  <a:lnTo>
                    <a:pt x="48177" y="49737"/>
                  </a:lnTo>
                  <a:lnTo>
                    <a:pt x="44517" y="53564"/>
                  </a:lnTo>
                  <a:lnTo>
                    <a:pt x="40981" y="57506"/>
                  </a:lnTo>
                  <a:lnTo>
                    <a:pt x="37571" y="61557"/>
                  </a:lnTo>
                  <a:lnTo>
                    <a:pt x="34291" y="65714"/>
                  </a:lnTo>
                  <a:lnTo>
                    <a:pt x="31144" y="69973"/>
                  </a:lnTo>
                  <a:lnTo>
                    <a:pt x="28134" y="74329"/>
                  </a:lnTo>
                  <a:lnTo>
                    <a:pt x="25264" y="78779"/>
                  </a:lnTo>
                  <a:lnTo>
                    <a:pt x="22535" y="83317"/>
                  </a:lnTo>
                  <a:lnTo>
                    <a:pt x="19952" y="87940"/>
                  </a:lnTo>
                  <a:lnTo>
                    <a:pt x="17517" y="92641"/>
                  </a:lnTo>
                  <a:lnTo>
                    <a:pt x="15231" y="97418"/>
                  </a:lnTo>
                  <a:lnTo>
                    <a:pt x="13099" y="102265"/>
                  </a:lnTo>
                  <a:lnTo>
                    <a:pt x="11120" y="107177"/>
                  </a:lnTo>
                  <a:lnTo>
                    <a:pt x="9298" y="112149"/>
                  </a:lnTo>
                  <a:lnTo>
                    <a:pt x="7635" y="117176"/>
                  </a:lnTo>
                  <a:lnTo>
                    <a:pt x="6132" y="122253"/>
                  </a:lnTo>
                  <a:lnTo>
                    <a:pt x="4790" y="127376"/>
                  </a:lnTo>
                  <a:lnTo>
                    <a:pt x="3611" y="132538"/>
                  </a:lnTo>
                  <a:lnTo>
                    <a:pt x="2597" y="137735"/>
                  </a:lnTo>
                  <a:lnTo>
                    <a:pt x="1747" y="142962"/>
                  </a:lnTo>
                  <a:lnTo>
                    <a:pt x="1063" y="148213"/>
                  </a:lnTo>
                  <a:lnTo>
                    <a:pt x="546" y="153482"/>
                  </a:lnTo>
                  <a:lnTo>
                    <a:pt x="196" y="158766"/>
                  </a:lnTo>
                  <a:lnTo>
                    <a:pt x="14" y="164058"/>
                  </a:lnTo>
                  <a:lnTo>
                    <a:pt x="0" y="169353"/>
                  </a:lnTo>
                  <a:lnTo>
                    <a:pt x="153" y="174646"/>
                  </a:lnTo>
                  <a:lnTo>
                    <a:pt x="473" y="179932"/>
                  </a:lnTo>
                  <a:lnTo>
                    <a:pt x="961" y="185205"/>
                  </a:lnTo>
                  <a:lnTo>
                    <a:pt x="1616" y="190459"/>
                  </a:lnTo>
                  <a:lnTo>
                    <a:pt x="2437" y="195690"/>
                  </a:lnTo>
                  <a:lnTo>
                    <a:pt x="3423" y="200893"/>
                  </a:lnTo>
                  <a:lnTo>
                    <a:pt x="4573" y="206062"/>
                  </a:lnTo>
                  <a:lnTo>
                    <a:pt x="5886" y="211192"/>
                  </a:lnTo>
                  <a:lnTo>
                    <a:pt x="7362" y="216277"/>
                  </a:lnTo>
                  <a:lnTo>
                    <a:pt x="8997" y="221313"/>
                  </a:lnTo>
                  <a:lnTo>
                    <a:pt x="10792" y="226295"/>
                  </a:lnTo>
                  <a:lnTo>
                    <a:pt x="12743" y="231218"/>
                  </a:lnTo>
                  <a:lnTo>
                    <a:pt x="14849" y="236076"/>
                  </a:lnTo>
                  <a:lnTo>
                    <a:pt x="17108" y="240866"/>
                  </a:lnTo>
                  <a:lnTo>
                    <a:pt x="19517" y="245581"/>
                  </a:lnTo>
                  <a:lnTo>
                    <a:pt x="22075" y="250218"/>
                  </a:lnTo>
                  <a:lnTo>
                    <a:pt x="24778" y="254771"/>
                  </a:lnTo>
                  <a:lnTo>
                    <a:pt x="27624" y="259236"/>
                  </a:lnTo>
                  <a:lnTo>
                    <a:pt x="30610" y="263609"/>
                  </a:lnTo>
                  <a:lnTo>
                    <a:pt x="33733" y="267885"/>
                  </a:lnTo>
                  <a:lnTo>
                    <a:pt x="36990" y="272061"/>
                  </a:lnTo>
                  <a:lnTo>
                    <a:pt x="40378" y="276130"/>
                  </a:lnTo>
                  <a:lnTo>
                    <a:pt x="43892" y="280091"/>
                  </a:lnTo>
                  <a:lnTo>
                    <a:pt x="47531" y="283938"/>
                  </a:lnTo>
                  <a:lnTo>
                    <a:pt x="51289" y="287668"/>
                  </a:lnTo>
                  <a:lnTo>
                    <a:pt x="55164" y="291278"/>
                  </a:lnTo>
                  <a:lnTo>
                    <a:pt x="59151" y="294762"/>
                  </a:lnTo>
                  <a:lnTo>
                    <a:pt x="63246" y="298119"/>
                  </a:lnTo>
                  <a:lnTo>
                    <a:pt x="67446" y="301344"/>
                  </a:lnTo>
                  <a:lnTo>
                    <a:pt x="71746" y="304435"/>
                  </a:lnTo>
                  <a:lnTo>
                    <a:pt x="76141" y="307388"/>
                  </a:lnTo>
                  <a:lnTo>
                    <a:pt x="80628" y="310200"/>
                  </a:lnTo>
                  <a:lnTo>
                    <a:pt x="85201" y="312869"/>
                  </a:lnTo>
                  <a:lnTo>
                    <a:pt x="89857" y="315391"/>
                  </a:lnTo>
                  <a:lnTo>
                    <a:pt x="94591" y="317765"/>
                  </a:lnTo>
                  <a:lnTo>
                    <a:pt x="99397" y="319987"/>
                  </a:lnTo>
                  <a:lnTo>
                    <a:pt x="104271" y="322057"/>
                  </a:lnTo>
                  <a:lnTo>
                    <a:pt x="109208" y="323971"/>
                  </a:lnTo>
                  <a:lnTo>
                    <a:pt x="114204" y="325727"/>
                  </a:lnTo>
                  <a:lnTo>
                    <a:pt x="119252" y="327325"/>
                  </a:lnTo>
                  <a:lnTo>
                    <a:pt x="124349" y="328761"/>
                  </a:lnTo>
                  <a:lnTo>
                    <a:pt x="129488" y="330036"/>
                  </a:lnTo>
                  <a:lnTo>
                    <a:pt x="134666" y="331147"/>
                  </a:lnTo>
                  <a:lnTo>
                    <a:pt x="139875" y="332094"/>
                  </a:lnTo>
                  <a:lnTo>
                    <a:pt x="145113" y="332875"/>
                  </a:lnTo>
                  <a:lnTo>
                    <a:pt x="150372" y="333490"/>
                  </a:lnTo>
                  <a:lnTo>
                    <a:pt x="155648" y="333938"/>
                  </a:lnTo>
                  <a:lnTo>
                    <a:pt x="160936" y="334219"/>
                  </a:lnTo>
                  <a:lnTo>
                    <a:pt x="166230" y="334332"/>
                  </a:lnTo>
                  <a:lnTo>
                    <a:pt x="171525" y="334277"/>
                  </a:lnTo>
                  <a:lnTo>
                    <a:pt x="176816" y="334055"/>
                  </a:lnTo>
                  <a:lnTo>
                    <a:pt x="182097" y="333665"/>
                  </a:lnTo>
                  <a:lnTo>
                    <a:pt x="187362" y="333108"/>
                  </a:lnTo>
                  <a:lnTo>
                    <a:pt x="192608" y="332385"/>
                  </a:lnTo>
                  <a:lnTo>
                    <a:pt x="197828" y="331496"/>
                  </a:lnTo>
                  <a:lnTo>
                    <a:pt x="203017" y="330442"/>
                  </a:lnTo>
                  <a:lnTo>
                    <a:pt x="208171" y="329224"/>
                  </a:lnTo>
                  <a:lnTo>
                    <a:pt x="213283" y="327844"/>
                  </a:lnTo>
                  <a:lnTo>
                    <a:pt x="218349" y="326302"/>
                  </a:lnTo>
                  <a:lnTo>
                    <a:pt x="223363" y="324601"/>
                  </a:lnTo>
                  <a:lnTo>
                    <a:pt x="228321" y="322741"/>
                  </a:lnTo>
                  <a:lnTo>
                    <a:pt x="233218" y="320726"/>
                  </a:lnTo>
                  <a:lnTo>
                    <a:pt x="238048" y="318556"/>
                  </a:lnTo>
                  <a:lnTo>
                    <a:pt x="242808" y="316235"/>
                  </a:lnTo>
                  <a:lnTo>
                    <a:pt x="247491" y="313764"/>
                  </a:lnTo>
                  <a:lnTo>
                    <a:pt x="252094" y="311146"/>
                  </a:lnTo>
                  <a:lnTo>
                    <a:pt x="256611" y="308384"/>
                  </a:lnTo>
                  <a:lnTo>
                    <a:pt x="261039" y="305479"/>
                  </a:lnTo>
                  <a:lnTo>
                    <a:pt x="265373" y="302436"/>
                  </a:lnTo>
                  <a:lnTo>
                    <a:pt x="269608" y="299258"/>
                  </a:lnTo>
                  <a:lnTo>
                    <a:pt x="273740" y="295946"/>
                  </a:lnTo>
                  <a:lnTo>
                    <a:pt x="277765" y="292506"/>
                  </a:lnTo>
                  <a:lnTo>
                    <a:pt x="281679" y="288940"/>
                  </a:lnTo>
                  <a:lnTo>
                    <a:pt x="285479" y="285251"/>
                  </a:lnTo>
                  <a:lnTo>
                    <a:pt x="289159" y="281444"/>
                  </a:lnTo>
                  <a:lnTo>
                    <a:pt x="292717" y="277523"/>
                  </a:lnTo>
                  <a:lnTo>
                    <a:pt x="296150" y="273491"/>
                  </a:lnTo>
                  <a:lnTo>
                    <a:pt x="299452" y="269352"/>
                  </a:lnTo>
                  <a:lnTo>
                    <a:pt x="302623" y="265110"/>
                  </a:lnTo>
                  <a:lnTo>
                    <a:pt x="305657" y="260770"/>
                  </a:lnTo>
                  <a:lnTo>
                    <a:pt x="308552" y="256337"/>
                  </a:lnTo>
                  <a:lnTo>
                    <a:pt x="311305" y="251813"/>
                  </a:lnTo>
                  <a:lnTo>
                    <a:pt x="313914" y="247205"/>
                  </a:lnTo>
                  <a:lnTo>
                    <a:pt x="316375" y="242517"/>
                  </a:lnTo>
                  <a:lnTo>
                    <a:pt x="318687" y="237753"/>
                  </a:lnTo>
                  <a:lnTo>
                    <a:pt x="320846" y="232918"/>
                  </a:lnTo>
                  <a:lnTo>
                    <a:pt x="322852" y="228017"/>
                  </a:lnTo>
                  <a:lnTo>
                    <a:pt x="324701" y="223055"/>
                  </a:lnTo>
                  <a:lnTo>
                    <a:pt x="326392" y="218038"/>
                  </a:lnTo>
                  <a:lnTo>
                    <a:pt x="327923" y="212969"/>
                  </a:lnTo>
                  <a:lnTo>
                    <a:pt x="329293" y="207854"/>
                  </a:lnTo>
                  <a:lnTo>
                    <a:pt x="330500" y="202698"/>
                  </a:lnTo>
                  <a:lnTo>
                    <a:pt x="331544" y="197506"/>
                  </a:lnTo>
                  <a:lnTo>
                    <a:pt x="332422" y="192285"/>
                  </a:lnTo>
                  <a:lnTo>
                    <a:pt x="333135" y="187038"/>
                  </a:lnTo>
                  <a:lnTo>
                    <a:pt x="333681" y="181771"/>
                  </a:lnTo>
                  <a:lnTo>
                    <a:pt x="334060" y="176489"/>
                  </a:lnTo>
                  <a:lnTo>
                    <a:pt x="334271" y="171198"/>
                  </a:lnTo>
                  <a:lnTo>
                    <a:pt x="334315" y="165903"/>
                  </a:lnTo>
                  <a:lnTo>
                    <a:pt x="334191" y="160609"/>
                  </a:lnTo>
                  <a:lnTo>
                    <a:pt x="333900" y="155322"/>
                  </a:lnTo>
                  <a:lnTo>
                    <a:pt x="333441" y="150047"/>
                  </a:lnTo>
                  <a:lnTo>
                    <a:pt x="332815" y="144788"/>
                  </a:lnTo>
                  <a:lnTo>
                    <a:pt x="332024" y="139553"/>
                  </a:lnTo>
                  <a:lnTo>
                    <a:pt x="331066" y="134345"/>
                  </a:lnTo>
                  <a:lnTo>
                    <a:pt x="329944" y="129170"/>
                  </a:lnTo>
                  <a:lnTo>
                    <a:pt x="328659" y="124033"/>
                  </a:lnTo>
                  <a:lnTo>
                    <a:pt x="327212" y="118939"/>
                  </a:lnTo>
                  <a:lnTo>
                    <a:pt x="325604" y="113894"/>
                  </a:lnTo>
                  <a:lnTo>
                    <a:pt x="323838" y="108902"/>
                  </a:lnTo>
                  <a:lnTo>
                    <a:pt x="321914" y="103969"/>
                  </a:lnTo>
                  <a:lnTo>
                    <a:pt x="319834" y="99099"/>
                  </a:lnTo>
                  <a:lnTo>
                    <a:pt x="317602" y="94297"/>
                  </a:lnTo>
                  <a:lnTo>
                    <a:pt x="315218" y="89569"/>
                  </a:lnTo>
                  <a:lnTo>
                    <a:pt x="312686" y="84918"/>
                  </a:lnTo>
                  <a:lnTo>
                    <a:pt x="310008" y="80350"/>
                  </a:lnTo>
                  <a:lnTo>
                    <a:pt x="307187" y="75869"/>
                  </a:lnTo>
                  <a:lnTo>
                    <a:pt x="304225" y="71480"/>
                  </a:lnTo>
                  <a:lnTo>
                    <a:pt x="301126" y="67186"/>
                  </a:lnTo>
                  <a:lnTo>
                    <a:pt x="297892" y="62993"/>
                  </a:lnTo>
                  <a:lnTo>
                    <a:pt x="294527" y="58905"/>
                  </a:lnTo>
                  <a:lnTo>
                    <a:pt x="291034" y="54925"/>
                  </a:lnTo>
                  <a:lnTo>
                    <a:pt x="287417" y="51057"/>
                  </a:lnTo>
                  <a:lnTo>
                    <a:pt x="283679" y="47307"/>
                  </a:lnTo>
                  <a:lnTo>
                    <a:pt x="279825" y="43676"/>
                  </a:lnTo>
                  <a:lnTo>
                    <a:pt x="275857" y="40169"/>
                  </a:lnTo>
                  <a:lnTo>
                    <a:pt x="271780" y="36790"/>
                  </a:lnTo>
                  <a:lnTo>
                    <a:pt x="267598" y="33542"/>
                  </a:lnTo>
                  <a:lnTo>
                    <a:pt x="263316" y="30428"/>
                  </a:lnTo>
                  <a:lnTo>
                    <a:pt x="258936" y="27451"/>
                  </a:lnTo>
                  <a:lnTo>
                    <a:pt x="254465" y="24614"/>
                  </a:lnTo>
                  <a:lnTo>
                    <a:pt x="249907" y="21920"/>
                  </a:lnTo>
                  <a:lnTo>
                    <a:pt x="245265" y="19372"/>
                  </a:lnTo>
                  <a:lnTo>
                    <a:pt x="240545" y="16972"/>
                  </a:lnTo>
                  <a:lnTo>
                    <a:pt x="235751" y="14723"/>
                  </a:lnTo>
                  <a:lnTo>
                    <a:pt x="230888" y="12626"/>
                  </a:lnTo>
                  <a:lnTo>
                    <a:pt x="225961" y="10685"/>
                  </a:lnTo>
                  <a:lnTo>
                    <a:pt x="220976" y="8901"/>
                  </a:lnTo>
                  <a:lnTo>
                    <a:pt x="215936" y="7276"/>
                  </a:lnTo>
                  <a:lnTo>
                    <a:pt x="210848" y="5811"/>
                  </a:lnTo>
                  <a:lnTo>
                    <a:pt x="205715" y="4508"/>
                  </a:lnTo>
                  <a:lnTo>
                    <a:pt x="200544" y="3368"/>
                  </a:lnTo>
                  <a:lnTo>
                    <a:pt x="195339" y="2393"/>
                  </a:lnTo>
                  <a:lnTo>
                    <a:pt x="190107" y="1583"/>
                  </a:lnTo>
                  <a:lnTo>
                    <a:pt x="184851" y="939"/>
                  </a:lnTo>
                  <a:lnTo>
                    <a:pt x="179577" y="462"/>
                  </a:lnTo>
                  <a:lnTo>
                    <a:pt x="174291" y="15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724"/>
              <a:ext cx="7138" cy="167014"/>
            </a:xfrm>
            <a:custGeom>
              <a:avLst/>
              <a:pathLst>
                <a:path w="7138" h="167014">
                  <a:moveTo>
                    <a:pt x="7138" y="0"/>
                  </a:moveTo>
                  <a:lnTo>
                    <a:pt x="0" y="1670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22719"/>
              <a:ext cx="7034" cy="167019"/>
            </a:xfrm>
            <a:custGeom>
              <a:avLst/>
              <a:pathLst>
                <a:path w="7034" h="167019">
                  <a:moveTo>
                    <a:pt x="7034" y="0"/>
                  </a:moveTo>
                  <a:lnTo>
                    <a:pt x="0" y="16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21039" y="1322571"/>
              <a:ext cx="7034" cy="167167"/>
            </a:xfrm>
            <a:custGeom>
              <a:avLst/>
              <a:pathLst>
                <a:path w="7034" h="167167">
                  <a:moveTo>
                    <a:pt x="7034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378108" y="1071028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5" y="758"/>
                  </a:lnTo>
                  <a:lnTo>
                    <a:pt x="145969" y="1347"/>
                  </a:lnTo>
                  <a:lnTo>
                    <a:pt x="140714" y="2103"/>
                  </a:lnTo>
                  <a:lnTo>
                    <a:pt x="135486" y="3026"/>
                  </a:lnTo>
                  <a:lnTo>
                    <a:pt x="130290" y="4114"/>
                  </a:lnTo>
                  <a:lnTo>
                    <a:pt x="125130" y="5367"/>
                  </a:lnTo>
                  <a:lnTo>
                    <a:pt x="120014" y="6782"/>
                  </a:lnTo>
                  <a:lnTo>
                    <a:pt x="114944" y="8360"/>
                  </a:lnTo>
                  <a:lnTo>
                    <a:pt x="109928" y="10098"/>
                  </a:lnTo>
                  <a:lnTo>
                    <a:pt x="104969" y="11994"/>
                  </a:lnTo>
                  <a:lnTo>
                    <a:pt x="100073" y="14047"/>
                  </a:lnTo>
                  <a:lnTo>
                    <a:pt x="95244" y="16254"/>
                  </a:lnTo>
                  <a:lnTo>
                    <a:pt x="90488" y="18614"/>
                  </a:lnTo>
                  <a:lnTo>
                    <a:pt x="85810" y="21123"/>
                  </a:lnTo>
                  <a:lnTo>
                    <a:pt x="81213" y="23780"/>
                  </a:lnTo>
                  <a:lnTo>
                    <a:pt x="76703" y="26581"/>
                  </a:lnTo>
                  <a:lnTo>
                    <a:pt x="72285" y="29524"/>
                  </a:lnTo>
                  <a:lnTo>
                    <a:pt x="67961" y="32606"/>
                  </a:lnTo>
                  <a:lnTo>
                    <a:pt x="63739" y="35823"/>
                  </a:lnTo>
                  <a:lnTo>
                    <a:pt x="59620" y="39173"/>
                  </a:lnTo>
                  <a:lnTo>
                    <a:pt x="55610" y="42652"/>
                  </a:lnTo>
                  <a:lnTo>
                    <a:pt x="51712" y="46257"/>
                  </a:lnTo>
                  <a:lnTo>
                    <a:pt x="47931" y="49984"/>
                  </a:lnTo>
                  <a:lnTo>
                    <a:pt x="44270" y="53829"/>
                  </a:lnTo>
                  <a:lnTo>
                    <a:pt x="40733" y="57788"/>
                  </a:lnTo>
                  <a:lnTo>
                    <a:pt x="37323" y="61857"/>
                  </a:lnTo>
                  <a:lnTo>
                    <a:pt x="34044" y="66033"/>
                  </a:lnTo>
                  <a:lnTo>
                    <a:pt x="30900" y="70311"/>
                  </a:lnTo>
                  <a:lnTo>
                    <a:pt x="27893" y="74686"/>
                  </a:lnTo>
                  <a:lnTo>
                    <a:pt x="25027" y="79155"/>
                  </a:lnTo>
                  <a:lnTo>
                    <a:pt x="22303" y="83713"/>
                  </a:lnTo>
                  <a:lnTo>
                    <a:pt x="19726" y="88354"/>
                  </a:lnTo>
                  <a:lnTo>
                    <a:pt x="17298" y="93075"/>
                  </a:lnTo>
                  <a:lnTo>
                    <a:pt x="15021" y="97871"/>
                  </a:lnTo>
                  <a:lnTo>
                    <a:pt x="12897" y="102737"/>
                  </a:lnTo>
                  <a:lnTo>
                    <a:pt x="10929" y="107668"/>
                  </a:lnTo>
                  <a:lnTo>
                    <a:pt x="9118" y="112659"/>
                  </a:lnTo>
                  <a:lnTo>
                    <a:pt x="7467" y="117704"/>
                  </a:lnTo>
                  <a:lnTo>
                    <a:pt x="5977" y="122800"/>
                  </a:lnTo>
                  <a:lnTo>
                    <a:pt x="4649" y="127940"/>
                  </a:lnTo>
                  <a:lnTo>
                    <a:pt x="3486" y="133120"/>
                  </a:lnTo>
                  <a:lnTo>
                    <a:pt x="2487" y="138335"/>
                  </a:lnTo>
                  <a:lnTo>
                    <a:pt x="1654" y="143578"/>
                  </a:lnTo>
                  <a:lnTo>
                    <a:pt x="989" y="148845"/>
                  </a:lnTo>
                  <a:lnTo>
                    <a:pt x="491" y="154131"/>
                  </a:lnTo>
                  <a:lnTo>
                    <a:pt x="161" y="159430"/>
                  </a:lnTo>
                  <a:lnTo>
                    <a:pt x="0" y="164736"/>
                  </a:lnTo>
                  <a:lnTo>
                    <a:pt x="7" y="170045"/>
                  </a:lnTo>
                  <a:lnTo>
                    <a:pt x="182" y="175352"/>
                  </a:lnTo>
                  <a:lnTo>
                    <a:pt x="526" y="180650"/>
                  </a:lnTo>
                  <a:lnTo>
                    <a:pt x="1039" y="185934"/>
                  </a:lnTo>
                  <a:lnTo>
                    <a:pt x="1718" y="191199"/>
                  </a:lnTo>
                  <a:lnTo>
                    <a:pt x="2565" y="196440"/>
                  </a:lnTo>
                  <a:lnTo>
                    <a:pt x="3577" y="201652"/>
                  </a:lnTo>
                  <a:lnTo>
                    <a:pt x="4755" y="206829"/>
                  </a:lnTo>
                  <a:lnTo>
                    <a:pt x="6096" y="211966"/>
                  </a:lnTo>
                  <a:lnTo>
                    <a:pt x="7600" y="217057"/>
                  </a:lnTo>
                  <a:lnTo>
                    <a:pt x="9265" y="222099"/>
                  </a:lnTo>
                  <a:lnTo>
                    <a:pt x="11089" y="227084"/>
                  </a:lnTo>
                  <a:lnTo>
                    <a:pt x="13070" y="232010"/>
                  </a:lnTo>
                  <a:lnTo>
                    <a:pt x="15207" y="236870"/>
                  </a:lnTo>
                  <a:lnTo>
                    <a:pt x="17497" y="241660"/>
                  </a:lnTo>
                  <a:lnTo>
                    <a:pt x="19938" y="246374"/>
                  </a:lnTo>
                  <a:lnTo>
                    <a:pt x="22528" y="251009"/>
                  </a:lnTo>
                  <a:lnTo>
                    <a:pt x="25263" y="255559"/>
                  </a:lnTo>
                  <a:lnTo>
                    <a:pt x="28141" y="260020"/>
                  </a:lnTo>
                  <a:lnTo>
                    <a:pt x="31160" y="264388"/>
                  </a:lnTo>
                  <a:lnTo>
                    <a:pt x="34316" y="268657"/>
                  </a:lnTo>
                  <a:lnTo>
                    <a:pt x="37606" y="272824"/>
                  </a:lnTo>
                  <a:lnTo>
                    <a:pt x="41026" y="276884"/>
                  </a:lnTo>
                  <a:lnTo>
                    <a:pt x="44574" y="280834"/>
                  </a:lnTo>
                  <a:lnTo>
                    <a:pt x="48245" y="284669"/>
                  </a:lnTo>
                  <a:lnTo>
                    <a:pt x="52036" y="288386"/>
                  </a:lnTo>
                  <a:lnTo>
                    <a:pt x="55944" y="291980"/>
                  </a:lnTo>
                  <a:lnTo>
                    <a:pt x="59963" y="295448"/>
                  </a:lnTo>
                  <a:lnTo>
                    <a:pt x="64091" y="298787"/>
                  </a:lnTo>
                  <a:lnTo>
                    <a:pt x="68322" y="301994"/>
                  </a:lnTo>
                  <a:lnTo>
                    <a:pt x="72654" y="305064"/>
                  </a:lnTo>
                  <a:lnTo>
                    <a:pt x="77080" y="307995"/>
                  </a:lnTo>
                  <a:lnTo>
                    <a:pt x="81598" y="310784"/>
                  </a:lnTo>
                  <a:lnTo>
                    <a:pt x="86201" y="313428"/>
                  </a:lnTo>
                  <a:lnTo>
                    <a:pt x="90887" y="315925"/>
                  </a:lnTo>
                  <a:lnTo>
                    <a:pt x="95649" y="318272"/>
                  </a:lnTo>
                  <a:lnTo>
                    <a:pt x="100483" y="320466"/>
                  </a:lnTo>
                  <a:lnTo>
                    <a:pt x="105385" y="322506"/>
                  </a:lnTo>
                  <a:lnTo>
                    <a:pt x="110349" y="324389"/>
                  </a:lnTo>
                  <a:lnTo>
                    <a:pt x="115370" y="326113"/>
                  </a:lnTo>
                  <a:lnTo>
                    <a:pt x="120444" y="327677"/>
                  </a:lnTo>
                  <a:lnTo>
                    <a:pt x="125564" y="329079"/>
                  </a:lnTo>
                  <a:lnTo>
                    <a:pt x="130727" y="330318"/>
                  </a:lnTo>
                  <a:lnTo>
                    <a:pt x="135926" y="331393"/>
                  </a:lnTo>
                  <a:lnTo>
                    <a:pt x="141157" y="332301"/>
                  </a:lnTo>
                  <a:lnTo>
                    <a:pt x="146414" y="333043"/>
                  </a:lnTo>
                  <a:lnTo>
                    <a:pt x="151692" y="333618"/>
                  </a:lnTo>
                  <a:lnTo>
                    <a:pt x="156985" y="334025"/>
                  </a:lnTo>
                  <a:lnTo>
                    <a:pt x="162289" y="334264"/>
                  </a:lnTo>
                  <a:lnTo>
                    <a:pt x="167597" y="334334"/>
                  </a:lnTo>
                  <a:lnTo>
                    <a:pt x="172905" y="334235"/>
                  </a:lnTo>
                  <a:lnTo>
                    <a:pt x="178208" y="333968"/>
                  </a:lnTo>
                  <a:lnTo>
                    <a:pt x="183499" y="333533"/>
                  </a:lnTo>
                  <a:lnTo>
                    <a:pt x="188774" y="332930"/>
                  </a:lnTo>
                  <a:lnTo>
                    <a:pt x="194027" y="332160"/>
                  </a:lnTo>
                  <a:lnTo>
                    <a:pt x="199252" y="331223"/>
                  </a:lnTo>
                  <a:lnTo>
                    <a:pt x="204446" y="330121"/>
                  </a:lnTo>
                  <a:lnTo>
                    <a:pt x="209602" y="328854"/>
                  </a:lnTo>
                  <a:lnTo>
                    <a:pt x="214715" y="327425"/>
                  </a:lnTo>
                  <a:lnTo>
                    <a:pt x="219780" y="325833"/>
                  </a:lnTo>
                  <a:lnTo>
                    <a:pt x="224791" y="324082"/>
                  </a:lnTo>
                  <a:lnTo>
                    <a:pt x="229745" y="322172"/>
                  </a:lnTo>
                  <a:lnTo>
                    <a:pt x="234636" y="320107"/>
                  </a:lnTo>
                  <a:lnTo>
                    <a:pt x="239458" y="317886"/>
                  </a:lnTo>
                  <a:lnTo>
                    <a:pt x="244208" y="315514"/>
                  </a:lnTo>
                  <a:lnTo>
                    <a:pt x="248880" y="312992"/>
                  </a:lnTo>
                  <a:lnTo>
                    <a:pt x="253469" y="310323"/>
                  </a:lnTo>
                  <a:lnTo>
                    <a:pt x="257972" y="307510"/>
                  </a:lnTo>
                  <a:lnTo>
                    <a:pt x="262383" y="304555"/>
                  </a:lnTo>
                  <a:lnTo>
                    <a:pt x="266697" y="301462"/>
                  </a:lnTo>
                  <a:lnTo>
                    <a:pt x="270912" y="298233"/>
                  </a:lnTo>
                  <a:lnTo>
                    <a:pt x="275021" y="294872"/>
                  </a:lnTo>
                  <a:lnTo>
                    <a:pt x="279022" y="291382"/>
                  </a:lnTo>
                  <a:lnTo>
                    <a:pt x="282910" y="287767"/>
                  </a:lnTo>
                  <a:lnTo>
                    <a:pt x="286682" y="284030"/>
                  </a:lnTo>
                  <a:lnTo>
                    <a:pt x="290332" y="280175"/>
                  </a:lnTo>
                  <a:lnTo>
                    <a:pt x="293859" y="276207"/>
                  </a:lnTo>
                  <a:lnTo>
                    <a:pt x="297257" y="272128"/>
                  </a:lnTo>
                  <a:lnTo>
                    <a:pt x="300525" y="267944"/>
                  </a:lnTo>
                  <a:lnTo>
                    <a:pt x="303658" y="263657"/>
                  </a:lnTo>
                  <a:lnTo>
                    <a:pt x="306653" y="259274"/>
                  </a:lnTo>
                  <a:lnTo>
                    <a:pt x="309507" y="254798"/>
                  </a:lnTo>
                  <a:lnTo>
                    <a:pt x="312218" y="250233"/>
                  </a:lnTo>
                  <a:lnTo>
                    <a:pt x="314783" y="245584"/>
                  </a:lnTo>
                  <a:lnTo>
                    <a:pt x="317199" y="240857"/>
                  </a:lnTo>
                  <a:lnTo>
                    <a:pt x="319463" y="236055"/>
                  </a:lnTo>
                  <a:lnTo>
                    <a:pt x="321574" y="231183"/>
                  </a:lnTo>
                  <a:lnTo>
                    <a:pt x="323529" y="226247"/>
                  </a:lnTo>
                  <a:lnTo>
                    <a:pt x="325326" y="221252"/>
                  </a:lnTo>
                  <a:lnTo>
                    <a:pt x="326963" y="216201"/>
                  </a:lnTo>
                  <a:lnTo>
                    <a:pt x="328440" y="211102"/>
                  </a:lnTo>
                  <a:lnTo>
                    <a:pt x="329754" y="205958"/>
                  </a:lnTo>
                  <a:lnTo>
                    <a:pt x="330904" y="200775"/>
                  </a:lnTo>
                  <a:lnTo>
                    <a:pt x="331888" y="195558"/>
                  </a:lnTo>
                  <a:lnTo>
                    <a:pt x="332707" y="190312"/>
                  </a:lnTo>
                  <a:lnTo>
                    <a:pt x="333358" y="185043"/>
                  </a:lnTo>
                  <a:lnTo>
                    <a:pt x="333842" y="179756"/>
                  </a:lnTo>
                  <a:lnTo>
                    <a:pt x="334158" y="174457"/>
                  </a:lnTo>
                  <a:lnTo>
                    <a:pt x="334305" y="169150"/>
                  </a:lnTo>
                  <a:lnTo>
                    <a:pt x="334284" y="163840"/>
                  </a:lnTo>
                  <a:lnTo>
                    <a:pt x="334094" y="158535"/>
                  </a:lnTo>
                  <a:lnTo>
                    <a:pt x="333735" y="153238"/>
                  </a:lnTo>
                  <a:lnTo>
                    <a:pt x="333209" y="147955"/>
                  </a:lnTo>
                  <a:lnTo>
                    <a:pt x="332515" y="142691"/>
                  </a:lnTo>
                  <a:lnTo>
                    <a:pt x="331655" y="137453"/>
                  </a:lnTo>
                  <a:lnTo>
                    <a:pt x="330628" y="132244"/>
                  </a:lnTo>
                  <a:lnTo>
                    <a:pt x="329437" y="127070"/>
                  </a:lnTo>
                  <a:lnTo>
                    <a:pt x="328082" y="121937"/>
                  </a:lnTo>
                  <a:lnTo>
                    <a:pt x="326564" y="116849"/>
                  </a:lnTo>
                  <a:lnTo>
                    <a:pt x="324886" y="111812"/>
                  </a:lnTo>
                  <a:lnTo>
                    <a:pt x="323049" y="106831"/>
                  </a:lnTo>
                  <a:lnTo>
                    <a:pt x="321054" y="101911"/>
                  </a:lnTo>
                  <a:lnTo>
                    <a:pt x="318904" y="97057"/>
                  </a:lnTo>
                  <a:lnTo>
                    <a:pt x="316601" y="92273"/>
                  </a:lnTo>
                  <a:lnTo>
                    <a:pt x="314148" y="87565"/>
                  </a:lnTo>
                  <a:lnTo>
                    <a:pt x="311546" y="82937"/>
                  </a:lnTo>
                  <a:lnTo>
                    <a:pt x="308798" y="78395"/>
                  </a:lnTo>
                  <a:lnTo>
                    <a:pt x="305908" y="73941"/>
                  </a:lnTo>
                  <a:lnTo>
                    <a:pt x="302877" y="69582"/>
                  </a:lnTo>
                  <a:lnTo>
                    <a:pt x="299710" y="65321"/>
                  </a:lnTo>
                  <a:lnTo>
                    <a:pt x="296409" y="61163"/>
                  </a:lnTo>
                  <a:lnTo>
                    <a:pt x="292978" y="57112"/>
                  </a:lnTo>
                  <a:lnTo>
                    <a:pt x="289420" y="53172"/>
                  </a:lnTo>
                  <a:lnTo>
                    <a:pt x="285738" y="4934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120375"/>
              <a:ext cx="118588" cy="117820"/>
            </a:xfrm>
            <a:custGeom>
              <a:avLst/>
              <a:pathLst>
                <a:path w="118588" h="117820">
                  <a:moveTo>
                    <a:pt x="118588" y="0"/>
                  </a:moveTo>
                  <a:lnTo>
                    <a:pt x="0" y="1178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117762"/>
              <a:ext cx="118588" cy="120433"/>
            </a:xfrm>
            <a:custGeom>
              <a:avLst/>
              <a:pathLst>
                <a:path w="118588" h="120433">
                  <a:moveTo>
                    <a:pt x="118588" y="2613"/>
                  </a:moveTo>
                  <a:lnTo>
                    <a:pt x="115933" y="0"/>
                  </a:lnTo>
                  <a:lnTo>
                    <a:pt x="0" y="1204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545258" y="1071028"/>
              <a:ext cx="115933" cy="167167"/>
            </a:xfrm>
            <a:custGeom>
              <a:avLst/>
              <a:pathLst>
                <a:path w="115933" h="167167">
                  <a:moveTo>
                    <a:pt x="115933" y="46733"/>
                  </a:moveTo>
                  <a:lnTo>
                    <a:pt x="111857" y="42938"/>
                  </a:lnTo>
                  <a:lnTo>
                    <a:pt x="107656" y="39280"/>
                  </a:lnTo>
                  <a:lnTo>
                    <a:pt x="103336" y="35765"/>
                  </a:lnTo>
                  <a:lnTo>
                    <a:pt x="98901" y="32395"/>
                  </a:lnTo>
                  <a:lnTo>
                    <a:pt x="94357" y="29175"/>
                  </a:lnTo>
                  <a:lnTo>
                    <a:pt x="89707" y="26108"/>
                  </a:lnTo>
                  <a:lnTo>
                    <a:pt x="84958" y="23198"/>
                  </a:lnTo>
                  <a:lnTo>
                    <a:pt x="80115" y="20448"/>
                  </a:lnTo>
                  <a:lnTo>
                    <a:pt x="75183" y="17860"/>
                  </a:lnTo>
                  <a:lnTo>
                    <a:pt x="70167" y="15439"/>
                  </a:lnTo>
                  <a:lnTo>
                    <a:pt x="65073" y="13185"/>
                  </a:lnTo>
                  <a:lnTo>
                    <a:pt x="59907" y="11103"/>
                  </a:lnTo>
                  <a:lnTo>
                    <a:pt x="54675" y="9194"/>
                  </a:lnTo>
                  <a:lnTo>
                    <a:pt x="49382" y="7460"/>
                  </a:lnTo>
                  <a:lnTo>
                    <a:pt x="44034" y="5903"/>
                  </a:lnTo>
                  <a:lnTo>
                    <a:pt x="38637" y="4526"/>
                  </a:lnTo>
                  <a:lnTo>
                    <a:pt x="33198" y="3329"/>
                  </a:lnTo>
                  <a:lnTo>
                    <a:pt x="27721" y="2314"/>
                  </a:lnTo>
                  <a:lnTo>
                    <a:pt x="22214" y="1482"/>
                  </a:lnTo>
                  <a:lnTo>
                    <a:pt x="16682" y="834"/>
                  </a:lnTo>
                  <a:lnTo>
                    <a:pt x="11131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27898" y="941493"/>
              <a:ext cx="95645" cy="167167"/>
            </a:xfrm>
            <a:custGeom>
              <a:avLst/>
              <a:pathLst>
                <a:path w="95645" h="167167">
                  <a:moveTo>
                    <a:pt x="95645" y="0"/>
                  </a:moveTo>
                  <a:lnTo>
                    <a:pt x="89989" y="95"/>
                  </a:lnTo>
                  <a:lnTo>
                    <a:pt x="84339" y="382"/>
                  </a:lnTo>
                  <a:lnTo>
                    <a:pt x="78703" y="860"/>
                  </a:lnTo>
                  <a:lnTo>
                    <a:pt x="73086" y="1529"/>
                  </a:lnTo>
                  <a:lnTo>
                    <a:pt x="67494" y="2387"/>
                  </a:lnTo>
                  <a:lnTo>
                    <a:pt x="61935" y="3434"/>
                  </a:lnTo>
                  <a:lnTo>
                    <a:pt x="56415" y="4668"/>
                  </a:lnTo>
                  <a:lnTo>
                    <a:pt x="50939" y="6088"/>
                  </a:lnTo>
                  <a:lnTo>
                    <a:pt x="45515" y="7693"/>
                  </a:lnTo>
                  <a:lnTo>
                    <a:pt x="40148" y="9480"/>
                  </a:lnTo>
                  <a:lnTo>
                    <a:pt x="34845" y="11448"/>
                  </a:lnTo>
                  <a:lnTo>
                    <a:pt x="29611" y="13595"/>
                  </a:lnTo>
                  <a:lnTo>
                    <a:pt x="24453" y="15917"/>
                  </a:lnTo>
                  <a:lnTo>
                    <a:pt x="19376" y="18412"/>
                  </a:lnTo>
                  <a:lnTo>
                    <a:pt x="14387" y="21078"/>
                  </a:lnTo>
                  <a:lnTo>
                    <a:pt x="9491" y="23911"/>
                  </a:lnTo>
                  <a:lnTo>
                    <a:pt x="4693" y="26908"/>
                  </a:lnTo>
                  <a:lnTo>
                    <a:pt x="0" y="30065"/>
                  </a:lnTo>
                  <a:lnTo>
                    <a:pt x="9564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927898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856387" y="971558"/>
              <a:ext cx="334306" cy="304269"/>
            </a:xfrm>
            <a:custGeom>
              <a:avLst/>
              <a:pathLst>
                <a:path w="334306" h="304269">
                  <a:moveTo>
                    <a:pt x="71511" y="0"/>
                  </a:moveTo>
                  <a:lnTo>
                    <a:pt x="67217" y="3097"/>
                  </a:lnTo>
                  <a:lnTo>
                    <a:pt x="63023" y="6330"/>
                  </a:lnTo>
                  <a:lnTo>
                    <a:pt x="58933" y="9694"/>
                  </a:lnTo>
                  <a:lnTo>
                    <a:pt x="54952" y="13185"/>
                  </a:lnTo>
                  <a:lnTo>
                    <a:pt x="51084" y="16801"/>
                  </a:lnTo>
                  <a:lnTo>
                    <a:pt x="47332" y="20537"/>
                  </a:lnTo>
                  <a:lnTo>
                    <a:pt x="43701" y="24391"/>
                  </a:lnTo>
                  <a:lnTo>
                    <a:pt x="40193" y="28357"/>
                  </a:lnTo>
                  <a:lnTo>
                    <a:pt x="36813" y="32433"/>
                  </a:lnTo>
                  <a:lnTo>
                    <a:pt x="33563" y="36614"/>
                  </a:lnTo>
                  <a:lnTo>
                    <a:pt x="30447" y="40895"/>
                  </a:lnTo>
                  <a:lnTo>
                    <a:pt x="27469" y="45273"/>
                  </a:lnTo>
                  <a:lnTo>
                    <a:pt x="24631" y="49743"/>
                  </a:lnTo>
                  <a:lnTo>
                    <a:pt x="21936" y="54301"/>
                  </a:lnTo>
                  <a:lnTo>
                    <a:pt x="19386" y="58942"/>
                  </a:lnTo>
                  <a:lnTo>
                    <a:pt x="16985" y="63661"/>
                  </a:lnTo>
                  <a:lnTo>
                    <a:pt x="14734" y="68454"/>
                  </a:lnTo>
                  <a:lnTo>
                    <a:pt x="12636" y="73316"/>
                  </a:lnTo>
                  <a:lnTo>
                    <a:pt x="10694" y="78242"/>
                  </a:lnTo>
                  <a:lnTo>
                    <a:pt x="8908" y="83226"/>
                  </a:lnTo>
                  <a:lnTo>
                    <a:pt x="7281" y="88265"/>
                  </a:lnTo>
                  <a:lnTo>
                    <a:pt x="5815" y="93353"/>
                  </a:lnTo>
                  <a:lnTo>
                    <a:pt x="4510" y="98485"/>
                  </a:lnTo>
                  <a:lnTo>
                    <a:pt x="3369" y="103656"/>
                  </a:lnTo>
                  <a:lnTo>
                    <a:pt x="2392" y="108860"/>
                  </a:lnTo>
                  <a:lnTo>
                    <a:pt x="1580" y="114092"/>
                  </a:lnTo>
                  <a:lnTo>
                    <a:pt x="934" y="119348"/>
                  </a:lnTo>
                  <a:lnTo>
                    <a:pt x="455" y="124621"/>
                  </a:lnTo>
                  <a:lnTo>
                    <a:pt x="144" y="129907"/>
                  </a:lnTo>
                  <a:lnTo>
                    <a:pt x="0" y="135200"/>
                  </a:lnTo>
                  <a:lnTo>
                    <a:pt x="23" y="140495"/>
                  </a:lnTo>
                  <a:lnTo>
                    <a:pt x="214" y="145787"/>
                  </a:lnTo>
                  <a:lnTo>
                    <a:pt x="573" y="151070"/>
                  </a:lnTo>
                  <a:lnTo>
                    <a:pt x="1099" y="156338"/>
                  </a:lnTo>
                  <a:lnTo>
                    <a:pt x="1792" y="161588"/>
                  </a:lnTo>
                  <a:lnTo>
                    <a:pt x="2650" y="166813"/>
                  </a:lnTo>
                  <a:lnTo>
                    <a:pt x="3674" y="172008"/>
                  </a:lnTo>
                  <a:lnTo>
                    <a:pt x="4861" y="177168"/>
                  </a:lnTo>
                  <a:lnTo>
                    <a:pt x="6212" y="182288"/>
                  </a:lnTo>
                  <a:lnTo>
                    <a:pt x="7724" y="187363"/>
                  </a:lnTo>
                  <a:lnTo>
                    <a:pt x="9395" y="192387"/>
                  </a:lnTo>
                  <a:lnTo>
                    <a:pt x="11226" y="197356"/>
                  </a:lnTo>
                  <a:lnTo>
                    <a:pt x="13212" y="202264"/>
                  </a:lnTo>
                  <a:lnTo>
                    <a:pt x="15353" y="207107"/>
                  </a:lnTo>
                  <a:lnTo>
                    <a:pt x="17646" y="211880"/>
                  </a:lnTo>
                  <a:lnTo>
                    <a:pt x="20090" y="216577"/>
                  </a:lnTo>
                  <a:lnTo>
                    <a:pt x="22681" y="221195"/>
                  </a:lnTo>
                  <a:lnTo>
                    <a:pt x="25416" y="225729"/>
                  </a:lnTo>
                  <a:lnTo>
                    <a:pt x="28294" y="230173"/>
                  </a:lnTo>
                  <a:lnTo>
                    <a:pt x="31312" y="234525"/>
                  </a:lnTo>
                  <a:lnTo>
                    <a:pt x="34465" y="238778"/>
                  </a:lnTo>
                  <a:lnTo>
                    <a:pt x="37752" y="242930"/>
                  </a:lnTo>
                  <a:lnTo>
                    <a:pt x="41169" y="246975"/>
                  </a:lnTo>
                  <a:lnTo>
                    <a:pt x="44712" y="250910"/>
                  </a:lnTo>
                  <a:lnTo>
                    <a:pt x="48378" y="254731"/>
                  </a:lnTo>
                  <a:lnTo>
                    <a:pt x="52163" y="258434"/>
                  </a:lnTo>
                  <a:lnTo>
                    <a:pt x="56063" y="262015"/>
                  </a:lnTo>
                  <a:lnTo>
                    <a:pt x="60075" y="265470"/>
                  </a:lnTo>
                  <a:lnTo>
                    <a:pt x="64194" y="268797"/>
                  </a:lnTo>
                  <a:lnTo>
                    <a:pt x="68417" y="271992"/>
                  </a:lnTo>
                  <a:lnTo>
                    <a:pt x="72739" y="275052"/>
                  </a:lnTo>
                  <a:lnTo>
                    <a:pt x="77155" y="277973"/>
                  </a:lnTo>
                  <a:lnTo>
                    <a:pt x="81662" y="280753"/>
                  </a:lnTo>
                  <a:lnTo>
                    <a:pt x="86254" y="283388"/>
                  </a:lnTo>
                  <a:lnTo>
                    <a:pt x="90928" y="285877"/>
                  </a:lnTo>
                  <a:lnTo>
                    <a:pt x="95678" y="288217"/>
                  </a:lnTo>
                  <a:lnTo>
                    <a:pt x="100500" y="290405"/>
                  </a:lnTo>
                  <a:lnTo>
                    <a:pt x="105389" y="292439"/>
                  </a:lnTo>
                  <a:lnTo>
                    <a:pt x="110339" y="294317"/>
                  </a:lnTo>
                  <a:lnTo>
                    <a:pt x="115347" y="296038"/>
                  </a:lnTo>
                  <a:lnTo>
                    <a:pt x="120407" y="297599"/>
                  </a:lnTo>
                  <a:lnTo>
                    <a:pt x="125513" y="298999"/>
                  </a:lnTo>
                  <a:lnTo>
                    <a:pt x="130662" y="300237"/>
                  </a:lnTo>
                  <a:lnTo>
                    <a:pt x="135847" y="301311"/>
                  </a:lnTo>
                  <a:lnTo>
                    <a:pt x="141063" y="302220"/>
                  </a:lnTo>
                  <a:lnTo>
                    <a:pt x="146306" y="302963"/>
                  </a:lnTo>
                  <a:lnTo>
                    <a:pt x="151569" y="303541"/>
                  </a:lnTo>
                  <a:lnTo>
                    <a:pt x="156849" y="303951"/>
                  </a:lnTo>
                  <a:lnTo>
                    <a:pt x="162138" y="304193"/>
                  </a:lnTo>
                  <a:lnTo>
                    <a:pt x="167433" y="304269"/>
                  </a:lnTo>
                  <a:lnTo>
                    <a:pt x="172727" y="304176"/>
                  </a:lnTo>
                  <a:lnTo>
                    <a:pt x="178015" y="303916"/>
                  </a:lnTo>
                  <a:lnTo>
                    <a:pt x="183293" y="303488"/>
                  </a:lnTo>
                  <a:lnTo>
                    <a:pt x="188555" y="302894"/>
                  </a:lnTo>
                  <a:lnTo>
                    <a:pt x="193795" y="302133"/>
                  </a:lnTo>
                  <a:lnTo>
                    <a:pt x="199008" y="301206"/>
                  </a:lnTo>
                  <a:lnTo>
                    <a:pt x="204190" y="300115"/>
                  </a:lnTo>
                  <a:lnTo>
                    <a:pt x="209334" y="298860"/>
                  </a:lnTo>
                  <a:lnTo>
                    <a:pt x="214436" y="297443"/>
                  </a:lnTo>
                  <a:lnTo>
                    <a:pt x="219490" y="295866"/>
                  </a:lnTo>
                  <a:lnTo>
                    <a:pt x="224492" y="294128"/>
                  </a:lnTo>
                  <a:lnTo>
                    <a:pt x="229437" y="292234"/>
                  </a:lnTo>
                  <a:lnTo>
                    <a:pt x="234319" y="290183"/>
                  </a:lnTo>
                  <a:lnTo>
                    <a:pt x="239133" y="287980"/>
                  </a:lnTo>
                  <a:lnTo>
                    <a:pt x="243876" y="285624"/>
                  </a:lnTo>
                  <a:lnTo>
                    <a:pt x="248541" y="283120"/>
                  </a:lnTo>
                  <a:lnTo>
                    <a:pt x="253125" y="280469"/>
                  </a:lnTo>
                  <a:lnTo>
                    <a:pt x="257622" y="277675"/>
                  </a:lnTo>
                  <a:lnTo>
                    <a:pt x="262029" y="274739"/>
                  </a:lnTo>
                  <a:lnTo>
                    <a:pt x="266341" y="271665"/>
                  </a:lnTo>
                  <a:lnTo>
                    <a:pt x="270553" y="268456"/>
                  </a:lnTo>
                  <a:lnTo>
                    <a:pt x="274661" y="265116"/>
                  </a:lnTo>
                  <a:lnTo>
                    <a:pt x="278661" y="261647"/>
                  </a:lnTo>
                  <a:lnTo>
                    <a:pt x="282550" y="258053"/>
                  </a:lnTo>
                  <a:lnTo>
                    <a:pt x="286323" y="254337"/>
                  </a:lnTo>
                  <a:lnTo>
                    <a:pt x="289976" y="250504"/>
                  </a:lnTo>
                  <a:lnTo>
                    <a:pt x="293506" y="246558"/>
                  </a:lnTo>
                  <a:lnTo>
                    <a:pt x="296909" y="242501"/>
                  </a:lnTo>
                  <a:lnTo>
                    <a:pt x="300182" y="238339"/>
                  </a:lnTo>
                  <a:lnTo>
                    <a:pt x="303322" y="234075"/>
                  </a:lnTo>
                  <a:lnTo>
                    <a:pt x="306325" y="229714"/>
                  </a:lnTo>
                  <a:lnTo>
                    <a:pt x="309188" y="225260"/>
                  </a:lnTo>
                  <a:lnTo>
                    <a:pt x="311909" y="220717"/>
                  </a:lnTo>
                  <a:lnTo>
                    <a:pt x="314485" y="216091"/>
                  </a:lnTo>
                  <a:lnTo>
                    <a:pt x="316912" y="211385"/>
                  </a:lnTo>
                  <a:lnTo>
                    <a:pt x="319190" y="206605"/>
                  </a:lnTo>
                  <a:lnTo>
                    <a:pt x="321315" y="201755"/>
                  </a:lnTo>
                  <a:lnTo>
                    <a:pt x="323285" y="196840"/>
                  </a:lnTo>
                  <a:lnTo>
                    <a:pt x="325099" y="191865"/>
                  </a:lnTo>
                  <a:lnTo>
                    <a:pt x="326754" y="186835"/>
                  </a:lnTo>
                  <a:lnTo>
                    <a:pt x="328249" y="181756"/>
                  </a:lnTo>
                  <a:lnTo>
                    <a:pt x="329582" y="176631"/>
                  </a:lnTo>
                  <a:lnTo>
                    <a:pt x="330753" y="171467"/>
                  </a:lnTo>
                  <a:lnTo>
                    <a:pt x="331759" y="166269"/>
                  </a:lnTo>
                  <a:lnTo>
                    <a:pt x="332601" y="161041"/>
                  </a:lnTo>
                  <a:lnTo>
                    <a:pt x="333276" y="155789"/>
                  </a:lnTo>
                  <a:lnTo>
                    <a:pt x="333784" y="150519"/>
                  </a:lnTo>
                  <a:lnTo>
                    <a:pt x="334126" y="145235"/>
                  </a:lnTo>
                  <a:lnTo>
                    <a:pt x="334299" y="139942"/>
                  </a:lnTo>
                  <a:lnTo>
                    <a:pt x="334306" y="134647"/>
                  </a:lnTo>
                  <a:lnTo>
                    <a:pt x="334144" y="129355"/>
                  </a:lnTo>
                  <a:lnTo>
                    <a:pt x="333815" y="124070"/>
                  </a:lnTo>
                  <a:lnTo>
                    <a:pt x="333319" y="118798"/>
                  </a:lnTo>
                  <a:lnTo>
                    <a:pt x="332656" y="113545"/>
                  </a:lnTo>
                  <a:lnTo>
                    <a:pt x="331826" y="108315"/>
                  </a:lnTo>
                  <a:lnTo>
                    <a:pt x="330832" y="103114"/>
                  </a:lnTo>
                  <a:lnTo>
                    <a:pt x="329674" y="97947"/>
                  </a:lnTo>
                  <a:lnTo>
                    <a:pt x="328352" y="92820"/>
                  </a:lnTo>
                  <a:lnTo>
                    <a:pt x="326869" y="87737"/>
                  </a:lnTo>
                  <a:lnTo>
                    <a:pt x="325225" y="82703"/>
                  </a:lnTo>
                  <a:lnTo>
                    <a:pt x="323423" y="77724"/>
                  </a:lnTo>
                  <a:lnTo>
                    <a:pt x="321464" y="72805"/>
                  </a:lnTo>
                  <a:lnTo>
                    <a:pt x="319350" y="67950"/>
                  </a:lnTo>
                  <a:lnTo>
                    <a:pt x="317084" y="63165"/>
                  </a:lnTo>
                  <a:lnTo>
                    <a:pt x="314667" y="58453"/>
                  </a:lnTo>
                  <a:lnTo>
                    <a:pt x="312102" y="53821"/>
                  </a:lnTo>
                  <a:lnTo>
                    <a:pt x="309392" y="49272"/>
                  </a:lnTo>
                  <a:lnTo>
                    <a:pt x="306539" y="44812"/>
                  </a:lnTo>
                  <a:lnTo>
                    <a:pt x="303546" y="40443"/>
                  </a:lnTo>
                  <a:lnTo>
                    <a:pt x="300416" y="36172"/>
                  </a:lnTo>
                  <a:lnTo>
                    <a:pt x="297153" y="32002"/>
                  </a:lnTo>
                  <a:lnTo>
                    <a:pt x="293759" y="27938"/>
                  </a:lnTo>
                  <a:lnTo>
                    <a:pt x="290238" y="23983"/>
                  </a:lnTo>
                  <a:lnTo>
                    <a:pt x="286594" y="20142"/>
                  </a:lnTo>
                  <a:lnTo>
                    <a:pt x="282830" y="16418"/>
                  </a:lnTo>
                  <a:lnTo>
                    <a:pt x="278950" y="12815"/>
                  </a:lnTo>
                  <a:lnTo>
                    <a:pt x="274957" y="9336"/>
                  </a:lnTo>
                  <a:lnTo>
                    <a:pt x="270857" y="5986"/>
                  </a:lnTo>
                  <a:lnTo>
                    <a:pt x="167156" y="13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023544" y="941493"/>
              <a:ext cx="103700" cy="167167"/>
            </a:xfrm>
            <a:custGeom>
              <a:avLst/>
              <a:pathLst>
                <a:path w="103700" h="167167">
                  <a:moveTo>
                    <a:pt x="103700" y="36052"/>
                  </a:moveTo>
                  <a:lnTo>
                    <a:pt x="99256" y="32656"/>
                  </a:lnTo>
                  <a:lnTo>
                    <a:pt x="94701" y="29411"/>
                  </a:lnTo>
                  <a:lnTo>
                    <a:pt x="90039" y="26320"/>
                  </a:lnTo>
                  <a:lnTo>
                    <a:pt x="85277" y="23387"/>
                  </a:lnTo>
                  <a:lnTo>
                    <a:pt x="80420" y="20615"/>
                  </a:lnTo>
                  <a:lnTo>
                    <a:pt x="75472" y="18006"/>
                  </a:lnTo>
                  <a:lnTo>
                    <a:pt x="70440" y="15565"/>
                  </a:lnTo>
                  <a:lnTo>
                    <a:pt x="65329" y="13294"/>
                  </a:lnTo>
                  <a:lnTo>
                    <a:pt x="60145" y="11194"/>
                  </a:lnTo>
                  <a:lnTo>
                    <a:pt x="54894" y="9270"/>
                  </a:lnTo>
                  <a:lnTo>
                    <a:pt x="49581" y="7522"/>
                  </a:lnTo>
                  <a:lnTo>
                    <a:pt x="44213" y="5952"/>
                  </a:lnTo>
                  <a:lnTo>
                    <a:pt x="38795" y="4564"/>
                  </a:lnTo>
                  <a:lnTo>
                    <a:pt x="33334" y="3357"/>
                  </a:lnTo>
                  <a:lnTo>
                    <a:pt x="27835" y="2333"/>
                  </a:lnTo>
                  <a:lnTo>
                    <a:pt x="22306" y="1494"/>
                  </a:lnTo>
                  <a:lnTo>
                    <a:pt x="16751" y="841"/>
                  </a:lnTo>
                  <a:lnTo>
                    <a:pt x="11178" y="374"/>
                  </a:lnTo>
                  <a:lnTo>
                    <a:pt x="559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19067" y="941493"/>
              <a:ext cx="167148" cy="191246"/>
            </a:xfrm>
            <a:custGeom>
              <a:avLst/>
              <a:pathLst>
                <a:path w="167148" h="191246">
                  <a:moveTo>
                    <a:pt x="167148" y="0"/>
                  </a:moveTo>
                  <a:lnTo>
                    <a:pt x="161739" y="87"/>
                  </a:lnTo>
                  <a:lnTo>
                    <a:pt x="156335" y="350"/>
                  </a:lnTo>
                  <a:lnTo>
                    <a:pt x="150942" y="787"/>
                  </a:lnTo>
                  <a:lnTo>
                    <a:pt x="145567" y="1398"/>
                  </a:lnTo>
                  <a:lnTo>
                    <a:pt x="140214" y="2184"/>
                  </a:lnTo>
                  <a:lnTo>
                    <a:pt x="134889" y="3142"/>
                  </a:lnTo>
                  <a:lnTo>
                    <a:pt x="129599" y="4271"/>
                  </a:lnTo>
                  <a:lnTo>
                    <a:pt x="124347" y="5572"/>
                  </a:lnTo>
                  <a:lnTo>
                    <a:pt x="119140" y="7041"/>
                  </a:lnTo>
                  <a:lnTo>
                    <a:pt x="113984" y="8679"/>
                  </a:lnTo>
                  <a:lnTo>
                    <a:pt x="108883" y="10482"/>
                  </a:lnTo>
                  <a:lnTo>
                    <a:pt x="103844" y="12449"/>
                  </a:lnTo>
                  <a:lnTo>
                    <a:pt x="98870" y="14579"/>
                  </a:lnTo>
                  <a:lnTo>
                    <a:pt x="93968" y="16868"/>
                  </a:lnTo>
                  <a:lnTo>
                    <a:pt x="89143" y="19315"/>
                  </a:lnTo>
                  <a:lnTo>
                    <a:pt x="84399" y="21917"/>
                  </a:lnTo>
                  <a:lnTo>
                    <a:pt x="79743" y="24670"/>
                  </a:lnTo>
                  <a:lnTo>
                    <a:pt x="75177" y="27573"/>
                  </a:lnTo>
                  <a:lnTo>
                    <a:pt x="70708" y="30623"/>
                  </a:lnTo>
                  <a:lnTo>
                    <a:pt x="66340" y="33815"/>
                  </a:lnTo>
                  <a:lnTo>
                    <a:pt x="62078" y="37147"/>
                  </a:lnTo>
                  <a:lnTo>
                    <a:pt x="57926" y="40615"/>
                  </a:lnTo>
                  <a:lnTo>
                    <a:pt x="53888" y="44215"/>
                  </a:lnTo>
                  <a:lnTo>
                    <a:pt x="49968" y="47945"/>
                  </a:lnTo>
                  <a:lnTo>
                    <a:pt x="46172" y="51799"/>
                  </a:lnTo>
                  <a:lnTo>
                    <a:pt x="42502" y="55774"/>
                  </a:lnTo>
                  <a:lnTo>
                    <a:pt x="38963" y="59866"/>
                  </a:lnTo>
                  <a:lnTo>
                    <a:pt x="35558" y="64070"/>
                  </a:lnTo>
                  <a:lnTo>
                    <a:pt x="32290" y="68382"/>
                  </a:lnTo>
                  <a:lnTo>
                    <a:pt x="29164" y="72798"/>
                  </a:lnTo>
                  <a:lnTo>
                    <a:pt x="26183" y="77312"/>
                  </a:lnTo>
                  <a:lnTo>
                    <a:pt x="23349" y="81921"/>
                  </a:lnTo>
                  <a:lnTo>
                    <a:pt x="20666" y="86619"/>
                  </a:lnTo>
                  <a:lnTo>
                    <a:pt x="18136" y="91401"/>
                  </a:lnTo>
                  <a:lnTo>
                    <a:pt x="15763" y="96263"/>
                  </a:lnTo>
                  <a:lnTo>
                    <a:pt x="13547" y="101199"/>
                  </a:lnTo>
                  <a:lnTo>
                    <a:pt x="11493" y="106203"/>
                  </a:lnTo>
                  <a:lnTo>
                    <a:pt x="9602" y="111272"/>
                  </a:lnTo>
                  <a:lnTo>
                    <a:pt x="7876" y="116400"/>
                  </a:lnTo>
                  <a:lnTo>
                    <a:pt x="6316" y="121580"/>
                  </a:lnTo>
                  <a:lnTo>
                    <a:pt x="4925" y="126808"/>
                  </a:lnTo>
                  <a:lnTo>
                    <a:pt x="3704" y="132079"/>
                  </a:lnTo>
                  <a:lnTo>
                    <a:pt x="2655" y="137386"/>
                  </a:lnTo>
                  <a:lnTo>
                    <a:pt x="1777" y="142725"/>
                  </a:lnTo>
                  <a:lnTo>
                    <a:pt x="1073" y="148089"/>
                  </a:lnTo>
                  <a:lnTo>
                    <a:pt x="542" y="153473"/>
                  </a:lnTo>
                  <a:lnTo>
                    <a:pt x="186" y="158871"/>
                  </a:lnTo>
                  <a:lnTo>
                    <a:pt x="5" y="164278"/>
                  </a:lnTo>
                  <a:lnTo>
                    <a:pt x="0" y="169688"/>
                  </a:lnTo>
                  <a:lnTo>
                    <a:pt x="169" y="175096"/>
                  </a:lnTo>
                  <a:lnTo>
                    <a:pt x="513" y="180495"/>
                  </a:lnTo>
                  <a:lnTo>
                    <a:pt x="1031" y="185880"/>
                  </a:lnTo>
                  <a:lnTo>
                    <a:pt x="1724" y="19124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20791" y="1108660"/>
              <a:ext cx="165424" cy="24079"/>
            </a:xfrm>
            <a:custGeom>
              <a:avLst/>
              <a:pathLst>
                <a:path w="165424" h="24079">
                  <a:moveTo>
                    <a:pt x="0" y="24079"/>
                  </a:moveTo>
                  <a:lnTo>
                    <a:pt x="16542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320791" y="1108660"/>
              <a:ext cx="165424" cy="165577"/>
            </a:xfrm>
            <a:custGeom>
              <a:avLst/>
              <a:pathLst>
                <a:path w="165424" h="165577">
                  <a:moveTo>
                    <a:pt x="0" y="24079"/>
                  </a:moveTo>
                  <a:lnTo>
                    <a:pt x="861" y="29393"/>
                  </a:lnTo>
                  <a:lnTo>
                    <a:pt x="1892" y="34676"/>
                  </a:lnTo>
                  <a:lnTo>
                    <a:pt x="3094" y="39924"/>
                  </a:lnTo>
                  <a:lnTo>
                    <a:pt x="4464" y="45130"/>
                  </a:lnTo>
                  <a:lnTo>
                    <a:pt x="6000" y="50290"/>
                  </a:lnTo>
                  <a:lnTo>
                    <a:pt x="7702" y="55397"/>
                  </a:lnTo>
                  <a:lnTo>
                    <a:pt x="9568" y="60447"/>
                  </a:lnTo>
                  <a:lnTo>
                    <a:pt x="11595" y="65434"/>
                  </a:lnTo>
                  <a:lnTo>
                    <a:pt x="13782" y="70353"/>
                  </a:lnTo>
                  <a:lnTo>
                    <a:pt x="16126" y="75200"/>
                  </a:lnTo>
                  <a:lnTo>
                    <a:pt x="18624" y="79968"/>
                  </a:lnTo>
                  <a:lnTo>
                    <a:pt x="21276" y="84653"/>
                  </a:lnTo>
                  <a:lnTo>
                    <a:pt x="24076" y="89251"/>
                  </a:lnTo>
                  <a:lnTo>
                    <a:pt x="27023" y="93756"/>
                  </a:lnTo>
                  <a:lnTo>
                    <a:pt x="30114" y="98164"/>
                  </a:lnTo>
                  <a:lnTo>
                    <a:pt x="33345" y="102470"/>
                  </a:lnTo>
                  <a:lnTo>
                    <a:pt x="36713" y="106670"/>
                  </a:lnTo>
                  <a:lnTo>
                    <a:pt x="40214" y="110759"/>
                  </a:lnTo>
                  <a:lnTo>
                    <a:pt x="43846" y="114733"/>
                  </a:lnTo>
                  <a:lnTo>
                    <a:pt x="47603" y="118588"/>
                  </a:lnTo>
                  <a:lnTo>
                    <a:pt x="51483" y="122321"/>
                  </a:lnTo>
                  <a:lnTo>
                    <a:pt x="55481" y="125926"/>
                  </a:lnTo>
                  <a:lnTo>
                    <a:pt x="59592" y="129401"/>
                  </a:lnTo>
                  <a:lnTo>
                    <a:pt x="63814" y="132741"/>
                  </a:lnTo>
                  <a:lnTo>
                    <a:pt x="68141" y="135944"/>
                  </a:lnTo>
                  <a:lnTo>
                    <a:pt x="72569" y="139006"/>
                  </a:lnTo>
                  <a:lnTo>
                    <a:pt x="77093" y="141924"/>
                  </a:lnTo>
                  <a:lnTo>
                    <a:pt x="81709" y="144695"/>
                  </a:lnTo>
                  <a:lnTo>
                    <a:pt x="86411" y="147315"/>
                  </a:lnTo>
                  <a:lnTo>
                    <a:pt x="91196" y="149783"/>
                  </a:lnTo>
                  <a:lnTo>
                    <a:pt x="96057" y="152096"/>
                  </a:lnTo>
                  <a:lnTo>
                    <a:pt x="100990" y="154250"/>
                  </a:lnTo>
                  <a:lnTo>
                    <a:pt x="105991" y="156245"/>
                  </a:lnTo>
                  <a:lnTo>
                    <a:pt x="111053" y="158078"/>
                  </a:lnTo>
                  <a:lnTo>
                    <a:pt x="116171" y="159747"/>
                  </a:lnTo>
                  <a:lnTo>
                    <a:pt x="121340" y="161250"/>
                  </a:lnTo>
                  <a:lnTo>
                    <a:pt x="126555" y="162585"/>
                  </a:lnTo>
                  <a:lnTo>
                    <a:pt x="131811" y="163753"/>
                  </a:lnTo>
                  <a:lnTo>
                    <a:pt x="137101" y="164750"/>
                  </a:lnTo>
                  <a:lnTo>
                    <a:pt x="142420" y="165577"/>
                  </a:lnTo>
                  <a:lnTo>
                    <a:pt x="16542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63212" y="941493"/>
              <a:ext cx="190161" cy="334325"/>
            </a:xfrm>
            <a:custGeom>
              <a:avLst/>
              <a:pathLst>
                <a:path w="190161" h="334325">
                  <a:moveTo>
                    <a:pt x="0" y="332744"/>
                  </a:moveTo>
                  <a:lnTo>
                    <a:pt x="5282" y="333393"/>
                  </a:lnTo>
                  <a:lnTo>
                    <a:pt x="10583" y="333872"/>
                  </a:lnTo>
                  <a:lnTo>
                    <a:pt x="15897" y="334183"/>
                  </a:lnTo>
                  <a:lnTo>
                    <a:pt x="21218" y="334325"/>
                  </a:lnTo>
                  <a:lnTo>
                    <a:pt x="26540" y="334297"/>
                  </a:lnTo>
                  <a:lnTo>
                    <a:pt x="31859" y="334100"/>
                  </a:lnTo>
                  <a:lnTo>
                    <a:pt x="37169" y="333733"/>
                  </a:lnTo>
                  <a:lnTo>
                    <a:pt x="42464" y="333198"/>
                  </a:lnTo>
                  <a:lnTo>
                    <a:pt x="47740" y="332494"/>
                  </a:lnTo>
                  <a:lnTo>
                    <a:pt x="52991" y="331623"/>
                  </a:lnTo>
                  <a:lnTo>
                    <a:pt x="58211" y="330585"/>
                  </a:lnTo>
                  <a:lnTo>
                    <a:pt x="63396" y="329381"/>
                  </a:lnTo>
                  <a:lnTo>
                    <a:pt x="68540" y="328013"/>
                  </a:lnTo>
                  <a:lnTo>
                    <a:pt x="73637" y="326481"/>
                  </a:lnTo>
                  <a:lnTo>
                    <a:pt x="78684" y="324789"/>
                  </a:lnTo>
                  <a:lnTo>
                    <a:pt x="83673" y="322936"/>
                  </a:lnTo>
                  <a:lnTo>
                    <a:pt x="88602" y="320926"/>
                  </a:lnTo>
                  <a:lnTo>
                    <a:pt x="93463" y="318759"/>
                  </a:lnTo>
                  <a:lnTo>
                    <a:pt x="98254" y="316439"/>
                  </a:lnTo>
                  <a:lnTo>
                    <a:pt x="102968" y="313968"/>
                  </a:lnTo>
                  <a:lnTo>
                    <a:pt x="107601" y="311348"/>
                  </a:lnTo>
                  <a:lnTo>
                    <a:pt x="112148" y="308581"/>
                  </a:lnTo>
                  <a:lnTo>
                    <a:pt x="116605" y="305672"/>
                  </a:lnTo>
                  <a:lnTo>
                    <a:pt x="120967" y="302622"/>
                  </a:lnTo>
                  <a:lnTo>
                    <a:pt x="125230" y="299434"/>
                  </a:lnTo>
                  <a:lnTo>
                    <a:pt x="129389" y="296113"/>
                  </a:lnTo>
                  <a:lnTo>
                    <a:pt x="133440" y="292661"/>
                  </a:lnTo>
                  <a:lnTo>
                    <a:pt x="137379" y="289081"/>
                  </a:lnTo>
                  <a:lnTo>
                    <a:pt x="141202" y="285378"/>
                  </a:lnTo>
                  <a:lnTo>
                    <a:pt x="144906" y="281555"/>
                  </a:lnTo>
                  <a:lnTo>
                    <a:pt x="148485" y="277616"/>
                  </a:lnTo>
                  <a:lnTo>
                    <a:pt x="151938" y="273565"/>
                  </a:lnTo>
                  <a:lnTo>
                    <a:pt x="155260" y="269407"/>
                  </a:lnTo>
                  <a:lnTo>
                    <a:pt x="158448" y="265144"/>
                  </a:lnTo>
                  <a:lnTo>
                    <a:pt x="161498" y="260783"/>
                  </a:lnTo>
                  <a:lnTo>
                    <a:pt x="164409" y="256326"/>
                  </a:lnTo>
                  <a:lnTo>
                    <a:pt x="167175" y="251779"/>
                  </a:lnTo>
                  <a:lnTo>
                    <a:pt x="169796" y="247147"/>
                  </a:lnTo>
                  <a:lnTo>
                    <a:pt x="172268" y="242433"/>
                  </a:lnTo>
                  <a:lnTo>
                    <a:pt x="174588" y="237643"/>
                  </a:lnTo>
                  <a:lnTo>
                    <a:pt x="176755" y="232781"/>
                  </a:lnTo>
                  <a:lnTo>
                    <a:pt x="178766" y="227853"/>
                  </a:lnTo>
                  <a:lnTo>
                    <a:pt x="180619" y="222863"/>
                  </a:lnTo>
                  <a:lnTo>
                    <a:pt x="182312" y="217817"/>
                  </a:lnTo>
                  <a:lnTo>
                    <a:pt x="183844" y="212720"/>
                  </a:lnTo>
                  <a:lnTo>
                    <a:pt x="185213" y="207576"/>
                  </a:lnTo>
                  <a:lnTo>
                    <a:pt x="186417" y="202392"/>
                  </a:lnTo>
                  <a:lnTo>
                    <a:pt x="187455" y="197172"/>
                  </a:lnTo>
                  <a:lnTo>
                    <a:pt x="188327" y="191921"/>
                  </a:lnTo>
                  <a:lnTo>
                    <a:pt x="189032" y="186645"/>
                  </a:lnTo>
                  <a:lnTo>
                    <a:pt x="189568" y="181350"/>
                  </a:lnTo>
                  <a:lnTo>
                    <a:pt x="189935" y="176040"/>
                  </a:lnTo>
                  <a:lnTo>
                    <a:pt x="190132" y="170721"/>
                  </a:lnTo>
                  <a:lnTo>
                    <a:pt x="190161" y="165398"/>
                  </a:lnTo>
                  <a:lnTo>
                    <a:pt x="190020" y="160078"/>
                  </a:lnTo>
                  <a:lnTo>
                    <a:pt x="189709" y="154764"/>
                  </a:lnTo>
                  <a:lnTo>
                    <a:pt x="189230" y="149463"/>
                  </a:lnTo>
                  <a:lnTo>
                    <a:pt x="188582" y="144180"/>
                  </a:lnTo>
                  <a:lnTo>
                    <a:pt x="187767" y="138920"/>
                  </a:lnTo>
                  <a:lnTo>
                    <a:pt x="186784" y="133689"/>
                  </a:lnTo>
                  <a:lnTo>
                    <a:pt x="185635" y="128492"/>
                  </a:lnTo>
                  <a:lnTo>
                    <a:pt x="184321" y="123334"/>
                  </a:lnTo>
                  <a:lnTo>
                    <a:pt x="182844" y="118221"/>
                  </a:lnTo>
                  <a:lnTo>
                    <a:pt x="181205" y="113157"/>
                  </a:lnTo>
                  <a:lnTo>
                    <a:pt x="179405" y="108148"/>
                  </a:lnTo>
                  <a:lnTo>
                    <a:pt x="177447" y="103199"/>
                  </a:lnTo>
                  <a:lnTo>
                    <a:pt x="175332" y="98314"/>
                  </a:lnTo>
                  <a:lnTo>
                    <a:pt x="173063" y="93500"/>
                  </a:lnTo>
                  <a:lnTo>
                    <a:pt x="170642" y="88760"/>
                  </a:lnTo>
                  <a:lnTo>
                    <a:pt x="168071" y="84099"/>
                  </a:lnTo>
                  <a:lnTo>
                    <a:pt x="165353" y="79523"/>
                  </a:lnTo>
                  <a:lnTo>
                    <a:pt x="162490" y="75035"/>
                  </a:lnTo>
                  <a:lnTo>
                    <a:pt x="159486" y="70642"/>
                  </a:lnTo>
                  <a:lnTo>
                    <a:pt x="156344" y="66345"/>
                  </a:lnTo>
                  <a:lnTo>
                    <a:pt x="153067" y="62151"/>
                  </a:lnTo>
                  <a:lnTo>
                    <a:pt x="149658" y="58064"/>
                  </a:lnTo>
                  <a:lnTo>
                    <a:pt x="146120" y="54087"/>
                  </a:lnTo>
                  <a:lnTo>
                    <a:pt x="142458" y="50225"/>
                  </a:lnTo>
                  <a:lnTo>
                    <a:pt x="138674" y="46481"/>
                  </a:lnTo>
                  <a:lnTo>
                    <a:pt x="134774" y="42860"/>
                  </a:lnTo>
                  <a:lnTo>
                    <a:pt x="130760" y="39365"/>
                  </a:lnTo>
                  <a:lnTo>
                    <a:pt x="126636" y="35999"/>
                  </a:lnTo>
                  <a:lnTo>
                    <a:pt x="122408" y="32766"/>
                  </a:lnTo>
                  <a:lnTo>
                    <a:pt x="118079" y="29670"/>
                  </a:lnTo>
                  <a:lnTo>
                    <a:pt x="113653" y="26712"/>
                  </a:lnTo>
                  <a:lnTo>
                    <a:pt x="109136" y="23898"/>
                  </a:lnTo>
                  <a:lnTo>
                    <a:pt x="104531" y="21228"/>
                  </a:lnTo>
                  <a:lnTo>
                    <a:pt x="99844" y="18707"/>
                  </a:lnTo>
                  <a:lnTo>
                    <a:pt x="95078" y="16336"/>
                  </a:lnTo>
                  <a:lnTo>
                    <a:pt x="90240" y="14118"/>
                  </a:lnTo>
                  <a:lnTo>
                    <a:pt x="85334" y="12055"/>
                  </a:lnTo>
                  <a:lnTo>
                    <a:pt x="80364" y="10149"/>
                  </a:lnTo>
                  <a:lnTo>
                    <a:pt x="75336" y="8402"/>
                  </a:lnTo>
                  <a:lnTo>
                    <a:pt x="70255" y="6817"/>
                  </a:lnTo>
                  <a:lnTo>
                    <a:pt x="65126" y="5394"/>
                  </a:lnTo>
                  <a:lnTo>
                    <a:pt x="59955" y="4135"/>
                  </a:lnTo>
                  <a:lnTo>
                    <a:pt x="54746" y="3041"/>
                  </a:lnTo>
                  <a:lnTo>
                    <a:pt x="49505" y="2114"/>
                  </a:lnTo>
                  <a:lnTo>
                    <a:pt x="44236" y="1354"/>
                  </a:lnTo>
                  <a:lnTo>
                    <a:pt x="38947" y="762"/>
                  </a:lnTo>
                  <a:lnTo>
                    <a:pt x="33641" y="338"/>
                  </a:lnTo>
                  <a:lnTo>
                    <a:pt x="28325" y="84"/>
                  </a:lnTo>
                  <a:lnTo>
                    <a:pt x="23003" y="0"/>
                  </a:lnTo>
                  <a:lnTo>
                    <a:pt x="230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797334" y="1071028"/>
              <a:ext cx="167167" cy="329005"/>
            </a:xfrm>
            <a:custGeom>
              <a:avLst/>
              <a:pathLst>
                <a:path w="167167" h="329005">
                  <a:moveTo>
                    <a:pt x="167167" y="0"/>
                  </a:moveTo>
                  <a:lnTo>
                    <a:pt x="161803" y="86"/>
                  </a:lnTo>
                  <a:lnTo>
                    <a:pt x="156444" y="344"/>
                  </a:lnTo>
                  <a:lnTo>
                    <a:pt x="151097" y="774"/>
                  </a:lnTo>
                  <a:lnTo>
                    <a:pt x="145766" y="1375"/>
                  </a:lnTo>
                  <a:lnTo>
                    <a:pt x="140457" y="2147"/>
                  </a:lnTo>
                  <a:lnTo>
                    <a:pt x="135175" y="3089"/>
                  </a:lnTo>
                  <a:lnTo>
                    <a:pt x="129927" y="4200"/>
                  </a:lnTo>
                  <a:lnTo>
                    <a:pt x="124717" y="5479"/>
                  </a:lnTo>
                  <a:lnTo>
                    <a:pt x="119550" y="6924"/>
                  </a:lnTo>
                  <a:lnTo>
                    <a:pt x="114433" y="8535"/>
                  </a:lnTo>
                  <a:lnTo>
                    <a:pt x="109370" y="10309"/>
                  </a:lnTo>
                  <a:lnTo>
                    <a:pt x="104367" y="12244"/>
                  </a:lnTo>
                  <a:lnTo>
                    <a:pt x="99428" y="14339"/>
                  </a:lnTo>
                  <a:lnTo>
                    <a:pt x="94559" y="16591"/>
                  </a:lnTo>
                  <a:lnTo>
                    <a:pt x="89765" y="18999"/>
                  </a:lnTo>
                  <a:lnTo>
                    <a:pt x="85050" y="21559"/>
                  </a:lnTo>
                  <a:lnTo>
                    <a:pt x="80420" y="24269"/>
                  </a:lnTo>
                  <a:lnTo>
                    <a:pt x="75879" y="27126"/>
                  </a:lnTo>
                  <a:lnTo>
                    <a:pt x="71433" y="30127"/>
                  </a:lnTo>
                  <a:lnTo>
                    <a:pt x="67085" y="33269"/>
                  </a:lnTo>
                  <a:lnTo>
                    <a:pt x="62840" y="36550"/>
                  </a:lnTo>
                  <a:lnTo>
                    <a:pt x="58702" y="39965"/>
                  </a:lnTo>
                  <a:lnTo>
                    <a:pt x="54676" y="43511"/>
                  </a:lnTo>
                  <a:lnTo>
                    <a:pt x="50766" y="47184"/>
                  </a:lnTo>
                  <a:lnTo>
                    <a:pt x="46976" y="50981"/>
                  </a:lnTo>
                  <a:lnTo>
                    <a:pt x="43310" y="54897"/>
                  </a:lnTo>
                  <a:lnTo>
                    <a:pt x="39771" y="58929"/>
                  </a:lnTo>
                  <a:lnTo>
                    <a:pt x="36364" y="63073"/>
                  </a:lnTo>
                  <a:lnTo>
                    <a:pt x="33091" y="67324"/>
                  </a:lnTo>
                  <a:lnTo>
                    <a:pt x="29956" y="71677"/>
                  </a:lnTo>
                  <a:lnTo>
                    <a:pt x="26963" y="76129"/>
                  </a:lnTo>
                  <a:lnTo>
                    <a:pt x="24114" y="80675"/>
                  </a:lnTo>
                  <a:lnTo>
                    <a:pt x="21412" y="85310"/>
                  </a:lnTo>
                  <a:lnTo>
                    <a:pt x="18861" y="90029"/>
                  </a:lnTo>
                  <a:lnTo>
                    <a:pt x="16462" y="94827"/>
                  </a:lnTo>
                  <a:lnTo>
                    <a:pt x="14218" y="99700"/>
                  </a:lnTo>
                  <a:lnTo>
                    <a:pt x="12132" y="104643"/>
                  </a:lnTo>
                  <a:lnTo>
                    <a:pt x="10206" y="109650"/>
                  </a:lnTo>
                  <a:lnTo>
                    <a:pt x="8441" y="114716"/>
                  </a:lnTo>
                  <a:lnTo>
                    <a:pt x="6840" y="119836"/>
                  </a:lnTo>
                  <a:lnTo>
                    <a:pt x="5403" y="125005"/>
                  </a:lnTo>
                  <a:lnTo>
                    <a:pt x="4134" y="130218"/>
                  </a:lnTo>
                  <a:lnTo>
                    <a:pt x="3032" y="135468"/>
                  </a:lnTo>
                  <a:lnTo>
                    <a:pt x="2100" y="140751"/>
                  </a:lnTo>
                  <a:lnTo>
                    <a:pt x="1337" y="146061"/>
                  </a:lnTo>
                  <a:lnTo>
                    <a:pt x="745" y="151393"/>
                  </a:lnTo>
                  <a:lnTo>
                    <a:pt x="325" y="156742"/>
                  </a:lnTo>
                  <a:lnTo>
                    <a:pt x="76" y="162101"/>
                  </a:lnTo>
                  <a:lnTo>
                    <a:pt x="0" y="167465"/>
                  </a:lnTo>
                  <a:lnTo>
                    <a:pt x="95" y="172829"/>
                  </a:lnTo>
                  <a:lnTo>
                    <a:pt x="363" y="178187"/>
                  </a:lnTo>
                  <a:lnTo>
                    <a:pt x="802" y="183533"/>
                  </a:lnTo>
                  <a:lnTo>
                    <a:pt x="1413" y="188863"/>
                  </a:lnTo>
                  <a:lnTo>
                    <a:pt x="2195" y="194171"/>
                  </a:lnTo>
                  <a:lnTo>
                    <a:pt x="3146" y="199450"/>
                  </a:lnTo>
                  <a:lnTo>
                    <a:pt x="4267" y="204697"/>
                  </a:lnTo>
                  <a:lnTo>
                    <a:pt x="5555" y="209905"/>
                  </a:lnTo>
                  <a:lnTo>
                    <a:pt x="7009" y="215069"/>
                  </a:lnTo>
                  <a:lnTo>
                    <a:pt x="8629" y="220183"/>
                  </a:lnTo>
                  <a:lnTo>
                    <a:pt x="10412" y="225243"/>
                  </a:lnTo>
                  <a:lnTo>
                    <a:pt x="12356" y="230243"/>
                  </a:lnTo>
                  <a:lnTo>
                    <a:pt x="14460" y="235178"/>
                  </a:lnTo>
                  <a:lnTo>
                    <a:pt x="16721" y="240043"/>
                  </a:lnTo>
                  <a:lnTo>
                    <a:pt x="19136" y="244833"/>
                  </a:lnTo>
                  <a:lnTo>
                    <a:pt x="21705" y="249543"/>
                  </a:lnTo>
                  <a:lnTo>
                    <a:pt x="24423" y="254168"/>
                  </a:lnTo>
                  <a:lnTo>
                    <a:pt x="27288" y="258704"/>
                  </a:lnTo>
                  <a:lnTo>
                    <a:pt x="30297" y="263145"/>
                  </a:lnTo>
                  <a:lnTo>
                    <a:pt x="33448" y="267487"/>
                  </a:lnTo>
                  <a:lnTo>
                    <a:pt x="36736" y="271726"/>
                  </a:lnTo>
                  <a:lnTo>
                    <a:pt x="40158" y="275858"/>
                  </a:lnTo>
                  <a:lnTo>
                    <a:pt x="43711" y="279877"/>
                  </a:lnTo>
                  <a:lnTo>
                    <a:pt x="47391" y="283781"/>
                  </a:lnTo>
                  <a:lnTo>
                    <a:pt x="51195" y="287564"/>
                  </a:lnTo>
                  <a:lnTo>
                    <a:pt x="55118" y="291223"/>
                  </a:lnTo>
                  <a:lnTo>
                    <a:pt x="59156" y="294755"/>
                  </a:lnTo>
                  <a:lnTo>
                    <a:pt x="63306" y="298155"/>
                  </a:lnTo>
                  <a:lnTo>
                    <a:pt x="67562" y="301420"/>
                  </a:lnTo>
                  <a:lnTo>
                    <a:pt x="71922" y="304547"/>
                  </a:lnTo>
                  <a:lnTo>
                    <a:pt x="76379" y="307533"/>
                  </a:lnTo>
                  <a:lnTo>
                    <a:pt x="80930" y="310374"/>
                  </a:lnTo>
                  <a:lnTo>
                    <a:pt x="85569" y="313067"/>
                  </a:lnTo>
                  <a:lnTo>
                    <a:pt x="90293" y="315610"/>
                  </a:lnTo>
                  <a:lnTo>
                    <a:pt x="95096" y="318000"/>
                  </a:lnTo>
                  <a:lnTo>
                    <a:pt x="99973" y="320235"/>
                  </a:lnTo>
                  <a:lnTo>
                    <a:pt x="104919" y="322313"/>
                  </a:lnTo>
                  <a:lnTo>
                    <a:pt x="109929" y="324230"/>
                  </a:lnTo>
                  <a:lnTo>
                    <a:pt x="114999" y="325986"/>
                  </a:lnTo>
                  <a:lnTo>
                    <a:pt x="120122" y="327578"/>
                  </a:lnTo>
                  <a:lnTo>
                    <a:pt x="125293" y="3290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22627" y="1238196"/>
              <a:ext cx="41873" cy="161838"/>
            </a:xfrm>
            <a:custGeom>
              <a:avLst/>
              <a:pathLst>
                <a:path w="41873" h="161838">
                  <a:moveTo>
                    <a:pt x="0" y="161838"/>
                  </a:moveTo>
                  <a:lnTo>
                    <a:pt x="4187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22627" y="1071953"/>
              <a:ext cx="209039" cy="333409"/>
            </a:xfrm>
            <a:custGeom>
              <a:avLst/>
              <a:pathLst>
                <a:path w="209039" h="333409">
                  <a:moveTo>
                    <a:pt x="0" y="328080"/>
                  </a:moveTo>
                  <a:lnTo>
                    <a:pt x="5189" y="329335"/>
                  </a:lnTo>
                  <a:lnTo>
                    <a:pt x="10415" y="330423"/>
                  </a:lnTo>
                  <a:lnTo>
                    <a:pt x="15674" y="331344"/>
                  </a:lnTo>
                  <a:lnTo>
                    <a:pt x="20959" y="332096"/>
                  </a:lnTo>
                  <a:lnTo>
                    <a:pt x="26266" y="332679"/>
                  </a:lnTo>
                  <a:lnTo>
                    <a:pt x="31589" y="333093"/>
                  </a:lnTo>
                  <a:lnTo>
                    <a:pt x="36922" y="333336"/>
                  </a:lnTo>
                  <a:lnTo>
                    <a:pt x="42260" y="333409"/>
                  </a:lnTo>
                  <a:lnTo>
                    <a:pt x="47598" y="333312"/>
                  </a:lnTo>
                  <a:lnTo>
                    <a:pt x="52929" y="333044"/>
                  </a:lnTo>
                  <a:lnTo>
                    <a:pt x="58250" y="332605"/>
                  </a:lnTo>
                  <a:lnTo>
                    <a:pt x="63554" y="331998"/>
                  </a:lnTo>
                  <a:lnTo>
                    <a:pt x="68836" y="331221"/>
                  </a:lnTo>
                  <a:lnTo>
                    <a:pt x="74090" y="330276"/>
                  </a:lnTo>
                  <a:lnTo>
                    <a:pt x="79312" y="329163"/>
                  </a:lnTo>
                  <a:lnTo>
                    <a:pt x="84495" y="327885"/>
                  </a:lnTo>
                  <a:lnTo>
                    <a:pt x="89635" y="326441"/>
                  </a:lnTo>
                  <a:lnTo>
                    <a:pt x="94726" y="324834"/>
                  </a:lnTo>
                  <a:lnTo>
                    <a:pt x="99763" y="323066"/>
                  </a:lnTo>
                  <a:lnTo>
                    <a:pt x="104741" y="321137"/>
                  </a:lnTo>
                  <a:lnTo>
                    <a:pt x="109655" y="319051"/>
                  </a:lnTo>
                  <a:lnTo>
                    <a:pt x="114500" y="316809"/>
                  </a:lnTo>
                  <a:lnTo>
                    <a:pt x="119271" y="314413"/>
                  </a:lnTo>
                  <a:lnTo>
                    <a:pt x="123963" y="311866"/>
                  </a:lnTo>
                  <a:lnTo>
                    <a:pt x="128571" y="309170"/>
                  </a:lnTo>
                  <a:lnTo>
                    <a:pt x="133091" y="306329"/>
                  </a:lnTo>
                  <a:lnTo>
                    <a:pt x="137517" y="303345"/>
                  </a:lnTo>
                  <a:lnTo>
                    <a:pt x="141847" y="300221"/>
                  </a:lnTo>
                  <a:lnTo>
                    <a:pt x="146074" y="296960"/>
                  </a:lnTo>
                  <a:lnTo>
                    <a:pt x="150195" y="293566"/>
                  </a:lnTo>
                  <a:lnTo>
                    <a:pt x="154205" y="290042"/>
                  </a:lnTo>
                  <a:lnTo>
                    <a:pt x="158101" y="286392"/>
                  </a:lnTo>
                  <a:lnTo>
                    <a:pt x="161878" y="282619"/>
                  </a:lnTo>
                  <a:lnTo>
                    <a:pt x="165533" y="278728"/>
                  </a:lnTo>
                  <a:lnTo>
                    <a:pt x="169062" y="274722"/>
                  </a:lnTo>
                  <a:lnTo>
                    <a:pt x="172461" y="270605"/>
                  </a:lnTo>
                  <a:lnTo>
                    <a:pt x="175727" y="266382"/>
                  </a:lnTo>
                  <a:lnTo>
                    <a:pt x="178857" y="262057"/>
                  </a:lnTo>
                  <a:lnTo>
                    <a:pt x="181846" y="257634"/>
                  </a:lnTo>
                  <a:lnTo>
                    <a:pt x="184693" y="253118"/>
                  </a:lnTo>
                  <a:lnTo>
                    <a:pt x="187394" y="248513"/>
                  </a:lnTo>
                  <a:lnTo>
                    <a:pt x="189947" y="243824"/>
                  </a:lnTo>
                  <a:lnTo>
                    <a:pt x="192349" y="239056"/>
                  </a:lnTo>
                  <a:lnTo>
                    <a:pt x="194597" y="234214"/>
                  </a:lnTo>
                  <a:lnTo>
                    <a:pt x="196690" y="229303"/>
                  </a:lnTo>
                  <a:lnTo>
                    <a:pt x="198625" y="224327"/>
                  </a:lnTo>
                  <a:lnTo>
                    <a:pt x="200400" y="219292"/>
                  </a:lnTo>
                  <a:lnTo>
                    <a:pt x="202013" y="214203"/>
                  </a:lnTo>
                  <a:lnTo>
                    <a:pt x="203463" y="209065"/>
                  </a:lnTo>
                  <a:lnTo>
                    <a:pt x="204748" y="203883"/>
                  </a:lnTo>
                  <a:lnTo>
                    <a:pt x="205866" y="198663"/>
                  </a:lnTo>
                  <a:lnTo>
                    <a:pt x="206818" y="193410"/>
                  </a:lnTo>
                  <a:lnTo>
                    <a:pt x="207601" y="188129"/>
                  </a:lnTo>
                  <a:lnTo>
                    <a:pt x="208216" y="182826"/>
                  </a:lnTo>
                  <a:lnTo>
                    <a:pt x="208661" y="177506"/>
                  </a:lnTo>
                  <a:lnTo>
                    <a:pt x="208935" y="172174"/>
                  </a:lnTo>
                  <a:lnTo>
                    <a:pt x="209039" y="166836"/>
                  </a:lnTo>
                  <a:lnTo>
                    <a:pt x="208973" y="161498"/>
                  </a:lnTo>
                  <a:lnTo>
                    <a:pt x="208736" y="156165"/>
                  </a:lnTo>
                  <a:lnTo>
                    <a:pt x="208330" y="150842"/>
                  </a:lnTo>
                  <a:lnTo>
                    <a:pt x="207753" y="145534"/>
                  </a:lnTo>
                  <a:lnTo>
                    <a:pt x="207007" y="140248"/>
                  </a:lnTo>
                  <a:lnTo>
                    <a:pt x="206093" y="134988"/>
                  </a:lnTo>
                  <a:lnTo>
                    <a:pt x="205011" y="129760"/>
                  </a:lnTo>
                  <a:lnTo>
                    <a:pt x="203763" y="124570"/>
                  </a:lnTo>
                  <a:lnTo>
                    <a:pt x="202350" y="119421"/>
                  </a:lnTo>
                  <a:lnTo>
                    <a:pt x="200773" y="114321"/>
                  </a:lnTo>
                  <a:lnTo>
                    <a:pt x="199034" y="109273"/>
                  </a:lnTo>
                  <a:lnTo>
                    <a:pt x="197135" y="104284"/>
                  </a:lnTo>
                  <a:lnTo>
                    <a:pt x="195077" y="99358"/>
                  </a:lnTo>
                  <a:lnTo>
                    <a:pt x="192863" y="94500"/>
                  </a:lnTo>
                  <a:lnTo>
                    <a:pt x="190495" y="89715"/>
                  </a:lnTo>
                  <a:lnTo>
                    <a:pt x="187976" y="85008"/>
                  </a:lnTo>
                  <a:lnTo>
                    <a:pt x="185307" y="80384"/>
                  </a:lnTo>
                  <a:lnTo>
                    <a:pt x="182493" y="75848"/>
                  </a:lnTo>
                  <a:lnTo>
                    <a:pt x="179534" y="71404"/>
                  </a:lnTo>
                  <a:lnTo>
                    <a:pt x="176436" y="67056"/>
                  </a:lnTo>
                  <a:lnTo>
                    <a:pt x="173200" y="62810"/>
                  </a:lnTo>
                  <a:lnTo>
                    <a:pt x="169830" y="58669"/>
                  </a:lnTo>
                  <a:lnTo>
                    <a:pt x="166330" y="54638"/>
                  </a:lnTo>
                  <a:lnTo>
                    <a:pt x="162703" y="50721"/>
                  </a:lnTo>
                  <a:lnTo>
                    <a:pt x="158952" y="46922"/>
                  </a:lnTo>
                  <a:lnTo>
                    <a:pt x="155083" y="43244"/>
                  </a:lnTo>
                  <a:lnTo>
                    <a:pt x="151097" y="39692"/>
                  </a:lnTo>
                  <a:lnTo>
                    <a:pt x="147001" y="36269"/>
                  </a:lnTo>
                  <a:lnTo>
                    <a:pt x="142797" y="32978"/>
                  </a:lnTo>
                  <a:lnTo>
                    <a:pt x="138490" y="29823"/>
                  </a:lnTo>
                  <a:lnTo>
                    <a:pt x="134084" y="26808"/>
                  </a:lnTo>
                  <a:lnTo>
                    <a:pt x="129585" y="23934"/>
                  </a:lnTo>
                  <a:lnTo>
                    <a:pt x="124996" y="21206"/>
                  </a:lnTo>
                  <a:lnTo>
                    <a:pt x="120322" y="18626"/>
                  </a:lnTo>
                  <a:lnTo>
                    <a:pt x="115569" y="16196"/>
                  </a:lnTo>
                  <a:lnTo>
                    <a:pt x="110740" y="13919"/>
                  </a:lnTo>
                  <a:lnTo>
                    <a:pt x="105841" y="11798"/>
                  </a:lnTo>
                  <a:lnTo>
                    <a:pt x="100877" y="9834"/>
                  </a:lnTo>
                  <a:lnTo>
                    <a:pt x="95852" y="8030"/>
                  </a:lnTo>
                  <a:lnTo>
                    <a:pt x="90773" y="6387"/>
                  </a:lnTo>
                  <a:lnTo>
                    <a:pt x="85643" y="4907"/>
                  </a:lnTo>
                  <a:lnTo>
                    <a:pt x="80469" y="3591"/>
                  </a:lnTo>
                  <a:lnTo>
                    <a:pt x="75256" y="2442"/>
                  </a:lnTo>
                  <a:lnTo>
                    <a:pt x="70008" y="1459"/>
                  </a:lnTo>
                  <a:lnTo>
                    <a:pt x="64732" y="645"/>
                  </a:lnTo>
                  <a:lnTo>
                    <a:pt x="59432" y="0"/>
                  </a:lnTo>
                  <a:lnTo>
                    <a:pt x="41873" y="1662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64501" y="1071028"/>
              <a:ext cx="17559" cy="167167"/>
            </a:xfrm>
            <a:custGeom>
              <a:avLst/>
              <a:pathLst>
                <a:path w="17559" h="167167">
                  <a:moveTo>
                    <a:pt x="17559" y="924"/>
                  </a:moveTo>
                  <a:lnTo>
                    <a:pt x="8791" y="2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4740" y="1322571"/>
              <a:ext cx="113980" cy="167167"/>
            </a:xfrm>
            <a:custGeom>
              <a:avLst/>
              <a:pathLst>
                <a:path w="113980" h="167167">
                  <a:moveTo>
                    <a:pt x="113980" y="0"/>
                  </a:moveTo>
                  <a:lnTo>
                    <a:pt x="108280" y="97"/>
                  </a:lnTo>
                  <a:lnTo>
                    <a:pt x="102587" y="388"/>
                  </a:lnTo>
                  <a:lnTo>
                    <a:pt x="96907" y="874"/>
                  </a:lnTo>
                  <a:lnTo>
                    <a:pt x="91247" y="1552"/>
                  </a:lnTo>
                  <a:lnTo>
                    <a:pt x="85613" y="2424"/>
                  </a:lnTo>
                  <a:lnTo>
                    <a:pt x="80013" y="3487"/>
                  </a:lnTo>
                  <a:lnTo>
                    <a:pt x="74452" y="4740"/>
                  </a:lnTo>
                  <a:lnTo>
                    <a:pt x="68936" y="6182"/>
                  </a:lnTo>
                  <a:lnTo>
                    <a:pt x="63474" y="7812"/>
                  </a:lnTo>
                  <a:lnTo>
                    <a:pt x="58069" y="9627"/>
                  </a:lnTo>
                  <a:lnTo>
                    <a:pt x="52730" y="11625"/>
                  </a:lnTo>
                  <a:lnTo>
                    <a:pt x="47463" y="13803"/>
                  </a:lnTo>
                  <a:lnTo>
                    <a:pt x="42272" y="16161"/>
                  </a:lnTo>
                  <a:lnTo>
                    <a:pt x="37165" y="18693"/>
                  </a:lnTo>
                  <a:lnTo>
                    <a:pt x="32147" y="21399"/>
                  </a:lnTo>
                  <a:lnTo>
                    <a:pt x="27225" y="24274"/>
                  </a:lnTo>
                  <a:lnTo>
                    <a:pt x="22403" y="27315"/>
                  </a:lnTo>
                  <a:lnTo>
                    <a:pt x="17688" y="30519"/>
                  </a:lnTo>
                  <a:lnTo>
                    <a:pt x="13084" y="33881"/>
                  </a:lnTo>
                  <a:lnTo>
                    <a:pt x="8599" y="37399"/>
                  </a:lnTo>
                  <a:lnTo>
                    <a:pt x="4235" y="41068"/>
                  </a:lnTo>
                  <a:lnTo>
                    <a:pt x="0" y="44883"/>
                  </a:lnTo>
                  <a:lnTo>
                    <a:pt x="11398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74740" y="1367455"/>
              <a:ext cx="113980" cy="122284"/>
            </a:xfrm>
            <a:custGeom>
              <a:avLst/>
              <a:pathLst>
                <a:path w="113980" h="122284">
                  <a:moveTo>
                    <a:pt x="0" y="0"/>
                  </a:moveTo>
                  <a:lnTo>
                    <a:pt x="113980" y="1222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321554" y="1353531"/>
              <a:ext cx="334333" cy="303360"/>
            </a:xfrm>
            <a:custGeom>
              <a:avLst/>
              <a:pathLst>
                <a:path w="334333" h="303360">
                  <a:moveTo>
                    <a:pt x="53185" y="13923"/>
                  </a:moveTo>
                  <a:lnTo>
                    <a:pt x="49366" y="17598"/>
                  </a:lnTo>
                  <a:lnTo>
                    <a:pt x="45665" y="21392"/>
                  </a:lnTo>
                  <a:lnTo>
                    <a:pt x="42086" y="25302"/>
                  </a:lnTo>
                  <a:lnTo>
                    <a:pt x="38633" y="29322"/>
                  </a:lnTo>
                  <a:lnTo>
                    <a:pt x="35310" y="33451"/>
                  </a:lnTo>
                  <a:lnTo>
                    <a:pt x="32118" y="37682"/>
                  </a:lnTo>
                  <a:lnTo>
                    <a:pt x="29063" y="42013"/>
                  </a:lnTo>
                  <a:lnTo>
                    <a:pt x="26146" y="46438"/>
                  </a:lnTo>
                  <a:lnTo>
                    <a:pt x="23371" y="50954"/>
                  </a:lnTo>
                  <a:lnTo>
                    <a:pt x="20741" y="55555"/>
                  </a:lnTo>
                  <a:lnTo>
                    <a:pt x="18258" y="60238"/>
                  </a:lnTo>
                  <a:lnTo>
                    <a:pt x="15924" y="64996"/>
                  </a:lnTo>
                  <a:lnTo>
                    <a:pt x="13743" y="69827"/>
                  </a:lnTo>
                  <a:lnTo>
                    <a:pt x="11716" y="74724"/>
                  </a:lnTo>
                  <a:lnTo>
                    <a:pt x="9845" y="79683"/>
                  </a:lnTo>
                  <a:lnTo>
                    <a:pt x="8132" y="84698"/>
                  </a:lnTo>
                  <a:lnTo>
                    <a:pt x="6579" y="89766"/>
                  </a:lnTo>
                  <a:lnTo>
                    <a:pt x="5187" y="94880"/>
                  </a:lnTo>
                  <a:lnTo>
                    <a:pt x="3959" y="100036"/>
                  </a:lnTo>
                  <a:lnTo>
                    <a:pt x="2894" y="105228"/>
                  </a:lnTo>
                  <a:lnTo>
                    <a:pt x="1994" y="110451"/>
                  </a:lnTo>
                  <a:lnTo>
                    <a:pt x="1261" y="115700"/>
                  </a:lnTo>
                  <a:lnTo>
                    <a:pt x="694" y="120970"/>
                  </a:lnTo>
                  <a:lnTo>
                    <a:pt x="295" y="126255"/>
                  </a:lnTo>
                  <a:lnTo>
                    <a:pt x="63" y="131550"/>
                  </a:lnTo>
                  <a:lnTo>
                    <a:pt x="0" y="136849"/>
                  </a:lnTo>
                  <a:lnTo>
                    <a:pt x="104" y="142148"/>
                  </a:lnTo>
                  <a:lnTo>
                    <a:pt x="376" y="147441"/>
                  </a:lnTo>
                  <a:lnTo>
                    <a:pt x="816" y="152723"/>
                  </a:lnTo>
                  <a:lnTo>
                    <a:pt x="1423" y="157988"/>
                  </a:lnTo>
                  <a:lnTo>
                    <a:pt x="2197" y="163232"/>
                  </a:lnTo>
                  <a:lnTo>
                    <a:pt x="3137" y="168448"/>
                  </a:lnTo>
                  <a:lnTo>
                    <a:pt x="4241" y="173631"/>
                  </a:lnTo>
                  <a:lnTo>
                    <a:pt x="5509" y="178778"/>
                  </a:lnTo>
                  <a:lnTo>
                    <a:pt x="6940" y="183881"/>
                  </a:lnTo>
                  <a:lnTo>
                    <a:pt x="8532" y="188936"/>
                  </a:lnTo>
                  <a:lnTo>
                    <a:pt x="10283" y="193939"/>
                  </a:lnTo>
                  <a:lnTo>
                    <a:pt x="12192" y="198883"/>
                  </a:lnTo>
                  <a:lnTo>
                    <a:pt x="14257" y="203764"/>
                  </a:lnTo>
                  <a:lnTo>
                    <a:pt x="16476" y="208578"/>
                  </a:lnTo>
                  <a:lnTo>
                    <a:pt x="18846" y="213318"/>
                  </a:lnTo>
                  <a:lnTo>
                    <a:pt x="21365" y="217981"/>
                  </a:lnTo>
                  <a:lnTo>
                    <a:pt x="24030" y="222562"/>
                  </a:lnTo>
                  <a:lnTo>
                    <a:pt x="26840" y="227057"/>
                  </a:lnTo>
                  <a:lnTo>
                    <a:pt x="29790" y="231459"/>
                  </a:lnTo>
                  <a:lnTo>
                    <a:pt x="32879" y="235767"/>
                  </a:lnTo>
                  <a:lnTo>
                    <a:pt x="36103" y="239974"/>
                  </a:lnTo>
                  <a:lnTo>
                    <a:pt x="39458" y="244076"/>
                  </a:lnTo>
                  <a:lnTo>
                    <a:pt x="42942" y="248070"/>
                  </a:lnTo>
                  <a:lnTo>
                    <a:pt x="46550" y="251952"/>
                  </a:lnTo>
                  <a:lnTo>
                    <a:pt x="50280" y="255718"/>
                  </a:lnTo>
                  <a:lnTo>
                    <a:pt x="54128" y="259363"/>
                  </a:lnTo>
                  <a:lnTo>
                    <a:pt x="58089" y="262885"/>
                  </a:lnTo>
                  <a:lnTo>
                    <a:pt x="62159" y="266279"/>
                  </a:lnTo>
                  <a:lnTo>
                    <a:pt x="66335" y="269542"/>
                  </a:lnTo>
                  <a:lnTo>
                    <a:pt x="70613" y="272672"/>
                  </a:lnTo>
                  <a:lnTo>
                    <a:pt x="74988" y="275664"/>
                  </a:lnTo>
                  <a:lnTo>
                    <a:pt x="79455" y="278516"/>
                  </a:lnTo>
                  <a:lnTo>
                    <a:pt x="84010" y="281225"/>
                  </a:lnTo>
                  <a:lnTo>
                    <a:pt x="88649" y="283788"/>
                  </a:lnTo>
                  <a:lnTo>
                    <a:pt x="93367" y="286203"/>
                  </a:lnTo>
                  <a:lnTo>
                    <a:pt x="98159" y="288467"/>
                  </a:lnTo>
                  <a:lnTo>
                    <a:pt x="103021" y="290578"/>
                  </a:lnTo>
                  <a:lnTo>
                    <a:pt x="107947" y="292534"/>
                  </a:lnTo>
                  <a:lnTo>
                    <a:pt x="112932" y="294333"/>
                  </a:lnTo>
                  <a:lnTo>
                    <a:pt x="117972" y="295973"/>
                  </a:lnTo>
                  <a:lnTo>
                    <a:pt x="123062" y="297452"/>
                  </a:lnTo>
                  <a:lnTo>
                    <a:pt x="128196" y="298769"/>
                  </a:lnTo>
                  <a:lnTo>
                    <a:pt x="133369" y="299923"/>
                  </a:lnTo>
                  <a:lnTo>
                    <a:pt x="138576" y="300912"/>
                  </a:lnTo>
                  <a:lnTo>
                    <a:pt x="143811" y="301735"/>
                  </a:lnTo>
                  <a:lnTo>
                    <a:pt x="149070" y="302393"/>
                  </a:lnTo>
                  <a:lnTo>
                    <a:pt x="154348" y="302883"/>
                  </a:lnTo>
                  <a:lnTo>
                    <a:pt x="159638" y="303205"/>
                  </a:lnTo>
                  <a:lnTo>
                    <a:pt x="164936" y="303360"/>
                  </a:lnTo>
                  <a:lnTo>
                    <a:pt x="170236" y="303347"/>
                  </a:lnTo>
                  <a:lnTo>
                    <a:pt x="175533" y="303165"/>
                  </a:lnTo>
                  <a:lnTo>
                    <a:pt x="180821" y="302816"/>
                  </a:lnTo>
                  <a:lnTo>
                    <a:pt x="186096" y="302299"/>
                  </a:lnTo>
                  <a:lnTo>
                    <a:pt x="191352" y="301616"/>
                  </a:lnTo>
                  <a:lnTo>
                    <a:pt x="196584" y="300766"/>
                  </a:lnTo>
                  <a:lnTo>
                    <a:pt x="201785" y="299751"/>
                  </a:lnTo>
                  <a:lnTo>
                    <a:pt x="206953" y="298571"/>
                  </a:lnTo>
                  <a:lnTo>
                    <a:pt x="212080" y="297228"/>
                  </a:lnTo>
                  <a:lnTo>
                    <a:pt x="217162" y="295723"/>
                  </a:lnTo>
                  <a:lnTo>
                    <a:pt x="222193" y="294058"/>
                  </a:lnTo>
                  <a:lnTo>
                    <a:pt x="227170" y="292234"/>
                  </a:lnTo>
                  <a:lnTo>
                    <a:pt x="232086" y="290254"/>
                  </a:lnTo>
                  <a:lnTo>
                    <a:pt x="236937" y="288118"/>
                  </a:lnTo>
                  <a:lnTo>
                    <a:pt x="241717" y="285830"/>
                  </a:lnTo>
                  <a:lnTo>
                    <a:pt x="246423" y="283392"/>
                  </a:lnTo>
                  <a:lnTo>
                    <a:pt x="251049" y="280805"/>
                  </a:lnTo>
                  <a:lnTo>
                    <a:pt x="255591" y="278073"/>
                  </a:lnTo>
                  <a:lnTo>
                    <a:pt x="260044" y="275199"/>
                  </a:lnTo>
                  <a:lnTo>
                    <a:pt x="264403" y="272185"/>
                  </a:lnTo>
                  <a:lnTo>
                    <a:pt x="268665" y="269034"/>
                  </a:lnTo>
                  <a:lnTo>
                    <a:pt x="272825" y="265749"/>
                  </a:lnTo>
                  <a:lnTo>
                    <a:pt x="276878" y="262335"/>
                  </a:lnTo>
                  <a:lnTo>
                    <a:pt x="280822" y="258793"/>
                  </a:lnTo>
                  <a:lnTo>
                    <a:pt x="284651" y="255129"/>
                  </a:lnTo>
                  <a:lnTo>
                    <a:pt x="288361" y="251344"/>
                  </a:lnTo>
                  <a:lnTo>
                    <a:pt x="291951" y="247444"/>
                  </a:lnTo>
                  <a:lnTo>
                    <a:pt x="295414" y="243433"/>
                  </a:lnTo>
                  <a:lnTo>
                    <a:pt x="298749" y="239313"/>
                  </a:lnTo>
                  <a:lnTo>
                    <a:pt x="301951" y="235090"/>
                  </a:lnTo>
                  <a:lnTo>
                    <a:pt x="305018" y="230767"/>
                  </a:lnTo>
                  <a:lnTo>
                    <a:pt x="307947" y="226350"/>
                  </a:lnTo>
                  <a:lnTo>
                    <a:pt x="310734" y="221842"/>
                  </a:lnTo>
                  <a:lnTo>
                    <a:pt x="313376" y="217247"/>
                  </a:lnTo>
                  <a:lnTo>
                    <a:pt x="315872" y="212572"/>
                  </a:lnTo>
                  <a:lnTo>
                    <a:pt x="318218" y="207819"/>
                  </a:lnTo>
                  <a:lnTo>
                    <a:pt x="320412" y="202995"/>
                  </a:lnTo>
                  <a:lnTo>
                    <a:pt x="322452" y="198103"/>
                  </a:lnTo>
                  <a:lnTo>
                    <a:pt x="324336" y="193149"/>
                  </a:lnTo>
                  <a:lnTo>
                    <a:pt x="326062" y="188138"/>
                  </a:lnTo>
                  <a:lnTo>
                    <a:pt x="327629" y="183075"/>
                  </a:lnTo>
                  <a:lnTo>
                    <a:pt x="329034" y="177964"/>
                  </a:lnTo>
                  <a:lnTo>
                    <a:pt x="330276" y="172812"/>
                  </a:lnTo>
                  <a:lnTo>
                    <a:pt x="331355" y="167623"/>
                  </a:lnTo>
                  <a:lnTo>
                    <a:pt x="332268" y="162402"/>
                  </a:lnTo>
                  <a:lnTo>
                    <a:pt x="333016" y="157155"/>
                  </a:lnTo>
                  <a:lnTo>
                    <a:pt x="333596" y="151887"/>
                  </a:lnTo>
                  <a:lnTo>
                    <a:pt x="334010" y="146603"/>
                  </a:lnTo>
                  <a:lnTo>
                    <a:pt x="334255" y="141308"/>
                  </a:lnTo>
                  <a:lnTo>
                    <a:pt x="334333" y="136009"/>
                  </a:lnTo>
                  <a:lnTo>
                    <a:pt x="334243" y="130709"/>
                  </a:lnTo>
                  <a:lnTo>
                    <a:pt x="333984" y="125416"/>
                  </a:lnTo>
                  <a:lnTo>
                    <a:pt x="333558" y="120133"/>
                  </a:lnTo>
                  <a:lnTo>
                    <a:pt x="332965" y="114866"/>
                  </a:lnTo>
                  <a:lnTo>
                    <a:pt x="332205" y="109621"/>
                  </a:lnTo>
                  <a:lnTo>
                    <a:pt x="331280" y="104402"/>
                  </a:lnTo>
                  <a:lnTo>
                    <a:pt x="330189" y="99215"/>
                  </a:lnTo>
                  <a:lnTo>
                    <a:pt x="328934" y="94066"/>
                  </a:lnTo>
                  <a:lnTo>
                    <a:pt x="327517" y="88959"/>
                  </a:lnTo>
                  <a:lnTo>
                    <a:pt x="325939" y="83899"/>
                  </a:lnTo>
                  <a:lnTo>
                    <a:pt x="324201" y="78892"/>
                  </a:lnTo>
                  <a:lnTo>
                    <a:pt x="322305" y="73943"/>
                  </a:lnTo>
                  <a:lnTo>
                    <a:pt x="320253" y="69056"/>
                  </a:lnTo>
                  <a:lnTo>
                    <a:pt x="318047" y="64237"/>
                  </a:lnTo>
                  <a:lnTo>
                    <a:pt x="315690" y="59490"/>
                  </a:lnTo>
                  <a:lnTo>
                    <a:pt x="313183" y="54820"/>
                  </a:lnTo>
                  <a:lnTo>
                    <a:pt x="310530" y="50232"/>
                  </a:lnTo>
                  <a:lnTo>
                    <a:pt x="307732" y="45731"/>
                  </a:lnTo>
                  <a:lnTo>
                    <a:pt x="304793" y="41320"/>
                  </a:lnTo>
                  <a:lnTo>
                    <a:pt x="301716" y="37005"/>
                  </a:lnTo>
                  <a:lnTo>
                    <a:pt x="298504" y="32789"/>
                  </a:lnTo>
                  <a:lnTo>
                    <a:pt x="295159" y="28678"/>
                  </a:lnTo>
                  <a:lnTo>
                    <a:pt x="291686" y="24674"/>
                  </a:lnTo>
                  <a:lnTo>
                    <a:pt x="288088" y="20783"/>
                  </a:lnTo>
                  <a:lnTo>
                    <a:pt x="284368" y="17007"/>
                  </a:lnTo>
                  <a:lnTo>
                    <a:pt x="280530" y="13352"/>
                  </a:lnTo>
                  <a:lnTo>
                    <a:pt x="276578" y="9820"/>
                  </a:lnTo>
                  <a:lnTo>
                    <a:pt x="272517" y="6415"/>
                  </a:lnTo>
                  <a:lnTo>
                    <a:pt x="268349" y="3140"/>
                  </a:lnTo>
                  <a:lnTo>
                    <a:pt x="264080" y="0"/>
                  </a:lnTo>
                  <a:lnTo>
                    <a:pt x="167166" y="1362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488720" y="1322571"/>
              <a:ext cx="96914" cy="167167"/>
            </a:xfrm>
            <a:custGeom>
              <a:avLst/>
              <a:pathLst>
                <a:path w="96914" h="167167">
                  <a:moveTo>
                    <a:pt x="96914" y="30959"/>
                  </a:moveTo>
                  <a:lnTo>
                    <a:pt x="92178" y="27711"/>
                  </a:lnTo>
                  <a:lnTo>
                    <a:pt x="87333" y="24627"/>
                  </a:lnTo>
                  <a:lnTo>
                    <a:pt x="82385" y="21711"/>
                  </a:lnTo>
                  <a:lnTo>
                    <a:pt x="77341" y="18967"/>
                  </a:lnTo>
                  <a:lnTo>
                    <a:pt x="72204" y="16397"/>
                  </a:lnTo>
                  <a:lnTo>
                    <a:pt x="66983" y="14006"/>
                  </a:lnTo>
                  <a:lnTo>
                    <a:pt x="61682" y="11796"/>
                  </a:lnTo>
                  <a:lnTo>
                    <a:pt x="56309" y="9769"/>
                  </a:lnTo>
                  <a:lnTo>
                    <a:pt x="50869" y="7927"/>
                  </a:lnTo>
                  <a:lnTo>
                    <a:pt x="45369" y="6274"/>
                  </a:lnTo>
                  <a:lnTo>
                    <a:pt x="39816" y="4811"/>
                  </a:lnTo>
                  <a:lnTo>
                    <a:pt x="34216" y="3539"/>
                  </a:lnTo>
                  <a:lnTo>
                    <a:pt x="28575" y="2460"/>
                  </a:lnTo>
                  <a:lnTo>
                    <a:pt x="22900" y="1576"/>
                  </a:lnTo>
                  <a:lnTo>
                    <a:pt x="17199" y="887"/>
                  </a:lnTo>
                  <a:lnTo>
                    <a:pt x="11477" y="394"/>
                  </a:lnTo>
                  <a:lnTo>
                    <a:pt x="5742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2747" y="1681503"/>
              <a:ext cx="83777" cy="167167"/>
            </a:xfrm>
            <a:custGeom>
              <a:avLst/>
              <a:pathLst>
                <a:path w="83777" h="167167">
                  <a:moveTo>
                    <a:pt x="83777" y="0"/>
                  </a:moveTo>
                  <a:lnTo>
                    <a:pt x="77928" y="102"/>
                  </a:lnTo>
                  <a:lnTo>
                    <a:pt x="72086" y="409"/>
                  </a:lnTo>
                  <a:lnTo>
                    <a:pt x="66259" y="920"/>
                  </a:lnTo>
                  <a:lnTo>
                    <a:pt x="60453" y="1635"/>
                  </a:lnTo>
                  <a:lnTo>
                    <a:pt x="54675" y="2552"/>
                  </a:lnTo>
                  <a:lnTo>
                    <a:pt x="48934" y="3671"/>
                  </a:lnTo>
                  <a:lnTo>
                    <a:pt x="43234" y="4990"/>
                  </a:lnTo>
                  <a:lnTo>
                    <a:pt x="37585" y="6508"/>
                  </a:lnTo>
                  <a:lnTo>
                    <a:pt x="31992" y="8223"/>
                  </a:lnTo>
                  <a:lnTo>
                    <a:pt x="26462" y="10132"/>
                  </a:lnTo>
                  <a:lnTo>
                    <a:pt x="21003" y="12234"/>
                  </a:lnTo>
                  <a:lnTo>
                    <a:pt x="15620" y="14525"/>
                  </a:lnTo>
                  <a:lnTo>
                    <a:pt x="10321" y="17003"/>
                  </a:lnTo>
                  <a:lnTo>
                    <a:pt x="5112" y="19665"/>
                  </a:lnTo>
                  <a:lnTo>
                    <a:pt x="0" y="22508"/>
                  </a:lnTo>
                  <a:lnTo>
                    <a:pt x="837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02747" y="1704011"/>
              <a:ext cx="83777" cy="144659"/>
            </a:xfrm>
            <a:custGeom>
              <a:avLst/>
              <a:pathLst>
                <a:path w="83777" h="144659">
                  <a:moveTo>
                    <a:pt x="0" y="0"/>
                  </a:moveTo>
                  <a:lnTo>
                    <a:pt x="83777" y="1446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919357" y="1681503"/>
              <a:ext cx="334324" cy="334327"/>
            </a:xfrm>
            <a:custGeom>
              <a:avLst/>
              <a:pathLst>
                <a:path w="334324" h="334327">
                  <a:moveTo>
                    <a:pt x="83389" y="22508"/>
                  </a:moveTo>
                  <a:lnTo>
                    <a:pt x="78855" y="25231"/>
                  </a:lnTo>
                  <a:lnTo>
                    <a:pt x="74409" y="28095"/>
                  </a:lnTo>
                  <a:lnTo>
                    <a:pt x="70056" y="31099"/>
                  </a:lnTo>
                  <a:lnTo>
                    <a:pt x="65800" y="34239"/>
                  </a:lnTo>
                  <a:lnTo>
                    <a:pt x="61646" y="37512"/>
                  </a:lnTo>
                  <a:lnTo>
                    <a:pt x="57598" y="40915"/>
                  </a:lnTo>
                  <a:lnTo>
                    <a:pt x="53659" y="44444"/>
                  </a:lnTo>
                  <a:lnTo>
                    <a:pt x="49833" y="48096"/>
                  </a:lnTo>
                  <a:lnTo>
                    <a:pt x="46125" y="51868"/>
                  </a:lnTo>
                  <a:lnTo>
                    <a:pt x="42539" y="55754"/>
                  </a:lnTo>
                  <a:lnTo>
                    <a:pt x="39077" y="59752"/>
                  </a:lnTo>
                  <a:lnTo>
                    <a:pt x="35743" y="63858"/>
                  </a:lnTo>
                  <a:lnTo>
                    <a:pt x="32541" y="68067"/>
                  </a:lnTo>
                  <a:lnTo>
                    <a:pt x="29473" y="72375"/>
                  </a:lnTo>
                  <a:lnTo>
                    <a:pt x="26543" y="76779"/>
                  </a:lnTo>
                  <a:lnTo>
                    <a:pt x="23755" y="81272"/>
                  </a:lnTo>
                  <a:lnTo>
                    <a:pt x="21109" y="85852"/>
                  </a:lnTo>
                  <a:lnTo>
                    <a:pt x="18610" y="90513"/>
                  </a:lnTo>
                  <a:lnTo>
                    <a:pt x="16259" y="95251"/>
                  </a:lnTo>
                  <a:lnTo>
                    <a:pt x="14060" y="100060"/>
                  </a:lnTo>
                  <a:lnTo>
                    <a:pt x="12014" y="104937"/>
                  </a:lnTo>
                  <a:lnTo>
                    <a:pt x="10123" y="109876"/>
                  </a:lnTo>
                  <a:lnTo>
                    <a:pt x="8389" y="114873"/>
                  </a:lnTo>
                  <a:lnTo>
                    <a:pt x="6814" y="119922"/>
                  </a:lnTo>
                  <a:lnTo>
                    <a:pt x="5400" y="125018"/>
                  </a:lnTo>
                  <a:lnTo>
                    <a:pt x="4148" y="130156"/>
                  </a:lnTo>
                  <a:lnTo>
                    <a:pt x="3059" y="135331"/>
                  </a:lnTo>
                  <a:lnTo>
                    <a:pt x="2134" y="140539"/>
                  </a:lnTo>
                  <a:lnTo>
                    <a:pt x="1374" y="145773"/>
                  </a:lnTo>
                  <a:lnTo>
                    <a:pt x="780" y="151028"/>
                  </a:lnTo>
                  <a:lnTo>
                    <a:pt x="353" y="156299"/>
                  </a:lnTo>
                  <a:lnTo>
                    <a:pt x="93" y="161582"/>
                  </a:lnTo>
                  <a:lnTo>
                    <a:pt x="0" y="166870"/>
                  </a:lnTo>
                  <a:lnTo>
                    <a:pt x="74" y="172158"/>
                  </a:lnTo>
                  <a:lnTo>
                    <a:pt x="315" y="177441"/>
                  </a:lnTo>
                  <a:lnTo>
                    <a:pt x="724" y="182714"/>
                  </a:lnTo>
                  <a:lnTo>
                    <a:pt x="1299" y="187971"/>
                  </a:lnTo>
                  <a:lnTo>
                    <a:pt x="2040" y="193208"/>
                  </a:lnTo>
                  <a:lnTo>
                    <a:pt x="2946" y="198418"/>
                  </a:lnTo>
                  <a:lnTo>
                    <a:pt x="4017" y="203598"/>
                  </a:lnTo>
                  <a:lnTo>
                    <a:pt x="5251" y="208740"/>
                  </a:lnTo>
                  <a:lnTo>
                    <a:pt x="6647" y="213841"/>
                  </a:lnTo>
                  <a:lnTo>
                    <a:pt x="8204" y="218896"/>
                  </a:lnTo>
                  <a:lnTo>
                    <a:pt x="9920" y="223899"/>
                  </a:lnTo>
                  <a:lnTo>
                    <a:pt x="11793" y="228844"/>
                  </a:lnTo>
                  <a:lnTo>
                    <a:pt x="13822" y="233729"/>
                  </a:lnTo>
                  <a:lnTo>
                    <a:pt x="16005" y="238546"/>
                  </a:lnTo>
                  <a:lnTo>
                    <a:pt x="18338" y="243292"/>
                  </a:lnTo>
                  <a:lnTo>
                    <a:pt x="20821" y="247962"/>
                  </a:lnTo>
                  <a:lnTo>
                    <a:pt x="23450" y="252551"/>
                  </a:lnTo>
                  <a:lnTo>
                    <a:pt x="26223" y="257054"/>
                  </a:lnTo>
                  <a:lnTo>
                    <a:pt x="29137" y="261468"/>
                  </a:lnTo>
                  <a:lnTo>
                    <a:pt x="32189" y="265787"/>
                  </a:lnTo>
                  <a:lnTo>
                    <a:pt x="35376" y="270008"/>
                  </a:lnTo>
                  <a:lnTo>
                    <a:pt x="38695" y="274125"/>
                  </a:lnTo>
                  <a:lnTo>
                    <a:pt x="42143" y="278136"/>
                  </a:lnTo>
                  <a:lnTo>
                    <a:pt x="45716" y="282035"/>
                  </a:lnTo>
                  <a:lnTo>
                    <a:pt x="49410" y="285819"/>
                  </a:lnTo>
                  <a:lnTo>
                    <a:pt x="53223" y="289485"/>
                  </a:lnTo>
                  <a:lnTo>
                    <a:pt x="57149" y="293028"/>
                  </a:lnTo>
                  <a:lnTo>
                    <a:pt x="61186" y="296446"/>
                  </a:lnTo>
                  <a:lnTo>
                    <a:pt x="65328" y="299733"/>
                  </a:lnTo>
                  <a:lnTo>
                    <a:pt x="69573" y="302889"/>
                  </a:lnTo>
                  <a:lnTo>
                    <a:pt x="73915" y="305908"/>
                  </a:lnTo>
                  <a:lnTo>
                    <a:pt x="78350" y="308788"/>
                  </a:lnTo>
                  <a:lnTo>
                    <a:pt x="82875" y="311527"/>
                  </a:lnTo>
                  <a:lnTo>
                    <a:pt x="87484" y="314121"/>
                  </a:lnTo>
                  <a:lnTo>
                    <a:pt x="92172" y="316568"/>
                  </a:lnTo>
                  <a:lnTo>
                    <a:pt x="96936" y="318866"/>
                  </a:lnTo>
                  <a:lnTo>
                    <a:pt x="101770" y="321012"/>
                  </a:lnTo>
                  <a:lnTo>
                    <a:pt x="106669" y="323003"/>
                  </a:lnTo>
                  <a:lnTo>
                    <a:pt x="111629" y="324839"/>
                  </a:lnTo>
                  <a:lnTo>
                    <a:pt x="116644" y="326517"/>
                  </a:lnTo>
                  <a:lnTo>
                    <a:pt x="121710" y="328035"/>
                  </a:lnTo>
                  <a:lnTo>
                    <a:pt x="126822" y="329393"/>
                  </a:lnTo>
                  <a:lnTo>
                    <a:pt x="131974" y="330588"/>
                  </a:lnTo>
                  <a:lnTo>
                    <a:pt x="137161" y="331619"/>
                  </a:lnTo>
                  <a:lnTo>
                    <a:pt x="142378" y="332486"/>
                  </a:lnTo>
                  <a:lnTo>
                    <a:pt x="147620" y="333188"/>
                  </a:lnTo>
                  <a:lnTo>
                    <a:pt x="152882" y="333723"/>
                  </a:lnTo>
                  <a:lnTo>
                    <a:pt x="158158" y="334091"/>
                  </a:lnTo>
                  <a:lnTo>
                    <a:pt x="163443" y="334293"/>
                  </a:lnTo>
                  <a:lnTo>
                    <a:pt x="168731" y="334327"/>
                  </a:lnTo>
                  <a:lnTo>
                    <a:pt x="174018" y="334194"/>
                  </a:lnTo>
                  <a:lnTo>
                    <a:pt x="179299" y="333894"/>
                  </a:lnTo>
                  <a:lnTo>
                    <a:pt x="184567" y="333426"/>
                  </a:lnTo>
                  <a:lnTo>
                    <a:pt x="189817" y="332793"/>
                  </a:lnTo>
                  <a:lnTo>
                    <a:pt x="195045" y="331993"/>
                  </a:lnTo>
                  <a:lnTo>
                    <a:pt x="200245" y="331029"/>
                  </a:lnTo>
                  <a:lnTo>
                    <a:pt x="205412" y="329901"/>
                  </a:lnTo>
                  <a:lnTo>
                    <a:pt x="210541" y="328609"/>
                  </a:lnTo>
                  <a:lnTo>
                    <a:pt x="215626" y="327156"/>
                  </a:lnTo>
                  <a:lnTo>
                    <a:pt x="220663" y="325543"/>
                  </a:lnTo>
                  <a:lnTo>
                    <a:pt x="225646" y="323772"/>
                  </a:lnTo>
                  <a:lnTo>
                    <a:pt x="230571" y="321844"/>
                  </a:lnTo>
                  <a:lnTo>
                    <a:pt x="235432" y="319760"/>
                  </a:lnTo>
                  <a:lnTo>
                    <a:pt x="240225" y="317525"/>
                  </a:lnTo>
                  <a:lnTo>
                    <a:pt x="244945" y="315138"/>
                  </a:lnTo>
                  <a:lnTo>
                    <a:pt x="249587" y="312604"/>
                  </a:lnTo>
                  <a:lnTo>
                    <a:pt x="254146" y="309924"/>
                  </a:lnTo>
                  <a:lnTo>
                    <a:pt x="258619" y="307101"/>
                  </a:lnTo>
                  <a:lnTo>
                    <a:pt x="262999" y="304138"/>
                  </a:lnTo>
                  <a:lnTo>
                    <a:pt x="267284" y="301038"/>
                  </a:lnTo>
                  <a:lnTo>
                    <a:pt x="271469" y="297804"/>
                  </a:lnTo>
                  <a:lnTo>
                    <a:pt x="275549" y="294439"/>
                  </a:lnTo>
                  <a:lnTo>
                    <a:pt x="279521" y="290947"/>
                  </a:lnTo>
                  <a:lnTo>
                    <a:pt x="283380" y="287331"/>
                  </a:lnTo>
                  <a:lnTo>
                    <a:pt x="287123" y="283594"/>
                  </a:lnTo>
                  <a:lnTo>
                    <a:pt x="290746" y="279741"/>
                  </a:lnTo>
                  <a:lnTo>
                    <a:pt x="294246" y="275776"/>
                  </a:lnTo>
                  <a:lnTo>
                    <a:pt x="297618" y="271701"/>
                  </a:lnTo>
                  <a:lnTo>
                    <a:pt x="300859" y="267523"/>
                  </a:lnTo>
                  <a:lnTo>
                    <a:pt x="303967" y="263243"/>
                  </a:lnTo>
                  <a:lnTo>
                    <a:pt x="306938" y="258868"/>
                  </a:lnTo>
                  <a:lnTo>
                    <a:pt x="309769" y="254400"/>
                  </a:lnTo>
                  <a:lnTo>
                    <a:pt x="312457" y="249846"/>
                  </a:lnTo>
                  <a:lnTo>
                    <a:pt x="314999" y="245208"/>
                  </a:lnTo>
                  <a:lnTo>
                    <a:pt x="317394" y="240493"/>
                  </a:lnTo>
                  <a:lnTo>
                    <a:pt x="319638" y="235704"/>
                  </a:lnTo>
                  <a:lnTo>
                    <a:pt x="321730" y="230846"/>
                  </a:lnTo>
                  <a:lnTo>
                    <a:pt x="323667" y="225925"/>
                  </a:lnTo>
                  <a:lnTo>
                    <a:pt x="325448" y="220945"/>
                  </a:lnTo>
                  <a:lnTo>
                    <a:pt x="327070" y="215911"/>
                  </a:lnTo>
                  <a:lnTo>
                    <a:pt x="328532" y="210828"/>
                  </a:lnTo>
                  <a:lnTo>
                    <a:pt x="329832" y="205702"/>
                  </a:lnTo>
                  <a:lnTo>
                    <a:pt x="330970" y="200537"/>
                  </a:lnTo>
                  <a:lnTo>
                    <a:pt x="331943" y="195339"/>
                  </a:lnTo>
                  <a:lnTo>
                    <a:pt x="332752" y="190112"/>
                  </a:lnTo>
                  <a:lnTo>
                    <a:pt x="333395" y="184863"/>
                  </a:lnTo>
                  <a:lnTo>
                    <a:pt x="333871" y="179595"/>
                  </a:lnTo>
                  <a:lnTo>
                    <a:pt x="334181" y="174316"/>
                  </a:lnTo>
                  <a:lnTo>
                    <a:pt x="334324" y="169029"/>
                  </a:lnTo>
                  <a:lnTo>
                    <a:pt x="334299" y="163740"/>
                  </a:lnTo>
                  <a:lnTo>
                    <a:pt x="334107" y="158455"/>
                  </a:lnTo>
                  <a:lnTo>
                    <a:pt x="333748" y="153179"/>
                  </a:lnTo>
                  <a:lnTo>
                    <a:pt x="333222" y="147916"/>
                  </a:lnTo>
                  <a:lnTo>
                    <a:pt x="332530" y="142673"/>
                  </a:lnTo>
                  <a:lnTo>
                    <a:pt x="331672" y="137454"/>
                  </a:lnTo>
                  <a:lnTo>
                    <a:pt x="330650" y="132265"/>
                  </a:lnTo>
                  <a:lnTo>
                    <a:pt x="329464" y="127111"/>
                  </a:lnTo>
                  <a:lnTo>
                    <a:pt x="328116" y="121997"/>
                  </a:lnTo>
                  <a:lnTo>
                    <a:pt x="326606" y="116928"/>
                  </a:lnTo>
                  <a:lnTo>
                    <a:pt x="324937" y="111910"/>
                  </a:lnTo>
                  <a:lnTo>
                    <a:pt x="323110" y="106947"/>
                  </a:lnTo>
                  <a:lnTo>
                    <a:pt x="321127" y="102044"/>
                  </a:lnTo>
                  <a:lnTo>
                    <a:pt x="318990" y="97206"/>
                  </a:lnTo>
                  <a:lnTo>
                    <a:pt x="316701" y="92438"/>
                  </a:lnTo>
                  <a:lnTo>
                    <a:pt x="314262" y="87745"/>
                  </a:lnTo>
                  <a:lnTo>
                    <a:pt x="311676" y="83132"/>
                  </a:lnTo>
                  <a:lnTo>
                    <a:pt x="308946" y="78603"/>
                  </a:lnTo>
                  <a:lnTo>
                    <a:pt x="306073" y="74162"/>
                  </a:lnTo>
                  <a:lnTo>
                    <a:pt x="303062" y="69814"/>
                  </a:lnTo>
                  <a:lnTo>
                    <a:pt x="299914" y="65564"/>
                  </a:lnTo>
                  <a:lnTo>
                    <a:pt x="296634" y="61416"/>
                  </a:lnTo>
                  <a:lnTo>
                    <a:pt x="293224" y="57373"/>
                  </a:lnTo>
                  <a:lnTo>
                    <a:pt x="289687" y="53441"/>
                  </a:lnTo>
                  <a:lnTo>
                    <a:pt x="286028" y="49622"/>
                  </a:lnTo>
                  <a:lnTo>
                    <a:pt x="282251" y="45921"/>
                  </a:lnTo>
                  <a:lnTo>
                    <a:pt x="278358" y="42341"/>
                  </a:lnTo>
                  <a:lnTo>
                    <a:pt x="274353" y="38886"/>
                  </a:lnTo>
                  <a:lnTo>
                    <a:pt x="270242" y="35560"/>
                  </a:lnTo>
                  <a:lnTo>
                    <a:pt x="266027" y="32365"/>
                  </a:lnTo>
                  <a:lnTo>
                    <a:pt x="261713" y="29305"/>
                  </a:lnTo>
                  <a:lnTo>
                    <a:pt x="257305" y="26383"/>
                  </a:lnTo>
                  <a:lnTo>
                    <a:pt x="252806" y="23602"/>
                  </a:lnTo>
                  <a:lnTo>
                    <a:pt x="248222" y="20965"/>
                  </a:lnTo>
                  <a:lnTo>
                    <a:pt x="243556" y="18474"/>
                  </a:lnTo>
                  <a:lnTo>
                    <a:pt x="238815" y="16132"/>
                  </a:lnTo>
                  <a:lnTo>
                    <a:pt x="234001" y="13941"/>
                  </a:lnTo>
                  <a:lnTo>
                    <a:pt x="229120" y="11904"/>
                  </a:lnTo>
                  <a:lnTo>
                    <a:pt x="224178" y="10022"/>
                  </a:lnTo>
                  <a:lnTo>
                    <a:pt x="219178" y="8297"/>
                  </a:lnTo>
                  <a:lnTo>
                    <a:pt x="214127" y="6731"/>
                  </a:lnTo>
                  <a:lnTo>
                    <a:pt x="209028" y="5326"/>
                  </a:lnTo>
                  <a:lnTo>
                    <a:pt x="203887" y="4083"/>
                  </a:lnTo>
                  <a:lnTo>
                    <a:pt x="198710" y="3003"/>
                  </a:lnTo>
                  <a:lnTo>
                    <a:pt x="193501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4850" y="2126963"/>
              <a:ext cx="106436" cy="167167"/>
            </a:xfrm>
            <a:custGeom>
              <a:avLst/>
              <a:pathLst>
                <a:path w="106436" h="167167">
                  <a:moveTo>
                    <a:pt x="106436" y="0"/>
                  </a:moveTo>
                  <a:lnTo>
                    <a:pt x="100668" y="99"/>
                  </a:lnTo>
                  <a:lnTo>
                    <a:pt x="94907" y="398"/>
                  </a:lnTo>
                  <a:lnTo>
                    <a:pt x="89160" y="895"/>
                  </a:lnTo>
                  <a:lnTo>
                    <a:pt x="83433" y="1590"/>
                  </a:lnTo>
                  <a:lnTo>
                    <a:pt x="77734" y="2482"/>
                  </a:lnTo>
                  <a:lnTo>
                    <a:pt x="72068" y="3570"/>
                  </a:lnTo>
                  <a:lnTo>
                    <a:pt x="66444" y="4854"/>
                  </a:lnTo>
                  <a:lnTo>
                    <a:pt x="60867" y="6330"/>
                  </a:lnTo>
                  <a:lnTo>
                    <a:pt x="55345" y="7998"/>
                  </a:lnTo>
                  <a:lnTo>
                    <a:pt x="49883" y="9856"/>
                  </a:lnTo>
                  <a:lnTo>
                    <a:pt x="44489" y="11901"/>
                  </a:lnTo>
                  <a:lnTo>
                    <a:pt x="39169" y="14131"/>
                  </a:lnTo>
                  <a:lnTo>
                    <a:pt x="33928" y="16543"/>
                  </a:lnTo>
                  <a:lnTo>
                    <a:pt x="28774" y="19135"/>
                  </a:lnTo>
                  <a:lnTo>
                    <a:pt x="23713" y="21902"/>
                  </a:lnTo>
                  <a:lnTo>
                    <a:pt x="18750" y="24843"/>
                  </a:lnTo>
                  <a:lnTo>
                    <a:pt x="13891" y="27953"/>
                  </a:lnTo>
                  <a:lnTo>
                    <a:pt x="9143" y="31230"/>
                  </a:lnTo>
                  <a:lnTo>
                    <a:pt x="4511" y="34668"/>
                  </a:lnTo>
                  <a:lnTo>
                    <a:pt x="0" y="38263"/>
                  </a:lnTo>
                  <a:lnTo>
                    <a:pt x="10643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74850" y="2165227"/>
              <a:ext cx="106436" cy="128903"/>
            </a:xfrm>
            <a:custGeom>
              <a:avLst/>
              <a:pathLst>
                <a:path w="106436" h="128903">
                  <a:moveTo>
                    <a:pt x="0" y="0"/>
                  </a:moveTo>
                  <a:lnTo>
                    <a:pt x="106436" y="1289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21" y="2127712"/>
              <a:ext cx="334326" cy="333570"/>
            </a:xfrm>
            <a:custGeom>
              <a:avLst/>
              <a:pathLst>
                <a:path w="334326" h="333570">
                  <a:moveTo>
                    <a:pt x="60729" y="37514"/>
                  </a:moveTo>
                  <a:lnTo>
                    <a:pt x="56709" y="40941"/>
                  </a:lnTo>
                  <a:lnTo>
                    <a:pt x="52800" y="44494"/>
                  </a:lnTo>
                  <a:lnTo>
                    <a:pt x="49005" y="48168"/>
                  </a:lnTo>
                  <a:lnTo>
                    <a:pt x="45328" y="51960"/>
                  </a:lnTo>
                  <a:lnTo>
                    <a:pt x="41773" y="55866"/>
                  </a:lnTo>
                  <a:lnTo>
                    <a:pt x="38343" y="59883"/>
                  </a:lnTo>
                  <a:lnTo>
                    <a:pt x="35041" y="64006"/>
                  </a:lnTo>
                  <a:lnTo>
                    <a:pt x="31871" y="68232"/>
                  </a:lnTo>
                  <a:lnTo>
                    <a:pt x="28837" y="72555"/>
                  </a:lnTo>
                  <a:lnTo>
                    <a:pt x="25940" y="76973"/>
                  </a:lnTo>
                  <a:lnTo>
                    <a:pt x="23185" y="81479"/>
                  </a:lnTo>
                  <a:lnTo>
                    <a:pt x="20573" y="86070"/>
                  </a:lnTo>
                  <a:lnTo>
                    <a:pt x="18108" y="90742"/>
                  </a:lnTo>
                  <a:lnTo>
                    <a:pt x="15792" y="95489"/>
                  </a:lnTo>
                  <a:lnTo>
                    <a:pt x="13626" y="100307"/>
                  </a:lnTo>
                  <a:lnTo>
                    <a:pt x="11614" y="105191"/>
                  </a:lnTo>
                  <a:lnTo>
                    <a:pt x="9757" y="110136"/>
                  </a:lnTo>
                  <a:lnTo>
                    <a:pt x="8058" y="115137"/>
                  </a:lnTo>
                  <a:lnTo>
                    <a:pt x="6517" y="120189"/>
                  </a:lnTo>
                  <a:lnTo>
                    <a:pt x="5137" y="125288"/>
                  </a:lnTo>
                  <a:lnTo>
                    <a:pt x="3918" y="130428"/>
                  </a:lnTo>
                  <a:lnTo>
                    <a:pt x="2863" y="135603"/>
                  </a:lnTo>
                  <a:lnTo>
                    <a:pt x="1971" y="140810"/>
                  </a:lnTo>
                  <a:lnTo>
                    <a:pt x="1245" y="146041"/>
                  </a:lnTo>
                  <a:lnTo>
                    <a:pt x="684" y="151294"/>
                  </a:lnTo>
                  <a:lnTo>
                    <a:pt x="289" y="156561"/>
                  </a:lnTo>
                  <a:lnTo>
                    <a:pt x="61" y="161838"/>
                  </a:lnTo>
                  <a:lnTo>
                    <a:pt x="0" y="167120"/>
                  </a:lnTo>
                  <a:lnTo>
                    <a:pt x="105" y="172401"/>
                  </a:lnTo>
                  <a:lnTo>
                    <a:pt x="378" y="177676"/>
                  </a:lnTo>
                  <a:lnTo>
                    <a:pt x="817" y="182940"/>
                  </a:lnTo>
                  <a:lnTo>
                    <a:pt x="1422" y="188187"/>
                  </a:lnTo>
                  <a:lnTo>
                    <a:pt x="2192" y="193413"/>
                  </a:lnTo>
                  <a:lnTo>
                    <a:pt x="3127" y="198612"/>
                  </a:lnTo>
                  <a:lnTo>
                    <a:pt x="4226" y="203778"/>
                  </a:lnTo>
                  <a:lnTo>
                    <a:pt x="5488" y="208908"/>
                  </a:lnTo>
                  <a:lnTo>
                    <a:pt x="6911" y="213994"/>
                  </a:lnTo>
                  <a:lnTo>
                    <a:pt x="8494" y="219034"/>
                  </a:lnTo>
                  <a:lnTo>
                    <a:pt x="10236" y="224020"/>
                  </a:lnTo>
                  <a:lnTo>
                    <a:pt x="12134" y="228950"/>
                  </a:lnTo>
                  <a:lnTo>
                    <a:pt x="14187" y="233817"/>
                  </a:lnTo>
                  <a:lnTo>
                    <a:pt x="16393" y="238616"/>
                  </a:lnTo>
                  <a:lnTo>
                    <a:pt x="18749" y="243343"/>
                  </a:lnTo>
                  <a:lnTo>
                    <a:pt x="21254" y="247994"/>
                  </a:lnTo>
                  <a:lnTo>
                    <a:pt x="23904" y="252563"/>
                  </a:lnTo>
                  <a:lnTo>
                    <a:pt x="26697" y="257047"/>
                  </a:lnTo>
                  <a:lnTo>
                    <a:pt x="29630" y="261439"/>
                  </a:lnTo>
                  <a:lnTo>
                    <a:pt x="32701" y="265737"/>
                  </a:lnTo>
                  <a:lnTo>
                    <a:pt x="35906" y="269936"/>
                  </a:lnTo>
                  <a:lnTo>
                    <a:pt x="39242" y="274031"/>
                  </a:lnTo>
                  <a:lnTo>
                    <a:pt x="42706" y="278019"/>
                  </a:lnTo>
                  <a:lnTo>
                    <a:pt x="46294" y="281895"/>
                  </a:lnTo>
                  <a:lnTo>
                    <a:pt x="50003" y="285656"/>
                  </a:lnTo>
                  <a:lnTo>
                    <a:pt x="53829" y="289299"/>
                  </a:lnTo>
                  <a:lnTo>
                    <a:pt x="57767" y="292818"/>
                  </a:lnTo>
                  <a:lnTo>
                    <a:pt x="61816" y="296211"/>
                  </a:lnTo>
                  <a:lnTo>
                    <a:pt x="65969" y="299475"/>
                  </a:lnTo>
                  <a:lnTo>
                    <a:pt x="70223" y="302606"/>
                  </a:lnTo>
                  <a:lnTo>
                    <a:pt x="74574" y="305600"/>
                  </a:lnTo>
                  <a:lnTo>
                    <a:pt x="79018" y="308456"/>
                  </a:lnTo>
                  <a:lnTo>
                    <a:pt x="83549" y="311170"/>
                  </a:lnTo>
                  <a:lnTo>
                    <a:pt x="88164" y="313740"/>
                  </a:lnTo>
                  <a:lnTo>
                    <a:pt x="92858" y="316162"/>
                  </a:lnTo>
                  <a:lnTo>
                    <a:pt x="97626" y="318435"/>
                  </a:lnTo>
                  <a:lnTo>
                    <a:pt x="102464" y="320556"/>
                  </a:lnTo>
                  <a:lnTo>
                    <a:pt x="107366" y="322523"/>
                  </a:lnTo>
                  <a:lnTo>
                    <a:pt x="112328" y="324335"/>
                  </a:lnTo>
                  <a:lnTo>
                    <a:pt x="117344" y="325988"/>
                  </a:lnTo>
                  <a:lnTo>
                    <a:pt x="122411" y="327483"/>
                  </a:lnTo>
                  <a:lnTo>
                    <a:pt x="127522" y="328816"/>
                  </a:lnTo>
                  <a:lnTo>
                    <a:pt x="132672" y="329988"/>
                  </a:lnTo>
                  <a:lnTo>
                    <a:pt x="137857" y="330996"/>
                  </a:lnTo>
                  <a:lnTo>
                    <a:pt x="143072" y="331840"/>
                  </a:lnTo>
                  <a:lnTo>
                    <a:pt x="148310" y="332518"/>
                  </a:lnTo>
                  <a:lnTo>
                    <a:pt x="153567" y="333031"/>
                  </a:lnTo>
                  <a:lnTo>
                    <a:pt x="158838" y="333378"/>
                  </a:lnTo>
                  <a:lnTo>
                    <a:pt x="164117" y="333557"/>
                  </a:lnTo>
                  <a:lnTo>
                    <a:pt x="169399" y="333570"/>
                  </a:lnTo>
                  <a:lnTo>
                    <a:pt x="174679" y="333416"/>
                  </a:lnTo>
                  <a:lnTo>
                    <a:pt x="179951" y="333095"/>
                  </a:lnTo>
                  <a:lnTo>
                    <a:pt x="185211" y="332608"/>
                  </a:lnTo>
                  <a:lnTo>
                    <a:pt x="190453" y="331955"/>
                  </a:lnTo>
                  <a:lnTo>
                    <a:pt x="195671" y="331137"/>
                  </a:lnTo>
                  <a:lnTo>
                    <a:pt x="200861" y="330154"/>
                  </a:lnTo>
                  <a:lnTo>
                    <a:pt x="206017" y="329008"/>
                  </a:lnTo>
                  <a:lnTo>
                    <a:pt x="211135" y="327699"/>
                  </a:lnTo>
                  <a:lnTo>
                    <a:pt x="216208" y="326229"/>
                  </a:lnTo>
                  <a:lnTo>
                    <a:pt x="221233" y="324600"/>
                  </a:lnTo>
                  <a:lnTo>
                    <a:pt x="226203" y="322813"/>
                  </a:lnTo>
                  <a:lnTo>
                    <a:pt x="231115" y="320870"/>
                  </a:lnTo>
                  <a:lnTo>
                    <a:pt x="235963" y="318772"/>
                  </a:lnTo>
                  <a:lnTo>
                    <a:pt x="240742" y="316523"/>
                  </a:lnTo>
                  <a:lnTo>
                    <a:pt x="245448" y="314123"/>
                  </a:lnTo>
                  <a:lnTo>
                    <a:pt x="250075" y="311576"/>
                  </a:lnTo>
                  <a:lnTo>
                    <a:pt x="254620" y="308884"/>
                  </a:lnTo>
                  <a:lnTo>
                    <a:pt x="259077" y="306050"/>
                  </a:lnTo>
                  <a:lnTo>
                    <a:pt x="263443" y="303076"/>
                  </a:lnTo>
                  <a:lnTo>
                    <a:pt x="267712" y="299966"/>
                  </a:lnTo>
                  <a:lnTo>
                    <a:pt x="271882" y="296723"/>
                  </a:lnTo>
                  <a:lnTo>
                    <a:pt x="275946" y="293350"/>
                  </a:lnTo>
                  <a:lnTo>
                    <a:pt x="279902" y="289850"/>
                  </a:lnTo>
                  <a:lnTo>
                    <a:pt x="283746" y="286226"/>
                  </a:lnTo>
                  <a:lnTo>
                    <a:pt x="287473" y="282483"/>
                  </a:lnTo>
                  <a:lnTo>
                    <a:pt x="291079" y="278624"/>
                  </a:lnTo>
                  <a:lnTo>
                    <a:pt x="294563" y="274653"/>
                  </a:lnTo>
                  <a:lnTo>
                    <a:pt x="297919" y="270574"/>
                  </a:lnTo>
                  <a:lnTo>
                    <a:pt x="301144" y="266391"/>
                  </a:lnTo>
                  <a:lnTo>
                    <a:pt x="304236" y="262108"/>
                  </a:lnTo>
                  <a:lnTo>
                    <a:pt x="307190" y="257730"/>
                  </a:lnTo>
                  <a:lnTo>
                    <a:pt x="310006" y="253261"/>
                  </a:lnTo>
                  <a:lnTo>
                    <a:pt x="312678" y="248704"/>
                  </a:lnTo>
                  <a:lnTo>
                    <a:pt x="315205" y="244066"/>
                  </a:lnTo>
                  <a:lnTo>
                    <a:pt x="317584" y="239350"/>
                  </a:lnTo>
                  <a:lnTo>
                    <a:pt x="319813" y="234561"/>
                  </a:lnTo>
                  <a:lnTo>
                    <a:pt x="321890" y="229705"/>
                  </a:lnTo>
                  <a:lnTo>
                    <a:pt x="323812" y="224785"/>
                  </a:lnTo>
                  <a:lnTo>
                    <a:pt x="325578" y="219806"/>
                  </a:lnTo>
                  <a:lnTo>
                    <a:pt x="327186" y="214775"/>
                  </a:lnTo>
                  <a:lnTo>
                    <a:pt x="328634" y="209695"/>
                  </a:lnTo>
                  <a:lnTo>
                    <a:pt x="329921" y="204572"/>
                  </a:lnTo>
                  <a:lnTo>
                    <a:pt x="331045" y="199411"/>
                  </a:lnTo>
                  <a:lnTo>
                    <a:pt x="332005" y="194217"/>
                  </a:lnTo>
                  <a:lnTo>
                    <a:pt x="332801" y="188995"/>
                  </a:lnTo>
                  <a:lnTo>
                    <a:pt x="333432" y="183751"/>
                  </a:lnTo>
                  <a:lnTo>
                    <a:pt x="333896" y="178489"/>
                  </a:lnTo>
                  <a:lnTo>
                    <a:pt x="334195" y="173215"/>
                  </a:lnTo>
                  <a:lnTo>
                    <a:pt x="334326" y="167935"/>
                  </a:lnTo>
                  <a:lnTo>
                    <a:pt x="334291" y="162653"/>
                  </a:lnTo>
                  <a:lnTo>
                    <a:pt x="334088" y="157375"/>
                  </a:lnTo>
                  <a:lnTo>
                    <a:pt x="333719" y="152105"/>
                  </a:lnTo>
                  <a:lnTo>
                    <a:pt x="333184" y="146850"/>
                  </a:lnTo>
                  <a:lnTo>
                    <a:pt x="332483" y="141615"/>
                  </a:lnTo>
                  <a:lnTo>
                    <a:pt x="331617" y="136404"/>
                  </a:lnTo>
                  <a:lnTo>
                    <a:pt x="330586" y="131224"/>
                  </a:lnTo>
                  <a:lnTo>
                    <a:pt x="329393" y="126078"/>
                  </a:lnTo>
                  <a:lnTo>
                    <a:pt x="328037" y="120973"/>
                  </a:lnTo>
                  <a:lnTo>
                    <a:pt x="326521" y="115913"/>
                  </a:lnTo>
                  <a:lnTo>
                    <a:pt x="324846" y="110904"/>
                  </a:lnTo>
                  <a:lnTo>
                    <a:pt x="323013" y="105950"/>
                  </a:lnTo>
                  <a:lnTo>
                    <a:pt x="321025" y="101056"/>
                  </a:lnTo>
                  <a:lnTo>
                    <a:pt x="318883" y="96228"/>
                  </a:lnTo>
                  <a:lnTo>
                    <a:pt x="316590" y="91469"/>
                  </a:lnTo>
                  <a:lnTo>
                    <a:pt x="314147" y="86786"/>
                  </a:lnTo>
                  <a:lnTo>
                    <a:pt x="311558" y="82182"/>
                  </a:lnTo>
                  <a:lnTo>
                    <a:pt x="308825" y="77662"/>
                  </a:lnTo>
                  <a:lnTo>
                    <a:pt x="305950" y="73231"/>
                  </a:lnTo>
                  <a:lnTo>
                    <a:pt x="302936" y="68892"/>
                  </a:lnTo>
                  <a:lnTo>
                    <a:pt x="299788" y="64652"/>
                  </a:lnTo>
                  <a:lnTo>
                    <a:pt x="296506" y="60512"/>
                  </a:lnTo>
                  <a:lnTo>
                    <a:pt x="293096" y="56479"/>
                  </a:lnTo>
                  <a:lnTo>
                    <a:pt x="289559" y="52555"/>
                  </a:lnTo>
                  <a:lnTo>
                    <a:pt x="285901" y="48745"/>
                  </a:lnTo>
                  <a:lnTo>
                    <a:pt x="282124" y="45052"/>
                  </a:lnTo>
                  <a:lnTo>
                    <a:pt x="278232" y="41481"/>
                  </a:lnTo>
                  <a:lnTo>
                    <a:pt x="274229" y="38034"/>
                  </a:lnTo>
                  <a:lnTo>
                    <a:pt x="270120" y="34716"/>
                  </a:lnTo>
                  <a:lnTo>
                    <a:pt x="265907" y="31529"/>
                  </a:lnTo>
                  <a:lnTo>
                    <a:pt x="261596" y="28477"/>
                  </a:lnTo>
                  <a:lnTo>
                    <a:pt x="257191" y="25562"/>
                  </a:lnTo>
                  <a:lnTo>
                    <a:pt x="252696" y="22788"/>
                  </a:lnTo>
                  <a:lnTo>
                    <a:pt x="248116" y="20158"/>
                  </a:lnTo>
                  <a:lnTo>
                    <a:pt x="243454" y="17673"/>
                  </a:lnTo>
                  <a:lnTo>
                    <a:pt x="238717" y="15337"/>
                  </a:lnTo>
                  <a:lnTo>
                    <a:pt x="233908" y="13152"/>
                  </a:lnTo>
                  <a:lnTo>
                    <a:pt x="229032" y="11120"/>
                  </a:lnTo>
                  <a:lnTo>
                    <a:pt x="224095" y="9243"/>
                  </a:lnTo>
                  <a:lnTo>
                    <a:pt x="219101" y="7523"/>
                  </a:lnTo>
                  <a:lnTo>
                    <a:pt x="214055" y="5961"/>
                  </a:lnTo>
                  <a:lnTo>
                    <a:pt x="208962" y="4560"/>
                  </a:lnTo>
                  <a:lnTo>
                    <a:pt x="203827" y="3320"/>
                  </a:lnTo>
                  <a:lnTo>
                    <a:pt x="198656" y="2243"/>
                  </a:lnTo>
                  <a:lnTo>
                    <a:pt x="193453" y="1330"/>
                  </a:lnTo>
                  <a:lnTo>
                    <a:pt x="188224" y="582"/>
                  </a:lnTo>
                  <a:lnTo>
                    <a:pt x="182975" y="0"/>
                  </a:lnTo>
                  <a:lnTo>
                    <a:pt x="167165" y="166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2126963"/>
              <a:ext cx="15809" cy="167167"/>
            </a:xfrm>
            <a:custGeom>
              <a:avLst/>
              <a:pathLst>
                <a:path w="15809" h="167167">
                  <a:moveTo>
                    <a:pt x="15809" y="749"/>
                  </a:moveTo>
                  <a:lnTo>
                    <a:pt x="7913" y="1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423595" y="2633064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29" y="1339"/>
                  </a:lnTo>
                  <a:lnTo>
                    <a:pt x="140788" y="2092"/>
                  </a:lnTo>
                  <a:lnTo>
                    <a:pt x="135573" y="3009"/>
                  </a:lnTo>
                  <a:lnTo>
                    <a:pt x="130390" y="4092"/>
                  </a:lnTo>
                  <a:lnTo>
                    <a:pt x="125244" y="5338"/>
                  </a:lnTo>
                  <a:lnTo>
                    <a:pt x="120140" y="6746"/>
                  </a:lnTo>
                  <a:lnTo>
                    <a:pt x="115083" y="8316"/>
                  </a:lnTo>
                  <a:lnTo>
                    <a:pt x="110079" y="10044"/>
                  </a:lnTo>
                  <a:lnTo>
                    <a:pt x="105131" y="11931"/>
                  </a:lnTo>
                  <a:lnTo>
                    <a:pt x="100246" y="13973"/>
                  </a:lnTo>
                  <a:lnTo>
                    <a:pt x="95428" y="16169"/>
                  </a:lnTo>
                  <a:lnTo>
                    <a:pt x="90682" y="18516"/>
                  </a:lnTo>
                  <a:lnTo>
                    <a:pt x="86012" y="21012"/>
                  </a:lnTo>
                  <a:lnTo>
                    <a:pt x="81424" y="23655"/>
                  </a:lnTo>
                  <a:lnTo>
                    <a:pt x="76922" y="26442"/>
                  </a:lnTo>
                  <a:lnTo>
                    <a:pt x="72511" y="29371"/>
                  </a:lnTo>
                  <a:lnTo>
                    <a:pt x="68194" y="32437"/>
                  </a:lnTo>
                  <a:lnTo>
                    <a:pt x="63977" y="35639"/>
                  </a:lnTo>
                  <a:lnTo>
                    <a:pt x="59863" y="38972"/>
                  </a:lnTo>
                  <a:lnTo>
                    <a:pt x="55857" y="42434"/>
                  </a:lnTo>
                  <a:lnTo>
                    <a:pt x="51963" y="46022"/>
                  </a:lnTo>
                  <a:lnTo>
                    <a:pt x="48184" y="49730"/>
                  </a:lnTo>
                  <a:lnTo>
                    <a:pt x="44524" y="53557"/>
                  </a:lnTo>
                  <a:lnTo>
                    <a:pt x="40988" y="57498"/>
                  </a:lnTo>
                  <a:lnTo>
                    <a:pt x="37578" y="61548"/>
                  </a:lnTo>
                  <a:lnTo>
                    <a:pt x="34298" y="65705"/>
                  </a:lnTo>
                  <a:lnTo>
                    <a:pt x="31151" y="69963"/>
                  </a:lnTo>
                  <a:lnTo>
                    <a:pt x="28141" y="74319"/>
                  </a:lnTo>
                  <a:lnTo>
                    <a:pt x="25270" y="78768"/>
                  </a:lnTo>
                  <a:lnTo>
                    <a:pt x="22542" y="83306"/>
                  </a:lnTo>
                  <a:lnTo>
                    <a:pt x="19959" y="87928"/>
                  </a:lnTo>
                  <a:lnTo>
                    <a:pt x="17523" y="92629"/>
                  </a:lnTo>
                  <a:lnTo>
                    <a:pt x="15238" y="97405"/>
                  </a:lnTo>
                  <a:lnTo>
                    <a:pt x="13104" y="102252"/>
                  </a:lnTo>
                  <a:lnTo>
                    <a:pt x="11126" y="107163"/>
                  </a:lnTo>
                  <a:lnTo>
                    <a:pt x="9304" y="112134"/>
                  </a:lnTo>
                  <a:lnTo>
                    <a:pt x="7640" y="117161"/>
                  </a:lnTo>
                  <a:lnTo>
                    <a:pt x="6136" y="122238"/>
                  </a:lnTo>
                  <a:lnTo>
                    <a:pt x="4794" y="127360"/>
                  </a:lnTo>
                  <a:lnTo>
                    <a:pt x="3615" y="132522"/>
                  </a:lnTo>
                  <a:lnTo>
                    <a:pt x="2600" y="137718"/>
                  </a:lnTo>
                  <a:lnTo>
                    <a:pt x="1750" y="142944"/>
                  </a:lnTo>
                  <a:lnTo>
                    <a:pt x="1066" y="148195"/>
                  </a:lnTo>
                  <a:lnTo>
                    <a:pt x="548" y="153464"/>
                  </a:lnTo>
                  <a:lnTo>
                    <a:pt x="198" y="158747"/>
                  </a:lnTo>
                  <a:lnTo>
                    <a:pt x="15" y="164039"/>
                  </a:lnTo>
                  <a:lnTo>
                    <a:pt x="0" y="169334"/>
                  </a:lnTo>
                  <a:lnTo>
                    <a:pt x="152" y="174627"/>
                  </a:lnTo>
                  <a:lnTo>
                    <a:pt x="472" y="179912"/>
                  </a:lnTo>
                  <a:lnTo>
                    <a:pt x="959" y="185184"/>
                  </a:lnTo>
                  <a:lnTo>
                    <a:pt x="1613" y="190438"/>
                  </a:lnTo>
                  <a:lnTo>
                    <a:pt x="2433" y="195669"/>
                  </a:lnTo>
                  <a:lnTo>
                    <a:pt x="3419" y="200872"/>
                  </a:lnTo>
                  <a:lnTo>
                    <a:pt x="4568" y="206040"/>
                  </a:lnTo>
                  <a:lnTo>
                    <a:pt x="5881" y="211170"/>
                  </a:lnTo>
                  <a:lnTo>
                    <a:pt x="7355" y="216255"/>
                  </a:lnTo>
                  <a:lnTo>
                    <a:pt x="8990" y="221291"/>
                  </a:lnTo>
                  <a:lnTo>
                    <a:pt x="10783" y="226273"/>
                  </a:lnTo>
                  <a:lnTo>
                    <a:pt x="12734" y="231196"/>
                  </a:lnTo>
                  <a:lnTo>
                    <a:pt x="14839" y="236054"/>
                  </a:lnTo>
                  <a:lnTo>
                    <a:pt x="17097" y="240843"/>
                  </a:lnTo>
                  <a:lnTo>
                    <a:pt x="19506" y="245559"/>
                  </a:lnTo>
                  <a:lnTo>
                    <a:pt x="22062" y="250195"/>
                  </a:lnTo>
                  <a:lnTo>
                    <a:pt x="24765" y="254749"/>
                  </a:lnTo>
                  <a:lnTo>
                    <a:pt x="27610" y="259214"/>
                  </a:lnTo>
                  <a:lnTo>
                    <a:pt x="30595" y="263587"/>
                  </a:lnTo>
                  <a:lnTo>
                    <a:pt x="33717" y="267864"/>
                  </a:lnTo>
                  <a:lnTo>
                    <a:pt x="36973" y="272039"/>
                  </a:lnTo>
                  <a:lnTo>
                    <a:pt x="40360" y="276109"/>
                  </a:lnTo>
                  <a:lnTo>
                    <a:pt x="43873" y="280070"/>
                  </a:lnTo>
                  <a:lnTo>
                    <a:pt x="47511" y="283918"/>
                  </a:lnTo>
                  <a:lnTo>
                    <a:pt x="51268" y="287648"/>
                  </a:lnTo>
                  <a:lnTo>
                    <a:pt x="55142" y="291258"/>
                  </a:lnTo>
                  <a:lnTo>
                    <a:pt x="59128" y="294743"/>
                  </a:lnTo>
                  <a:lnTo>
                    <a:pt x="63223" y="298100"/>
                  </a:lnTo>
                  <a:lnTo>
                    <a:pt x="67422" y="301326"/>
                  </a:lnTo>
                  <a:lnTo>
                    <a:pt x="71720" y="304417"/>
                  </a:lnTo>
                  <a:lnTo>
                    <a:pt x="76115" y="307371"/>
                  </a:lnTo>
                  <a:lnTo>
                    <a:pt x="80601" y="310183"/>
                  </a:lnTo>
                  <a:lnTo>
                    <a:pt x="85174" y="312853"/>
                  </a:lnTo>
                  <a:lnTo>
                    <a:pt x="89829" y="315376"/>
                  </a:lnTo>
                  <a:lnTo>
                    <a:pt x="94561" y="317750"/>
                  </a:lnTo>
                  <a:lnTo>
                    <a:pt x="99367" y="319974"/>
                  </a:lnTo>
                  <a:lnTo>
                    <a:pt x="104240" y="322044"/>
                  </a:lnTo>
                  <a:lnTo>
                    <a:pt x="109176" y="323959"/>
                  </a:lnTo>
                  <a:lnTo>
                    <a:pt x="114171" y="325716"/>
                  </a:lnTo>
                  <a:lnTo>
                    <a:pt x="119219" y="327315"/>
                  </a:lnTo>
                  <a:lnTo>
                    <a:pt x="124315" y="328752"/>
                  </a:lnTo>
                  <a:lnTo>
                    <a:pt x="129454" y="330028"/>
                  </a:lnTo>
                  <a:lnTo>
                    <a:pt x="134630" y="331140"/>
                  </a:lnTo>
                  <a:lnTo>
                    <a:pt x="139840" y="332088"/>
                  </a:lnTo>
                  <a:lnTo>
                    <a:pt x="145076" y="332870"/>
                  </a:lnTo>
                  <a:lnTo>
                    <a:pt x="150335" y="333486"/>
                  </a:lnTo>
                  <a:lnTo>
                    <a:pt x="155611" y="333935"/>
                  </a:lnTo>
                  <a:lnTo>
                    <a:pt x="160898" y="334217"/>
                  </a:lnTo>
                  <a:lnTo>
                    <a:pt x="166192" y="334332"/>
                  </a:lnTo>
                  <a:lnTo>
                    <a:pt x="171487" y="334278"/>
                  </a:lnTo>
                  <a:lnTo>
                    <a:pt x="176777" y="334057"/>
                  </a:lnTo>
                  <a:lnTo>
                    <a:pt x="182057" y="333669"/>
                  </a:lnTo>
                  <a:lnTo>
                    <a:pt x="187323" y="333113"/>
                  </a:lnTo>
                  <a:lnTo>
                    <a:pt x="192568" y="332391"/>
                  </a:lnTo>
                  <a:lnTo>
                    <a:pt x="197788" y="331503"/>
                  </a:lnTo>
                  <a:lnTo>
                    <a:pt x="202977" y="330451"/>
                  </a:lnTo>
                  <a:lnTo>
                    <a:pt x="208131" y="329234"/>
                  </a:lnTo>
                  <a:lnTo>
                    <a:pt x="213243" y="327855"/>
                  </a:lnTo>
                  <a:lnTo>
                    <a:pt x="218309" y="326315"/>
                  </a:lnTo>
                  <a:lnTo>
                    <a:pt x="223323" y="324615"/>
                  </a:lnTo>
                  <a:lnTo>
                    <a:pt x="228281" y="322757"/>
                  </a:lnTo>
                  <a:lnTo>
                    <a:pt x="233178" y="320743"/>
                  </a:lnTo>
                  <a:lnTo>
                    <a:pt x="238009" y="318575"/>
                  </a:lnTo>
                  <a:lnTo>
                    <a:pt x="242768" y="316255"/>
                  </a:lnTo>
                  <a:lnTo>
                    <a:pt x="247452" y="313786"/>
                  </a:lnTo>
                  <a:lnTo>
                    <a:pt x="252055" y="311169"/>
                  </a:lnTo>
                  <a:lnTo>
                    <a:pt x="256573" y="308408"/>
                  </a:lnTo>
                  <a:lnTo>
                    <a:pt x="261001" y="305505"/>
                  </a:lnTo>
                  <a:lnTo>
                    <a:pt x="265335" y="302464"/>
                  </a:lnTo>
                  <a:lnTo>
                    <a:pt x="269571" y="299286"/>
                  </a:lnTo>
                  <a:lnTo>
                    <a:pt x="273704" y="295976"/>
                  </a:lnTo>
                  <a:lnTo>
                    <a:pt x="277730" y="292537"/>
                  </a:lnTo>
                  <a:lnTo>
                    <a:pt x="281645" y="288972"/>
                  </a:lnTo>
                  <a:lnTo>
                    <a:pt x="285445" y="285285"/>
                  </a:lnTo>
                  <a:lnTo>
                    <a:pt x="289126" y="281480"/>
                  </a:lnTo>
                  <a:lnTo>
                    <a:pt x="292685" y="277560"/>
                  </a:lnTo>
                  <a:lnTo>
                    <a:pt x="296119" y="273529"/>
                  </a:lnTo>
                  <a:lnTo>
                    <a:pt x="299422" y="269391"/>
                  </a:lnTo>
                  <a:lnTo>
                    <a:pt x="302593" y="265151"/>
                  </a:lnTo>
                  <a:lnTo>
                    <a:pt x="305629" y="260812"/>
                  </a:lnTo>
                  <a:lnTo>
                    <a:pt x="308525" y="256380"/>
                  </a:lnTo>
                  <a:lnTo>
                    <a:pt x="311279" y="251858"/>
                  </a:lnTo>
                  <a:lnTo>
                    <a:pt x="313889" y="247251"/>
                  </a:lnTo>
                  <a:lnTo>
                    <a:pt x="316352" y="242564"/>
                  </a:lnTo>
                  <a:lnTo>
                    <a:pt x="318665" y="237801"/>
                  </a:lnTo>
                  <a:lnTo>
                    <a:pt x="320826" y="232967"/>
                  </a:lnTo>
                  <a:lnTo>
                    <a:pt x="322833" y="228067"/>
                  </a:lnTo>
                  <a:lnTo>
                    <a:pt x="324683" y="223106"/>
                  </a:lnTo>
                  <a:lnTo>
                    <a:pt x="326376" y="218089"/>
                  </a:lnTo>
                  <a:lnTo>
                    <a:pt x="327909" y="213021"/>
                  </a:lnTo>
                  <a:lnTo>
                    <a:pt x="329280" y="207907"/>
                  </a:lnTo>
                  <a:lnTo>
                    <a:pt x="330489" y="202752"/>
                  </a:lnTo>
                  <a:lnTo>
                    <a:pt x="331534" y="197561"/>
                  </a:lnTo>
                  <a:lnTo>
                    <a:pt x="332414" y="192340"/>
                  </a:lnTo>
                  <a:lnTo>
                    <a:pt x="333128" y="187094"/>
                  </a:lnTo>
                  <a:lnTo>
                    <a:pt x="333676" y="181827"/>
                  </a:lnTo>
                  <a:lnTo>
                    <a:pt x="334057" y="176546"/>
                  </a:lnTo>
                  <a:lnTo>
                    <a:pt x="334270" y="171255"/>
                  </a:lnTo>
                  <a:lnTo>
                    <a:pt x="334316" y="165961"/>
                  </a:lnTo>
                  <a:lnTo>
                    <a:pt x="334194" y="160667"/>
                  </a:lnTo>
                  <a:lnTo>
                    <a:pt x="333904" y="155380"/>
                  </a:lnTo>
                  <a:lnTo>
                    <a:pt x="333447" y="150105"/>
                  </a:lnTo>
                  <a:lnTo>
                    <a:pt x="332824" y="144847"/>
                  </a:lnTo>
                  <a:lnTo>
                    <a:pt x="332034" y="13961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772676"/>
              <a:ext cx="164880" cy="27555"/>
            </a:xfrm>
            <a:custGeom>
              <a:avLst/>
              <a:pathLst>
                <a:path w="164880" h="27555">
                  <a:moveTo>
                    <a:pt x="164880" y="0"/>
                  </a:moveTo>
                  <a:lnTo>
                    <a:pt x="0" y="275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39565"/>
              <a:ext cx="164880" cy="160666"/>
            </a:xfrm>
            <a:custGeom>
              <a:avLst/>
              <a:pathLst>
                <a:path w="164880" h="160666">
                  <a:moveTo>
                    <a:pt x="164880" y="133111"/>
                  </a:moveTo>
                  <a:lnTo>
                    <a:pt x="163878" y="127669"/>
                  </a:lnTo>
                  <a:lnTo>
                    <a:pt x="162696" y="122264"/>
                  </a:lnTo>
                  <a:lnTo>
                    <a:pt x="161336" y="116901"/>
                  </a:lnTo>
                  <a:lnTo>
                    <a:pt x="159800" y="111585"/>
                  </a:lnTo>
                  <a:lnTo>
                    <a:pt x="158088" y="106324"/>
                  </a:lnTo>
                  <a:lnTo>
                    <a:pt x="156203" y="101122"/>
                  </a:lnTo>
                  <a:lnTo>
                    <a:pt x="154147" y="95985"/>
                  </a:lnTo>
                  <a:lnTo>
                    <a:pt x="151922" y="90919"/>
                  </a:lnTo>
                  <a:lnTo>
                    <a:pt x="149530" y="85930"/>
                  </a:lnTo>
                  <a:lnTo>
                    <a:pt x="146975" y="81022"/>
                  </a:lnTo>
                  <a:lnTo>
                    <a:pt x="144259" y="76201"/>
                  </a:lnTo>
                  <a:lnTo>
                    <a:pt x="141384" y="71474"/>
                  </a:lnTo>
                  <a:lnTo>
                    <a:pt x="138355" y="66843"/>
                  </a:lnTo>
                  <a:lnTo>
                    <a:pt x="135175" y="62316"/>
                  </a:lnTo>
                  <a:lnTo>
                    <a:pt x="131846" y="57897"/>
                  </a:lnTo>
                  <a:lnTo>
                    <a:pt x="128372" y="53589"/>
                  </a:lnTo>
                  <a:lnTo>
                    <a:pt x="124759" y="49400"/>
                  </a:lnTo>
                  <a:lnTo>
                    <a:pt x="121008" y="45332"/>
                  </a:lnTo>
                  <a:lnTo>
                    <a:pt x="117125" y="41390"/>
                  </a:lnTo>
                  <a:lnTo>
                    <a:pt x="113113" y="37580"/>
                  </a:lnTo>
                  <a:lnTo>
                    <a:pt x="108978" y="33904"/>
                  </a:lnTo>
                  <a:lnTo>
                    <a:pt x="104723" y="30367"/>
                  </a:lnTo>
                  <a:lnTo>
                    <a:pt x="100354" y="26972"/>
                  </a:lnTo>
                  <a:lnTo>
                    <a:pt x="95874" y="23724"/>
                  </a:lnTo>
                  <a:lnTo>
                    <a:pt x="91290" y="20626"/>
                  </a:lnTo>
                  <a:lnTo>
                    <a:pt x="86605" y="17682"/>
                  </a:lnTo>
                  <a:lnTo>
                    <a:pt x="81826" y="14894"/>
                  </a:lnTo>
                  <a:lnTo>
                    <a:pt x="76957" y="12266"/>
                  </a:lnTo>
                  <a:lnTo>
                    <a:pt x="72004" y="9800"/>
                  </a:lnTo>
                  <a:lnTo>
                    <a:pt x="66972" y="7500"/>
                  </a:lnTo>
                  <a:lnTo>
                    <a:pt x="61866" y="5368"/>
                  </a:lnTo>
                  <a:lnTo>
                    <a:pt x="56693" y="3405"/>
                  </a:lnTo>
                  <a:lnTo>
                    <a:pt x="51457" y="1615"/>
                  </a:lnTo>
                  <a:lnTo>
                    <a:pt x="46166" y="0"/>
                  </a:lnTo>
                  <a:lnTo>
                    <a:pt x="0" y="1606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90748" y="2633064"/>
              <a:ext cx="46166" cy="167167"/>
            </a:xfrm>
            <a:custGeom>
              <a:avLst/>
              <a:pathLst>
                <a:path w="46166" h="167167">
                  <a:moveTo>
                    <a:pt x="46166" y="6501"/>
                  </a:moveTo>
                  <a:lnTo>
                    <a:pt x="39708" y="4784"/>
                  </a:lnTo>
                  <a:lnTo>
                    <a:pt x="33187" y="3327"/>
                  </a:lnTo>
                  <a:lnTo>
                    <a:pt x="26614" y="2132"/>
                  </a:lnTo>
                  <a:lnTo>
                    <a:pt x="19997" y="1200"/>
                  </a:lnTo>
                  <a:lnTo>
                    <a:pt x="13349" y="533"/>
                  </a:lnTo>
                  <a:lnTo>
                    <a:pt x="6680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63" y="83"/>
                  </a:lnTo>
                  <a:lnTo>
                    <a:pt x="156576" y="335"/>
                  </a:lnTo>
                  <a:lnTo>
                    <a:pt x="151300" y="753"/>
                  </a:lnTo>
                  <a:lnTo>
                    <a:pt x="146041" y="1338"/>
                  </a:lnTo>
                  <a:lnTo>
                    <a:pt x="140802" y="2090"/>
                  </a:lnTo>
                  <a:lnTo>
                    <a:pt x="135589" y="3007"/>
                  </a:lnTo>
                  <a:lnTo>
                    <a:pt x="130409" y="4088"/>
                  </a:lnTo>
                  <a:lnTo>
                    <a:pt x="125265" y="5333"/>
                  </a:lnTo>
                  <a:lnTo>
                    <a:pt x="120163" y="6740"/>
                  </a:lnTo>
                  <a:lnTo>
                    <a:pt x="115108" y="8308"/>
                  </a:lnTo>
                  <a:lnTo>
                    <a:pt x="110105" y="10035"/>
                  </a:lnTo>
                  <a:lnTo>
                    <a:pt x="105160" y="11920"/>
                  </a:lnTo>
                  <a:lnTo>
                    <a:pt x="100277" y="13960"/>
                  </a:lnTo>
                  <a:lnTo>
                    <a:pt x="95460" y="16154"/>
                  </a:lnTo>
                  <a:lnTo>
                    <a:pt x="90716" y="18499"/>
                  </a:lnTo>
                  <a:lnTo>
                    <a:pt x="86048" y="20993"/>
                  </a:lnTo>
                  <a:lnTo>
                    <a:pt x="81462" y="23634"/>
                  </a:lnTo>
                  <a:lnTo>
                    <a:pt x="76961" y="26419"/>
                  </a:lnTo>
                  <a:lnTo>
                    <a:pt x="72551" y="29344"/>
                  </a:lnTo>
                  <a:lnTo>
                    <a:pt x="68235" y="32408"/>
                  </a:lnTo>
                  <a:lnTo>
                    <a:pt x="64019" y="35607"/>
                  </a:lnTo>
                  <a:lnTo>
                    <a:pt x="59906" y="38938"/>
                  </a:lnTo>
                  <a:lnTo>
                    <a:pt x="55901" y="42397"/>
                  </a:lnTo>
                  <a:lnTo>
                    <a:pt x="52007" y="45981"/>
                  </a:lnTo>
                  <a:lnTo>
                    <a:pt x="48229" y="49687"/>
                  </a:lnTo>
                  <a:lnTo>
                    <a:pt x="44569" y="53510"/>
                  </a:lnTo>
                  <a:lnTo>
                    <a:pt x="41033" y="57448"/>
                  </a:lnTo>
                  <a:lnTo>
                    <a:pt x="37623" y="61495"/>
                  </a:lnTo>
                  <a:lnTo>
                    <a:pt x="34343" y="65648"/>
                  </a:lnTo>
                  <a:lnTo>
                    <a:pt x="31196" y="69903"/>
                  </a:lnTo>
                  <a:lnTo>
                    <a:pt x="28185" y="74256"/>
                  </a:lnTo>
                  <a:lnTo>
                    <a:pt x="25313" y="78702"/>
                  </a:lnTo>
                  <a:lnTo>
                    <a:pt x="22584" y="83236"/>
                  </a:lnTo>
                  <a:lnTo>
                    <a:pt x="20000" y="87855"/>
                  </a:lnTo>
                  <a:lnTo>
                    <a:pt x="17563" y="92553"/>
                  </a:lnTo>
                  <a:lnTo>
                    <a:pt x="15276" y="97325"/>
                  </a:lnTo>
                  <a:lnTo>
                    <a:pt x="13141" y="102168"/>
                  </a:lnTo>
                  <a:lnTo>
                    <a:pt x="11161" y="107076"/>
                  </a:lnTo>
                  <a:lnTo>
                    <a:pt x="9337" y="112044"/>
                  </a:lnTo>
                  <a:lnTo>
                    <a:pt x="7671" y="117067"/>
                  </a:lnTo>
                  <a:lnTo>
                    <a:pt x="6165" y="122141"/>
                  </a:lnTo>
                  <a:lnTo>
                    <a:pt x="4820" y="127260"/>
                  </a:lnTo>
                  <a:lnTo>
                    <a:pt x="3638" y="132418"/>
                  </a:lnTo>
                  <a:lnTo>
                    <a:pt x="2620" y="137612"/>
                  </a:lnTo>
                  <a:lnTo>
                    <a:pt x="1767" y="142835"/>
                  </a:lnTo>
                  <a:lnTo>
                    <a:pt x="1080" y="148083"/>
                  </a:lnTo>
                  <a:lnTo>
                    <a:pt x="559" y="153349"/>
                  </a:lnTo>
                  <a:lnTo>
                    <a:pt x="205" y="158630"/>
                  </a:lnTo>
                  <a:lnTo>
                    <a:pt x="19" y="163919"/>
                  </a:lnTo>
                  <a:lnTo>
                    <a:pt x="0" y="169211"/>
                  </a:lnTo>
                  <a:lnTo>
                    <a:pt x="148" y="174502"/>
                  </a:lnTo>
                  <a:lnTo>
                    <a:pt x="464" y="179785"/>
                  </a:lnTo>
                  <a:lnTo>
                    <a:pt x="947" y="185055"/>
                  </a:lnTo>
                  <a:lnTo>
                    <a:pt x="1596" y="190307"/>
                  </a:lnTo>
                  <a:lnTo>
                    <a:pt x="2412" y="195537"/>
                  </a:lnTo>
                  <a:lnTo>
                    <a:pt x="3392" y="200737"/>
                  </a:lnTo>
                  <a:lnTo>
                    <a:pt x="4537" y="205904"/>
                  </a:lnTo>
                  <a:lnTo>
                    <a:pt x="5845" y="211033"/>
                  </a:lnTo>
                  <a:lnTo>
                    <a:pt x="7314" y="216117"/>
                  </a:lnTo>
                  <a:lnTo>
                    <a:pt x="8944" y="221152"/>
                  </a:lnTo>
                  <a:lnTo>
                    <a:pt x="10732" y="226133"/>
                  </a:lnTo>
                  <a:lnTo>
                    <a:pt x="12677" y="231055"/>
                  </a:lnTo>
                  <a:lnTo>
                    <a:pt x="14777" y="235913"/>
                  </a:lnTo>
                  <a:lnTo>
                    <a:pt x="17030" y="240703"/>
                  </a:lnTo>
                  <a:lnTo>
                    <a:pt x="19433" y="245418"/>
                  </a:lnTo>
                  <a:lnTo>
                    <a:pt x="21984" y="250055"/>
                  </a:lnTo>
                  <a:lnTo>
                    <a:pt x="24680" y="254609"/>
                  </a:lnTo>
                  <a:lnTo>
                    <a:pt x="27520" y="259075"/>
                  </a:lnTo>
                  <a:lnTo>
                    <a:pt x="30499" y="263449"/>
                  </a:lnTo>
                  <a:lnTo>
                    <a:pt x="33615" y="267727"/>
                  </a:lnTo>
                  <a:lnTo>
                    <a:pt x="36866" y="271904"/>
                  </a:lnTo>
                  <a:lnTo>
                    <a:pt x="40246" y="275975"/>
                  </a:lnTo>
                  <a:lnTo>
                    <a:pt x="43754" y="279938"/>
                  </a:lnTo>
                  <a:lnTo>
                    <a:pt x="47386" y="283788"/>
                  </a:lnTo>
                  <a:lnTo>
                    <a:pt x="51138" y="287521"/>
                  </a:lnTo>
                  <a:lnTo>
                    <a:pt x="55006" y="291133"/>
                  </a:lnTo>
                  <a:lnTo>
                    <a:pt x="58986" y="294621"/>
                  </a:lnTo>
                  <a:lnTo>
                    <a:pt x="63075" y="297981"/>
                  </a:lnTo>
                  <a:lnTo>
                    <a:pt x="67268" y="301210"/>
                  </a:lnTo>
                  <a:lnTo>
                    <a:pt x="71561" y="304305"/>
                  </a:lnTo>
                  <a:lnTo>
                    <a:pt x="75950" y="307262"/>
                  </a:lnTo>
                  <a:lnTo>
                    <a:pt x="80431" y="310079"/>
                  </a:lnTo>
                  <a:lnTo>
                    <a:pt x="84998" y="312753"/>
                  </a:lnTo>
                  <a:lnTo>
                    <a:pt x="89648" y="315281"/>
                  </a:lnTo>
                  <a:lnTo>
                    <a:pt x="94375" y="317660"/>
                  </a:lnTo>
                  <a:lnTo>
                    <a:pt x="99176" y="319888"/>
                  </a:lnTo>
                  <a:lnTo>
                    <a:pt x="104044" y="321964"/>
                  </a:lnTo>
                  <a:lnTo>
                    <a:pt x="108976" y="323884"/>
                  </a:lnTo>
                  <a:lnTo>
                    <a:pt x="113966" y="325647"/>
                  </a:lnTo>
                  <a:lnTo>
                    <a:pt x="119009" y="327251"/>
                  </a:lnTo>
                  <a:lnTo>
                    <a:pt x="124101" y="328695"/>
                  </a:lnTo>
                  <a:lnTo>
                    <a:pt x="129236" y="329977"/>
                  </a:lnTo>
                  <a:lnTo>
                    <a:pt x="134408" y="331096"/>
                  </a:lnTo>
                  <a:lnTo>
                    <a:pt x="139614" y="332050"/>
                  </a:lnTo>
                  <a:lnTo>
                    <a:pt x="144847" y="332839"/>
                  </a:lnTo>
                  <a:lnTo>
                    <a:pt x="150103" y="333462"/>
                  </a:lnTo>
                  <a:lnTo>
                    <a:pt x="155376" y="333919"/>
                  </a:lnTo>
                  <a:lnTo>
                    <a:pt x="160660" y="334208"/>
                  </a:lnTo>
                  <a:lnTo>
                    <a:pt x="165951" y="334330"/>
                  </a:lnTo>
                  <a:lnTo>
                    <a:pt x="171243" y="334284"/>
                  </a:lnTo>
                  <a:lnTo>
                    <a:pt x="176531" y="334071"/>
                  </a:lnTo>
                  <a:lnTo>
                    <a:pt x="181810" y="333691"/>
                  </a:lnTo>
                  <a:lnTo>
                    <a:pt x="187074" y="333143"/>
                  </a:lnTo>
                  <a:lnTo>
                    <a:pt x="192318" y="332430"/>
                  </a:lnTo>
                  <a:lnTo>
                    <a:pt x="197537" y="331550"/>
                  </a:lnTo>
                  <a:lnTo>
                    <a:pt x="202725" y="330506"/>
                  </a:lnTo>
                  <a:lnTo>
                    <a:pt x="207878" y="329298"/>
                  </a:lnTo>
                  <a:lnTo>
                    <a:pt x="212990" y="327928"/>
                  </a:lnTo>
                  <a:lnTo>
                    <a:pt x="218056" y="326396"/>
                  </a:lnTo>
                  <a:lnTo>
                    <a:pt x="223071" y="324705"/>
                  </a:lnTo>
                  <a:lnTo>
                    <a:pt x="228030" y="322856"/>
                  </a:lnTo>
                  <a:lnTo>
                    <a:pt x="232928" y="320851"/>
                  </a:lnTo>
                  <a:lnTo>
                    <a:pt x="237760" y="318692"/>
                  </a:lnTo>
                  <a:lnTo>
                    <a:pt x="242521" y="316381"/>
                  </a:lnTo>
                  <a:lnTo>
                    <a:pt x="247206" y="313921"/>
                  </a:lnTo>
                  <a:lnTo>
                    <a:pt x="251812" y="311313"/>
                  </a:lnTo>
                  <a:lnTo>
                    <a:pt x="256332" y="308561"/>
                  </a:lnTo>
                  <a:lnTo>
                    <a:pt x="260763" y="305667"/>
                  </a:lnTo>
                  <a:lnTo>
                    <a:pt x="265101" y="302635"/>
                  </a:lnTo>
                  <a:lnTo>
                    <a:pt x="269340" y="299466"/>
                  </a:lnTo>
                  <a:lnTo>
                    <a:pt x="273477" y="296165"/>
                  </a:lnTo>
                  <a:lnTo>
                    <a:pt x="277507" y="292735"/>
                  </a:lnTo>
                  <a:lnTo>
                    <a:pt x="281427" y="289179"/>
                  </a:lnTo>
                  <a:lnTo>
                    <a:pt x="285232" y="285500"/>
                  </a:lnTo>
                  <a:lnTo>
                    <a:pt x="288918" y="281703"/>
                  </a:lnTo>
                  <a:lnTo>
                    <a:pt x="292483" y="277791"/>
                  </a:lnTo>
                  <a:lnTo>
                    <a:pt x="295922" y="273768"/>
                  </a:lnTo>
                  <a:lnTo>
                    <a:pt x="299232" y="269639"/>
                  </a:lnTo>
                  <a:lnTo>
                    <a:pt x="302409" y="265407"/>
                  </a:lnTo>
                  <a:lnTo>
                    <a:pt x="305451" y="261076"/>
                  </a:lnTo>
                  <a:lnTo>
                    <a:pt x="308355" y="256651"/>
                  </a:lnTo>
                  <a:lnTo>
                    <a:pt x="311117" y="252136"/>
                  </a:lnTo>
                  <a:lnTo>
                    <a:pt x="313734" y="247537"/>
                  </a:lnTo>
                  <a:lnTo>
                    <a:pt x="316205" y="242856"/>
                  </a:lnTo>
                  <a:lnTo>
                    <a:pt x="318526" y="238100"/>
                  </a:lnTo>
                  <a:lnTo>
                    <a:pt x="320696" y="233273"/>
                  </a:lnTo>
                  <a:lnTo>
                    <a:pt x="322711" y="228379"/>
                  </a:lnTo>
                  <a:lnTo>
                    <a:pt x="324571" y="223424"/>
                  </a:lnTo>
                  <a:lnTo>
                    <a:pt x="326273" y="218413"/>
                  </a:lnTo>
                  <a:lnTo>
                    <a:pt x="327816" y="213351"/>
                  </a:lnTo>
                  <a:lnTo>
                    <a:pt x="329197" y="208242"/>
                  </a:lnTo>
                  <a:lnTo>
                    <a:pt x="330416" y="203092"/>
                  </a:lnTo>
                  <a:lnTo>
                    <a:pt x="331471" y="197905"/>
                  </a:lnTo>
                  <a:lnTo>
                    <a:pt x="332362" y="192689"/>
                  </a:lnTo>
                  <a:lnTo>
                    <a:pt x="333087" y="187446"/>
                  </a:lnTo>
                  <a:lnTo>
                    <a:pt x="333646" y="182183"/>
                  </a:lnTo>
                  <a:lnTo>
                    <a:pt x="334038" y="176905"/>
                  </a:lnTo>
                  <a:lnTo>
                    <a:pt x="334263" y="171618"/>
                  </a:lnTo>
                  <a:lnTo>
                    <a:pt x="334320" y="166326"/>
                  </a:lnTo>
                  <a:lnTo>
                    <a:pt x="334209" y="161034"/>
                  </a:lnTo>
                  <a:lnTo>
                    <a:pt x="333932" y="155749"/>
                  </a:lnTo>
                  <a:lnTo>
                    <a:pt x="333487" y="150476"/>
                  </a:lnTo>
                  <a:lnTo>
                    <a:pt x="332875" y="145219"/>
                  </a:lnTo>
                  <a:lnTo>
                    <a:pt x="332097" y="139984"/>
                  </a:lnTo>
                  <a:lnTo>
                    <a:pt x="331154" y="134776"/>
                  </a:lnTo>
                  <a:lnTo>
                    <a:pt x="330046" y="129601"/>
                  </a:lnTo>
                  <a:lnTo>
                    <a:pt x="328775" y="124463"/>
                  </a:lnTo>
                  <a:lnTo>
                    <a:pt x="327343" y="119369"/>
                  </a:lnTo>
                  <a:lnTo>
                    <a:pt x="325749" y="114322"/>
                  </a:lnTo>
                  <a:lnTo>
                    <a:pt x="323997" y="109328"/>
                  </a:lnTo>
                  <a:lnTo>
                    <a:pt x="322088" y="104392"/>
                  </a:lnTo>
                  <a:lnTo>
                    <a:pt x="320023" y="99519"/>
                  </a:lnTo>
                  <a:lnTo>
                    <a:pt x="317805" y="94714"/>
                  </a:lnTo>
                  <a:lnTo>
                    <a:pt x="315436" y="89981"/>
                  </a:lnTo>
                  <a:lnTo>
                    <a:pt x="312918" y="85326"/>
                  </a:lnTo>
                  <a:lnTo>
                    <a:pt x="310254" y="80753"/>
                  </a:lnTo>
                  <a:lnTo>
                    <a:pt x="307447" y="76266"/>
                  </a:lnTo>
                  <a:lnTo>
                    <a:pt x="304499" y="71871"/>
                  </a:lnTo>
                  <a:lnTo>
                    <a:pt x="301414" y="67571"/>
                  </a:lnTo>
                  <a:lnTo>
                    <a:pt x="298194" y="63371"/>
                  </a:lnTo>
                  <a:lnTo>
                    <a:pt x="294843" y="59275"/>
                  </a:lnTo>
                  <a:lnTo>
                    <a:pt x="291363" y="55287"/>
                  </a:lnTo>
                  <a:lnTo>
                    <a:pt x="287759" y="51411"/>
                  </a:lnTo>
                  <a:lnTo>
                    <a:pt x="284035" y="47651"/>
                  </a:lnTo>
                  <a:lnTo>
                    <a:pt x="280193" y="44011"/>
                  </a:lnTo>
                  <a:lnTo>
                    <a:pt x="276238" y="40495"/>
                  </a:lnTo>
                  <a:lnTo>
                    <a:pt x="272173" y="37105"/>
                  </a:lnTo>
                  <a:lnTo>
                    <a:pt x="268003" y="33846"/>
                  </a:lnTo>
                  <a:lnTo>
                    <a:pt x="263732" y="30720"/>
                  </a:lnTo>
                  <a:lnTo>
                    <a:pt x="259365" y="27732"/>
                  </a:lnTo>
                  <a:lnTo>
                    <a:pt x="254905" y="24883"/>
                  </a:lnTo>
                  <a:lnTo>
                    <a:pt x="250357" y="22176"/>
                  </a:lnTo>
                  <a:lnTo>
                    <a:pt x="245725" y="19615"/>
                  </a:lnTo>
                  <a:lnTo>
                    <a:pt x="241015" y="17202"/>
                  </a:lnTo>
                  <a:lnTo>
                    <a:pt x="236231" y="14939"/>
                  </a:lnTo>
                  <a:lnTo>
                    <a:pt x="231378" y="12829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83221"/>
              <a:ext cx="64223" cy="154338"/>
            </a:xfrm>
            <a:custGeom>
              <a:avLst/>
              <a:pathLst>
                <a:path w="64223" h="154338">
                  <a:moveTo>
                    <a:pt x="64223" y="0"/>
                  </a:moveTo>
                  <a:lnTo>
                    <a:pt x="0" y="1543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76779"/>
              <a:ext cx="64223" cy="160780"/>
            </a:xfrm>
            <a:custGeom>
              <a:avLst/>
              <a:pathLst>
                <a:path w="64223" h="160780">
                  <a:moveTo>
                    <a:pt x="64223" y="6441"/>
                  </a:moveTo>
                  <a:lnTo>
                    <a:pt x="55089" y="2950"/>
                  </a:lnTo>
                  <a:lnTo>
                    <a:pt x="45768" y="0"/>
                  </a:lnTo>
                  <a:lnTo>
                    <a:pt x="0" y="1607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170392"/>
              <a:ext cx="45768" cy="167167"/>
            </a:xfrm>
            <a:custGeom>
              <a:avLst/>
              <a:pathLst>
                <a:path w="45768" h="167167">
                  <a:moveTo>
                    <a:pt x="45768" y="6387"/>
                  </a:moveTo>
                  <a:lnTo>
                    <a:pt x="39363" y="4700"/>
                  </a:lnTo>
                  <a:lnTo>
                    <a:pt x="32898" y="3269"/>
                  </a:lnTo>
                  <a:lnTo>
                    <a:pt x="26380" y="2094"/>
                  </a:lnTo>
                  <a:lnTo>
                    <a:pt x="19821" y="1179"/>
                  </a:lnTo>
                  <a:lnTo>
                    <a:pt x="13231" y="524"/>
                  </a:lnTo>
                  <a:lnTo>
                    <a:pt x="6621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423589" y="3707720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4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6" y="18450"/>
                  </a:lnTo>
                  <a:lnTo>
                    <a:pt x="86153" y="20938"/>
                  </a:lnTo>
                  <a:lnTo>
                    <a:pt x="81571" y="23571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2" y="35514"/>
                  </a:lnTo>
                  <a:lnTo>
                    <a:pt x="60032" y="38836"/>
                  </a:lnTo>
                  <a:lnTo>
                    <a:pt x="56028" y="42287"/>
                  </a:lnTo>
                  <a:lnTo>
                    <a:pt x="52136" y="45862"/>
                  </a:lnTo>
                  <a:lnTo>
                    <a:pt x="48359" y="49559"/>
                  </a:lnTo>
                  <a:lnTo>
                    <a:pt x="44700" y="53373"/>
                  </a:lnTo>
                  <a:lnTo>
                    <a:pt x="41164" y="57301"/>
                  </a:lnTo>
                  <a:lnTo>
                    <a:pt x="37754" y="61339"/>
                  </a:lnTo>
                  <a:lnTo>
                    <a:pt x="34473" y="65483"/>
                  </a:lnTo>
                  <a:lnTo>
                    <a:pt x="31325" y="69728"/>
                  </a:lnTo>
                  <a:lnTo>
                    <a:pt x="28313" y="74071"/>
                  </a:lnTo>
                  <a:lnTo>
                    <a:pt x="25439" y="78507"/>
                  </a:lnTo>
                  <a:lnTo>
                    <a:pt x="22707" y="83031"/>
                  </a:lnTo>
                  <a:lnTo>
                    <a:pt x="20120" y="87640"/>
                  </a:lnTo>
                  <a:lnTo>
                    <a:pt x="17679" y="92328"/>
                  </a:lnTo>
                  <a:lnTo>
                    <a:pt x="15388" y="97090"/>
                  </a:lnTo>
                  <a:lnTo>
                    <a:pt x="13249" y="101923"/>
                  </a:lnTo>
                  <a:lnTo>
                    <a:pt x="11263" y="106821"/>
                  </a:lnTo>
                  <a:lnTo>
                    <a:pt x="9433" y="111780"/>
                  </a:lnTo>
                  <a:lnTo>
                    <a:pt x="7761" y="116793"/>
                  </a:lnTo>
                  <a:lnTo>
                    <a:pt x="6248" y="121858"/>
                  </a:lnTo>
                  <a:lnTo>
                    <a:pt x="4897" y="126967"/>
                  </a:lnTo>
                  <a:lnTo>
                    <a:pt x="3707" y="132116"/>
                  </a:lnTo>
                  <a:lnTo>
                    <a:pt x="2681" y="137301"/>
                  </a:lnTo>
                  <a:lnTo>
                    <a:pt x="1819" y="142516"/>
                  </a:lnTo>
                  <a:lnTo>
                    <a:pt x="1122" y="147755"/>
                  </a:lnTo>
                  <a:lnTo>
                    <a:pt x="591" y="153013"/>
                  </a:lnTo>
                  <a:lnTo>
                    <a:pt x="227" y="158286"/>
                  </a:lnTo>
                  <a:lnTo>
                    <a:pt x="30" y="163567"/>
                  </a:lnTo>
                  <a:lnTo>
                    <a:pt x="0" y="168852"/>
                  </a:lnTo>
                  <a:lnTo>
                    <a:pt x="136" y="174136"/>
                  </a:lnTo>
                  <a:lnTo>
                    <a:pt x="440" y="179412"/>
                  </a:lnTo>
                  <a:lnTo>
                    <a:pt x="911" y="184677"/>
                  </a:lnTo>
                  <a:lnTo>
                    <a:pt x="1547" y="189923"/>
                  </a:lnTo>
                  <a:lnTo>
                    <a:pt x="2349" y="195147"/>
                  </a:lnTo>
                  <a:lnTo>
                    <a:pt x="3316" y="200343"/>
                  </a:lnTo>
                  <a:lnTo>
                    <a:pt x="4447" y="205506"/>
                  </a:lnTo>
                  <a:lnTo>
                    <a:pt x="5740" y="210631"/>
                  </a:lnTo>
                  <a:lnTo>
                    <a:pt x="7195" y="215712"/>
                  </a:lnTo>
                  <a:lnTo>
                    <a:pt x="8809" y="220744"/>
                  </a:lnTo>
                  <a:lnTo>
                    <a:pt x="10582" y="225723"/>
                  </a:lnTo>
                  <a:lnTo>
                    <a:pt x="12512" y="230644"/>
                  </a:lnTo>
                  <a:lnTo>
                    <a:pt x="14596" y="235501"/>
                  </a:lnTo>
                  <a:lnTo>
                    <a:pt x="16832" y="240290"/>
                  </a:lnTo>
                  <a:lnTo>
                    <a:pt x="19219" y="245005"/>
                  </a:lnTo>
                  <a:lnTo>
                    <a:pt x="21753" y="249643"/>
                  </a:lnTo>
                  <a:lnTo>
                    <a:pt x="24433" y="254198"/>
                  </a:lnTo>
                  <a:lnTo>
                    <a:pt x="27256" y="258667"/>
                  </a:lnTo>
                  <a:lnTo>
                    <a:pt x="30218" y="263044"/>
                  </a:lnTo>
                  <a:lnTo>
                    <a:pt x="33318" y="267325"/>
                  </a:lnTo>
                  <a:lnTo>
                    <a:pt x="36551" y="271506"/>
                  </a:lnTo>
                  <a:lnTo>
                    <a:pt x="39914" y="275582"/>
                  </a:lnTo>
                  <a:lnTo>
                    <a:pt x="43405" y="279551"/>
                  </a:lnTo>
                  <a:lnTo>
                    <a:pt x="47020" y="283407"/>
                  </a:lnTo>
                  <a:lnTo>
                    <a:pt x="50754" y="287146"/>
                  </a:lnTo>
                  <a:lnTo>
                    <a:pt x="54605" y="290766"/>
                  </a:lnTo>
                  <a:lnTo>
                    <a:pt x="58569" y="294262"/>
                  </a:lnTo>
                  <a:lnTo>
                    <a:pt x="62641" y="297632"/>
                  </a:lnTo>
                  <a:lnTo>
                    <a:pt x="66818" y="300871"/>
                  </a:lnTo>
                  <a:lnTo>
                    <a:pt x="71094" y="303976"/>
                  </a:lnTo>
                  <a:lnTo>
                    <a:pt x="75467" y="306944"/>
                  </a:lnTo>
                  <a:lnTo>
                    <a:pt x="79932" y="309773"/>
                  </a:lnTo>
                  <a:lnTo>
                    <a:pt x="84483" y="312459"/>
                  </a:lnTo>
                  <a:lnTo>
                    <a:pt x="89118" y="315000"/>
                  </a:lnTo>
                  <a:lnTo>
                    <a:pt x="93830" y="317393"/>
                  </a:lnTo>
                  <a:lnTo>
                    <a:pt x="98616" y="319636"/>
                  </a:lnTo>
                  <a:lnTo>
                    <a:pt x="103470" y="321727"/>
                  </a:lnTo>
                  <a:lnTo>
                    <a:pt x="108388" y="323663"/>
                  </a:lnTo>
                  <a:lnTo>
                    <a:pt x="113364" y="325442"/>
                  </a:lnTo>
                  <a:lnTo>
                    <a:pt x="118395" y="327064"/>
                  </a:lnTo>
                  <a:lnTo>
                    <a:pt x="123474" y="328526"/>
                  </a:lnTo>
                  <a:lnTo>
                    <a:pt x="128596" y="329826"/>
                  </a:lnTo>
                  <a:lnTo>
                    <a:pt x="133758" y="330964"/>
                  </a:lnTo>
                  <a:lnTo>
                    <a:pt x="138952" y="331938"/>
                  </a:lnTo>
                  <a:lnTo>
                    <a:pt x="144175" y="332747"/>
                  </a:lnTo>
                  <a:lnTo>
                    <a:pt x="149421" y="333391"/>
                  </a:lnTo>
                  <a:lnTo>
                    <a:pt x="154685" y="333868"/>
                  </a:lnTo>
                  <a:lnTo>
                    <a:pt x="159961" y="334179"/>
                  </a:lnTo>
                  <a:lnTo>
                    <a:pt x="165244" y="334323"/>
                  </a:lnTo>
                  <a:lnTo>
                    <a:pt x="170529" y="334300"/>
                  </a:lnTo>
                  <a:lnTo>
                    <a:pt x="175811" y="334110"/>
                  </a:lnTo>
                  <a:lnTo>
                    <a:pt x="181084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9" y="331686"/>
                  </a:lnTo>
                  <a:lnTo>
                    <a:pt x="201985" y="330666"/>
                  </a:lnTo>
                  <a:lnTo>
                    <a:pt x="207136" y="329484"/>
                  </a:lnTo>
                  <a:lnTo>
                    <a:pt x="212247" y="328139"/>
                  </a:lnTo>
                  <a:lnTo>
                    <a:pt x="217314" y="326633"/>
                  </a:lnTo>
                  <a:lnTo>
                    <a:pt x="222330" y="324968"/>
                  </a:lnTo>
                  <a:lnTo>
                    <a:pt x="227291" y="323145"/>
                  </a:lnTo>
                  <a:lnTo>
                    <a:pt x="232191" y="321166"/>
                  </a:lnTo>
                  <a:lnTo>
                    <a:pt x="237027" y="319033"/>
                  </a:lnTo>
                  <a:lnTo>
                    <a:pt x="241793" y="316748"/>
                  </a:lnTo>
                  <a:lnTo>
                    <a:pt x="246484" y="314314"/>
                  </a:lnTo>
                  <a:lnTo>
                    <a:pt x="251096" y="311733"/>
                  </a:lnTo>
                  <a:lnTo>
                    <a:pt x="255624" y="309007"/>
                  </a:lnTo>
                  <a:lnTo>
                    <a:pt x="260064" y="306140"/>
                  </a:lnTo>
                  <a:lnTo>
                    <a:pt x="264411" y="303133"/>
                  </a:lnTo>
                  <a:lnTo>
                    <a:pt x="268661" y="299991"/>
                  </a:lnTo>
                  <a:lnTo>
                    <a:pt x="272809" y="296716"/>
                  </a:lnTo>
                  <a:lnTo>
                    <a:pt x="276851" y="293311"/>
                  </a:lnTo>
                  <a:lnTo>
                    <a:pt x="280784" y="289781"/>
                  </a:lnTo>
                  <a:lnTo>
                    <a:pt x="284603" y="286128"/>
                  </a:lnTo>
                  <a:lnTo>
                    <a:pt x="288305" y="282355"/>
                  </a:lnTo>
                  <a:lnTo>
                    <a:pt x="291886" y="278468"/>
                  </a:lnTo>
                  <a:lnTo>
                    <a:pt x="295342" y="274469"/>
                  </a:lnTo>
                  <a:lnTo>
                    <a:pt x="298670" y="270364"/>
                  </a:lnTo>
                  <a:lnTo>
                    <a:pt x="301867" y="266155"/>
                  </a:lnTo>
                  <a:lnTo>
                    <a:pt x="304929" y="261847"/>
                  </a:lnTo>
                  <a:lnTo>
                    <a:pt x="307853" y="257444"/>
                  </a:lnTo>
                  <a:lnTo>
                    <a:pt x="310637" y="252951"/>
                  </a:lnTo>
                  <a:lnTo>
                    <a:pt x="313277" y="248373"/>
                  </a:lnTo>
                  <a:lnTo>
                    <a:pt x="315771" y="243713"/>
                  </a:lnTo>
                  <a:lnTo>
                    <a:pt x="318116" y="238977"/>
                  </a:lnTo>
                  <a:lnTo>
                    <a:pt x="320311" y="234169"/>
                  </a:lnTo>
                  <a:lnTo>
                    <a:pt x="322353" y="229294"/>
                  </a:lnTo>
                  <a:lnTo>
                    <a:pt x="324239" y="224357"/>
                  </a:lnTo>
                  <a:lnTo>
                    <a:pt x="325968" y="219363"/>
                  </a:lnTo>
                  <a:lnTo>
                    <a:pt x="327539" y="214316"/>
                  </a:lnTo>
                  <a:lnTo>
                    <a:pt x="328949" y="209223"/>
                  </a:lnTo>
                  <a:lnTo>
                    <a:pt x="330198" y="204087"/>
                  </a:lnTo>
                  <a:lnTo>
                    <a:pt x="331284" y="198914"/>
                  </a:lnTo>
                  <a:lnTo>
                    <a:pt x="332205" y="193710"/>
                  </a:lnTo>
                  <a:lnTo>
                    <a:pt x="332962" y="188479"/>
                  </a:lnTo>
                  <a:lnTo>
                    <a:pt x="333553" y="183227"/>
                  </a:lnTo>
                  <a:lnTo>
                    <a:pt x="333977" y="177959"/>
                  </a:lnTo>
                  <a:lnTo>
                    <a:pt x="334235" y="172680"/>
                  </a:lnTo>
                  <a:lnTo>
                    <a:pt x="334326" y="167396"/>
                  </a:lnTo>
                  <a:lnTo>
                    <a:pt x="334249" y="162111"/>
                  </a:lnTo>
                  <a:lnTo>
                    <a:pt x="334006" y="156832"/>
                  </a:lnTo>
                  <a:lnTo>
                    <a:pt x="333596" y="151562"/>
                  </a:lnTo>
                  <a:lnTo>
                    <a:pt x="333019" y="146309"/>
                  </a:lnTo>
                  <a:lnTo>
                    <a:pt x="332277" y="141076"/>
                  </a:lnTo>
                  <a:lnTo>
                    <a:pt x="331370" y="135869"/>
                  </a:lnTo>
                  <a:lnTo>
                    <a:pt x="330298" y="130694"/>
                  </a:lnTo>
                  <a:lnTo>
                    <a:pt x="329064" y="125555"/>
                  </a:lnTo>
                  <a:lnTo>
                    <a:pt x="327667" y="120457"/>
                  </a:lnTo>
                  <a:lnTo>
                    <a:pt x="326111" y="115406"/>
                  </a:lnTo>
                  <a:lnTo>
                    <a:pt x="324395" y="110408"/>
                  </a:lnTo>
                  <a:lnTo>
                    <a:pt x="322522" y="105465"/>
                  </a:lnTo>
                  <a:lnTo>
                    <a:pt x="320494" y="100585"/>
                  </a:lnTo>
                  <a:lnTo>
                    <a:pt x="318312" y="95771"/>
                  </a:lnTo>
                  <a:lnTo>
                    <a:pt x="315980" y="91028"/>
                  </a:lnTo>
                  <a:lnTo>
                    <a:pt x="313499" y="86362"/>
                  </a:lnTo>
                  <a:lnTo>
                    <a:pt x="310871" y="81776"/>
                  </a:lnTo>
                  <a:lnTo>
                    <a:pt x="308100" y="77275"/>
                  </a:lnTo>
                  <a:lnTo>
                    <a:pt x="305188" y="72865"/>
                  </a:lnTo>
                  <a:lnTo>
                    <a:pt x="302138" y="68548"/>
                  </a:lnTo>
                  <a:lnTo>
                    <a:pt x="298953" y="64331"/>
                  </a:lnTo>
                  <a:lnTo>
                    <a:pt x="295636" y="60216"/>
                  </a:lnTo>
                  <a:lnTo>
                    <a:pt x="292191" y="56208"/>
                  </a:lnTo>
                  <a:lnTo>
                    <a:pt x="288620" y="52311"/>
                  </a:lnTo>
                  <a:lnTo>
                    <a:pt x="284929" y="48528"/>
                  </a:lnTo>
                  <a:lnTo>
                    <a:pt x="281120" y="44865"/>
                  </a:lnTo>
                  <a:lnTo>
                    <a:pt x="277196" y="41323"/>
                  </a:lnTo>
                  <a:lnTo>
                    <a:pt x="273163" y="37908"/>
                  </a:lnTo>
                  <a:lnTo>
                    <a:pt x="269024" y="34621"/>
                  </a:lnTo>
                  <a:lnTo>
                    <a:pt x="264783" y="31467"/>
                  </a:lnTo>
                  <a:lnTo>
                    <a:pt x="260444" y="28449"/>
                  </a:lnTo>
                  <a:lnTo>
                    <a:pt x="256013" y="25569"/>
                  </a:lnTo>
                  <a:lnTo>
                    <a:pt x="251492" y="22831"/>
                  </a:lnTo>
                  <a:lnTo>
                    <a:pt x="246887" y="20237"/>
                  </a:lnTo>
                  <a:lnTo>
                    <a:pt x="242202" y="17790"/>
                  </a:lnTo>
                  <a:lnTo>
                    <a:pt x="237443" y="15493"/>
                  </a:lnTo>
                  <a:lnTo>
                    <a:pt x="232613" y="13347"/>
                  </a:lnTo>
                  <a:lnTo>
                    <a:pt x="227717" y="11354"/>
                  </a:lnTo>
                  <a:lnTo>
                    <a:pt x="222762" y="9518"/>
                  </a:lnTo>
                  <a:lnTo>
                    <a:pt x="217750" y="7839"/>
                  </a:lnTo>
                  <a:lnTo>
                    <a:pt x="212688" y="6319"/>
                  </a:lnTo>
                  <a:lnTo>
                    <a:pt x="207581" y="4960"/>
                  </a:lnTo>
                  <a:lnTo>
                    <a:pt x="202433" y="3764"/>
                  </a:lnTo>
                  <a:lnTo>
                    <a:pt x="197250" y="2730"/>
                  </a:lnTo>
                  <a:lnTo>
                    <a:pt x="192036" y="1861"/>
                  </a:lnTo>
                  <a:lnTo>
                    <a:pt x="186798" y="1157"/>
                  </a:lnTo>
                  <a:lnTo>
                    <a:pt x="181540" y="619"/>
                  </a:lnTo>
                  <a:lnTo>
                    <a:pt x="176268" y="248"/>
                  </a:lnTo>
                  <a:lnTo>
                    <a:pt x="170987" y="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64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0"/>
              <a:ext cx="3828" cy="167167"/>
            </a:xfrm>
            <a:custGeom>
              <a:avLst/>
              <a:pathLst>
                <a:path w="3828" h="167167">
                  <a:moveTo>
                    <a:pt x="3828" y="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14128" y="4213821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6" y="2999"/>
                  </a:lnTo>
                  <a:lnTo>
                    <a:pt x="130462" y="4077"/>
                  </a:lnTo>
                  <a:lnTo>
                    <a:pt x="125324" y="5319"/>
                  </a:lnTo>
                  <a:lnTo>
                    <a:pt x="120229" y="6722"/>
                  </a:lnTo>
                  <a:lnTo>
                    <a:pt x="115180" y="8286"/>
                  </a:lnTo>
                  <a:lnTo>
                    <a:pt x="110184" y="10008"/>
                  </a:lnTo>
                  <a:lnTo>
                    <a:pt x="105244" y="11888"/>
                  </a:lnTo>
                  <a:lnTo>
                    <a:pt x="100366" y="13923"/>
                  </a:lnTo>
                  <a:lnTo>
                    <a:pt x="95555" y="16111"/>
                  </a:lnTo>
                  <a:lnTo>
                    <a:pt x="90816" y="18450"/>
                  </a:lnTo>
                  <a:lnTo>
                    <a:pt x="86153" y="20938"/>
                  </a:lnTo>
                  <a:lnTo>
                    <a:pt x="81571" y="23571"/>
                  </a:lnTo>
                  <a:lnTo>
                    <a:pt x="77074" y="26349"/>
                  </a:lnTo>
                  <a:lnTo>
                    <a:pt x="72667" y="29267"/>
                  </a:lnTo>
                  <a:lnTo>
                    <a:pt x="68355" y="32323"/>
                  </a:lnTo>
                  <a:lnTo>
                    <a:pt x="64142" y="35514"/>
                  </a:lnTo>
                  <a:lnTo>
                    <a:pt x="60032" y="38836"/>
                  </a:lnTo>
                  <a:lnTo>
                    <a:pt x="56028" y="42287"/>
                  </a:lnTo>
                  <a:lnTo>
                    <a:pt x="52136" y="45862"/>
                  </a:lnTo>
                  <a:lnTo>
                    <a:pt x="48359" y="49559"/>
                  </a:lnTo>
                  <a:lnTo>
                    <a:pt x="44700" y="53373"/>
                  </a:lnTo>
                  <a:lnTo>
                    <a:pt x="41164" y="57301"/>
                  </a:lnTo>
                  <a:lnTo>
                    <a:pt x="37754" y="61339"/>
                  </a:lnTo>
                  <a:lnTo>
                    <a:pt x="34473" y="65483"/>
                  </a:lnTo>
                  <a:lnTo>
                    <a:pt x="31325" y="69728"/>
                  </a:lnTo>
                  <a:lnTo>
                    <a:pt x="28313" y="74071"/>
                  </a:lnTo>
                  <a:lnTo>
                    <a:pt x="25439" y="78507"/>
                  </a:lnTo>
                  <a:lnTo>
                    <a:pt x="22707" y="83031"/>
                  </a:lnTo>
                  <a:lnTo>
                    <a:pt x="20120" y="87640"/>
                  </a:lnTo>
                  <a:lnTo>
                    <a:pt x="17679" y="92328"/>
                  </a:lnTo>
                  <a:lnTo>
                    <a:pt x="15388" y="97090"/>
                  </a:lnTo>
                  <a:lnTo>
                    <a:pt x="13249" y="101923"/>
                  </a:lnTo>
                  <a:lnTo>
                    <a:pt x="11263" y="106821"/>
                  </a:lnTo>
                  <a:lnTo>
                    <a:pt x="9433" y="111780"/>
                  </a:lnTo>
                  <a:lnTo>
                    <a:pt x="7761" y="116793"/>
                  </a:lnTo>
                  <a:lnTo>
                    <a:pt x="6248" y="121858"/>
                  </a:lnTo>
                  <a:lnTo>
                    <a:pt x="4897" y="126967"/>
                  </a:lnTo>
                  <a:lnTo>
                    <a:pt x="3707" y="132116"/>
                  </a:lnTo>
                  <a:lnTo>
                    <a:pt x="2681" y="137301"/>
                  </a:lnTo>
                  <a:lnTo>
                    <a:pt x="1819" y="142516"/>
                  </a:lnTo>
                  <a:lnTo>
                    <a:pt x="1122" y="147755"/>
                  </a:lnTo>
                  <a:lnTo>
                    <a:pt x="591" y="153013"/>
                  </a:lnTo>
                  <a:lnTo>
                    <a:pt x="227" y="158286"/>
                  </a:lnTo>
                  <a:lnTo>
                    <a:pt x="30" y="163567"/>
                  </a:lnTo>
                  <a:lnTo>
                    <a:pt x="0" y="168852"/>
                  </a:lnTo>
                  <a:lnTo>
                    <a:pt x="136" y="174136"/>
                  </a:lnTo>
                  <a:lnTo>
                    <a:pt x="440" y="179412"/>
                  </a:lnTo>
                  <a:lnTo>
                    <a:pt x="911" y="184677"/>
                  </a:lnTo>
                  <a:lnTo>
                    <a:pt x="1547" y="189923"/>
                  </a:lnTo>
                  <a:lnTo>
                    <a:pt x="2349" y="195147"/>
                  </a:lnTo>
                  <a:lnTo>
                    <a:pt x="3316" y="200343"/>
                  </a:lnTo>
                  <a:lnTo>
                    <a:pt x="4447" y="205506"/>
                  </a:lnTo>
                  <a:lnTo>
                    <a:pt x="5740" y="210631"/>
                  </a:lnTo>
                  <a:lnTo>
                    <a:pt x="7195" y="215712"/>
                  </a:lnTo>
                  <a:lnTo>
                    <a:pt x="8809" y="220744"/>
                  </a:lnTo>
                  <a:lnTo>
                    <a:pt x="10582" y="225723"/>
                  </a:lnTo>
                  <a:lnTo>
                    <a:pt x="12512" y="230644"/>
                  </a:lnTo>
                  <a:lnTo>
                    <a:pt x="14596" y="235501"/>
                  </a:lnTo>
                  <a:lnTo>
                    <a:pt x="16832" y="240290"/>
                  </a:lnTo>
                  <a:lnTo>
                    <a:pt x="19219" y="245005"/>
                  </a:lnTo>
                  <a:lnTo>
                    <a:pt x="21753" y="249643"/>
                  </a:lnTo>
                  <a:lnTo>
                    <a:pt x="24433" y="254198"/>
                  </a:lnTo>
                  <a:lnTo>
                    <a:pt x="27256" y="258667"/>
                  </a:lnTo>
                  <a:lnTo>
                    <a:pt x="30218" y="263044"/>
                  </a:lnTo>
                  <a:lnTo>
                    <a:pt x="33318" y="267325"/>
                  </a:lnTo>
                  <a:lnTo>
                    <a:pt x="36551" y="271506"/>
                  </a:lnTo>
                  <a:lnTo>
                    <a:pt x="39914" y="275582"/>
                  </a:lnTo>
                  <a:lnTo>
                    <a:pt x="43405" y="279551"/>
                  </a:lnTo>
                  <a:lnTo>
                    <a:pt x="47020" y="283407"/>
                  </a:lnTo>
                  <a:lnTo>
                    <a:pt x="50754" y="287146"/>
                  </a:lnTo>
                  <a:lnTo>
                    <a:pt x="54605" y="290766"/>
                  </a:lnTo>
                  <a:lnTo>
                    <a:pt x="58569" y="294262"/>
                  </a:lnTo>
                  <a:lnTo>
                    <a:pt x="62641" y="297632"/>
                  </a:lnTo>
                  <a:lnTo>
                    <a:pt x="66818" y="300871"/>
                  </a:lnTo>
                  <a:lnTo>
                    <a:pt x="71094" y="303976"/>
                  </a:lnTo>
                  <a:lnTo>
                    <a:pt x="75467" y="306944"/>
                  </a:lnTo>
                  <a:lnTo>
                    <a:pt x="79932" y="309773"/>
                  </a:lnTo>
                  <a:lnTo>
                    <a:pt x="84483" y="312459"/>
                  </a:lnTo>
                  <a:lnTo>
                    <a:pt x="89118" y="315000"/>
                  </a:lnTo>
                  <a:lnTo>
                    <a:pt x="93830" y="317393"/>
                  </a:lnTo>
                  <a:lnTo>
                    <a:pt x="98616" y="319636"/>
                  </a:lnTo>
                  <a:lnTo>
                    <a:pt x="103470" y="321727"/>
                  </a:lnTo>
                  <a:lnTo>
                    <a:pt x="108388" y="323663"/>
                  </a:lnTo>
                  <a:lnTo>
                    <a:pt x="113364" y="325442"/>
                  </a:lnTo>
                  <a:lnTo>
                    <a:pt x="118395" y="327064"/>
                  </a:lnTo>
                  <a:lnTo>
                    <a:pt x="123474" y="328526"/>
                  </a:lnTo>
                  <a:lnTo>
                    <a:pt x="128596" y="329826"/>
                  </a:lnTo>
                  <a:lnTo>
                    <a:pt x="133758" y="330964"/>
                  </a:lnTo>
                  <a:lnTo>
                    <a:pt x="138952" y="331938"/>
                  </a:lnTo>
                  <a:lnTo>
                    <a:pt x="144175" y="332747"/>
                  </a:lnTo>
                  <a:lnTo>
                    <a:pt x="149421" y="333391"/>
                  </a:lnTo>
                  <a:lnTo>
                    <a:pt x="154685" y="333868"/>
                  </a:lnTo>
                  <a:lnTo>
                    <a:pt x="159961" y="334179"/>
                  </a:lnTo>
                  <a:lnTo>
                    <a:pt x="165244" y="334323"/>
                  </a:lnTo>
                  <a:lnTo>
                    <a:pt x="170529" y="334300"/>
                  </a:lnTo>
                  <a:lnTo>
                    <a:pt x="175811" y="334110"/>
                  </a:lnTo>
                  <a:lnTo>
                    <a:pt x="181084" y="333753"/>
                  </a:lnTo>
                  <a:lnTo>
                    <a:pt x="186343" y="333230"/>
                  </a:lnTo>
                  <a:lnTo>
                    <a:pt x="191583" y="332540"/>
                  </a:lnTo>
                  <a:lnTo>
                    <a:pt x="196799" y="331686"/>
                  </a:lnTo>
                  <a:lnTo>
                    <a:pt x="201985" y="330666"/>
                  </a:lnTo>
                  <a:lnTo>
                    <a:pt x="207136" y="329484"/>
                  </a:lnTo>
                  <a:lnTo>
                    <a:pt x="212247" y="328139"/>
                  </a:lnTo>
                  <a:lnTo>
                    <a:pt x="217314" y="326633"/>
                  </a:lnTo>
                  <a:lnTo>
                    <a:pt x="222330" y="324968"/>
                  </a:lnTo>
                  <a:lnTo>
                    <a:pt x="227291" y="323145"/>
                  </a:lnTo>
                  <a:lnTo>
                    <a:pt x="232191" y="321166"/>
                  </a:lnTo>
                  <a:lnTo>
                    <a:pt x="237027" y="319033"/>
                  </a:lnTo>
                  <a:lnTo>
                    <a:pt x="241793" y="316748"/>
                  </a:lnTo>
                  <a:lnTo>
                    <a:pt x="246484" y="314314"/>
                  </a:lnTo>
                  <a:lnTo>
                    <a:pt x="251096" y="311733"/>
                  </a:lnTo>
                  <a:lnTo>
                    <a:pt x="255624" y="309007"/>
                  </a:lnTo>
                  <a:lnTo>
                    <a:pt x="260064" y="306140"/>
                  </a:lnTo>
                  <a:lnTo>
                    <a:pt x="264411" y="303133"/>
                  </a:lnTo>
                  <a:lnTo>
                    <a:pt x="268661" y="299991"/>
                  </a:lnTo>
                  <a:lnTo>
                    <a:pt x="272809" y="296716"/>
                  </a:lnTo>
                  <a:lnTo>
                    <a:pt x="276851" y="293311"/>
                  </a:lnTo>
                  <a:lnTo>
                    <a:pt x="280784" y="289781"/>
                  </a:lnTo>
                  <a:lnTo>
                    <a:pt x="284603" y="286128"/>
                  </a:lnTo>
                  <a:lnTo>
                    <a:pt x="288305" y="282355"/>
                  </a:lnTo>
                  <a:lnTo>
                    <a:pt x="291886" y="278468"/>
                  </a:lnTo>
                  <a:lnTo>
                    <a:pt x="295342" y="274469"/>
                  </a:lnTo>
                  <a:lnTo>
                    <a:pt x="298670" y="270364"/>
                  </a:lnTo>
                  <a:lnTo>
                    <a:pt x="301867" y="266155"/>
                  </a:lnTo>
                  <a:lnTo>
                    <a:pt x="304929" y="261847"/>
                  </a:lnTo>
                  <a:lnTo>
                    <a:pt x="307853" y="257444"/>
                  </a:lnTo>
                  <a:lnTo>
                    <a:pt x="310637" y="252951"/>
                  </a:lnTo>
                  <a:lnTo>
                    <a:pt x="313277" y="248373"/>
                  </a:lnTo>
                  <a:lnTo>
                    <a:pt x="315771" y="243713"/>
                  </a:lnTo>
                  <a:lnTo>
                    <a:pt x="318116" y="238977"/>
                  </a:lnTo>
                  <a:lnTo>
                    <a:pt x="320311" y="234169"/>
                  </a:lnTo>
                  <a:lnTo>
                    <a:pt x="322353" y="229294"/>
                  </a:lnTo>
                  <a:lnTo>
                    <a:pt x="324239" y="224357"/>
                  </a:lnTo>
                  <a:lnTo>
                    <a:pt x="325968" y="219363"/>
                  </a:lnTo>
                  <a:lnTo>
                    <a:pt x="327539" y="214316"/>
                  </a:lnTo>
                  <a:lnTo>
                    <a:pt x="328949" y="209223"/>
                  </a:lnTo>
                  <a:lnTo>
                    <a:pt x="330198" y="204087"/>
                  </a:lnTo>
                  <a:lnTo>
                    <a:pt x="331284" y="198914"/>
                  </a:lnTo>
                  <a:lnTo>
                    <a:pt x="332205" y="193710"/>
                  </a:lnTo>
                  <a:lnTo>
                    <a:pt x="332962" y="188479"/>
                  </a:lnTo>
                  <a:lnTo>
                    <a:pt x="333553" y="183227"/>
                  </a:lnTo>
                  <a:lnTo>
                    <a:pt x="333977" y="177959"/>
                  </a:lnTo>
                  <a:lnTo>
                    <a:pt x="334235" y="172680"/>
                  </a:lnTo>
                  <a:lnTo>
                    <a:pt x="334326" y="167396"/>
                  </a:lnTo>
                  <a:lnTo>
                    <a:pt x="334249" y="162111"/>
                  </a:lnTo>
                  <a:lnTo>
                    <a:pt x="334006" y="156832"/>
                  </a:lnTo>
                  <a:lnTo>
                    <a:pt x="333596" y="151562"/>
                  </a:lnTo>
                  <a:lnTo>
                    <a:pt x="333019" y="146309"/>
                  </a:lnTo>
                  <a:lnTo>
                    <a:pt x="332277" y="141076"/>
                  </a:lnTo>
                  <a:lnTo>
                    <a:pt x="331370" y="135869"/>
                  </a:lnTo>
                  <a:lnTo>
                    <a:pt x="330298" y="130694"/>
                  </a:lnTo>
                  <a:lnTo>
                    <a:pt x="329064" y="125555"/>
                  </a:lnTo>
                  <a:lnTo>
                    <a:pt x="327667" y="120457"/>
                  </a:lnTo>
                  <a:lnTo>
                    <a:pt x="326111" y="115406"/>
                  </a:lnTo>
                  <a:lnTo>
                    <a:pt x="324395" y="110408"/>
                  </a:lnTo>
                  <a:lnTo>
                    <a:pt x="322522" y="105465"/>
                  </a:lnTo>
                  <a:lnTo>
                    <a:pt x="320494" y="100585"/>
                  </a:lnTo>
                  <a:lnTo>
                    <a:pt x="318312" y="95771"/>
                  </a:lnTo>
                  <a:lnTo>
                    <a:pt x="315980" y="91028"/>
                  </a:lnTo>
                  <a:lnTo>
                    <a:pt x="313499" y="86362"/>
                  </a:lnTo>
                  <a:lnTo>
                    <a:pt x="310871" y="81776"/>
                  </a:lnTo>
                  <a:lnTo>
                    <a:pt x="308100" y="77275"/>
                  </a:lnTo>
                  <a:lnTo>
                    <a:pt x="305188" y="72865"/>
                  </a:lnTo>
                  <a:lnTo>
                    <a:pt x="302138" y="68548"/>
                  </a:lnTo>
                  <a:lnTo>
                    <a:pt x="298953" y="64331"/>
                  </a:lnTo>
                  <a:lnTo>
                    <a:pt x="295636" y="60216"/>
                  </a:lnTo>
                  <a:lnTo>
                    <a:pt x="292191" y="56208"/>
                  </a:lnTo>
                  <a:lnTo>
                    <a:pt x="288620" y="52311"/>
                  </a:lnTo>
                  <a:lnTo>
                    <a:pt x="284929" y="48528"/>
                  </a:lnTo>
                  <a:lnTo>
                    <a:pt x="281120" y="44865"/>
                  </a:lnTo>
                  <a:lnTo>
                    <a:pt x="277196" y="41323"/>
                  </a:lnTo>
                  <a:lnTo>
                    <a:pt x="273163" y="37908"/>
                  </a:lnTo>
                  <a:lnTo>
                    <a:pt x="269024" y="34621"/>
                  </a:lnTo>
                  <a:lnTo>
                    <a:pt x="264783" y="31467"/>
                  </a:lnTo>
                  <a:lnTo>
                    <a:pt x="260444" y="28449"/>
                  </a:lnTo>
                  <a:lnTo>
                    <a:pt x="256013" y="25569"/>
                  </a:lnTo>
                  <a:lnTo>
                    <a:pt x="251492" y="22831"/>
                  </a:lnTo>
                  <a:lnTo>
                    <a:pt x="246887" y="20237"/>
                  </a:lnTo>
                  <a:lnTo>
                    <a:pt x="242202" y="17790"/>
                  </a:lnTo>
                  <a:lnTo>
                    <a:pt x="237443" y="15493"/>
                  </a:lnTo>
                  <a:lnTo>
                    <a:pt x="232613" y="13347"/>
                  </a:lnTo>
                  <a:lnTo>
                    <a:pt x="227717" y="11354"/>
                  </a:lnTo>
                  <a:lnTo>
                    <a:pt x="222762" y="9518"/>
                  </a:lnTo>
                  <a:lnTo>
                    <a:pt x="217750" y="7839"/>
                  </a:lnTo>
                  <a:lnTo>
                    <a:pt x="212688" y="6319"/>
                  </a:lnTo>
                  <a:lnTo>
                    <a:pt x="207581" y="4960"/>
                  </a:lnTo>
                  <a:lnTo>
                    <a:pt x="202433" y="3764"/>
                  </a:lnTo>
                  <a:lnTo>
                    <a:pt x="197250" y="2730"/>
                  </a:lnTo>
                  <a:lnTo>
                    <a:pt x="192036" y="1861"/>
                  </a:lnTo>
                  <a:lnTo>
                    <a:pt x="186798" y="1157"/>
                  </a:lnTo>
                  <a:lnTo>
                    <a:pt x="181540" y="619"/>
                  </a:lnTo>
                  <a:lnTo>
                    <a:pt x="176268" y="248"/>
                  </a:lnTo>
                  <a:lnTo>
                    <a:pt x="170987" y="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65"/>
              <a:ext cx="3828" cy="167123"/>
            </a:xfrm>
            <a:custGeom>
              <a:avLst/>
              <a:pathLst>
                <a:path w="3828" h="167123">
                  <a:moveTo>
                    <a:pt x="3828" y="0"/>
                  </a:moveTo>
                  <a:lnTo>
                    <a:pt x="0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1"/>
              <a:ext cx="3828" cy="167167"/>
            </a:xfrm>
            <a:custGeom>
              <a:avLst/>
              <a:pathLst>
                <a:path w="3828" h="167167">
                  <a:moveTo>
                    <a:pt x="3828" y="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5" y="4659281"/>
              <a:ext cx="167159" cy="170944"/>
            </a:xfrm>
            <a:custGeom>
              <a:avLst/>
              <a:pathLst>
                <a:path w="167159" h="170944">
                  <a:moveTo>
                    <a:pt x="167159" y="0"/>
                  </a:moveTo>
                  <a:lnTo>
                    <a:pt x="161724" y="88"/>
                  </a:lnTo>
                  <a:lnTo>
                    <a:pt x="156294" y="353"/>
                  </a:lnTo>
                  <a:lnTo>
                    <a:pt x="150877" y="794"/>
                  </a:lnTo>
                  <a:lnTo>
                    <a:pt x="145476" y="1412"/>
                  </a:lnTo>
                  <a:lnTo>
                    <a:pt x="140098" y="2204"/>
                  </a:lnTo>
                  <a:lnTo>
                    <a:pt x="134749" y="3171"/>
                  </a:lnTo>
                  <a:lnTo>
                    <a:pt x="129435" y="4312"/>
                  </a:lnTo>
                  <a:lnTo>
                    <a:pt x="124160" y="5624"/>
                  </a:lnTo>
                  <a:lnTo>
                    <a:pt x="118930" y="7108"/>
                  </a:lnTo>
                  <a:lnTo>
                    <a:pt x="113752" y="8760"/>
                  </a:lnTo>
                  <a:lnTo>
                    <a:pt x="108630" y="10580"/>
                  </a:lnTo>
                  <a:lnTo>
                    <a:pt x="103570" y="12566"/>
                  </a:lnTo>
                  <a:lnTo>
                    <a:pt x="98577" y="14715"/>
                  </a:lnTo>
                  <a:lnTo>
                    <a:pt x="93657" y="17026"/>
                  </a:lnTo>
                  <a:lnTo>
                    <a:pt x="88814" y="19495"/>
                  </a:lnTo>
                  <a:lnTo>
                    <a:pt x="84054" y="22120"/>
                  </a:lnTo>
                  <a:lnTo>
                    <a:pt x="79382" y="24899"/>
                  </a:lnTo>
                  <a:lnTo>
                    <a:pt x="74803" y="27828"/>
                  </a:lnTo>
                  <a:lnTo>
                    <a:pt x="70322" y="30904"/>
                  </a:lnTo>
                  <a:lnTo>
                    <a:pt x="65943" y="34124"/>
                  </a:lnTo>
                  <a:lnTo>
                    <a:pt x="61671" y="37486"/>
                  </a:lnTo>
                  <a:lnTo>
                    <a:pt x="57510" y="40984"/>
                  </a:lnTo>
                  <a:lnTo>
                    <a:pt x="53466" y="44615"/>
                  </a:lnTo>
                  <a:lnTo>
                    <a:pt x="49541" y="48377"/>
                  </a:lnTo>
                  <a:lnTo>
                    <a:pt x="45741" y="52263"/>
                  </a:lnTo>
                  <a:lnTo>
                    <a:pt x="42070" y="56272"/>
                  </a:lnTo>
                  <a:lnTo>
                    <a:pt x="38531" y="60397"/>
                  </a:lnTo>
                  <a:lnTo>
                    <a:pt x="35127" y="64636"/>
                  </a:lnTo>
                  <a:lnTo>
                    <a:pt x="31863" y="68983"/>
                  </a:lnTo>
                  <a:lnTo>
                    <a:pt x="28743" y="73433"/>
                  </a:lnTo>
                  <a:lnTo>
                    <a:pt x="25768" y="77983"/>
                  </a:lnTo>
                  <a:lnTo>
                    <a:pt x="22944" y="82627"/>
                  </a:lnTo>
                  <a:lnTo>
                    <a:pt x="20271" y="87361"/>
                  </a:lnTo>
                  <a:lnTo>
                    <a:pt x="17754" y="92179"/>
                  </a:lnTo>
                  <a:lnTo>
                    <a:pt x="15395" y="97076"/>
                  </a:lnTo>
                  <a:lnTo>
                    <a:pt x="13197" y="102047"/>
                  </a:lnTo>
                  <a:lnTo>
                    <a:pt x="11161" y="107087"/>
                  </a:lnTo>
                  <a:lnTo>
                    <a:pt x="9290" y="112191"/>
                  </a:lnTo>
                  <a:lnTo>
                    <a:pt x="7586" y="117353"/>
                  </a:lnTo>
                  <a:lnTo>
                    <a:pt x="6051" y="122567"/>
                  </a:lnTo>
                  <a:lnTo>
                    <a:pt x="4686" y="127829"/>
                  </a:lnTo>
                  <a:lnTo>
                    <a:pt x="3493" y="133132"/>
                  </a:lnTo>
                  <a:lnTo>
                    <a:pt x="2473" y="138471"/>
                  </a:lnTo>
                  <a:lnTo>
                    <a:pt x="1627" y="143841"/>
                  </a:lnTo>
                  <a:lnTo>
                    <a:pt x="956" y="149235"/>
                  </a:lnTo>
                  <a:lnTo>
                    <a:pt x="461" y="154648"/>
                  </a:lnTo>
                  <a:lnTo>
                    <a:pt x="142" y="160074"/>
                  </a:lnTo>
                  <a:lnTo>
                    <a:pt x="0" y="165508"/>
                  </a:lnTo>
                  <a:lnTo>
                    <a:pt x="34" y="17094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19400" y="4826449"/>
              <a:ext cx="167124" cy="3776"/>
            </a:xfrm>
            <a:custGeom>
              <a:avLst/>
              <a:pathLst>
                <a:path w="167124" h="3776">
                  <a:moveTo>
                    <a:pt x="0" y="3776"/>
                  </a:moveTo>
                  <a:lnTo>
                    <a:pt x="16712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19400" y="4826449"/>
              <a:ext cx="167124" cy="25204"/>
            </a:xfrm>
            <a:custGeom>
              <a:avLst/>
              <a:pathLst>
                <a:path w="167124" h="25204">
                  <a:moveTo>
                    <a:pt x="0" y="3776"/>
                  </a:moveTo>
                  <a:lnTo>
                    <a:pt x="315" y="10944"/>
                  </a:lnTo>
                  <a:lnTo>
                    <a:pt x="939" y="18091"/>
                  </a:lnTo>
                  <a:lnTo>
                    <a:pt x="1868" y="25204"/>
                  </a:lnTo>
                  <a:lnTo>
                    <a:pt x="16712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921268" y="4659281"/>
              <a:ext cx="332409" cy="334331"/>
            </a:xfrm>
            <a:custGeom>
              <a:avLst/>
              <a:pathLst>
                <a:path w="332409" h="334331">
                  <a:moveTo>
                    <a:pt x="0" y="192372"/>
                  </a:moveTo>
                  <a:lnTo>
                    <a:pt x="881" y="197593"/>
                  </a:lnTo>
                  <a:lnTo>
                    <a:pt x="1927" y="202783"/>
                  </a:lnTo>
                  <a:lnTo>
                    <a:pt x="3136" y="207937"/>
                  </a:lnTo>
                  <a:lnTo>
                    <a:pt x="4509" y="213051"/>
                  </a:lnTo>
                  <a:lnTo>
                    <a:pt x="6043" y="218119"/>
                  </a:lnTo>
                  <a:lnTo>
                    <a:pt x="7736" y="223135"/>
                  </a:lnTo>
                  <a:lnTo>
                    <a:pt x="9587" y="228096"/>
                  </a:lnTo>
                  <a:lnTo>
                    <a:pt x="11595" y="232995"/>
                  </a:lnTo>
                  <a:lnTo>
                    <a:pt x="13757" y="237828"/>
                  </a:lnTo>
                  <a:lnTo>
                    <a:pt x="16071" y="242590"/>
                  </a:lnTo>
                  <a:lnTo>
                    <a:pt x="18534" y="247277"/>
                  </a:lnTo>
                  <a:lnTo>
                    <a:pt x="21144" y="251883"/>
                  </a:lnTo>
                  <a:lnTo>
                    <a:pt x="23900" y="256405"/>
                  </a:lnTo>
                  <a:lnTo>
                    <a:pt x="26796" y="260836"/>
                  </a:lnTo>
                  <a:lnTo>
                    <a:pt x="29832" y="265174"/>
                  </a:lnTo>
                  <a:lnTo>
                    <a:pt x="33004" y="269414"/>
                  </a:lnTo>
                  <a:lnTo>
                    <a:pt x="36308" y="273551"/>
                  </a:lnTo>
                  <a:lnTo>
                    <a:pt x="39742" y="277581"/>
                  </a:lnTo>
                  <a:lnTo>
                    <a:pt x="43302" y="281500"/>
                  </a:lnTo>
                  <a:lnTo>
                    <a:pt x="46984" y="285305"/>
                  </a:lnTo>
                  <a:lnTo>
                    <a:pt x="50784" y="288991"/>
                  </a:lnTo>
                  <a:lnTo>
                    <a:pt x="54700" y="292555"/>
                  </a:lnTo>
                  <a:lnTo>
                    <a:pt x="58726" y="295994"/>
                  </a:lnTo>
                  <a:lnTo>
                    <a:pt x="62859" y="299303"/>
                  </a:lnTo>
                  <a:lnTo>
                    <a:pt x="67095" y="302479"/>
                  </a:lnTo>
                  <a:lnTo>
                    <a:pt x="71429" y="305520"/>
                  </a:lnTo>
                  <a:lnTo>
                    <a:pt x="75858" y="308422"/>
                  </a:lnTo>
                  <a:lnTo>
                    <a:pt x="80376" y="311182"/>
                  </a:lnTo>
                  <a:lnTo>
                    <a:pt x="84979" y="313798"/>
                  </a:lnTo>
                  <a:lnTo>
                    <a:pt x="89663" y="316267"/>
                  </a:lnTo>
                  <a:lnTo>
                    <a:pt x="94423" y="318586"/>
                  </a:lnTo>
                  <a:lnTo>
                    <a:pt x="99254" y="320753"/>
                  </a:lnTo>
                  <a:lnTo>
                    <a:pt x="104151" y="322766"/>
                  </a:lnTo>
                  <a:lnTo>
                    <a:pt x="109109" y="324623"/>
                  </a:lnTo>
                  <a:lnTo>
                    <a:pt x="114123" y="326322"/>
                  </a:lnTo>
                  <a:lnTo>
                    <a:pt x="119189" y="327862"/>
                  </a:lnTo>
                  <a:lnTo>
                    <a:pt x="124301" y="329240"/>
                  </a:lnTo>
                  <a:lnTo>
                    <a:pt x="129455" y="330456"/>
                  </a:lnTo>
                  <a:lnTo>
                    <a:pt x="134644" y="331508"/>
                  </a:lnTo>
                  <a:lnTo>
                    <a:pt x="139863" y="332395"/>
                  </a:lnTo>
                  <a:lnTo>
                    <a:pt x="145109" y="333116"/>
                  </a:lnTo>
                  <a:lnTo>
                    <a:pt x="150374" y="333671"/>
                  </a:lnTo>
                  <a:lnTo>
                    <a:pt x="155655" y="334058"/>
                  </a:lnTo>
                  <a:lnTo>
                    <a:pt x="160945" y="334279"/>
                  </a:lnTo>
                  <a:lnTo>
                    <a:pt x="166239" y="334331"/>
                  </a:lnTo>
                  <a:lnTo>
                    <a:pt x="171532" y="334217"/>
                  </a:lnTo>
                  <a:lnTo>
                    <a:pt x="176819" y="333934"/>
                  </a:lnTo>
                  <a:lnTo>
                    <a:pt x="182095" y="333484"/>
                  </a:lnTo>
                  <a:lnTo>
                    <a:pt x="187353" y="332867"/>
                  </a:lnTo>
                  <a:lnTo>
                    <a:pt x="192590" y="332085"/>
                  </a:lnTo>
                  <a:lnTo>
                    <a:pt x="197799" y="331136"/>
                  </a:lnTo>
                  <a:lnTo>
                    <a:pt x="202975" y="330023"/>
                  </a:lnTo>
                  <a:lnTo>
                    <a:pt x="208114" y="328747"/>
                  </a:lnTo>
                  <a:lnTo>
                    <a:pt x="213209" y="327309"/>
                  </a:lnTo>
                  <a:lnTo>
                    <a:pt x="218257" y="325710"/>
                  </a:lnTo>
                  <a:lnTo>
                    <a:pt x="223251" y="323952"/>
                  </a:lnTo>
                  <a:lnTo>
                    <a:pt x="228187" y="322037"/>
                  </a:lnTo>
                  <a:lnTo>
                    <a:pt x="233060" y="319966"/>
                  </a:lnTo>
                  <a:lnTo>
                    <a:pt x="237865" y="317742"/>
                  </a:lnTo>
                  <a:lnTo>
                    <a:pt x="242597" y="315367"/>
                  </a:lnTo>
                  <a:lnTo>
                    <a:pt x="247251" y="312844"/>
                  </a:lnTo>
                  <a:lnTo>
                    <a:pt x="251824" y="310174"/>
                  </a:lnTo>
                  <a:lnTo>
                    <a:pt x="256309" y="307361"/>
                  </a:lnTo>
                  <a:lnTo>
                    <a:pt x="260703" y="304407"/>
                  </a:lnTo>
                  <a:lnTo>
                    <a:pt x="265001" y="301315"/>
                  </a:lnTo>
                  <a:lnTo>
                    <a:pt x="269200" y="298089"/>
                  </a:lnTo>
                  <a:lnTo>
                    <a:pt x="273294" y="294732"/>
                  </a:lnTo>
                  <a:lnTo>
                    <a:pt x="277279" y="291246"/>
                  </a:lnTo>
                  <a:lnTo>
                    <a:pt x="281152" y="287637"/>
                  </a:lnTo>
                  <a:lnTo>
                    <a:pt x="284909" y="283906"/>
                  </a:lnTo>
                  <a:lnTo>
                    <a:pt x="288546" y="280058"/>
                  </a:lnTo>
                  <a:lnTo>
                    <a:pt x="292060" y="276097"/>
                  </a:lnTo>
                  <a:lnTo>
                    <a:pt x="295446" y="272027"/>
                  </a:lnTo>
                  <a:lnTo>
                    <a:pt x="298701" y="267851"/>
                  </a:lnTo>
                  <a:lnTo>
                    <a:pt x="301823" y="263575"/>
                  </a:lnTo>
                  <a:lnTo>
                    <a:pt x="304807" y="259201"/>
                  </a:lnTo>
                  <a:lnTo>
                    <a:pt x="307652" y="254736"/>
                  </a:lnTo>
                  <a:lnTo>
                    <a:pt x="310354" y="250182"/>
                  </a:lnTo>
                  <a:lnTo>
                    <a:pt x="312910" y="245546"/>
                  </a:lnTo>
                  <a:lnTo>
                    <a:pt x="315318" y="240830"/>
                  </a:lnTo>
                  <a:lnTo>
                    <a:pt x="317576" y="236041"/>
                  </a:lnTo>
                  <a:lnTo>
                    <a:pt x="319680" y="231183"/>
                  </a:lnTo>
                  <a:lnTo>
                    <a:pt x="321630" y="226260"/>
                  </a:lnTo>
                  <a:lnTo>
                    <a:pt x="323423" y="221279"/>
                  </a:lnTo>
                  <a:lnTo>
                    <a:pt x="325057" y="216243"/>
                  </a:lnTo>
                  <a:lnTo>
                    <a:pt x="326531" y="211157"/>
                  </a:lnTo>
                  <a:lnTo>
                    <a:pt x="327844" y="206028"/>
                  </a:lnTo>
                  <a:lnTo>
                    <a:pt x="328993" y="200859"/>
                  </a:lnTo>
                  <a:lnTo>
                    <a:pt x="329978" y="195657"/>
                  </a:lnTo>
                  <a:lnTo>
                    <a:pt x="330797" y="190426"/>
                  </a:lnTo>
                  <a:lnTo>
                    <a:pt x="331451" y="185172"/>
                  </a:lnTo>
                  <a:lnTo>
                    <a:pt x="331938" y="179900"/>
                  </a:lnTo>
                  <a:lnTo>
                    <a:pt x="332257" y="174615"/>
                  </a:lnTo>
                  <a:lnTo>
                    <a:pt x="332409" y="169323"/>
                  </a:lnTo>
                  <a:lnTo>
                    <a:pt x="332394" y="164028"/>
                  </a:lnTo>
                  <a:lnTo>
                    <a:pt x="332211" y="158737"/>
                  </a:lnTo>
                  <a:lnTo>
                    <a:pt x="331860" y="153454"/>
                  </a:lnTo>
                  <a:lnTo>
                    <a:pt x="331342" y="148185"/>
                  </a:lnTo>
                  <a:lnTo>
                    <a:pt x="330658" y="142934"/>
                  </a:lnTo>
                  <a:lnTo>
                    <a:pt x="329807" y="137708"/>
                  </a:lnTo>
                  <a:lnTo>
                    <a:pt x="328792" y="132512"/>
                  </a:lnTo>
                  <a:lnTo>
                    <a:pt x="327612" y="127351"/>
                  </a:lnTo>
                  <a:lnTo>
                    <a:pt x="326270" y="122229"/>
                  </a:lnTo>
                  <a:lnTo>
                    <a:pt x="324766" y="117152"/>
                  </a:lnTo>
                  <a:lnTo>
                    <a:pt x="323102" y="112126"/>
                  </a:lnTo>
                  <a:lnTo>
                    <a:pt x="321280" y="107155"/>
                  </a:lnTo>
                  <a:lnTo>
                    <a:pt x="319301" y="102244"/>
                  </a:lnTo>
                  <a:lnTo>
                    <a:pt x="317168" y="97398"/>
                  </a:lnTo>
                  <a:lnTo>
                    <a:pt x="314882" y="92622"/>
                  </a:lnTo>
                  <a:lnTo>
                    <a:pt x="312446" y="87921"/>
                  </a:lnTo>
                  <a:lnTo>
                    <a:pt x="309863" y="83300"/>
                  </a:lnTo>
                  <a:lnTo>
                    <a:pt x="307135" y="78762"/>
                  </a:lnTo>
                  <a:lnTo>
                    <a:pt x="304264" y="74313"/>
                  </a:lnTo>
                  <a:lnTo>
                    <a:pt x="301253" y="69958"/>
                  </a:lnTo>
                  <a:lnTo>
                    <a:pt x="298107" y="65700"/>
                  </a:lnTo>
                  <a:lnTo>
                    <a:pt x="294827" y="61543"/>
                  </a:lnTo>
                  <a:lnTo>
                    <a:pt x="291417" y="57493"/>
                  </a:lnTo>
                  <a:lnTo>
                    <a:pt x="287880" y="53553"/>
                  </a:lnTo>
                  <a:lnTo>
                    <a:pt x="284221" y="49726"/>
                  </a:lnTo>
                  <a:lnTo>
                    <a:pt x="280442" y="46018"/>
                  </a:lnTo>
                  <a:lnTo>
                    <a:pt x="276548" y="42431"/>
                  </a:lnTo>
                  <a:lnTo>
                    <a:pt x="272542" y="38969"/>
                  </a:lnTo>
                  <a:lnTo>
                    <a:pt x="268428" y="35636"/>
                  </a:lnTo>
                  <a:lnTo>
                    <a:pt x="264211" y="32434"/>
                  </a:lnTo>
                  <a:lnTo>
                    <a:pt x="259894" y="29368"/>
                  </a:lnTo>
                  <a:lnTo>
                    <a:pt x="255483" y="26440"/>
                  </a:lnTo>
                  <a:lnTo>
                    <a:pt x="250981" y="23653"/>
                  </a:lnTo>
                  <a:lnTo>
                    <a:pt x="246393" y="21011"/>
                  </a:lnTo>
                  <a:lnTo>
                    <a:pt x="241724" y="18514"/>
                  </a:lnTo>
                  <a:lnTo>
                    <a:pt x="236978" y="16167"/>
                  </a:lnTo>
                  <a:lnTo>
                    <a:pt x="232160" y="13972"/>
                  </a:lnTo>
                  <a:lnTo>
                    <a:pt x="227275" y="11930"/>
                  </a:lnTo>
                  <a:lnTo>
                    <a:pt x="222328" y="10044"/>
                  </a:lnTo>
                  <a:lnTo>
                    <a:pt x="217323" y="8315"/>
                  </a:lnTo>
                  <a:lnTo>
                    <a:pt x="212267" y="6746"/>
                  </a:lnTo>
                  <a:lnTo>
                    <a:pt x="207163" y="5338"/>
                  </a:lnTo>
                  <a:lnTo>
                    <a:pt x="202017" y="4092"/>
                  </a:lnTo>
                  <a:lnTo>
                    <a:pt x="196834" y="3009"/>
                  </a:lnTo>
                  <a:lnTo>
                    <a:pt x="191620" y="2091"/>
                  </a:lnTo>
                  <a:lnTo>
                    <a:pt x="186379" y="1339"/>
                  </a:lnTo>
                  <a:lnTo>
                    <a:pt x="181116" y="754"/>
                  </a:lnTo>
                  <a:lnTo>
                    <a:pt x="175838" y="335"/>
                  </a:lnTo>
                  <a:lnTo>
                    <a:pt x="170550" y="83"/>
                  </a:lnTo>
                  <a:lnTo>
                    <a:pt x="165256" y="0"/>
                  </a:lnTo>
                  <a:lnTo>
                    <a:pt x="1652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5202" y="5018213"/>
              <a:ext cx="3518" cy="167167"/>
            </a:xfrm>
            <a:custGeom>
              <a:avLst/>
              <a:pathLst>
                <a:path w="3518" h="167167">
                  <a:moveTo>
                    <a:pt x="3518" y="0"/>
                  </a:moveTo>
                  <a:lnTo>
                    <a:pt x="0" y="37"/>
                  </a:lnTo>
                  <a:lnTo>
                    <a:pt x="351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485202" y="5018250"/>
              <a:ext cx="3518" cy="167130"/>
            </a:xfrm>
            <a:custGeom>
              <a:avLst/>
              <a:pathLst>
                <a:path w="3518" h="167130">
                  <a:moveTo>
                    <a:pt x="0" y="0"/>
                  </a:moveTo>
                  <a:lnTo>
                    <a:pt x="351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321554" y="5018233"/>
              <a:ext cx="334333" cy="334300"/>
            </a:xfrm>
            <a:custGeom>
              <a:avLst/>
              <a:pathLst>
                <a:path w="334333" h="334300">
                  <a:moveTo>
                    <a:pt x="163647" y="17"/>
                  </a:moveTo>
                  <a:lnTo>
                    <a:pt x="158351" y="212"/>
                  </a:lnTo>
                  <a:lnTo>
                    <a:pt x="153063" y="575"/>
                  </a:lnTo>
                  <a:lnTo>
                    <a:pt x="147789" y="1106"/>
                  </a:lnTo>
                  <a:lnTo>
                    <a:pt x="142534" y="1804"/>
                  </a:lnTo>
                  <a:lnTo>
                    <a:pt x="137305" y="2668"/>
                  </a:lnTo>
                  <a:lnTo>
                    <a:pt x="132105" y="3697"/>
                  </a:lnTo>
                  <a:lnTo>
                    <a:pt x="126941" y="4891"/>
                  </a:lnTo>
                  <a:lnTo>
                    <a:pt x="121817" y="6248"/>
                  </a:lnTo>
                  <a:lnTo>
                    <a:pt x="116739" y="7767"/>
                  </a:lnTo>
                  <a:lnTo>
                    <a:pt x="111711" y="9445"/>
                  </a:lnTo>
                  <a:lnTo>
                    <a:pt x="106739" y="11283"/>
                  </a:lnTo>
                  <a:lnTo>
                    <a:pt x="101828" y="13277"/>
                  </a:lnTo>
                  <a:lnTo>
                    <a:pt x="96983" y="15426"/>
                  </a:lnTo>
                  <a:lnTo>
                    <a:pt x="92208" y="17727"/>
                  </a:lnTo>
                  <a:lnTo>
                    <a:pt x="87509" y="20179"/>
                  </a:lnTo>
                  <a:lnTo>
                    <a:pt x="82889" y="22778"/>
                  </a:lnTo>
                  <a:lnTo>
                    <a:pt x="78355" y="25522"/>
                  </a:lnTo>
                  <a:lnTo>
                    <a:pt x="73909" y="28409"/>
                  </a:lnTo>
                  <a:lnTo>
                    <a:pt x="69558" y="31435"/>
                  </a:lnTo>
                  <a:lnTo>
                    <a:pt x="65304" y="34598"/>
                  </a:lnTo>
                  <a:lnTo>
                    <a:pt x="61153" y="37894"/>
                  </a:lnTo>
                  <a:lnTo>
                    <a:pt x="57108" y="41320"/>
                  </a:lnTo>
                  <a:lnTo>
                    <a:pt x="53175" y="44873"/>
                  </a:lnTo>
                  <a:lnTo>
                    <a:pt x="49355" y="48548"/>
                  </a:lnTo>
                  <a:lnTo>
                    <a:pt x="45655" y="52343"/>
                  </a:lnTo>
                  <a:lnTo>
                    <a:pt x="42076" y="56253"/>
                  </a:lnTo>
                  <a:lnTo>
                    <a:pt x="38623" y="60274"/>
                  </a:lnTo>
                  <a:lnTo>
                    <a:pt x="35299" y="64403"/>
                  </a:lnTo>
                  <a:lnTo>
                    <a:pt x="32108" y="68635"/>
                  </a:lnTo>
                  <a:lnTo>
                    <a:pt x="29053" y="72967"/>
                  </a:lnTo>
                  <a:lnTo>
                    <a:pt x="26137" y="77393"/>
                  </a:lnTo>
                  <a:lnTo>
                    <a:pt x="23362" y="81909"/>
                  </a:lnTo>
                  <a:lnTo>
                    <a:pt x="20732" y="86511"/>
                  </a:lnTo>
                  <a:lnTo>
                    <a:pt x="18249" y="91194"/>
                  </a:lnTo>
                  <a:lnTo>
                    <a:pt x="15916" y="95953"/>
                  </a:lnTo>
                  <a:lnTo>
                    <a:pt x="13735" y="100784"/>
                  </a:lnTo>
                  <a:lnTo>
                    <a:pt x="11708" y="105682"/>
                  </a:lnTo>
                  <a:lnTo>
                    <a:pt x="9838" y="110641"/>
                  </a:lnTo>
                  <a:lnTo>
                    <a:pt x="8125" y="115658"/>
                  </a:lnTo>
                  <a:lnTo>
                    <a:pt x="6573" y="120726"/>
                  </a:lnTo>
                  <a:lnTo>
                    <a:pt x="5182" y="125840"/>
                  </a:lnTo>
                  <a:lnTo>
                    <a:pt x="3954" y="130997"/>
                  </a:lnTo>
                  <a:lnTo>
                    <a:pt x="2890" y="136189"/>
                  </a:lnTo>
                  <a:lnTo>
                    <a:pt x="1991" y="141413"/>
                  </a:lnTo>
                  <a:lnTo>
                    <a:pt x="1258" y="146663"/>
                  </a:lnTo>
                  <a:lnTo>
                    <a:pt x="692" y="151933"/>
                  </a:lnTo>
                  <a:lnTo>
                    <a:pt x="293" y="157218"/>
                  </a:lnTo>
                  <a:lnTo>
                    <a:pt x="62" y="162514"/>
                  </a:lnTo>
                  <a:lnTo>
                    <a:pt x="0" y="167814"/>
                  </a:lnTo>
                  <a:lnTo>
                    <a:pt x="105" y="173113"/>
                  </a:lnTo>
                  <a:lnTo>
                    <a:pt x="378" y="178407"/>
                  </a:lnTo>
                  <a:lnTo>
                    <a:pt x="819" y="183689"/>
                  </a:lnTo>
                  <a:lnTo>
                    <a:pt x="1427" y="188954"/>
                  </a:lnTo>
                  <a:lnTo>
                    <a:pt x="2201" y="194198"/>
                  </a:lnTo>
                  <a:lnTo>
                    <a:pt x="3142" y="199414"/>
                  </a:lnTo>
                  <a:lnTo>
                    <a:pt x="4247" y="204598"/>
                  </a:lnTo>
                  <a:lnTo>
                    <a:pt x="5517" y="209744"/>
                  </a:lnTo>
                  <a:lnTo>
                    <a:pt x="6948" y="214848"/>
                  </a:lnTo>
                  <a:lnTo>
                    <a:pt x="8541" y="219903"/>
                  </a:lnTo>
                  <a:lnTo>
                    <a:pt x="10293" y="224906"/>
                  </a:lnTo>
                  <a:lnTo>
                    <a:pt x="12203" y="229850"/>
                  </a:lnTo>
                  <a:lnTo>
                    <a:pt x="14269" y="234732"/>
                  </a:lnTo>
                  <a:lnTo>
                    <a:pt x="16489" y="239545"/>
                  </a:lnTo>
                  <a:lnTo>
                    <a:pt x="18860" y="244286"/>
                  </a:lnTo>
                  <a:lnTo>
                    <a:pt x="21380" y="248949"/>
                  </a:lnTo>
                  <a:lnTo>
                    <a:pt x="24047" y="253529"/>
                  </a:lnTo>
                  <a:lnTo>
                    <a:pt x="26857" y="258023"/>
                  </a:lnTo>
                  <a:lnTo>
                    <a:pt x="29809" y="262426"/>
                  </a:lnTo>
                  <a:lnTo>
                    <a:pt x="32899" y="266733"/>
                  </a:lnTo>
                  <a:lnTo>
                    <a:pt x="36123" y="270939"/>
                  </a:lnTo>
                  <a:lnTo>
                    <a:pt x="39480" y="275042"/>
                  </a:lnTo>
                  <a:lnTo>
                    <a:pt x="42965" y="279036"/>
                  </a:lnTo>
                  <a:lnTo>
                    <a:pt x="46574" y="282917"/>
                  </a:lnTo>
                  <a:lnTo>
                    <a:pt x="50305" y="286682"/>
                  </a:lnTo>
                  <a:lnTo>
                    <a:pt x="54154" y="290327"/>
                  </a:lnTo>
                  <a:lnTo>
                    <a:pt x="58116" y="293848"/>
                  </a:lnTo>
                  <a:lnTo>
                    <a:pt x="62188" y="297241"/>
                  </a:lnTo>
                  <a:lnTo>
                    <a:pt x="66365" y="300504"/>
                  </a:lnTo>
                  <a:lnTo>
                    <a:pt x="70643" y="303633"/>
                  </a:lnTo>
                  <a:lnTo>
                    <a:pt x="75019" y="306624"/>
                  </a:lnTo>
                  <a:lnTo>
                    <a:pt x="79487" y="309476"/>
                  </a:lnTo>
                  <a:lnTo>
                    <a:pt x="84044" y="312184"/>
                  </a:lnTo>
                  <a:lnTo>
                    <a:pt x="88684" y="314746"/>
                  </a:lnTo>
                  <a:lnTo>
                    <a:pt x="93403" y="317160"/>
                  </a:lnTo>
                  <a:lnTo>
                    <a:pt x="98196" y="319423"/>
                  </a:lnTo>
                  <a:lnTo>
                    <a:pt x="103058" y="321533"/>
                  </a:lnTo>
                  <a:lnTo>
                    <a:pt x="107985" y="323488"/>
                  </a:lnTo>
                  <a:lnTo>
                    <a:pt x="112971" y="325286"/>
                  </a:lnTo>
                  <a:lnTo>
                    <a:pt x="118012" y="326924"/>
                  </a:lnTo>
                  <a:lnTo>
                    <a:pt x="123102" y="328403"/>
                  </a:lnTo>
                  <a:lnTo>
                    <a:pt x="128237" y="329718"/>
                  </a:lnTo>
                  <a:lnTo>
                    <a:pt x="133410" y="330871"/>
                  </a:lnTo>
                  <a:lnTo>
                    <a:pt x="138618" y="331859"/>
                  </a:lnTo>
                  <a:lnTo>
                    <a:pt x="143854" y="332681"/>
                  </a:lnTo>
                  <a:lnTo>
                    <a:pt x="149114" y="333337"/>
                  </a:lnTo>
                  <a:lnTo>
                    <a:pt x="154392" y="333826"/>
                  </a:lnTo>
                  <a:lnTo>
                    <a:pt x="159683" y="334147"/>
                  </a:lnTo>
                  <a:lnTo>
                    <a:pt x="164981" y="334300"/>
                  </a:lnTo>
                  <a:lnTo>
                    <a:pt x="170281" y="334285"/>
                  </a:lnTo>
                  <a:lnTo>
                    <a:pt x="175579" y="334103"/>
                  </a:lnTo>
                  <a:lnTo>
                    <a:pt x="180868" y="333752"/>
                  </a:lnTo>
                  <a:lnTo>
                    <a:pt x="186143" y="333234"/>
                  </a:lnTo>
                  <a:lnTo>
                    <a:pt x="191399" y="332549"/>
                  </a:lnTo>
                  <a:lnTo>
                    <a:pt x="196630" y="331697"/>
                  </a:lnTo>
                  <a:lnTo>
                    <a:pt x="201832" y="330680"/>
                  </a:lnTo>
                  <a:lnTo>
                    <a:pt x="207000" y="329499"/>
                  </a:lnTo>
                  <a:lnTo>
                    <a:pt x="212127" y="328155"/>
                  </a:lnTo>
                  <a:lnTo>
                    <a:pt x="217209" y="326648"/>
                  </a:lnTo>
                  <a:lnTo>
                    <a:pt x="222240" y="324981"/>
                  </a:lnTo>
                  <a:lnTo>
                    <a:pt x="227217" y="323156"/>
                  </a:lnTo>
                  <a:lnTo>
                    <a:pt x="232132" y="321174"/>
                  </a:lnTo>
                  <a:lnTo>
                    <a:pt x="236983" y="319037"/>
                  </a:lnTo>
                  <a:lnTo>
                    <a:pt x="241763" y="316747"/>
                  </a:lnTo>
                  <a:lnTo>
                    <a:pt x="246469" y="314307"/>
                  </a:lnTo>
                  <a:lnTo>
                    <a:pt x="251094" y="311718"/>
                  </a:lnTo>
                  <a:lnTo>
                    <a:pt x="255636" y="308985"/>
                  </a:lnTo>
                  <a:lnTo>
                    <a:pt x="260088" y="306109"/>
                  </a:lnTo>
                  <a:lnTo>
                    <a:pt x="264447" y="303093"/>
                  </a:lnTo>
                  <a:lnTo>
                    <a:pt x="268708" y="299940"/>
                  </a:lnTo>
                  <a:lnTo>
                    <a:pt x="272867" y="296654"/>
                  </a:lnTo>
                  <a:lnTo>
                    <a:pt x="276920" y="293238"/>
                  </a:lnTo>
                  <a:lnTo>
                    <a:pt x="280862" y="289695"/>
                  </a:lnTo>
                  <a:lnTo>
                    <a:pt x="284690" y="286029"/>
                  </a:lnTo>
                  <a:lnTo>
                    <a:pt x="288400" y="282243"/>
                  </a:lnTo>
                  <a:lnTo>
                    <a:pt x="291988" y="278342"/>
                  </a:lnTo>
                  <a:lnTo>
                    <a:pt x="295450" y="274329"/>
                  </a:lnTo>
                  <a:lnTo>
                    <a:pt x="298784" y="270208"/>
                  </a:lnTo>
                  <a:lnTo>
                    <a:pt x="301985" y="265983"/>
                  </a:lnTo>
                  <a:lnTo>
                    <a:pt x="305051" y="261659"/>
                  </a:lnTo>
                  <a:lnTo>
                    <a:pt x="307978" y="257240"/>
                  </a:lnTo>
                  <a:lnTo>
                    <a:pt x="310764" y="252731"/>
                  </a:lnTo>
                  <a:lnTo>
                    <a:pt x="313405" y="248135"/>
                  </a:lnTo>
                  <a:lnTo>
                    <a:pt x="315899" y="243458"/>
                  </a:lnTo>
                  <a:lnTo>
                    <a:pt x="318243" y="238704"/>
                  </a:lnTo>
                  <a:lnTo>
                    <a:pt x="320436" y="233879"/>
                  </a:lnTo>
                  <a:lnTo>
                    <a:pt x="322475" y="228986"/>
                  </a:lnTo>
                  <a:lnTo>
                    <a:pt x="324357" y="224031"/>
                  </a:lnTo>
                  <a:lnTo>
                    <a:pt x="326082" y="219019"/>
                  </a:lnTo>
                  <a:lnTo>
                    <a:pt x="327646" y="213954"/>
                  </a:lnTo>
                  <a:lnTo>
                    <a:pt x="329049" y="208843"/>
                  </a:lnTo>
                  <a:lnTo>
                    <a:pt x="330290" y="203690"/>
                  </a:lnTo>
                  <a:lnTo>
                    <a:pt x="331367" y="198500"/>
                  </a:lnTo>
                  <a:lnTo>
                    <a:pt x="332278" y="193278"/>
                  </a:lnTo>
                  <a:lnTo>
                    <a:pt x="333023" y="188031"/>
                  </a:lnTo>
                  <a:lnTo>
                    <a:pt x="333602" y="182762"/>
                  </a:lnTo>
                  <a:lnTo>
                    <a:pt x="334014" y="177477"/>
                  </a:lnTo>
                  <a:lnTo>
                    <a:pt x="334257" y="172182"/>
                  </a:lnTo>
                  <a:lnTo>
                    <a:pt x="334333" y="166882"/>
                  </a:lnTo>
                  <a:lnTo>
                    <a:pt x="334240" y="161583"/>
                  </a:lnTo>
                  <a:lnTo>
                    <a:pt x="333980" y="156289"/>
                  </a:lnTo>
                  <a:lnTo>
                    <a:pt x="333552" y="151006"/>
                  </a:lnTo>
                  <a:lnTo>
                    <a:pt x="332957" y="145739"/>
                  </a:lnTo>
                  <a:lnTo>
                    <a:pt x="332194" y="140493"/>
                  </a:lnTo>
                  <a:lnTo>
                    <a:pt x="331267" y="135275"/>
                  </a:lnTo>
                  <a:lnTo>
                    <a:pt x="330174" y="130088"/>
                  </a:lnTo>
                  <a:lnTo>
                    <a:pt x="328917" y="124939"/>
                  </a:lnTo>
                  <a:lnTo>
                    <a:pt x="327497" y="119832"/>
                  </a:lnTo>
                  <a:lnTo>
                    <a:pt x="325917" y="114772"/>
                  </a:lnTo>
                  <a:lnTo>
                    <a:pt x="324176" y="109766"/>
                  </a:lnTo>
                  <a:lnTo>
                    <a:pt x="322278" y="104817"/>
                  </a:lnTo>
                  <a:lnTo>
                    <a:pt x="320224" y="99931"/>
                  </a:lnTo>
                  <a:lnTo>
                    <a:pt x="318016" y="95112"/>
                  </a:lnTo>
                  <a:lnTo>
                    <a:pt x="315657" y="90366"/>
                  </a:lnTo>
                  <a:lnTo>
                    <a:pt x="313148" y="85696"/>
                  </a:lnTo>
                  <a:lnTo>
                    <a:pt x="310492" y="81109"/>
                  </a:lnTo>
                  <a:lnTo>
                    <a:pt x="307692" y="76608"/>
                  </a:lnTo>
                  <a:lnTo>
                    <a:pt x="304751" y="72199"/>
                  </a:lnTo>
                  <a:lnTo>
                    <a:pt x="301672" y="67885"/>
                  </a:lnTo>
                  <a:lnTo>
                    <a:pt x="298457" y="63670"/>
                  </a:lnTo>
                  <a:lnTo>
                    <a:pt x="295111" y="59560"/>
                  </a:lnTo>
                  <a:lnTo>
                    <a:pt x="291635" y="55557"/>
                  </a:lnTo>
                  <a:lnTo>
                    <a:pt x="288035" y="51667"/>
                  </a:lnTo>
                  <a:lnTo>
                    <a:pt x="284313" y="47893"/>
                  </a:lnTo>
                  <a:lnTo>
                    <a:pt x="280474" y="44239"/>
                  </a:lnTo>
                  <a:lnTo>
                    <a:pt x="276520" y="40709"/>
                  </a:lnTo>
                  <a:lnTo>
                    <a:pt x="272456" y="37306"/>
                  </a:lnTo>
                  <a:lnTo>
                    <a:pt x="268287" y="34033"/>
                  </a:lnTo>
                  <a:lnTo>
                    <a:pt x="264016" y="30894"/>
                  </a:lnTo>
                  <a:lnTo>
                    <a:pt x="259648" y="27892"/>
                  </a:lnTo>
                  <a:lnTo>
                    <a:pt x="255186" y="25030"/>
                  </a:lnTo>
                  <a:lnTo>
                    <a:pt x="250636" y="22311"/>
                  </a:lnTo>
                  <a:lnTo>
                    <a:pt x="246003" y="19737"/>
                  </a:lnTo>
                  <a:lnTo>
                    <a:pt x="241290" y="17312"/>
                  </a:lnTo>
                  <a:lnTo>
                    <a:pt x="236502" y="15037"/>
                  </a:lnTo>
                  <a:lnTo>
                    <a:pt x="231645" y="12915"/>
                  </a:lnTo>
                  <a:lnTo>
                    <a:pt x="226723" y="10949"/>
                  </a:lnTo>
                  <a:lnTo>
                    <a:pt x="221741" y="9139"/>
                  </a:lnTo>
                  <a:lnTo>
                    <a:pt x="216704" y="7488"/>
                  </a:lnTo>
                  <a:lnTo>
                    <a:pt x="211617" y="5998"/>
                  </a:lnTo>
                  <a:lnTo>
                    <a:pt x="206486" y="4670"/>
                  </a:lnTo>
                  <a:lnTo>
                    <a:pt x="201315" y="3505"/>
                  </a:lnTo>
                  <a:lnTo>
                    <a:pt x="196110" y="2504"/>
                  </a:lnTo>
                  <a:lnTo>
                    <a:pt x="190875" y="1669"/>
                  </a:lnTo>
                  <a:lnTo>
                    <a:pt x="185617" y="1001"/>
                  </a:lnTo>
                  <a:lnTo>
                    <a:pt x="180340" y="499"/>
                  </a:lnTo>
                  <a:lnTo>
                    <a:pt x="175050" y="166"/>
                  </a:lnTo>
                  <a:lnTo>
                    <a:pt x="169753" y="0"/>
                  </a:lnTo>
                  <a:lnTo>
                    <a:pt x="167166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488720" y="5018213"/>
              <a:ext cx="2586" cy="167167"/>
            </a:xfrm>
            <a:custGeom>
              <a:avLst/>
              <a:pathLst>
                <a:path w="2586" h="167167">
                  <a:moveTo>
                    <a:pt x="2586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7337" y="5269756"/>
              <a:ext cx="167163" cy="193190"/>
            </a:xfrm>
            <a:custGeom>
              <a:avLst/>
              <a:pathLst>
                <a:path w="167163" h="193190">
                  <a:moveTo>
                    <a:pt x="167163" y="0"/>
                  </a:moveTo>
                  <a:lnTo>
                    <a:pt x="161717" y="88"/>
                  </a:lnTo>
                  <a:lnTo>
                    <a:pt x="156276" y="354"/>
                  </a:lnTo>
                  <a:lnTo>
                    <a:pt x="150847" y="798"/>
                  </a:lnTo>
                  <a:lnTo>
                    <a:pt x="145435" y="1418"/>
                  </a:lnTo>
                  <a:lnTo>
                    <a:pt x="140046" y="2214"/>
                  </a:lnTo>
                  <a:lnTo>
                    <a:pt x="134686" y="3185"/>
                  </a:lnTo>
                  <a:lnTo>
                    <a:pt x="129361" y="4330"/>
                  </a:lnTo>
                  <a:lnTo>
                    <a:pt x="124076" y="5648"/>
                  </a:lnTo>
                  <a:lnTo>
                    <a:pt x="118836" y="7137"/>
                  </a:lnTo>
                  <a:lnTo>
                    <a:pt x="113648" y="8797"/>
                  </a:lnTo>
                  <a:lnTo>
                    <a:pt x="108516" y="10625"/>
                  </a:lnTo>
                  <a:lnTo>
                    <a:pt x="103447" y="12619"/>
                  </a:lnTo>
                  <a:lnTo>
                    <a:pt x="98446" y="14777"/>
                  </a:lnTo>
                  <a:lnTo>
                    <a:pt x="93517" y="17096"/>
                  </a:lnTo>
                  <a:lnTo>
                    <a:pt x="88667" y="19576"/>
                  </a:lnTo>
                  <a:lnTo>
                    <a:pt x="83900" y="22211"/>
                  </a:lnTo>
                  <a:lnTo>
                    <a:pt x="79221" y="25001"/>
                  </a:lnTo>
                  <a:lnTo>
                    <a:pt x="74636" y="27942"/>
                  </a:lnTo>
                  <a:lnTo>
                    <a:pt x="70149" y="31030"/>
                  </a:lnTo>
                  <a:lnTo>
                    <a:pt x="65765" y="34264"/>
                  </a:lnTo>
                  <a:lnTo>
                    <a:pt x="61489" y="37638"/>
                  </a:lnTo>
                  <a:lnTo>
                    <a:pt x="57324" y="41150"/>
                  </a:lnTo>
                  <a:lnTo>
                    <a:pt x="53277" y="44795"/>
                  </a:lnTo>
                  <a:lnTo>
                    <a:pt x="49350" y="48571"/>
                  </a:lnTo>
                  <a:lnTo>
                    <a:pt x="45549" y="52472"/>
                  </a:lnTo>
                  <a:lnTo>
                    <a:pt x="41877" y="56495"/>
                  </a:lnTo>
                  <a:lnTo>
                    <a:pt x="38337" y="60636"/>
                  </a:lnTo>
                  <a:lnTo>
                    <a:pt x="34935" y="64890"/>
                  </a:lnTo>
                  <a:lnTo>
                    <a:pt x="31673" y="69252"/>
                  </a:lnTo>
                  <a:lnTo>
                    <a:pt x="28555" y="73719"/>
                  </a:lnTo>
                  <a:lnTo>
                    <a:pt x="25584" y="78284"/>
                  </a:lnTo>
                  <a:lnTo>
                    <a:pt x="22763" y="82944"/>
                  </a:lnTo>
                  <a:lnTo>
                    <a:pt x="20095" y="87694"/>
                  </a:lnTo>
                  <a:lnTo>
                    <a:pt x="17584" y="92528"/>
                  </a:lnTo>
                  <a:lnTo>
                    <a:pt x="15232" y="97441"/>
                  </a:lnTo>
                  <a:lnTo>
                    <a:pt x="13041" y="102428"/>
                  </a:lnTo>
                  <a:lnTo>
                    <a:pt x="11013" y="107484"/>
                  </a:lnTo>
                  <a:lnTo>
                    <a:pt x="9152" y="112603"/>
                  </a:lnTo>
                  <a:lnTo>
                    <a:pt x="7458" y="117780"/>
                  </a:lnTo>
                  <a:lnTo>
                    <a:pt x="5933" y="123010"/>
                  </a:lnTo>
                  <a:lnTo>
                    <a:pt x="4580" y="128286"/>
                  </a:lnTo>
                  <a:lnTo>
                    <a:pt x="3400" y="133604"/>
                  </a:lnTo>
                  <a:lnTo>
                    <a:pt x="2393" y="138957"/>
                  </a:lnTo>
                  <a:lnTo>
                    <a:pt x="1562" y="144341"/>
                  </a:lnTo>
                  <a:lnTo>
                    <a:pt x="906" y="149748"/>
                  </a:lnTo>
                  <a:lnTo>
                    <a:pt x="427" y="155174"/>
                  </a:lnTo>
                  <a:lnTo>
                    <a:pt x="124" y="160613"/>
                  </a:lnTo>
                  <a:lnTo>
                    <a:pt x="0" y="166059"/>
                  </a:lnTo>
                  <a:lnTo>
                    <a:pt x="52" y="171506"/>
                  </a:lnTo>
                  <a:lnTo>
                    <a:pt x="282" y="176948"/>
                  </a:lnTo>
                  <a:lnTo>
                    <a:pt x="690" y="182380"/>
                  </a:lnTo>
                  <a:lnTo>
                    <a:pt x="1274" y="187796"/>
                  </a:lnTo>
                  <a:lnTo>
                    <a:pt x="2034" y="19319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799371" y="5269756"/>
              <a:ext cx="332286" cy="334327"/>
            </a:xfrm>
            <a:custGeom>
              <a:avLst/>
              <a:pathLst>
                <a:path w="332286" h="334327">
                  <a:moveTo>
                    <a:pt x="0" y="193190"/>
                  </a:moveTo>
                  <a:lnTo>
                    <a:pt x="905" y="198401"/>
                  </a:lnTo>
                  <a:lnTo>
                    <a:pt x="1976" y="203580"/>
                  </a:lnTo>
                  <a:lnTo>
                    <a:pt x="3209" y="208723"/>
                  </a:lnTo>
                  <a:lnTo>
                    <a:pt x="4605" y="213824"/>
                  </a:lnTo>
                  <a:lnTo>
                    <a:pt x="6161" y="218879"/>
                  </a:lnTo>
                  <a:lnTo>
                    <a:pt x="7877" y="223882"/>
                  </a:lnTo>
                  <a:lnTo>
                    <a:pt x="9749" y="228828"/>
                  </a:lnTo>
                  <a:lnTo>
                    <a:pt x="11778" y="233713"/>
                  </a:lnTo>
                  <a:lnTo>
                    <a:pt x="13960" y="238531"/>
                  </a:lnTo>
                  <a:lnTo>
                    <a:pt x="16293" y="243277"/>
                  </a:lnTo>
                  <a:lnTo>
                    <a:pt x="18775" y="247947"/>
                  </a:lnTo>
                  <a:lnTo>
                    <a:pt x="21404" y="252537"/>
                  </a:lnTo>
                  <a:lnTo>
                    <a:pt x="24176" y="257040"/>
                  </a:lnTo>
                  <a:lnTo>
                    <a:pt x="27090" y="261454"/>
                  </a:lnTo>
                  <a:lnTo>
                    <a:pt x="30142" y="265774"/>
                  </a:lnTo>
                  <a:lnTo>
                    <a:pt x="33329" y="269995"/>
                  </a:lnTo>
                  <a:lnTo>
                    <a:pt x="36647" y="274113"/>
                  </a:lnTo>
                  <a:lnTo>
                    <a:pt x="40095" y="278124"/>
                  </a:lnTo>
                  <a:lnTo>
                    <a:pt x="43667" y="282024"/>
                  </a:lnTo>
                  <a:lnTo>
                    <a:pt x="47362" y="285808"/>
                  </a:lnTo>
                  <a:lnTo>
                    <a:pt x="51174" y="289474"/>
                  </a:lnTo>
                  <a:lnTo>
                    <a:pt x="55100" y="293018"/>
                  </a:lnTo>
                  <a:lnTo>
                    <a:pt x="59136" y="296436"/>
                  </a:lnTo>
                  <a:lnTo>
                    <a:pt x="63278" y="299724"/>
                  </a:lnTo>
                  <a:lnTo>
                    <a:pt x="67523" y="302880"/>
                  </a:lnTo>
                  <a:lnTo>
                    <a:pt x="71865" y="305900"/>
                  </a:lnTo>
                  <a:lnTo>
                    <a:pt x="76300" y="308780"/>
                  </a:lnTo>
                  <a:lnTo>
                    <a:pt x="80824" y="311520"/>
                  </a:lnTo>
                  <a:lnTo>
                    <a:pt x="85433" y="314114"/>
                  </a:lnTo>
                  <a:lnTo>
                    <a:pt x="90122" y="316562"/>
                  </a:lnTo>
                  <a:lnTo>
                    <a:pt x="94885" y="318860"/>
                  </a:lnTo>
                  <a:lnTo>
                    <a:pt x="99719" y="321006"/>
                  </a:lnTo>
                  <a:lnTo>
                    <a:pt x="104618" y="322998"/>
                  </a:lnTo>
                  <a:lnTo>
                    <a:pt x="109578" y="324834"/>
                  </a:lnTo>
                  <a:lnTo>
                    <a:pt x="114594" y="326513"/>
                  </a:lnTo>
                  <a:lnTo>
                    <a:pt x="119660" y="328032"/>
                  </a:lnTo>
                  <a:lnTo>
                    <a:pt x="124771" y="329390"/>
                  </a:lnTo>
                  <a:lnTo>
                    <a:pt x="129923" y="330585"/>
                  </a:lnTo>
                  <a:lnTo>
                    <a:pt x="135110" y="331617"/>
                  </a:lnTo>
                  <a:lnTo>
                    <a:pt x="140328" y="332484"/>
                  </a:lnTo>
                  <a:lnTo>
                    <a:pt x="145570" y="333186"/>
                  </a:lnTo>
                  <a:lnTo>
                    <a:pt x="150831" y="333722"/>
                  </a:lnTo>
                  <a:lnTo>
                    <a:pt x="156107" y="334091"/>
                  </a:lnTo>
                  <a:lnTo>
                    <a:pt x="161392" y="334293"/>
                  </a:lnTo>
                  <a:lnTo>
                    <a:pt x="166681" y="334327"/>
                  </a:lnTo>
                  <a:lnTo>
                    <a:pt x="171968" y="334194"/>
                  </a:lnTo>
                  <a:lnTo>
                    <a:pt x="177249" y="333894"/>
                  </a:lnTo>
                  <a:lnTo>
                    <a:pt x="182517" y="333428"/>
                  </a:lnTo>
                  <a:lnTo>
                    <a:pt x="187768" y="332794"/>
                  </a:lnTo>
                  <a:lnTo>
                    <a:pt x="192996" y="331995"/>
                  </a:lnTo>
                  <a:lnTo>
                    <a:pt x="198196" y="331031"/>
                  </a:lnTo>
                  <a:lnTo>
                    <a:pt x="203363" y="329903"/>
                  </a:lnTo>
                  <a:lnTo>
                    <a:pt x="208492" y="328612"/>
                  </a:lnTo>
                  <a:lnTo>
                    <a:pt x="213578" y="327160"/>
                  </a:lnTo>
                  <a:lnTo>
                    <a:pt x="218615" y="325547"/>
                  </a:lnTo>
                  <a:lnTo>
                    <a:pt x="223598" y="323776"/>
                  </a:lnTo>
                  <a:lnTo>
                    <a:pt x="228523" y="321848"/>
                  </a:lnTo>
                  <a:lnTo>
                    <a:pt x="233385" y="319765"/>
                  </a:lnTo>
                  <a:lnTo>
                    <a:pt x="238178" y="317529"/>
                  </a:lnTo>
                  <a:lnTo>
                    <a:pt x="242898" y="315143"/>
                  </a:lnTo>
                  <a:lnTo>
                    <a:pt x="247540" y="312609"/>
                  </a:lnTo>
                  <a:lnTo>
                    <a:pt x="252100" y="309929"/>
                  </a:lnTo>
                  <a:lnTo>
                    <a:pt x="256572" y="307106"/>
                  </a:lnTo>
                  <a:lnTo>
                    <a:pt x="260953" y="304144"/>
                  </a:lnTo>
                  <a:lnTo>
                    <a:pt x="265239" y="301044"/>
                  </a:lnTo>
                  <a:lnTo>
                    <a:pt x="269424" y="297810"/>
                  </a:lnTo>
                  <a:lnTo>
                    <a:pt x="273504" y="294445"/>
                  </a:lnTo>
                  <a:lnTo>
                    <a:pt x="277476" y="290953"/>
                  </a:lnTo>
                  <a:lnTo>
                    <a:pt x="281336" y="287337"/>
                  </a:lnTo>
                  <a:lnTo>
                    <a:pt x="285079" y="283601"/>
                  </a:lnTo>
                  <a:lnTo>
                    <a:pt x="288703" y="279748"/>
                  </a:lnTo>
                  <a:lnTo>
                    <a:pt x="292202" y="275783"/>
                  </a:lnTo>
                  <a:lnTo>
                    <a:pt x="295574" y="271708"/>
                  </a:lnTo>
                  <a:lnTo>
                    <a:pt x="298816" y="267530"/>
                  </a:lnTo>
                  <a:lnTo>
                    <a:pt x="301924" y="263250"/>
                  </a:lnTo>
                  <a:lnTo>
                    <a:pt x="304895" y="258875"/>
                  </a:lnTo>
                  <a:lnTo>
                    <a:pt x="307726" y="254408"/>
                  </a:lnTo>
                  <a:lnTo>
                    <a:pt x="310415" y="249853"/>
                  </a:lnTo>
                  <a:lnTo>
                    <a:pt x="312958" y="245216"/>
                  </a:lnTo>
                  <a:lnTo>
                    <a:pt x="315353" y="240500"/>
                  </a:lnTo>
                  <a:lnTo>
                    <a:pt x="317598" y="235711"/>
                  </a:lnTo>
                  <a:lnTo>
                    <a:pt x="319690" y="230854"/>
                  </a:lnTo>
                  <a:lnTo>
                    <a:pt x="321627" y="225932"/>
                  </a:lnTo>
                  <a:lnTo>
                    <a:pt x="323408" y="220952"/>
                  </a:lnTo>
                  <a:lnTo>
                    <a:pt x="325030" y="215918"/>
                  </a:lnTo>
                  <a:lnTo>
                    <a:pt x="326492" y="210836"/>
                  </a:lnTo>
                  <a:lnTo>
                    <a:pt x="327793" y="205709"/>
                  </a:lnTo>
                  <a:lnTo>
                    <a:pt x="328930" y="200544"/>
                  </a:lnTo>
                  <a:lnTo>
                    <a:pt x="329904" y="195346"/>
                  </a:lnTo>
                  <a:lnTo>
                    <a:pt x="330713" y="190119"/>
                  </a:lnTo>
                  <a:lnTo>
                    <a:pt x="331357" y="184869"/>
                  </a:lnTo>
                  <a:lnTo>
                    <a:pt x="331833" y="179602"/>
                  </a:lnTo>
                  <a:lnTo>
                    <a:pt x="332143" y="174322"/>
                  </a:lnTo>
                  <a:lnTo>
                    <a:pt x="332286" y="169035"/>
                  </a:lnTo>
                  <a:lnTo>
                    <a:pt x="332261" y="163747"/>
                  </a:lnTo>
                  <a:lnTo>
                    <a:pt x="332070" y="158461"/>
                  </a:lnTo>
                  <a:lnTo>
                    <a:pt x="331711" y="153184"/>
                  </a:lnTo>
                  <a:lnTo>
                    <a:pt x="331185" y="147922"/>
                  </a:lnTo>
                  <a:lnTo>
                    <a:pt x="330493" y="142678"/>
                  </a:lnTo>
                  <a:lnTo>
                    <a:pt x="329636" y="137459"/>
                  </a:lnTo>
                  <a:lnTo>
                    <a:pt x="328614" y="132270"/>
                  </a:lnTo>
                  <a:lnTo>
                    <a:pt x="327428" y="127116"/>
                  </a:lnTo>
                  <a:lnTo>
                    <a:pt x="326080" y="122002"/>
                  </a:lnTo>
                  <a:lnTo>
                    <a:pt x="324570" y="116933"/>
                  </a:lnTo>
                  <a:lnTo>
                    <a:pt x="322901" y="111914"/>
                  </a:lnTo>
                  <a:lnTo>
                    <a:pt x="321075" y="106951"/>
                  </a:lnTo>
                  <a:lnTo>
                    <a:pt x="319092" y="102048"/>
                  </a:lnTo>
                  <a:lnTo>
                    <a:pt x="316955" y="97210"/>
                  </a:lnTo>
                  <a:lnTo>
                    <a:pt x="314666" y="92442"/>
                  </a:lnTo>
                  <a:lnTo>
                    <a:pt x="312227" y="87749"/>
                  </a:lnTo>
                  <a:lnTo>
                    <a:pt x="309641" y="83136"/>
                  </a:lnTo>
                  <a:lnTo>
                    <a:pt x="306910" y="78606"/>
                  </a:lnTo>
                  <a:lnTo>
                    <a:pt x="304038" y="74165"/>
                  </a:lnTo>
                  <a:lnTo>
                    <a:pt x="301026" y="69818"/>
                  </a:lnTo>
                  <a:lnTo>
                    <a:pt x="297879" y="65567"/>
                  </a:lnTo>
                  <a:lnTo>
                    <a:pt x="294598" y="61419"/>
                  </a:lnTo>
                  <a:lnTo>
                    <a:pt x="291188" y="57376"/>
                  </a:lnTo>
                  <a:lnTo>
                    <a:pt x="287652" y="53443"/>
                  </a:lnTo>
                  <a:lnTo>
                    <a:pt x="283993" y="49624"/>
                  </a:lnTo>
                  <a:lnTo>
                    <a:pt x="280215" y="45923"/>
                  </a:lnTo>
                  <a:lnTo>
                    <a:pt x="276322" y="42343"/>
                  </a:lnTo>
                  <a:lnTo>
                    <a:pt x="272318" y="38888"/>
                  </a:lnTo>
                  <a:lnTo>
                    <a:pt x="268206" y="35561"/>
                  </a:lnTo>
                  <a:lnTo>
                    <a:pt x="263991" y="32366"/>
                  </a:lnTo>
                  <a:lnTo>
                    <a:pt x="259677" y="29306"/>
                  </a:lnTo>
                  <a:lnTo>
                    <a:pt x="255269" y="26384"/>
                  </a:lnTo>
                  <a:lnTo>
                    <a:pt x="250770" y="23603"/>
                  </a:lnTo>
                  <a:lnTo>
                    <a:pt x="246186" y="20966"/>
                  </a:lnTo>
                  <a:lnTo>
                    <a:pt x="241520" y="18475"/>
                  </a:lnTo>
                  <a:lnTo>
                    <a:pt x="236778" y="16133"/>
                  </a:lnTo>
                  <a:lnTo>
                    <a:pt x="231965" y="13942"/>
                  </a:lnTo>
                  <a:lnTo>
                    <a:pt x="227084" y="11904"/>
                  </a:lnTo>
                  <a:lnTo>
                    <a:pt x="222142" y="10022"/>
                  </a:lnTo>
                  <a:lnTo>
                    <a:pt x="217142" y="8297"/>
                  </a:lnTo>
                  <a:lnTo>
                    <a:pt x="212090" y="6731"/>
                  </a:lnTo>
                  <a:lnTo>
                    <a:pt x="206991" y="5326"/>
                  </a:lnTo>
                  <a:lnTo>
                    <a:pt x="201851" y="4083"/>
                  </a:lnTo>
                  <a:lnTo>
                    <a:pt x="196673" y="3003"/>
                  </a:lnTo>
                  <a:lnTo>
                    <a:pt x="191464" y="2087"/>
                  </a:lnTo>
                  <a:lnTo>
                    <a:pt x="186229" y="1336"/>
                  </a:lnTo>
                  <a:lnTo>
                    <a:pt x="180972" y="752"/>
                  </a:lnTo>
                  <a:lnTo>
                    <a:pt x="175700" y="334"/>
                  </a:lnTo>
                  <a:lnTo>
                    <a:pt x="170417" y="83"/>
                  </a:lnTo>
                  <a:lnTo>
                    <a:pt x="165129" y="0"/>
                  </a:lnTo>
                  <a:lnTo>
                    <a:pt x="1651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6394" y="5399291"/>
              <a:ext cx="19821" cy="167167"/>
            </a:xfrm>
            <a:custGeom>
              <a:avLst/>
              <a:pathLst>
                <a:path w="19821" h="167167">
                  <a:moveTo>
                    <a:pt x="19821" y="0"/>
                  </a:moveTo>
                  <a:lnTo>
                    <a:pt x="9893" y="295"/>
                  </a:lnTo>
                  <a:lnTo>
                    <a:pt x="0" y="1179"/>
                  </a:lnTo>
                  <a:lnTo>
                    <a:pt x="1982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6394" y="5400471"/>
              <a:ext cx="19821" cy="165988"/>
            </a:xfrm>
            <a:custGeom>
              <a:avLst/>
              <a:pathLst>
                <a:path w="19821" h="165988">
                  <a:moveTo>
                    <a:pt x="0" y="0"/>
                  </a:moveTo>
                  <a:lnTo>
                    <a:pt x="19821" y="165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6394" y="5400471"/>
              <a:ext cx="19821" cy="165988"/>
            </a:xfrm>
            <a:custGeom>
              <a:avLst/>
              <a:pathLst>
                <a:path w="19821" h="165988">
                  <a:moveTo>
                    <a:pt x="0" y="0"/>
                  </a:moveTo>
                  <a:lnTo>
                    <a:pt x="19821" y="165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6394" y="5400471"/>
              <a:ext cx="19821" cy="165988"/>
            </a:xfrm>
            <a:custGeom>
              <a:avLst/>
              <a:pathLst>
                <a:path w="19821" h="165988">
                  <a:moveTo>
                    <a:pt x="0" y="0"/>
                  </a:moveTo>
                  <a:lnTo>
                    <a:pt x="19821" y="165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6394" y="5400471"/>
              <a:ext cx="19821" cy="165988"/>
            </a:xfrm>
            <a:custGeom>
              <a:avLst/>
              <a:pathLst>
                <a:path w="19821" h="165988">
                  <a:moveTo>
                    <a:pt x="0" y="0"/>
                  </a:moveTo>
                  <a:lnTo>
                    <a:pt x="19821" y="165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6394" y="5400471"/>
              <a:ext cx="19821" cy="165988"/>
            </a:xfrm>
            <a:custGeom>
              <a:avLst/>
              <a:pathLst>
                <a:path w="19821" h="165988">
                  <a:moveTo>
                    <a:pt x="0" y="0"/>
                  </a:moveTo>
                  <a:lnTo>
                    <a:pt x="19821" y="1659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466394" y="5400471"/>
              <a:ext cx="19821" cy="165988"/>
            </a:xfrm>
            <a:custGeom>
              <a:avLst/>
              <a:pathLst>
                <a:path w="19821" h="165988">
                  <a:moveTo>
                    <a:pt x="0" y="0"/>
                  </a:moveTo>
                  <a:lnTo>
                    <a:pt x="19821" y="1659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319048" y="5400471"/>
              <a:ext cx="334317" cy="333148"/>
            </a:xfrm>
            <a:custGeom>
              <a:avLst/>
              <a:pathLst>
                <a:path w="334317" h="333148">
                  <a:moveTo>
                    <a:pt x="147345" y="0"/>
                  </a:moveTo>
                  <a:lnTo>
                    <a:pt x="142114" y="708"/>
                  </a:lnTo>
                  <a:lnTo>
                    <a:pt x="136908" y="1582"/>
                  </a:lnTo>
                  <a:lnTo>
                    <a:pt x="131732" y="2619"/>
                  </a:lnTo>
                  <a:lnTo>
                    <a:pt x="126591" y="3819"/>
                  </a:lnTo>
                  <a:lnTo>
                    <a:pt x="121491" y="5181"/>
                  </a:lnTo>
                  <a:lnTo>
                    <a:pt x="116436" y="6704"/>
                  </a:lnTo>
                  <a:lnTo>
                    <a:pt x="111432" y="8385"/>
                  </a:lnTo>
                  <a:lnTo>
                    <a:pt x="106483" y="10224"/>
                  </a:lnTo>
                  <a:lnTo>
                    <a:pt x="101595" y="12217"/>
                  </a:lnTo>
                  <a:lnTo>
                    <a:pt x="96773" y="14364"/>
                  </a:lnTo>
                  <a:lnTo>
                    <a:pt x="92020" y="16663"/>
                  </a:lnTo>
                  <a:lnTo>
                    <a:pt x="87343" y="19110"/>
                  </a:lnTo>
                  <a:lnTo>
                    <a:pt x="82745" y="21704"/>
                  </a:lnTo>
                  <a:lnTo>
                    <a:pt x="78231" y="24441"/>
                  </a:lnTo>
                  <a:lnTo>
                    <a:pt x="73806" y="27320"/>
                  </a:lnTo>
                  <a:lnTo>
                    <a:pt x="69474" y="30337"/>
                  </a:lnTo>
                  <a:lnTo>
                    <a:pt x="65240" y="33489"/>
                  </a:lnTo>
                  <a:lnTo>
                    <a:pt x="61107" y="36774"/>
                  </a:lnTo>
                  <a:lnTo>
                    <a:pt x="57080" y="40187"/>
                  </a:lnTo>
                  <a:lnTo>
                    <a:pt x="53163" y="43726"/>
                  </a:lnTo>
                  <a:lnTo>
                    <a:pt x="49359" y="47386"/>
                  </a:lnTo>
                  <a:lnTo>
                    <a:pt x="45673" y="51165"/>
                  </a:lnTo>
                  <a:lnTo>
                    <a:pt x="42108" y="55059"/>
                  </a:lnTo>
                  <a:lnTo>
                    <a:pt x="38668" y="59063"/>
                  </a:lnTo>
                  <a:lnTo>
                    <a:pt x="35356" y="63174"/>
                  </a:lnTo>
                  <a:lnTo>
                    <a:pt x="32175" y="67387"/>
                  </a:lnTo>
                  <a:lnTo>
                    <a:pt x="29129" y="71698"/>
                  </a:lnTo>
                  <a:lnTo>
                    <a:pt x="26221" y="76104"/>
                  </a:lnTo>
                  <a:lnTo>
                    <a:pt x="23453" y="80599"/>
                  </a:lnTo>
                  <a:lnTo>
                    <a:pt x="20828" y="85180"/>
                  </a:lnTo>
                  <a:lnTo>
                    <a:pt x="18350" y="89841"/>
                  </a:lnTo>
                  <a:lnTo>
                    <a:pt x="16019" y="94577"/>
                  </a:lnTo>
                  <a:lnTo>
                    <a:pt x="13840" y="99386"/>
                  </a:lnTo>
                  <a:lnTo>
                    <a:pt x="11814" y="104260"/>
                  </a:lnTo>
                  <a:lnTo>
                    <a:pt x="9942" y="109196"/>
                  </a:lnTo>
                  <a:lnTo>
                    <a:pt x="8227" y="114189"/>
                  </a:lnTo>
                  <a:lnTo>
                    <a:pt x="6671" y="119233"/>
                  </a:lnTo>
                  <a:lnTo>
                    <a:pt x="5275" y="124324"/>
                  </a:lnTo>
                  <a:lnTo>
                    <a:pt x="4040" y="129457"/>
                  </a:lnTo>
                  <a:lnTo>
                    <a:pt x="2968" y="134626"/>
                  </a:lnTo>
                  <a:lnTo>
                    <a:pt x="2059" y="139826"/>
                  </a:lnTo>
                  <a:lnTo>
                    <a:pt x="1316" y="145052"/>
                  </a:lnTo>
                  <a:lnTo>
                    <a:pt x="737" y="150300"/>
                  </a:lnTo>
                  <a:lnTo>
                    <a:pt x="325" y="155562"/>
                  </a:lnTo>
                  <a:lnTo>
                    <a:pt x="79" y="160836"/>
                  </a:lnTo>
                  <a:lnTo>
                    <a:pt x="0" y="166114"/>
                  </a:lnTo>
                  <a:lnTo>
                    <a:pt x="87" y="171392"/>
                  </a:lnTo>
                  <a:lnTo>
                    <a:pt x="341" y="176665"/>
                  </a:lnTo>
                  <a:lnTo>
                    <a:pt x="761" y="181928"/>
                  </a:lnTo>
                  <a:lnTo>
                    <a:pt x="1347" y="187174"/>
                  </a:lnTo>
                  <a:lnTo>
                    <a:pt x="2099" y="192399"/>
                  </a:lnTo>
                  <a:lnTo>
                    <a:pt x="3015" y="197598"/>
                  </a:lnTo>
                  <a:lnTo>
                    <a:pt x="4095" y="202765"/>
                  </a:lnTo>
                  <a:lnTo>
                    <a:pt x="5338" y="207896"/>
                  </a:lnTo>
                  <a:lnTo>
                    <a:pt x="6742" y="212985"/>
                  </a:lnTo>
                  <a:lnTo>
                    <a:pt x="8306" y="218027"/>
                  </a:lnTo>
                  <a:lnTo>
                    <a:pt x="10028" y="223017"/>
                  </a:lnTo>
                  <a:lnTo>
                    <a:pt x="11907" y="227950"/>
                  </a:lnTo>
                  <a:lnTo>
                    <a:pt x="13941" y="232822"/>
                  </a:lnTo>
                  <a:lnTo>
                    <a:pt x="16128" y="237626"/>
                  </a:lnTo>
                  <a:lnTo>
                    <a:pt x="18465" y="242360"/>
                  </a:lnTo>
                  <a:lnTo>
                    <a:pt x="20951" y="247017"/>
                  </a:lnTo>
                  <a:lnTo>
                    <a:pt x="23582" y="251593"/>
                  </a:lnTo>
                  <a:lnTo>
                    <a:pt x="26357" y="256084"/>
                  </a:lnTo>
                  <a:lnTo>
                    <a:pt x="29272" y="260486"/>
                  </a:lnTo>
                  <a:lnTo>
                    <a:pt x="32324" y="264793"/>
                  </a:lnTo>
                  <a:lnTo>
                    <a:pt x="35511" y="269001"/>
                  </a:lnTo>
                  <a:lnTo>
                    <a:pt x="38830" y="273107"/>
                  </a:lnTo>
                  <a:lnTo>
                    <a:pt x="42276" y="277106"/>
                  </a:lnTo>
                  <a:lnTo>
                    <a:pt x="45847" y="280994"/>
                  </a:lnTo>
                  <a:lnTo>
                    <a:pt x="49539" y="284767"/>
                  </a:lnTo>
                  <a:lnTo>
                    <a:pt x="53348" y="288422"/>
                  </a:lnTo>
                  <a:lnTo>
                    <a:pt x="57270" y="291955"/>
                  </a:lnTo>
                  <a:lnTo>
                    <a:pt x="61303" y="295362"/>
                  </a:lnTo>
                  <a:lnTo>
                    <a:pt x="65440" y="298640"/>
                  </a:lnTo>
                  <a:lnTo>
                    <a:pt x="69680" y="301786"/>
                  </a:lnTo>
                  <a:lnTo>
                    <a:pt x="74016" y="304796"/>
                  </a:lnTo>
                  <a:lnTo>
                    <a:pt x="78445" y="307668"/>
                  </a:lnTo>
                  <a:lnTo>
                    <a:pt x="82963" y="310399"/>
                  </a:lnTo>
                  <a:lnTo>
                    <a:pt x="87565" y="312986"/>
                  </a:lnTo>
                  <a:lnTo>
                    <a:pt x="92246" y="315426"/>
                  </a:lnTo>
                  <a:lnTo>
                    <a:pt x="97002" y="317717"/>
                  </a:lnTo>
                  <a:lnTo>
                    <a:pt x="101828" y="319857"/>
                  </a:lnTo>
                  <a:lnTo>
                    <a:pt x="106719" y="321843"/>
                  </a:lnTo>
                  <a:lnTo>
                    <a:pt x="111670" y="323674"/>
                  </a:lnTo>
                  <a:lnTo>
                    <a:pt x="116677" y="325348"/>
                  </a:lnTo>
                  <a:lnTo>
                    <a:pt x="121734" y="326863"/>
                  </a:lnTo>
                  <a:lnTo>
                    <a:pt x="126836" y="328217"/>
                  </a:lnTo>
                  <a:lnTo>
                    <a:pt x="131979" y="329410"/>
                  </a:lnTo>
                  <a:lnTo>
                    <a:pt x="137156" y="330439"/>
                  </a:lnTo>
                  <a:lnTo>
                    <a:pt x="142364" y="331305"/>
                  </a:lnTo>
                  <a:lnTo>
                    <a:pt x="147596" y="332006"/>
                  </a:lnTo>
                  <a:lnTo>
                    <a:pt x="152848" y="332541"/>
                  </a:lnTo>
                  <a:lnTo>
                    <a:pt x="158114" y="332910"/>
                  </a:lnTo>
                  <a:lnTo>
                    <a:pt x="163389" y="333112"/>
                  </a:lnTo>
                  <a:lnTo>
                    <a:pt x="168668" y="333148"/>
                  </a:lnTo>
                  <a:lnTo>
                    <a:pt x="173946" y="333018"/>
                  </a:lnTo>
                  <a:lnTo>
                    <a:pt x="179216" y="332720"/>
                  </a:lnTo>
                  <a:lnTo>
                    <a:pt x="184475" y="332257"/>
                  </a:lnTo>
                  <a:lnTo>
                    <a:pt x="189716" y="331627"/>
                  </a:lnTo>
                  <a:lnTo>
                    <a:pt x="194935" y="330833"/>
                  </a:lnTo>
                  <a:lnTo>
                    <a:pt x="200126" y="329874"/>
                  </a:lnTo>
                  <a:lnTo>
                    <a:pt x="205284" y="328751"/>
                  </a:lnTo>
                  <a:lnTo>
                    <a:pt x="210405" y="327467"/>
                  </a:lnTo>
                  <a:lnTo>
                    <a:pt x="215482" y="326021"/>
                  </a:lnTo>
                  <a:lnTo>
                    <a:pt x="220511" y="324415"/>
                  </a:lnTo>
                  <a:lnTo>
                    <a:pt x="225487" y="322652"/>
                  </a:lnTo>
                  <a:lnTo>
                    <a:pt x="230404" y="320733"/>
                  </a:lnTo>
                  <a:lnTo>
                    <a:pt x="235259" y="318659"/>
                  </a:lnTo>
                  <a:lnTo>
                    <a:pt x="240045" y="316432"/>
                  </a:lnTo>
                  <a:lnTo>
                    <a:pt x="244759" y="314056"/>
                  </a:lnTo>
                  <a:lnTo>
                    <a:pt x="249396" y="311532"/>
                  </a:lnTo>
                  <a:lnTo>
                    <a:pt x="253951" y="308864"/>
                  </a:lnTo>
                  <a:lnTo>
                    <a:pt x="258419" y="306052"/>
                  </a:lnTo>
                  <a:lnTo>
                    <a:pt x="262796" y="303101"/>
                  </a:lnTo>
                  <a:lnTo>
                    <a:pt x="267077" y="300013"/>
                  </a:lnTo>
                  <a:lnTo>
                    <a:pt x="271260" y="296792"/>
                  </a:lnTo>
                  <a:lnTo>
                    <a:pt x="275338" y="293440"/>
                  </a:lnTo>
                  <a:lnTo>
                    <a:pt x="279308" y="289961"/>
                  </a:lnTo>
                  <a:lnTo>
                    <a:pt x="283167" y="286358"/>
                  </a:lnTo>
                  <a:lnTo>
                    <a:pt x="286910" y="282635"/>
                  </a:lnTo>
                  <a:lnTo>
                    <a:pt x="290533" y="278796"/>
                  </a:lnTo>
                  <a:lnTo>
                    <a:pt x="294033" y="274844"/>
                  </a:lnTo>
                  <a:lnTo>
                    <a:pt x="297407" y="270784"/>
                  </a:lnTo>
                  <a:lnTo>
                    <a:pt x="300651" y="266620"/>
                  </a:lnTo>
                  <a:lnTo>
                    <a:pt x="303762" y="262355"/>
                  </a:lnTo>
                  <a:lnTo>
                    <a:pt x="306737" y="257994"/>
                  </a:lnTo>
                  <a:lnTo>
                    <a:pt x="309573" y="253541"/>
                  </a:lnTo>
                  <a:lnTo>
                    <a:pt x="312266" y="249001"/>
                  </a:lnTo>
                  <a:lnTo>
                    <a:pt x="314815" y="244378"/>
                  </a:lnTo>
                  <a:lnTo>
                    <a:pt x="317216" y="239677"/>
                  </a:lnTo>
                  <a:lnTo>
                    <a:pt x="319468" y="234902"/>
                  </a:lnTo>
                  <a:lnTo>
                    <a:pt x="321568" y="230059"/>
                  </a:lnTo>
                  <a:lnTo>
                    <a:pt x="323514" y="225152"/>
                  </a:lnTo>
                  <a:lnTo>
                    <a:pt x="325305" y="220185"/>
                  </a:lnTo>
                  <a:lnTo>
                    <a:pt x="326937" y="215165"/>
                  </a:lnTo>
                  <a:lnTo>
                    <a:pt x="328410" y="210096"/>
                  </a:lnTo>
                  <a:lnTo>
                    <a:pt x="329723" y="204983"/>
                  </a:lnTo>
                  <a:lnTo>
                    <a:pt x="330873" y="199830"/>
                  </a:lnTo>
                  <a:lnTo>
                    <a:pt x="331860" y="194645"/>
                  </a:lnTo>
                  <a:lnTo>
                    <a:pt x="332682" y="189430"/>
                  </a:lnTo>
                  <a:lnTo>
                    <a:pt x="333340" y="184192"/>
                  </a:lnTo>
                  <a:lnTo>
                    <a:pt x="333832" y="178936"/>
                  </a:lnTo>
                  <a:lnTo>
                    <a:pt x="334158" y="173667"/>
                  </a:lnTo>
                  <a:lnTo>
                    <a:pt x="334317" y="168391"/>
                  </a:lnTo>
                  <a:lnTo>
                    <a:pt x="334310" y="163112"/>
                  </a:lnTo>
                  <a:lnTo>
                    <a:pt x="334135" y="157836"/>
                  </a:lnTo>
                  <a:lnTo>
                    <a:pt x="333795" y="152568"/>
                  </a:lnTo>
                  <a:lnTo>
                    <a:pt x="333288" y="147313"/>
                  </a:lnTo>
                  <a:lnTo>
                    <a:pt x="332615" y="142077"/>
                  </a:lnTo>
                  <a:lnTo>
                    <a:pt x="331778" y="136865"/>
                  </a:lnTo>
                  <a:lnTo>
                    <a:pt x="330776" y="131682"/>
                  </a:lnTo>
                  <a:lnTo>
                    <a:pt x="329612" y="126533"/>
                  </a:lnTo>
                  <a:lnTo>
                    <a:pt x="328285" y="121423"/>
                  </a:lnTo>
                  <a:lnTo>
                    <a:pt x="326797" y="116358"/>
                  </a:lnTo>
                  <a:lnTo>
                    <a:pt x="325151" y="111343"/>
                  </a:lnTo>
                  <a:lnTo>
                    <a:pt x="323346" y="106381"/>
                  </a:lnTo>
                  <a:lnTo>
                    <a:pt x="321387" y="101480"/>
                  </a:lnTo>
                  <a:lnTo>
                    <a:pt x="319273" y="96642"/>
                  </a:lnTo>
                  <a:lnTo>
                    <a:pt x="317007" y="91874"/>
                  </a:lnTo>
                  <a:lnTo>
                    <a:pt x="314592" y="87180"/>
                  </a:lnTo>
                  <a:lnTo>
                    <a:pt x="312031" y="82564"/>
                  </a:lnTo>
                  <a:lnTo>
                    <a:pt x="309324" y="78032"/>
                  </a:lnTo>
                  <a:lnTo>
                    <a:pt x="306476" y="73587"/>
                  </a:lnTo>
                  <a:lnTo>
                    <a:pt x="303489" y="69234"/>
                  </a:lnTo>
                  <a:lnTo>
                    <a:pt x="300366" y="64978"/>
                  </a:lnTo>
                  <a:lnTo>
                    <a:pt x="297110" y="60823"/>
                  </a:lnTo>
                  <a:lnTo>
                    <a:pt x="293725" y="56772"/>
                  </a:lnTo>
                  <a:lnTo>
                    <a:pt x="290213" y="52831"/>
                  </a:lnTo>
                  <a:lnTo>
                    <a:pt x="286579" y="49002"/>
                  </a:lnTo>
                  <a:lnTo>
                    <a:pt x="282826" y="45290"/>
                  </a:lnTo>
                  <a:lnTo>
                    <a:pt x="278957" y="41698"/>
                  </a:lnTo>
                  <a:lnTo>
                    <a:pt x="274977" y="38230"/>
                  </a:lnTo>
                  <a:lnTo>
                    <a:pt x="270889" y="34890"/>
                  </a:lnTo>
                  <a:lnTo>
                    <a:pt x="266698" y="31680"/>
                  </a:lnTo>
                  <a:lnTo>
                    <a:pt x="262407" y="28604"/>
                  </a:lnTo>
                  <a:lnTo>
                    <a:pt x="258022" y="25666"/>
                  </a:lnTo>
                  <a:lnTo>
                    <a:pt x="253546" y="22867"/>
                  </a:lnTo>
                  <a:lnTo>
                    <a:pt x="248984" y="20211"/>
                  </a:lnTo>
                  <a:lnTo>
                    <a:pt x="244340" y="17700"/>
                  </a:lnTo>
                  <a:lnTo>
                    <a:pt x="239620" y="15337"/>
                  </a:lnTo>
                  <a:lnTo>
                    <a:pt x="234827" y="13125"/>
                  </a:lnTo>
                  <a:lnTo>
                    <a:pt x="229966" y="11064"/>
                  </a:lnTo>
                  <a:lnTo>
                    <a:pt x="225043" y="9159"/>
                  </a:lnTo>
                  <a:lnTo>
                    <a:pt x="220062" y="7409"/>
                  </a:lnTo>
                  <a:lnTo>
                    <a:pt x="215029" y="5818"/>
                  </a:lnTo>
                  <a:lnTo>
                    <a:pt x="209948" y="4387"/>
                  </a:lnTo>
                  <a:lnTo>
                    <a:pt x="204824" y="3117"/>
                  </a:lnTo>
                  <a:lnTo>
                    <a:pt x="199662" y="2009"/>
                  </a:lnTo>
                  <a:lnTo>
                    <a:pt x="194468" y="1065"/>
                  </a:lnTo>
                  <a:lnTo>
                    <a:pt x="189247" y="285"/>
                  </a:lnTo>
                  <a:lnTo>
                    <a:pt x="167167" y="1659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486215" y="5399291"/>
              <a:ext cx="22080" cy="167167"/>
            </a:xfrm>
            <a:custGeom>
              <a:avLst/>
              <a:pathLst>
                <a:path w="22080" h="167167">
                  <a:moveTo>
                    <a:pt x="22080" y="1464"/>
                  </a:moveTo>
                  <a:lnTo>
                    <a:pt x="14744" y="651"/>
                  </a:lnTo>
                  <a:lnTo>
                    <a:pt x="7379" y="16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56393" y="5399291"/>
              <a:ext cx="167150" cy="222550"/>
            </a:xfrm>
            <a:custGeom>
              <a:avLst/>
              <a:pathLst>
                <a:path w="167150" h="222550">
                  <a:moveTo>
                    <a:pt x="167150" y="0"/>
                  </a:moveTo>
                  <a:lnTo>
                    <a:pt x="161744" y="87"/>
                  </a:lnTo>
                  <a:lnTo>
                    <a:pt x="156343" y="349"/>
                  </a:lnTo>
                  <a:lnTo>
                    <a:pt x="150953" y="786"/>
                  </a:lnTo>
                  <a:lnTo>
                    <a:pt x="145581" y="1397"/>
                  </a:lnTo>
                  <a:lnTo>
                    <a:pt x="140231" y="2181"/>
                  </a:lnTo>
                  <a:lnTo>
                    <a:pt x="134909" y="3138"/>
                  </a:lnTo>
                  <a:lnTo>
                    <a:pt x="129621" y="4267"/>
                  </a:lnTo>
                  <a:lnTo>
                    <a:pt x="124372" y="5566"/>
                  </a:lnTo>
                  <a:lnTo>
                    <a:pt x="119168" y="7034"/>
                  </a:lnTo>
                  <a:lnTo>
                    <a:pt x="114014" y="8669"/>
                  </a:lnTo>
                  <a:lnTo>
                    <a:pt x="108916" y="10471"/>
                  </a:lnTo>
                  <a:lnTo>
                    <a:pt x="103879" y="12436"/>
                  </a:lnTo>
                  <a:lnTo>
                    <a:pt x="98908" y="14563"/>
                  </a:lnTo>
                  <a:lnTo>
                    <a:pt x="94008" y="16850"/>
                  </a:lnTo>
                  <a:lnTo>
                    <a:pt x="89185" y="19294"/>
                  </a:lnTo>
                  <a:lnTo>
                    <a:pt x="84443" y="21893"/>
                  </a:lnTo>
                  <a:lnTo>
                    <a:pt x="79788" y="24644"/>
                  </a:lnTo>
                  <a:lnTo>
                    <a:pt x="75224" y="27544"/>
                  </a:lnTo>
                  <a:lnTo>
                    <a:pt x="70757" y="30590"/>
                  </a:lnTo>
                  <a:lnTo>
                    <a:pt x="66390" y="33779"/>
                  </a:lnTo>
                  <a:lnTo>
                    <a:pt x="62129" y="37107"/>
                  </a:lnTo>
                  <a:lnTo>
                    <a:pt x="57977" y="40572"/>
                  </a:lnTo>
                  <a:lnTo>
                    <a:pt x="53940" y="44169"/>
                  </a:lnTo>
                  <a:lnTo>
                    <a:pt x="50022" y="47895"/>
                  </a:lnTo>
                  <a:lnTo>
                    <a:pt x="46225" y="51745"/>
                  </a:lnTo>
                  <a:lnTo>
                    <a:pt x="42556" y="55716"/>
                  </a:lnTo>
                  <a:lnTo>
                    <a:pt x="39016" y="59804"/>
                  </a:lnTo>
                  <a:lnTo>
                    <a:pt x="35611" y="64005"/>
                  </a:lnTo>
                  <a:lnTo>
                    <a:pt x="32344" y="68313"/>
                  </a:lnTo>
                  <a:lnTo>
                    <a:pt x="29217" y="72724"/>
                  </a:lnTo>
                  <a:lnTo>
                    <a:pt x="26235" y="77235"/>
                  </a:lnTo>
                  <a:lnTo>
                    <a:pt x="23400" y="81839"/>
                  </a:lnTo>
                  <a:lnTo>
                    <a:pt x="20715" y="86533"/>
                  </a:lnTo>
                  <a:lnTo>
                    <a:pt x="18184" y="91311"/>
                  </a:lnTo>
                  <a:lnTo>
                    <a:pt x="15809" y="96168"/>
                  </a:lnTo>
                  <a:lnTo>
                    <a:pt x="13592" y="101100"/>
                  </a:lnTo>
                  <a:lnTo>
                    <a:pt x="11536" y="106101"/>
                  </a:lnTo>
                  <a:lnTo>
                    <a:pt x="9642" y="111166"/>
                  </a:lnTo>
                  <a:lnTo>
                    <a:pt x="7913" y="116289"/>
                  </a:lnTo>
                  <a:lnTo>
                    <a:pt x="6351" y="121466"/>
                  </a:lnTo>
                  <a:lnTo>
                    <a:pt x="4957" y="126690"/>
                  </a:lnTo>
                  <a:lnTo>
                    <a:pt x="3733" y="131957"/>
                  </a:lnTo>
                  <a:lnTo>
                    <a:pt x="2680" y="137260"/>
                  </a:lnTo>
                  <a:lnTo>
                    <a:pt x="1798" y="142595"/>
                  </a:lnTo>
                  <a:lnTo>
                    <a:pt x="1090" y="147956"/>
                  </a:lnTo>
                  <a:lnTo>
                    <a:pt x="556" y="153336"/>
                  </a:lnTo>
                  <a:lnTo>
                    <a:pt x="196" y="158731"/>
                  </a:lnTo>
                  <a:lnTo>
                    <a:pt x="10" y="164135"/>
                  </a:lnTo>
                  <a:lnTo>
                    <a:pt x="0" y="169543"/>
                  </a:lnTo>
                  <a:lnTo>
                    <a:pt x="164" y="174947"/>
                  </a:lnTo>
                  <a:lnTo>
                    <a:pt x="503" y="180344"/>
                  </a:lnTo>
                  <a:lnTo>
                    <a:pt x="1016" y="185726"/>
                  </a:lnTo>
                  <a:lnTo>
                    <a:pt x="1703" y="191090"/>
                  </a:lnTo>
                  <a:lnTo>
                    <a:pt x="2563" y="196428"/>
                  </a:lnTo>
                  <a:lnTo>
                    <a:pt x="3596" y="201736"/>
                  </a:lnTo>
                  <a:lnTo>
                    <a:pt x="4799" y="207007"/>
                  </a:lnTo>
                  <a:lnTo>
                    <a:pt x="6173" y="212237"/>
                  </a:lnTo>
                  <a:lnTo>
                    <a:pt x="7715" y="217420"/>
                  </a:lnTo>
                  <a:lnTo>
                    <a:pt x="9423" y="22255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5817" y="5566459"/>
              <a:ext cx="157726" cy="55382"/>
            </a:xfrm>
            <a:custGeom>
              <a:avLst/>
              <a:pathLst>
                <a:path w="157726" h="55382">
                  <a:moveTo>
                    <a:pt x="0" y="55382"/>
                  </a:moveTo>
                  <a:lnTo>
                    <a:pt x="1577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5817" y="5566459"/>
              <a:ext cx="157726" cy="55382"/>
            </a:xfrm>
            <a:custGeom>
              <a:avLst/>
              <a:pathLst>
                <a:path w="157726" h="55382">
                  <a:moveTo>
                    <a:pt x="0" y="55382"/>
                  </a:moveTo>
                  <a:lnTo>
                    <a:pt x="1577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5817" y="5566459"/>
              <a:ext cx="157726" cy="55382"/>
            </a:xfrm>
            <a:custGeom>
              <a:avLst/>
              <a:pathLst>
                <a:path w="157726" h="55382">
                  <a:moveTo>
                    <a:pt x="0" y="55382"/>
                  </a:moveTo>
                  <a:lnTo>
                    <a:pt x="1577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5817" y="5566459"/>
              <a:ext cx="157726" cy="55382"/>
            </a:xfrm>
            <a:custGeom>
              <a:avLst/>
              <a:pathLst>
                <a:path w="157726" h="55382">
                  <a:moveTo>
                    <a:pt x="0" y="55382"/>
                  </a:moveTo>
                  <a:lnTo>
                    <a:pt x="15772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865817" y="5566459"/>
              <a:ext cx="157726" cy="55382"/>
            </a:xfrm>
            <a:custGeom>
              <a:avLst/>
              <a:pathLst>
                <a:path w="157726" h="55382">
                  <a:moveTo>
                    <a:pt x="0" y="55382"/>
                  </a:moveTo>
                  <a:lnTo>
                    <a:pt x="1577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865817" y="5566459"/>
              <a:ext cx="157726" cy="138565"/>
            </a:xfrm>
            <a:custGeom>
              <a:avLst/>
              <a:pathLst>
                <a:path w="157726" h="138565">
                  <a:moveTo>
                    <a:pt x="0" y="55382"/>
                  </a:moveTo>
                  <a:lnTo>
                    <a:pt x="1952" y="60658"/>
                  </a:lnTo>
                  <a:lnTo>
                    <a:pt x="4082" y="65866"/>
                  </a:lnTo>
                  <a:lnTo>
                    <a:pt x="6385" y="70998"/>
                  </a:lnTo>
                  <a:lnTo>
                    <a:pt x="8860" y="76051"/>
                  </a:lnTo>
                  <a:lnTo>
                    <a:pt x="11503" y="81017"/>
                  </a:lnTo>
                  <a:lnTo>
                    <a:pt x="14312" y="85891"/>
                  </a:lnTo>
                  <a:lnTo>
                    <a:pt x="17284" y="90669"/>
                  </a:lnTo>
                  <a:lnTo>
                    <a:pt x="20414" y="95343"/>
                  </a:lnTo>
                  <a:lnTo>
                    <a:pt x="23700" y="99910"/>
                  </a:lnTo>
                  <a:lnTo>
                    <a:pt x="27138" y="104363"/>
                  </a:lnTo>
                  <a:lnTo>
                    <a:pt x="30724" y="108698"/>
                  </a:lnTo>
                  <a:lnTo>
                    <a:pt x="34453" y="112910"/>
                  </a:lnTo>
                  <a:lnTo>
                    <a:pt x="38323" y="116994"/>
                  </a:lnTo>
                  <a:lnTo>
                    <a:pt x="42327" y="120946"/>
                  </a:lnTo>
                  <a:lnTo>
                    <a:pt x="46462" y="124760"/>
                  </a:lnTo>
                  <a:lnTo>
                    <a:pt x="50723" y="128434"/>
                  </a:lnTo>
                  <a:lnTo>
                    <a:pt x="55106" y="131962"/>
                  </a:lnTo>
                  <a:lnTo>
                    <a:pt x="59604" y="135340"/>
                  </a:lnTo>
                  <a:lnTo>
                    <a:pt x="64214" y="138565"/>
                  </a:lnTo>
                  <a:lnTo>
                    <a:pt x="15772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930031" y="5399291"/>
              <a:ext cx="260676" cy="334320"/>
            </a:xfrm>
            <a:custGeom>
              <a:avLst/>
              <a:pathLst>
                <a:path w="260676" h="334320">
                  <a:moveTo>
                    <a:pt x="0" y="305733"/>
                  </a:moveTo>
                  <a:lnTo>
                    <a:pt x="4470" y="308647"/>
                  </a:lnTo>
                  <a:lnTo>
                    <a:pt x="9032" y="311417"/>
                  </a:lnTo>
                  <a:lnTo>
                    <a:pt x="13679" y="314040"/>
                  </a:lnTo>
                  <a:lnTo>
                    <a:pt x="18408" y="316513"/>
                  </a:lnTo>
                  <a:lnTo>
                    <a:pt x="23213" y="318835"/>
                  </a:lnTo>
                  <a:lnTo>
                    <a:pt x="28090" y="321001"/>
                  </a:lnTo>
                  <a:lnTo>
                    <a:pt x="33034" y="323011"/>
                  </a:lnTo>
                  <a:lnTo>
                    <a:pt x="38039" y="324862"/>
                  </a:lnTo>
                  <a:lnTo>
                    <a:pt x="43101" y="326552"/>
                  </a:lnTo>
                  <a:lnTo>
                    <a:pt x="48214" y="328080"/>
                  </a:lnTo>
                  <a:lnTo>
                    <a:pt x="53374" y="329444"/>
                  </a:lnTo>
                  <a:lnTo>
                    <a:pt x="58574" y="330643"/>
                  </a:lnTo>
                  <a:lnTo>
                    <a:pt x="63810" y="331675"/>
                  </a:lnTo>
                  <a:lnTo>
                    <a:pt x="69076" y="332539"/>
                  </a:lnTo>
                  <a:lnTo>
                    <a:pt x="74367" y="333235"/>
                  </a:lnTo>
                  <a:lnTo>
                    <a:pt x="79678" y="333761"/>
                  </a:lnTo>
                  <a:lnTo>
                    <a:pt x="85002" y="334118"/>
                  </a:lnTo>
                  <a:lnTo>
                    <a:pt x="90336" y="334304"/>
                  </a:lnTo>
                  <a:lnTo>
                    <a:pt x="95672" y="334320"/>
                  </a:lnTo>
                  <a:lnTo>
                    <a:pt x="101007" y="334166"/>
                  </a:lnTo>
                  <a:lnTo>
                    <a:pt x="106334" y="333842"/>
                  </a:lnTo>
                  <a:lnTo>
                    <a:pt x="111647" y="333348"/>
                  </a:lnTo>
                  <a:lnTo>
                    <a:pt x="116942" y="332684"/>
                  </a:lnTo>
                  <a:lnTo>
                    <a:pt x="122214" y="331852"/>
                  </a:lnTo>
                  <a:lnTo>
                    <a:pt x="127456" y="330852"/>
                  </a:lnTo>
                  <a:lnTo>
                    <a:pt x="132663" y="329685"/>
                  </a:lnTo>
                  <a:lnTo>
                    <a:pt x="137831" y="328352"/>
                  </a:lnTo>
                  <a:lnTo>
                    <a:pt x="142953" y="326856"/>
                  </a:lnTo>
                  <a:lnTo>
                    <a:pt x="148025" y="325196"/>
                  </a:lnTo>
                  <a:lnTo>
                    <a:pt x="153042" y="323376"/>
                  </a:lnTo>
                  <a:lnTo>
                    <a:pt x="157998" y="321396"/>
                  </a:lnTo>
                  <a:lnTo>
                    <a:pt x="162888" y="319259"/>
                  </a:lnTo>
                  <a:lnTo>
                    <a:pt x="167707" y="316967"/>
                  </a:lnTo>
                  <a:lnTo>
                    <a:pt x="172451" y="314522"/>
                  </a:lnTo>
                  <a:lnTo>
                    <a:pt x="177114" y="311927"/>
                  </a:lnTo>
                  <a:lnTo>
                    <a:pt x="181692" y="309185"/>
                  </a:lnTo>
                  <a:lnTo>
                    <a:pt x="186181" y="306298"/>
                  </a:lnTo>
                  <a:lnTo>
                    <a:pt x="190574" y="303269"/>
                  </a:lnTo>
                  <a:lnTo>
                    <a:pt x="194869" y="300102"/>
                  </a:lnTo>
                  <a:lnTo>
                    <a:pt x="199061" y="296798"/>
                  </a:lnTo>
                  <a:lnTo>
                    <a:pt x="203145" y="293363"/>
                  </a:lnTo>
                  <a:lnTo>
                    <a:pt x="207117" y="289800"/>
                  </a:lnTo>
                  <a:lnTo>
                    <a:pt x="210974" y="286111"/>
                  </a:lnTo>
                  <a:lnTo>
                    <a:pt x="214710" y="282301"/>
                  </a:lnTo>
                  <a:lnTo>
                    <a:pt x="218324" y="278374"/>
                  </a:lnTo>
                  <a:lnTo>
                    <a:pt x="221810" y="274333"/>
                  </a:lnTo>
                  <a:lnTo>
                    <a:pt x="225165" y="270183"/>
                  </a:lnTo>
                  <a:lnTo>
                    <a:pt x="228386" y="265928"/>
                  </a:lnTo>
                  <a:lnTo>
                    <a:pt x="231470" y="261573"/>
                  </a:lnTo>
                  <a:lnTo>
                    <a:pt x="234413" y="257121"/>
                  </a:lnTo>
                  <a:lnTo>
                    <a:pt x="237213" y="252578"/>
                  </a:lnTo>
                  <a:lnTo>
                    <a:pt x="239866" y="247947"/>
                  </a:lnTo>
                  <a:lnTo>
                    <a:pt x="242370" y="243234"/>
                  </a:lnTo>
                  <a:lnTo>
                    <a:pt x="244722" y="238444"/>
                  </a:lnTo>
                  <a:lnTo>
                    <a:pt x="246920" y="233581"/>
                  </a:lnTo>
                  <a:lnTo>
                    <a:pt x="248962" y="228651"/>
                  </a:lnTo>
                  <a:lnTo>
                    <a:pt x="250845" y="223657"/>
                  </a:lnTo>
                  <a:lnTo>
                    <a:pt x="252568" y="218607"/>
                  </a:lnTo>
                  <a:lnTo>
                    <a:pt x="254129" y="213503"/>
                  </a:lnTo>
                  <a:lnTo>
                    <a:pt x="255526" y="208353"/>
                  </a:lnTo>
                  <a:lnTo>
                    <a:pt x="256758" y="203160"/>
                  </a:lnTo>
                  <a:lnTo>
                    <a:pt x="257824" y="197931"/>
                  </a:lnTo>
                  <a:lnTo>
                    <a:pt x="258722" y="192671"/>
                  </a:lnTo>
                  <a:lnTo>
                    <a:pt x="259452" y="187384"/>
                  </a:lnTo>
                  <a:lnTo>
                    <a:pt x="260013" y="182077"/>
                  </a:lnTo>
                  <a:lnTo>
                    <a:pt x="260404" y="176755"/>
                  </a:lnTo>
                  <a:lnTo>
                    <a:pt x="260625" y="171423"/>
                  </a:lnTo>
                  <a:lnTo>
                    <a:pt x="260676" y="166087"/>
                  </a:lnTo>
                  <a:lnTo>
                    <a:pt x="260556" y="160751"/>
                  </a:lnTo>
                  <a:lnTo>
                    <a:pt x="260266" y="155423"/>
                  </a:lnTo>
                  <a:lnTo>
                    <a:pt x="259806" y="150106"/>
                  </a:lnTo>
                  <a:lnTo>
                    <a:pt x="259177" y="144806"/>
                  </a:lnTo>
                  <a:lnTo>
                    <a:pt x="258379" y="139530"/>
                  </a:lnTo>
                  <a:lnTo>
                    <a:pt x="257413" y="134281"/>
                  </a:lnTo>
                  <a:lnTo>
                    <a:pt x="256279" y="129066"/>
                  </a:lnTo>
                  <a:lnTo>
                    <a:pt x="254980" y="123890"/>
                  </a:lnTo>
                  <a:lnTo>
                    <a:pt x="253517" y="118758"/>
                  </a:lnTo>
                  <a:lnTo>
                    <a:pt x="251890" y="113676"/>
                  </a:lnTo>
                  <a:lnTo>
                    <a:pt x="250102" y="108648"/>
                  </a:lnTo>
                  <a:lnTo>
                    <a:pt x="248154" y="103679"/>
                  </a:lnTo>
                  <a:lnTo>
                    <a:pt x="246049" y="98775"/>
                  </a:lnTo>
                  <a:lnTo>
                    <a:pt x="243788" y="93941"/>
                  </a:lnTo>
                  <a:lnTo>
                    <a:pt x="241374" y="89182"/>
                  </a:lnTo>
                  <a:lnTo>
                    <a:pt x="238809" y="84502"/>
                  </a:lnTo>
                  <a:lnTo>
                    <a:pt x="236097" y="79906"/>
                  </a:lnTo>
                  <a:lnTo>
                    <a:pt x="233239" y="75399"/>
                  </a:lnTo>
                  <a:lnTo>
                    <a:pt x="230238" y="70986"/>
                  </a:lnTo>
                  <a:lnTo>
                    <a:pt x="227099" y="66671"/>
                  </a:lnTo>
                  <a:lnTo>
                    <a:pt x="223823" y="62458"/>
                  </a:lnTo>
                  <a:lnTo>
                    <a:pt x="220414" y="58352"/>
                  </a:lnTo>
                  <a:lnTo>
                    <a:pt x="216876" y="54356"/>
                  </a:lnTo>
                  <a:lnTo>
                    <a:pt x="213212" y="50476"/>
                  </a:lnTo>
                  <a:lnTo>
                    <a:pt x="209426" y="46715"/>
                  </a:lnTo>
                  <a:lnTo>
                    <a:pt x="205523" y="43076"/>
                  </a:lnTo>
                  <a:lnTo>
                    <a:pt x="201505" y="39564"/>
                  </a:lnTo>
                  <a:lnTo>
                    <a:pt x="197377" y="36182"/>
                  </a:lnTo>
                  <a:lnTo>
                    <a:pt x="193143" y="32933"/>
                  </a:lnTo>
                  <a:lnTo>
                    <a:pt x="188807" y="29822"/>
                  </a:lnTo>
                  <a:lnTo>
                    <a:pt x="184375" y="26850"/>
                  </a:lnTo>
                  <a:lnTo>
                    <a:pt x="179849" y="24021"/>
                  </a:lnTo>
                  <a:lnTo>
                    <a:pt x="175236" y="21338"/>
                  </a:lnTo>
                  <a:lnTo>
                    <a:pt x="170540" y="18804"/>
                  </a:lnTo>
                  <a:lnTo>
                    <a:pt x="165765" y="16421"/>
                  </a:lnTo>
                  <a:lnTo>
                    <a:pt x="160916" y="14191"/>
                  </a:lnTo>
                  <a:lnTo>
                    <a:pt x="155999" y="12118"/>
                  </a:lnTo>
                  <a:lnTo>
                    <a:pt x="151018" y="10202"/>
                  </a:lnTo>
                  <a:lnTo>
                    <a:pt x="145978" y="8446"/>
                  </a:lnTo>
                  <a:lnTo>
                    <a:pt x="140885" y="6853"/>
                  </a:lnTo>
                  <a:lnTo>
                    <a:pt x="135744" y="5422"/>
                  </a:lnTo>
                  <a:lnTo>
                    <a:pt x="130559" y="4156"/>
                  </a:lnTo>
                  <a:lnTo>
                    <a:pt x="125337" y="3057"/>
                  </a:lnTo>
                  <a:lnTo>
                    <a:pt x="120083" y="2125"/>
                  </a:lnTo>
                  <a:lnTo>
                    <a:pt x="114801" y="1361"/>
                  </a:lnTo>
                  <a:lnTo>
                    <a:pt x="109498" y="766"/>
                  </a:lnTo>
                  <a:lnTo>
                    <a:pt x="104178" y="340"/>
                  </a:lnTo>
                  <a:lnTo>
                    <a:pt x="98848" y="85"/>
                  </a:lnTo>
                  <a:lnTo>
                    <a:pt x="93512" y="0"/>
                  </a:lnTo>
                  <a:lnTo>
                    <a:pt x="935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90702" y="5269756"/>
              <a:ext cx="154556" cy="167167"/>
            </a:xfrm>
            <a:custGeom>
              <a:avLst/>
              <a:pathLst>
                <a:path w="154556" h="167167">
                  <a:moveTo>
                    <a:pt x="154556" y="0"/>
                  </a:moveTo>
                  <a:lnTo>
                    <a:pt x="149078" y="89"/>
                  </a:lnTo>
                  <a:lnTo>
                    <a:pt x="143606" y="359"/>
                  </a:lnTo>
                  <a:lnTo>
                    <a:pt x="138146" y="807"/>
                  </a:lnTo>
                  <a:lnTo>
                    <a:pt x="132703" y="1434"/>
                  </a:lnTo>
                  <a:lnTo>
                    <a:pt x="127284" y="2239"/>
                  </a:lnTo>
                  <a:lnTo>
                    <a:pt x="121894" y="3221"/>
                  </a:lnTo>
                  <a:lnTo>
                    <a:pt x="116540" y="4380"/>
                  </a:lnTo>
                  <a:lnTo>
                    <a:pt x="111226" y="5713"/>
                  </a:lnTo>
                  <a:lnTo>
                    <a:pt x="105958" y="7219"/>
                  </a:lnTo>
                  <a:lnTo>
                    <a:pt x="100743" y="8898"/>
                  </a:lnTo>
                  <a:lnTo>
                    <a:pt x="95586" y="10746"/>
                  </a:lnTo>
                  <a:lnTo>
                    <a:pt x="90492" y="12762"/>
                  </a:lnTo>
                  <a:lnTo>
                    <a:pt x="85467" y="14945"/>
                  </a:lnTo>
                  <a:lnTo>
                    <a:pt x="80516" y="17290"/>
                  </a:lnTo>
                  <a:lnTo>
                    <a:pt x="75644" y="19797"/>
                  </a:lnTo>
                  <a:lnTo>
                    <a:pt x="70857" y="22462"/>
                  </a:lnTo>
                  <a:lnTo>
                    <a:pt x="66161" y="25282"/>
                  </a:lnTo>
                  <a:lnTo>
                    <a:pt x="61559" y="28255"/>
                  </a:lnTo>
                  <a:lnTo>
                    <a:pt x="57057" y="31377"/>
                  </a:lnTo>
                  <a:lnTo>
                    <a:pt x="52660" y="34645"/>
                  </a:lnTo>
                  <a:lnTo>
                    <a:pt x="48372" y="38055"/>
                  </a:lnTo>
                  <a:lnTo>
                    <a:pt x="44198" y="41604"/>
                  </a:lnTo>
                  <a:lnTo>
                    <a:pt x="40143" y="45287"/>
                  </a:lnTo>
                  <a:lnTo>
                    <a:pt x="36210" y="49102"/>
                  </a:lnTo>
                  <a:lnTo>
                    <a:pt x="32405" y="53043"/>
                  </a:lnTo>
                  <a:lnTo>
                    <a:pt x="28731" y="57107"/>
                  </a:lnTo>
                  <a:lnTo>
                    <a:pt x="25192" y="61290"/>
                  </a:lnTo>
                  <a:lnTo>
                    <a:pt x="21792" y="65586"/>
                  </a:lnTo>
                  <a:lnTo>
                    <a:pt x="18535" y="69991"/>
                  </a:lnTo>
                  <a:lnTo>
                    <a:pt x="15423" y="74500"/>
                  </a:lnTo>
                  <a:lnTo>
                    <a:pt x="12462" y="79109"/>
                  </a:lnTo>
                  <a:lnTo>
                    <a:pt x="9652" y="83812"/>
                  </a:lnTo>
                  <a:lnTo>
                    <a:pt x="6999" y="88605"/>
                  </a:lnTo>
                  <a:lnTo>
                    <a:pt x="4504" y="93483"/>
                  </a:lnTo>
                  <a:lnTo>
                    <a:pt x="2170" y="98439"/>
                  </a:lnTo>
                  <a:lnTo>
                    <a:pt x="0" y="10347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0702" y="5373226"/>
              <a:ext cx="154556" cy="63697"/>
            </a:xfrm>
            <a:custGeom>
              <a:avLst/>
              <a:pathLst>
                <a:path w="154556" h="63697">
                  <a:moveTo>
                    <a:pt x="0" y="0"/>
                  </a:moveTo>
                  <a:lnTo>
                    <a:pt x="154556" y="63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0702" y="5373226"/>
              <a:ext cx="154556" cy="63697"/>
            </a:xfrm>
            <a:custGeom>
              <a:avLst/>
              <a:pathLst>
                <a:path w="154556" h="63697">
                  <a:moveTo>
                    <a:pt x="0" y="0"/>
                  </a:moveTo>
                  <a:lnTo>
                    <a:pt x="154556" y="63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90702" y="5373226"/>
              <a:ext cx="154556" cy="63697"/>
            </a:xfrm>
            <a:custGeom>
              <a:avLst/>
              <a:pathLst>
                <a:path w="154556" h="63697">
                  <a:moveTo>
                    <a:pt x="0" y="0"/>
                  </a:moveTo>
                  <a:lnTo>
                    <a:pt x="154556" y="636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90702" y="5373226"/>
              <a:ext cx="154556" cy="63697"/>
            </a:xfrm>
            <a:custGeom>
              <a:avLst/>
              <a:pathLst>
                <a:path w="154556" h="63697">
                  <a:moveTo>
                    <a:pt x="0" y="0"/>
                  </a:moveTo>
                  <a:lnTo>
                    <a:pt x="154556" y="636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78108" y="5373226"/>
              <a:ext cx="167149" cy="77393"/>
            </a:xfrm>
            <a:custGeom>
              <a:avLst/>
              <a:pathLst>
                <a:path w="167149" h="77393">
                  <a:moveTo>
                    <a:pt x="12593" y="0"/>
                  </a:moveTo>
                  <a:lnTo>
                    <a:pt x="10530" y="5256"/>
                  </a:lnTo>
                  <a:lnTo>
                    <a:pt x="8646" y="10579"/>
                  </a:lnTo>
                  <a:lnTo>
                    <a:pt x="6942" y="15963"/>
                  </a:lnTo>
                  <a:lnTo>
                    <a:pt x="5421" y="21401"/>
                  </a:lnTo>
                  <a:lnTo>
                    <a:pt x="4085" y="26888"/>
                  </a:lnTo>
                  <a:lnTo>
                    <a:pt x="2935" y="32416"/>
                  </a:lnTo>
                  <a:lnTo>
                    <a:pt x="1972" y="37980"/>
                  </a:lnTo>
                  <a:lnTo>
                    <a:pt x="1198" y="43574"/>
                  </a:lnTo>
                  <a:lnTo>
                    <a:pt x="613" y="49191"/>
                  </a:lnTo>
                  <a:lnTo>
                    <a:pt x="218" y="54824"/>
                  </a:lnTo>
                  <a:lnTo>
                    <a:pt x="13" y="60467"/>
                  </a:lnTo>
                  <a:lnTo>
                    <a:pt x="0" y="66114"/>
                  </a:lnTo>
                  <a:lnTo>
                    <a:pt x="176" y="71758"/>
                  </a:lnTo>
                  <a:lnTo>
                    <a:pt x="544" y="77393"/>
                  </a:lnTo>
                  <a:lnTo>
                    <a:pt x="167149" y="636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378653" y="5269756"/>
              <a:ext cx="333754" cy="334334"/>
            </a:xfrm>
            <a:custGeom>
              <a:avLst/>
              <a:pathLst>
                <a:path w="333754" h="334334">
                  <a:moveTo>
                    <a:pt x="0" y="180863"/>
                  </a:moveTo>
                  <a:lnTo>
                    <a:pt x="518" y="186139"/>
                  </a:lnTo>
                  <a:lnTo>
                    <a:pt x="1203" y="191396"/>
                  </a:lnTo>
                  <a:lnTo>
                    <a:pt x="2054" y="196629"/>
                  </a:lnTo>
                  <a:lnTo>
                    <a:pt x="3071" y="201832"/>
                  </a:lnTo>
                  <a:lnTo>
                    <a:pt x="4253" y="207000"/>
                  </a:lnTo>
                  <a:lnTo>
                    <a:pt x="5597" y="212128"/>
                  </a:lnTo>
                  <a:lnTo>
                    <a:pt x="7104" y="217211"/>
                  </a:lnTo>
                  <a:lnTo>
                    <a:pt x="8771" y="222243"/>
                  </a:lnTo>
                  <a:lnTo>
                    <a:pt x="10597" y="227220"/>
                  </a:lnTo>
                  <a:lnTo>
                    <a:pt x="12580" y="232137"/>
                  </a:lnTo>
                  <a:lnTo>
                    <a:pt x="14717" y="236989"/>
                  </a:lnTo>
                  <a:lnTo>
                    <a:pt x="17008" y="241770"/>
                  </a:lnTo>
                  <a:lnTo>
                    <a:pt x="19448" y="246476"/>
                  </a:lnTo>
                  <a:lnTo>
                    <a:pt x="22037" y="251102"/>
                  </a:lnTo>
                  <a:lnTo>
                    <a:pt x="24772" y="255644"/>
                  </a:lnTo>
                  <a:lnTo>
                    <a:pt x="27648" y="260097"/>
                  </a:lnTo>
                  <a:lnTo>
                    <a:pt x="30665" y="264457"/>
                  </a:lnTo>
                  <a:lnTo>
                    <a:pt x="33818" y="268718"/>
                  </a:lnTo>
                  <a:lnTo>
                    <a:pt x="37105" y="272878"/>
                  </a:lnTo>
                  <a:lnTo>
                    <a:pt x="40523" y="276931"/>
                  </a:lnTo>
                  <a:lnTo>
                    <a:pt x="44067" y="280874"/>
                  </a:lnTo>
                  <a:lnTo>
                    <a:pt x="47734" y="284702"/>
                  </a:lnTo>
                  <a:lnTo>
                    <a:pt x="51521" y="288413"/>
                  </a:lnTo>
                  <a:lnTo>
                    <a:pt x="55423" y="292001"/>
                  </a:lnTo>
                  <a:lnTo>
                    <a:pt x="59437" y="295464"/>
                  </a:lnTo>
                  <a:lnTo>
                    <a:pt x="63560" y="298797"/>
                  </a:lnTo>
                  <a:lnTo>
                    <a:pt x="67785" y="301999"/>
                  </a:lnTo>
                  <a:lnTo>
                    <a:pt x="72110" y="305065"/>
                  </a:lnTo>
                  <a:lnTo>
                    <a:pt x="76531" y="307992"/>
                  </a:lnTo>
                  <a:lnTo>
                    <a:pt x="81041" y="310777"/>
                  </a:lnTo>
                  <a:lnTo>
                    <a:pt x="85638" y="313418"/>
                  </a:lnTo>
                  <a:lnTo>
                    <a:pt x="90316" y="315912"/>
                  </a:lnTo>
                  <a:lnTo>
                    <a:pt x="95071" y="318256"/>
                  </a:lnTo>
                  <a:lnTo>
                    <a:pt x="99898" y="320448"/>
                  </a:lnTo>
                  <a:lnTo>
                    <a:pt x="104792" y="322487"/>
                  </a:lnTo>
                  <a:lnTo>
                    <a:pt x="109749" y="324368"/>
                  </a:lnTo>
                  <a:lnTo>
                    <a:pt x="114762" y="326092"/>
                  </a:lnTo>
                  <a:lnTo>
                    <a:pt x="119828" y="327656"/>
                  </a:lnTo>
                  <a:lnTo>
                    <a:pt x="124940" y="329059"/>
                  </a:lnTo>
                  <a:lnTo>
                    <a:pt x="130095" y="330299"/>
                  </a:lnTo>
                  <a:lnTo>
                    <a:pt x="135286" y="331374"/>
                  </a:lnTo>
                  <a:lnTo>
                    <a:pt x="140508" y="332285"/>
                  </a:lnTo>
                  <a:lnTo>
                    <a:pt x="145757" y="333029"/>
                  </a:lnTo>
                  <a:lnTo>
                    <a:pt x="151027" y="333607"/>
                  </a:lnTo>
                  <a:lnTo>
                    <a:pt x="156313" y="334017"/>
                  </a:lnTo>
                  <a:lnTo>
                    <a:pt x="161609" y="334260"/>
                  </a:lnTo>
                  <a:lnTo>
                    <a:pt x="166910" y="334334"/>
                  </a:lnTo>
                  <a:lnTo>
                    <a:pt x="172210" y="334240"/>
                  </a:lnTo>
                  <a:lnTo>
                    <a:pt x="177505" y="333979"/>
                  </a:lnTo>
                  <a:lnTo>
                    <a:pt x="182789" y="333549"/>
                  </a:lnTo>
                  <a:lnTo>
                    <a:pt x="188057" y="332952"/>
                  </a:lnTo>
                  <a:lnTo>
                    <a:pt x="193303" y="332189"/>
                  </a:lnTo>
                  <a:lnTo>
                    <a:pt x="198523" y="331259"/>
                  </a:lnTo>
                  <a:lnTo>
                    <a:pt x="203710" y="330164"/>
                  </a:lnTo>
                  <a:lnTo>
                    <a:pt x="208860" y="328906"/>
                  </a:lnTo>
                  <a:lnTo>
                    <a:pt x="213967" y="327485"/>
                  </a:lnTo>
                  <a:lnTo>
                    <a:pt x="219027" y="325902"/>
                  </a:lnTo>
                  <a:lnTo>
                    <a:pt x="224034" y="324160"/>
                  </a:lnTo>
                  <a:lnTo>
                    <a:pt x="228983" y="322260"/>
                  </a:lnTo>
                  <a:lnTo>
                    <a:pt x="233870" y="320204"/>
                  </a:lnTo>
                  <a:lnTo>
                    <a:pt x="238689" y="317994"/>
                  </a:lnTo>
                  <a:lnTo>
                    <a:pt x="243435" y="315633"/>
                  </a:lnTo>
                  <a:lnTo>
                    <a:pt x="248104" y="313122"/>
                  </a:lnTo>
                  <a:lnTo>
                    <a:pt x="252692" y="310464"/>
                  </a:lnTo>
                  <a:lnTo>
                    <a:pt x="257192" y="307662"/>
                  </a:lnTo>
                  <a:lnTo>
                    <a:pt x="261602" y="304719"/>
                  </a:lnTo>
                  <a:lnTo>
                    <a:pt x="265916" y="301638"/>
                  </a:lnTo>
                  <a:lnTo>
                    <a:pt x="270130" y="298421"/>
                  </a:lnTo>
                  <a:lnTo>
                    <a:pt x="274240" y="295072"/>
                  </a:lnTo>
                  <a:lnTo>
                    <a:pt x="278241" y="291595"/>
                  </a:lnTo>
                  <a:lnTo>
                    <a:pt x="282131" y="287992"/>
                  </a:lnTo>
                  <a:lnTo>
                    <a:pt x="285904" y="284268"/>
                  </a:lnTo>
                  <a:lnTo>
                    <a:pt x="289557" y="280426"/>
                  </a:lnTo>
                  <a:lnTo>
                    <a:pt x="293087" y="276471"/>
                  </a:lnTo>
                  <a:lnTo>
                    <a:pt x="296489" y="272405"/>
                  </a:lnTo>
                  <a:lnTo>
                    <a:pt x="299761" y="268234"/>
                  </a:lnTo>
                  <a:lnTo>
                    <a:pt x="302899" y="263960"/>
                  </a:lnTo>
                  <a:lnTo>
                    <a:pt x="305899" y="259590"/>
                  </a:lnTo>
                  <a:lnTo>
                    <a:pt x="308760" y="255127"/>
                  </a:lnTo>
                  <a:lnTo>
                    <a:pt x="311478" y="250575"/>
                  </a:lnTo>
                  <a:lnTo>
                    <a:pt x="314050" y="245939"/>
                  </a:lnTo>
                  <a:lnTo>
                    <a:pt x="316473" y="241224"/>
                  </a:lnTo>
                  <a:lnTo>
                    <a:pt x="318746" y="236434"/>
                  </a:lnTo>
                  <a:lnTo>
                    <a:pt x="320866" y="231575"/>
                  </a:lnTo>
                  <a:lnTo>
                    <a:pt x="322831" y="226651"/>
                  </a:lnTo>
                  <a:lnTo>
                    <a:pt x="324639" y="221667"/>
                  </a:lnTo>
                  <a:lnTo>
                    <a:pt x="326287" y="216629"/>
                  </a:lnTo>
                  <a:lnTo>
                    <a:pt x="327775" y="211541"/>
                  </a:lnTo>
                  <a:lnTo>
                    <a:pt x="329101" y="206408"/>
                  </a:lnTo>
                  <a:lnTo>
                    <a:pt x="330264" y="201235"/>
                  </a:lnTo>
                  <a:lnTo>
                    <a:pt x="331262" y="196029"/>
                  </a:lnTo>
                  <a:lnTo>
                    <a:pt x="332094" y="190793"/>
                  </a:lnTo>
                  <a:lnTo>
                    <a:pt x="332760" y="185533"/>
                  </a:lnTo>
                  <a:lnTo>
                    <a:pt x="333259" y="180255"/>
                  </a:lnTo>
                  <a:lnTo>
                    <a:pt x="333590" y="174964"/>
                  </a:lnTo>
                  <a:lnTo>
                    <a:pt x="333754" y="169665"/>
                  </a:lnTo>
                  <a:lnTo>
                    <a:pt x="333749" y="164364"/>
                  </a:lnTo>
                  <a:lnTo>
                    <a:pt x="333576" y="159065"/>
                  </a:lnTo>
                  <a:lnTo>
                    <a:pt x="333235" y="153775"/>
                  </a:lnTo>
                  <a:lnTo>
                    <a:pt x="332727" y="148498"/>
                  </a:lnTo>
                  <a:lnTo>
                    <a:pt x="332051" y="143239"/>
                  </a:lnTo>
                  <a:lnTo>
                    <a:pt x="331209" y="138005"/>
                  </a:lnTo>
                  <a:lnTo>
                    <a:pt x="330202" y="132800"/>
                  </a:lnTo>
                  <a:lnTo>
                    <a:pt x="329030" y="127630"/>
                  </a:lnTo>
                  <a:lnTo>
                    <a:pt x="327694" y="122500"/>
                  </a:lnTo>
                  <a:lnTo>
                    <a:pt x="326197" y="117414"/>
                  </a:lnTo>
                  <a:lnTo>
                    <a:pt x="324539" y="112378"/>
                  </a:lnTo>
                  <a:lnTo>
                    <a:pt x="322722" y="107398"/>
                  </a:lnTo>
                  <a:lnTo>
                    <a:pt x="320749" y="102478"/>
                  </a:lnTo>
                  <a:lnTo>
                    <a:pt x="318620" y="97622"/>
                  </a:lnTo>
                  <a:lnTo>
                    <a:pt x="316338" y="92837"/>
                  </a:lnTo>
                  <a:lnTo>
                    <a:pt x="313906" y="88126"/>
                  </a:lnTo>
                  <a:lnTo>
                    <a:pt x="311325" y="83495"/>
                  </a:lnTo>
                  <a:lnTo>
                    <a:pt x="308599" y="78948"/>
                  </a:lnTo>
                  <a:lnTo>
                    <a:pt x="305731" y="74490"/>
                  </a:lnTo>
                  <a:lnTo>
                    <a:pt x="302722" y="70125"/>
                  </a:lnTo>
                  <a:lnTo>
                    <a:pt x="299576" y="65858"/>
                  </a:lnTo>
                  <a:lnTo>
                    <a:pt x="296297" y="61692"/>
                  </a:lnTo>
                  <a:lnTo>
                    <a:pt x="292887" y="57633"/>
                  </a:lnTo>
                  <a:lnTo>
                    <a:pt x="289350" y="53683"/>
                  </a:lnTo>
                  <a:lnTo>
                    <a:pt x="285690" y="49848"/>
                  </a:lnTo>
                  <a:lnTo>
                    <a:pt x="281910" y="46131"/>
                  </a:lnTo>
                  <a:lnTo>
                    <a:pt x="278014" y="42536"/>
                  </a:lnTo>
                  <a:lnTo>
                    <a:pt x="274006" y="39066"/>
                  </a:lnTo>
                  <a:lnTo>
                    <a:pt x="269890" y="35725"/>
                  </a:lnTo>
                  <a:lnTo>
                    <a:pt x="265670" y="32515"/>
                  </a:lnTo>
                  <a:lnTo>
                    <a:pt x="261351" y="29442"/>
                  </a:lnTo>
                  <a:lnTo>
                    <a:pt x="256936" y="26507"/>
                  </a:lnTo>
                  <a:lnTo>
                    <a:pt x="252430" y="23713"/>
                  </a:lnTo>
                  <a:lnTo>
                    <a:pt x="247838" y="21064"/>
                  </a:lnTo>
                  <a:lnTo>
                    <a:pt x="243164" y="18561"/>
                  </a:lnTo>
                  <a:lnTo>
                    <a:pt x="238414" y="16209"/>
                  </a:lnTo>
                  <a:lnTo>
                    <a:pt x="233591" y="14007"/>
                  </a:lnTo>
                  <a:lnTo>
                    <a:pt x="228701" y="11960"/>
                  </a:lnTo>
                  <a:lnTo>
                    <a:pt x="223748" y="10069"/>
                  </a:lnTo>
                  <a:lnTo>
                    <a:pt x="218738" y="8336"/>
                  </a:lnTo>
                  <a:lnTo>
                    <a:pt x="213675" y="6763"/>
                  </a:lnTo>
                  <a:lnTo>
                    <a:pt x="208565" y="5351"/>
                  </a:lnTo>
                  <a:lnTo>
                    <a:pt x="203413" y="4102"/>
                  </a:lnTo>
                  <a:lnTo>
                    <a:pt x="198223" y="3017"/>
                  </a:lnTo>
                  <a:lnTo>
                    <a:pt x="193002" y="2097"/>
                  </a:lnTo>
                  <a:lnTo>
                    <a:pt x="187755" y="1343"/>
                  </a:lnTo>
                  <a:lnTo>
                    <a:pt x="182486" y="756"/>
                  </a:lnTo>
                  <a:lnTo>
                    <a:pt x="177201" y="336"/>
                  </a:lnTo>
                  <a:lnTo>
                    <a:pt x="171906" y="84"/>
                  </a:lnTo>
                  <a:lnTo>
                    <a:pt x="166605" y="0"/>
                  </a:lnTo>
                  <a:lnTo>
                    <a:pt x="16660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97667" y="5018213"/>
              <a:ext cx="123372" cy="167167"/>
            </a:xfrm>
            <a:custGeom>
              <a:avLst/>
              <a:pathLst>
                <a:path w="123372" h="167167">
                  <a:moveTo>
                    <a:pt x="123372" y="0"/>
                  </a:moveTo>
                  <a:lnTo>
                    <a:pt x="117822" y="92"/>
                  </a:lnTo>
                  <a:lnTo>
                    <a:pt x="112278" y="368"/>
                  </a:lnTo>
                  <a:lnTo>
                    <a:pt x="106747" y="828"/>
                  </a:lnTo>
                  <a:lnTo>
                    <a:pt x="101234" y="1472"/>
                  </a:lnTo>
                  <a:lnTo>
                    <a:pt x="95745" y="2298"/>
                  </a:lnTo>
                  <a:lnTo>
                    <a:pt x="90287" y="3306"/>
                  </a:lnTo>
                  <a:lnTo>
                    <a:pt x="84865" y="4495"/>
                  </a:lnTo>
                  <a:lnTo>
                    <a:pt x="79486" y="5863"/>
                  </a:lnTo>
                  <a:lnTo>
                    <a:pt x="74155" y="7409"/>
                  </a:lnTo>
                  <a:lnTo>
                    <a:pt x="68878" y="9131"/>
                  </a:lnTo>
                  <a:lnTo>
                    <a:pt x="63662" y="11027"/>
                  </a:lnTo>
                  <a:lnTo>
                    <a:pt x="58511" y="13095"/>
                  </a:lnTo>
                  <a:lnTo>
                    <a:pt x="53432" y="15334"/>
                  </a:lnTo>
                  <a:lnTo>
                    <a:pt x="48429" y="17739"/>
                  </a:lnTo>
                  <a:lnTo>
                    <a:pt x="43510" y="20310"/>
                  </a:lnTo>
                  <a:lnTo>
                    <a:pt x="38678" y="23042"/>
                  </a:lnTo>
                  <a:lnTo>
                    <a:pt x="33940" y="25933"/>
                  </a:lnTo>
                  <a:lnTo>
                    <a:pt x="29301" y="28980"/>
                  </a:lnTo>
                  <a:lnTo>
                    <a:pt x="24765" y="32179"/>
                  </a:lnTo>
                  <a:lnTo>
                    <a:pt x="20338" y="35527"/>
                  </a:lnTo>
                  <a:lnTo>
                    <a:pt x="16024" y="39020"/>
                  </a:lnTo>
                  <a:lnTo>
                    <a:pt x="11829" y="42655"/>
                  </a:lnTo>
                  <a:lnTo>
                    <a:pt x="7757" y="46426"/>
                  </a:lnTo>
                  <a:lnTo>
                    <a:pt x="3812" y="50331"/>
                  </a:lnTo>
                  <a:lnTo>
                    <a:pt x="0" y="54365"/>
                  </a:lnTo>
                  <a:lnTo>
                    <a:pt x="1233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97667" y="5072578"/>
              <a:ext cx="123372" cy="112802"/>
            </a:xfrm>
            <a:custGeom>
              <a:avLst/>
              <a:pathLst>
                <a:path w="123372" h="112802">
                  <a:moveTo>
                    <a:pt x="0" y="0"/>
                  </a:moveTo>
                  <a:lnTo>
                    <a:pt x="123372" y="112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97667" y="5072578"/>
              <a:ext cx="123372" cy="112802"/>
            </a:xfrm>
            <a:custGeom>
              <a:avLst/>
              <a:pathLst>
                <a:path w="123372" h="112802">
                  <a:moveTo>
                    <a:pt x="0" y="0"/>
                  </a:moveTo>
                  <a:lnTo>
                    <a:pt x="123372" y="1128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97667" y="5072578"/>
              <a:ext cx="123372" cy="112802"/>
            </a:xfrm>
            <a:custGeom>
              <a:avLst/>
              <a:pathLst>
                <a:path w="123372" h="112802">
                  <a:moveTo>
                    <a:pt x="0" y="0"/>
                  </a:moveTo>
                  <a:lnTo>
                    <a:pt x="123372" y="1128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78851" y="5072578"/>
              <a:ext cx="142187" cy="112802"/>
            </a:xfrm>
            <a:custGeom>
              <a:avLst/>
              <a:pathLst>
                <a:path w="142187" h="112802">
                  <a:moveTo>
                    <a:pt x="18815" y="0"/>
                  </a:moveTo>
                  <a:lnTo>
                    <a:pt x="13680" y="5887"/>
                  </a:lnTo>
                  <a:lnTo>
                    <a:pt x="8825" y="12007"/>
                  </a:lnTo>
                  <a:lnTo>
                    <a:pt x="4262" y="18348"/>
                  </a:lnTo>
                  <a:lnTo>
                    <a:pt x="0" y="24895"/>
                  </a:lnTo>
                  <a:lnTo>
                    <a:pt x="142187" y="1128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853889" y="5018213"/>
              <a:ext cx="334297" cy="334334"/>
            </a:xfrm>
            <a:custGeom>
              <a:avLst/>
              <a:pathLst>
                <a:path w="334297" h="334334">
                  <a:moveTo>
                    <a:pt x="24962" y="79260"/>
                  </a:moveTo>
                  <a:lnTo>
                    <a:pt x="22245" y="83815"/>
                  </a:lnTo>
                  <a:lnTo>
                    <a:pt x="19674" y="88453"/>
                  </a:lnTo>
                  <a:lnTo>
                    <a:pt x="17252" y="93170"/>
                  </a:lnTo>
                  <a:lnTo>
                    <a:pt x="14980" y="97962"/>
                  </a:lnTo>
                  <a:lnTo>
                    <a:pt x="12861" y="102823"/>
                  </a:lnTo>
                  <a:lnTo>
                    <a:pt x="10898" y="107749"/>
                  </a:lnTo>
                  <a:lnTo>
                    <a:pt x="9092" y="112735"/>
                  </a:lnTo>
                  <a:lnTo>
                    <a:pt x="7445" y="117776"/>
                  </a:lnTo>
                  <a:lnTo>
                    <a:pt x="5959" y="122866"/>
                  </a:lnTo>
                  <a:lnTo>
                    <a:pt x="4635" y="128001"/>
                  </a:lnTo>
                  <a:lnTo>
                    <a:pt x="3474" y="133175"/>
                  </a:lnTo>
                  <a:lnTo>
                    <a:pt x="2479" y="138384"/>
                  </a:lnTo>
                  <a:lnTo>
                    <a:pt x="1649" y="143622"/>
                  </a:lnTo>
                  <a:lnTo>
                    <a:pt x="985" y="148883"/>
                  </a:lnTo>
                  <a:lnTo>
                    <a:pt x="489" y="154163"/>
                  </a:lnTo>
                  <a:lnTo>
                    <a:pt x="160" y="159455"/>
                  </a:lnTo>
                  <a:lnTo>
                    <a:pt x="0" y="164756"/>
                  </a:lnTo>
                  <a:lnTo>
                    <a:pt x="7" y="170059"/>
                  </a:lnTo>
                  <a:lnTo>
                    <a:pt x="183" y="175359"/>
                  </a:lnTo>
                  <a:lnTo>
                    <a:pt x="527" y="180650"/>
                  </a:lnTo>
                  <a:lnTo>
                    <a:pt x="1038" y="185929"/>
                  </a:lnTo>
                  <a:lnTo>
                    <a:pt x="1717" y="191188"/>
                  </a:lnTo>
                  <a:lnTo>
                    <a:pt x="2562" y="196423"/>
                  </a:lnTo>
                  <a:lnTo>
                    <a:pt x="3573" y="201629"/>
                  </a:lnTo>
                  <a:lnTo>
                    <a:pt x="4748" y="206800"/>
                  </a:lnTo>
                  <a:lnTo>
                    <a:pt x="6087" y="211931"/>
                  </a:lnTo>
                  <a:lnTo>
                    <a:pt x="7588" y="217017"/>
                  </a:lnTo>
                  <a:lnTo>
                    <a:pt x="9249" y="222053"/>
                  </a:lnTo>
                  <a:lnTo>
                    <a:pt x="11070" y="227034"/>
                  </a:lnTo>
                  <a:lnTo>
                    <a:pt x="13047" y="231954"/>
                  </a:lnTo>
                  <a:lnTo>
                    <a:pt x="15180" y="236809"/>
                  </a:lnTo>
                  <a:lnTo>
                    <a:pt x="17465" y="241595"/>
                  </a:lnTo>
                  <a:lnTo>
                    <a:pt x="19901" y="246305"/>
                  </a:lnTo>
                  <a:lnTo>
                    <a:pt x="22485" y="250936"/>
                  </a:lnTo>
                  <a:lnTo>
                    <a:pt x="25215" y="255482"/>
                  </a:lnTo>
                  <a:lnTo>
                    <a:pt x="28088" y="259939"/>
                  </a:lnTo>
                  <a:lnTo>
                    <a:pt x="31100" y="264304"/>
                  </a:lnTo>
                  <a:lnTo>
                    <a:pt x="34250" y="268570"/>
                  </a:lnTo>
                  <a:lnTo>
                    <a:pt x="37533" y="272734"/>
                  </a:lnTo>
                  <a:lnTo>
                    <a:pt x="40946" y="276792"/>
                  </a:lnTo>
                  <a:lnTo>
                    <a:pt x="44487" y="280740"/>
                  </a:lnTo>
                  <a:lnTo>
                    <a:pt x="48151" y="284574"/>
                  </a:lnTo>
                  <a:lnTo>
                    <a:pt x="51935" y="288289"/>
                  </a:lnTo>
                  <a:lnTo>
                    <a:pt x="55835" y="291882"/>
                  </a:lnTo>
                  <a:lnTo>
                    <a:pt x="59846" y="295350"/>
                  </a:lnTo>
                  <a:lnTo>
                    <a:pt x="63966" y="298689"/>
                  </a:lnTo>
                  <a:lnTo>
                    <a:pt x="68190" y="301896"/>
                  </a:lnTo>
                  <a:lnTo>
                    <a:pt x="72513" y="304967"/>
                  </a:lnTo>
                  <a:lnTo>
                    <a:pt x="76931" y="307899"/>
                  </a:lnTo>
                  <a:lnTo>
                    <a:pt x="81441" y="310690"/>
                  </a:lnTo>
                  <a:lnTo>
                    <a:pt x="86036" y="313336"/>
                  </a:lnTo>
                  <a:lnTo>
                    <a:pt x="90713" y="315836"/>
                  </a:lnTo>
                  <a:lnTo>
                    <a:pt x="95467" y="318185"/>
                  </a:lnTo>
                  <a:lnTo>
                    <a:pt x="100293" y="320383"/>
                  </a:lnTo>
                  <a:lnTo>
                    <a:pt x="105186" y="322427"/>
                  </a:lnTo>
                  <a:lnTo>
                    <a:pt x="110142" y="324314"/>
                  </a:lnTo>
                  <a:lnTo>
                    <a:pt x="115155" y="326043"/>
                  </a:lnTo>
                  <a:lnTo>
                    <a:pt x="120221" y="327612"/>
                  </a:lnTo>
                  <a:lnTo>
                    <a:pt x="125333" y="329020"/>
                  </a:lnTo>
                  <a:lnTo>
                    <a:pt x="130488" y="330265"/>
                  </a:lnTo>
                  <a:lnTo>
                    <a:pt x="135680" y="331346"/>
                  </a:lnTo>
                  <a:lnTo>
                    <a:pt x="140903" y="332261"/>
                  </a:lnTo>
                  <a:lnTo>
                    <a:pt x="146153" y="333011"/>
                  </a:lnTo>
                  <a:lnTo>
                    <a:pt x="151424" y="333593"/>
                  </a:lnTo>
                  <a:lnTo>
                    <a:pt x="156710" y="334008"/>
                  </a:lnTo>
                  <a:lnTo>
                    <a:pt x="162007" y="334255"/>
                  </a:lnTo>
                  <a:lnTo>
                    <a:pt x="167310" y="334334"/>
                  </a:lnTo>
                  <a:lnTo>
                    <a:pt x="172612" y="334245"/>
                  </a:lnTo>
                  <a:lnTo>
                    <a:pt x="177909" y="333988"/>
                  </a:lnTo>
                  <a:lnTo>
                    <a:pt x="183194" y="333563"/>
                  </a:lnTo>
                  <a:lnTo>
                    <a:pt x="188464" y="332970"/>
                  </a:lnTo>
                  <a:lnTo>
                    <a:pt x="193712" y="332210"/>
                  </a:lnTo>
                  <a:lnTo>
                    <a:pt x="198934" y="331285"/>
                  </a:lnTo>
                  <a:lnTo>
                    <a:pt x="204124" y="330194"/>
                  </a:lnTo>
                  <a:lnTo>
                    <a:pt x="209276" y="328939"/>
                  </a:lnTo>
                  <a:lnTo>
                    <a:pt x="214386" y="327522"/>
                  </a:lnTo>
                  <a:lnTo>
                    <a:pt x="219448" y="325943"/>
                  </a:lnTo>
                  <a:lnTo>
                    <a:pt x="224458" y="324204"/>
                  </a:lnTo>
                  <a:lnTo>
                    <a:pt x="229410" y="322307"/>
                  </a:lnTo>
                  <a:lnTo>
                    <a:pt x="234300" y="320255"/>
                  </a:lnTo>
                  <a:lnTo>
                    <a:pt x="239121" y="318048"/>
                  </a:lnTo>
                  <a:lnTo>
                    <a:pt x="243871" y="315689"/>
                  </a:lnTo>
                  <a:lnTo>
                    <a:pt x="248543" y="313181"/>
                  </a:lnTo>
                  <a:lnTo>
                    <a:pt x="253134" y="310526"/>
                  </a:lnTo>
                  <a:lnTo>
                    <a:pt x="257637" y="307726"/>
                  </a:lnTo>
                  <a:lnTo>
                    <a:pt x="262050" y="304785"/>
                  </a:lnTo>
                  <a:lnTo>
                    <a:pt x="266367" y="301706"/>
                  </a:lnTo>
                  <a:lnTo>
                    <a:pt x="270585" y="298491"/>
                  </a:lnTo>
                  <a:lnTo>
                    <a:pt x="274698" y="295144"/>
                  </a:lnTo>
                  <a:lnTo>
                    <a:pt x="278703" y="291669"/>
                  </a:lnTo>
                  <a:lnTo>
                    <a:pt x="282596" y="288068"/>
                  </a:lnTo>
                  <a:lnTo>
                    <a:pt x="286373" y="284345"/>
                  </a:lnTo>
                  <a:lnTo>
                    <a:pt x="290029" y="280505"/>
                  </a:lnTo>
                  <a:lnTo>
                    <a:pt x="293563" y="276550"/>
                  </a:lnTo>
                  <a:lnTo>
                    <a:pt x="296968" y="272486"/>
                  </a:lnTo>
                  <a:lnTo>
                    <a:pt x="300244" y="268315"/>
                  </a:lnTo>
                  <a:lnTo>
                    <a:pt x="303385" y="264043"/>
                  </a:lnTo>
                  <a:lnTo>
                    <a:pt x="306389" y="259673"/>
                  </a:lnTo>
                  <a:lnTo>
                    <a:pt x="309253" y="255210"/>
                  </a:lnTo>
                  <a:lnTo>
                    <a:pt x="311974" y="250658"/>
                  </a:lnTo>
                  <a:lnTo>
                    <a:pt x="314550" y="246023"/>
                  </a:lnTo>
                  <a:lnTo>
                    <a:pt x="316977" y="241308"/>
                  </a:lnTo>
                  <a:lnTo>
                    <a:pt x="319253" y="236518"/>
                  </a:lnTo>
                  <a:lnTo>
                    <a:pt x="321376" y="231659"/>
                  </a:lnTo>
                  <a:lnTo>
                    <a:pt x="323344" y="226734"/>
                  </a:lnTo>
                  <a:lnTo>
                    <a:pt x="325155" y="221750"/>
                  </a:lnTo>
                  <a:lnTo>
                    <a:pt x="326806" y="216711"/>
                  </a:lnTo>
                  <a:lnTo>
                    <a:pt x="328298" y="211622"/>
                  </a:lnTo>
                  <a:lnTo>
                    <a:pt x="329627" y="206489"/>
                  </a:lnTo>
                  <a:lnTo>
                    <a:pt x="330792" y="201315"/>
                  </a:lnTo>
                  <a:lnTo>
                    <a:pt x="331793" y="196108"/>
                  </a:lnTo>
                  <a:lnTo>
                    <a:pt x="332628" y="190871"/>
                  </a:lnTo>
                  <a:lnTo>
                    <a:pt x="333296" y="185610"/>
                  </a:lnTo>
                  <a:lnTo>
                    <a:pt x="333798" y="180331"/>
                  </a:lnTo>
                  <a:lnTo>
                    <a:pt x="334132" y="175039"/>
                  </a:lnTo>
                  <a:lnTo>
                    <a:pt x="334297" y="169738"/>
                  </a:lnTo>
                  <a:lnTo>
                    <a:pt x="334295" y="164435"/>
                  </a:lnTo>
                  <a:lnTo>
                    <a:pt x="334124" y="159135"/>
                  </a:lnTo>
                  <a:lnTo>
                    <a:pt x="333785" y="153843"/>
                  </a:lnTo>
                  <a:lnTo>
                    <a:pt x="333279" y="148564"/>
                  </a:lnTo>
                  <a:lnTo>
                    <a:pt x="332605" y="143304"/>
                  </a:lnTo>
                  <a:lnTo>
                    <a:pt x="331765" y="138069"/>
                  </a:lnTo>
                  <a:lnTo>
                    <a:pt x="330759" y="132862"/>
                  </a:lnTo>
                  <a:lnTo>
                    <a:pt x="329589" y="127690"/>
                  </a:lnTo>
                  <a:lnTo>
                    <a:pt x="328255" y="122557"/>
                  </a:lnTo>
                  <a:lnTo>
                    <a:pt x="326759" y="117470"/>
                  </a:lnTo>
                  <a:lnTo>
                    <a:pt x="325102" y="112432"/>
                  </a:lnTo>
                  <a:lnTo>
                    <a:pt x="323287" y="107450"/>
                  </a:lnTo>
                  <a:lnTo>
                    <a:pt x="321314" y="102527"/>
                  </a:lnTo>
                  <a:lnTo>
                    <a:pt x="319186" y="97670"/>
                  </a:lnTo>
                  <a:lnTo>
                    <a:pt x="316905" y="92883"/>
                  </a:lnTo>
                  <a:lnTo>
                    <a:pt x="314474" y="88170"/>
                  </a:lnTo>
                  <a:lnTo>
                    <a:pt x="311894" y="83537"/>
                  </a:lnTo>
                  <a:lnTo>
                    <a:pt x="309169" y="78988"/>
                  </a:lnTo>
                  <a:lnTo>
                    <a:pt x="306300" y="74528"/>
                  </a:lnTo>
                  <a:lnTo>
                    <a:pt x="303292" y="70161"/>
                  </a:lnTo>
                  <a:lnTo>
                    <a:pt x="300147" y="65891"/>
                  </a:lnTo>
                  <a:lnTo>
                    <a:pt x="296867" y="61724"/>
                  </a:lnTo>
                  <a:lnTo>
                    <a:pt x="293458" y="57663"/>
                  </a:lnTo>
                  <a:lnTo>
                    <a:pt x="289921" y="53711"/>
                  </a:lnTo>
                  <a:lnTo>
                    <a:pt x="286260" y="49874"/>
                  </a:lnTo>
                  <a:lnTo>
                    <a:pt x="282480" y="46155"/>
                  </a:lnTo>
                  <a:lnTo>
                    <a:pt x="278584" y="42558"/>
                  </a:lnTo>
                  <a:lnTo>
                    <a:pt x="274575" y="39086"/>
                  </a:lnTo>
                  <a:lnTo>
                    <a:pt x="270459" y="35743"/>
                  </a:lnTo>
                  <a:lnTo>
                    <a:pt x="266238" y="32533"/>
                  </a:lnTo>
                  <a:lnTo>
                    <a:pt x="261918" y="29458"/>
                  </a:lnTo>
                  <a:lnTo>
                    <a:pt x="257503" y="26521"/>
                  </a:lnTo>
                  <a:lnTo>
                    <a:pt x="252996" y="23726"/>
                  </a:lnTo>
                  <a:lnTo>
                    <a:pt x="248403" y="21075"/>
                  </a:lnTo>
                  <a:lnTo>
                    <a:pt x="243729" y="18571"/>
                  </a:lnTo>
                  <a:lnTo>
                    <a:pt x="238977" y="16217"/>
                  </a:lnTo>
                  <a:lnTo>
                    <a:pt x="234153" y="14015"/>
                  </a:lnTo>
                  <a:lnTo>
                    <a:pt x="229261" y="11967"/>
                  </a:lnTo>
                  <a:lnTo>
                    <a:pt x="224307" y="10075"/>
                  </a:lnTo>
                  <a:lnTo>
                    <a:pt x="219296" y="8341"/>
                  </a:lnTo>
                  <a:lnTo>
                    <a:pt x="214232" y="6767"/>
                  </a:lnTo>
                  <a:lnTo>
                    <a:pt x="209121" y="5354"/>
                  </a:lnTo>
                  <a:lnTo>
                    <a:pt x="203967" y="4104"/>
                  </a:lnTo>
                  <a:lnTo>
                    <a:pt x="198777" y="3019"/>
                  </a:lnTo>
                  <a:lnTo>
                    <a:pt x="193554" y="2098"/>
                  </a:lnTo>
                  <a:lnTo>
                    <a:pt x="188305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256074" y="4659281"/>
              <a:ext cx="324436" cy="334318"/>
            </a:xfrm>
            <a:custGeom>
              <a:avLst/>
              <a:pathLst>
                <a:path w="324436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2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5" y="5405"/>
                  </a:lnTo>
                  <a:lnTo>
                    <a:pt x="119861" y="6830"/>
                  </a:lnTo>
                  <a:lnTo>
                    <a:pt x="114776" y="8419"/>
                  </a:lnTo>
                  <a:lnTo>
                    <a:pt x="109743" y="10169"/>
                  </a:lnTo>
                  <a:lnTo>
                    <a:pt x="104769" y="12079"/>
                  </a:lnTo>
                  <a:lnTo>
                    <a:pt x="99859" y="14146"/>
                  </a:lnTo>
                  <a:lnTo>
                    <a:pt x="95016" y="16368"/>
                  </a:lnTo>
                  <a:lnTo>
                    <a:pt x="90247" y="18744"/>
                  </a:lnTo>
                  <a:lnTo>
                    <a:pt x="85557" y="21270"/>
                  </a:lnTo>
                  <a:lnTo>
                    <a:pt x="80949" y="23945"/>
                  </a:lnTo>
                  <a:lnTo>
                    <a:pt x="76428" y="26765"/>
                  </a:lnTo>
                  <a:lnTo>
                    <a:pt x="72000" y="29728"/>
                  </a:lnTo>
                  <a:lnTo>
                    <a:pt x="67668" y="32830"/>
                  </a:lnTo>
                  <a:lnTo>
                    <a:pt x="63438" y="36069"/>
                  </a:lnTo>
                  <a:lnTo>
                    <a:pt x="59313" y="39441"/>
                  </a:lnTo>
                  <a:lnTo>
                    <a:pt x="55297" y="42943"/>
                  </a:lnTo>
                  <a:lnTo>
                    <a:pt x="51395" y="46571"/>
                  </a:lnTo>
                  <a:lnTo>
                    <a:pt x="47611" y="50321"/>
                  </a:lnTo>
                  <a:lnTo>
                    <a:pt x="43948" y="54191"/>
                  </a:lnTo>
                  <a:lnTo>
                    <a:pt x="40410" y="58174"/>
                  </a:lnTo>
                  <a:lnTo>
                    <a:pt x="37001" y="62269"/>
                  </a:lnTo>
                  <a:lnTo>
                    <a:pt x="33724" y="66470"/>
                  </a:lnTo>
                  <a:lnTo>
                    <a:pt x="30583" y="70774"/>
                  </a:lnTo>
                  <a:lnTo>
                    <a:pt x="27581" y="75175"/>
                  </a:lnTo>
                  <a:lnTo>
                    <a:pt x="24720" y="79670"/>
                  </a:lnTo>
                  <a:lnTo>
                    <a:pt x="22004" y="84254"/>
                  </a:lnTo>
                  <a:lnTo>
                    <a:pt x="19435" y="88922"/>
                  </a:lnTo>
                  <a:lnTo>
                    <a:pt x="17017" y="93669"/>
                  </a:lnTo>
                  <a:lnTo>
                    <a:pt x="14751" y="98491"/>
                  </a:lnTo>
                  <a:lnTo>
                    <a:pt x="12640" y="103383"/>
                  </a:lnTo>
                  <a:lnTo>
                    <a:pt x="10686" y="108340"/>
                  </a:lnTo>
                  <a:lnTo>
                    <a:pt x="8890" y="113356"/>
                  </a:lnTo>
                  <a:lnTo>
                    <a:pt x="7256" y="118427"/>
                  </a:lnTo>
                  <a:lnTo>
                    <a:pt x="5784" y="123548"/>
                  </a:lnTo>
                  <a:lnTo>
                    <a:pt x="4476" y="128713"/>
                  </a:lnTo>
                  <a:lnTo>
                    <a:pt x="3333" y="133917"/>
                  </a:lnTo>
                  <a:lnTo>
                    <a:pt x="2356" y="139154"/>
                  </a:lnTo>
                  <a:lnTo>
                    <a:pt x="1547" y="144421"/>
                  </a:lnTo>
                  <a:lnTo>
                    <a:pt x="907" y="149710"/>
                  </a:lnTo>
                  <a:lnTo>
                    <a:pt x="435" y="155017"/>
                  </a:lnTo>
                  <a:lnTo>
                    <a:pt x="132" y="160336"/>
                  </a:lnTo>
                  <a:lnTo>
                    <a:pt x="0" y="165663"/>
                  </a:lnTo>
                  <a:lnTo>
                    <a:pt x="36" y="170991"/>
                  </a:lnTo>
                  <a:lnTo>
                    <a:pt x="243" y="176314"/>
                  </a:lnTo>
                  <a:lnTo>
                    <a:pt x="619" y="181629"/>
                  </a:lnTo>
                  <a:lnTo>
                    <a:pt x="1165" y="186929"/>
                  </a:lnTo>
                  <a:lnTo>
                    <a:pt x="1879" y="192209"/>
                  </a:lnTo>
                  <a:lnTo>
                    <a:pt x="2761" y="197464"/>
                  </a:lnTo>
                  <a:lnTo>
                    <a:pt x="3810" y="202687"/>
                  </a:lnTo>
                  <a:lnTo>
                    <a:pt x="5025" y="207875"/>
                  </a:lnTo>
                  <a:lnTo>
                    <a:pt x="6405" y="213021"/>
                  </a:lnTo>
                  <a:lnTo>
                    <a:pt x="7948" y="218121"/>
                  </a:lnTo>
                  <a:lnTo>
                    <a:pt x="9652" y="223169"/>
                  </a:lnTo>
                  <a:lnTo>
                    <a:pt x="11517" y="228160"/>
                  </a:lnTo>
                  <a:lnTo>
                    <a:pt x="13540" y="233089"/>
                  </a:lnTo>
                  <a:lnTo>
                    <a:pt x="15718" y="237951"/>
                  </a:lnTo>
                  <a:lnTo>
                    <a:pt x="18051" y="242741"/>
                  </a:lnTo>
                  <a:lnTo>
                    <a:pt x="20535" y="247454"/>
                  </a:lnTo>
                  <a:lnTo>
                    <a:pt x="23168" y="252086"/>
                  </a:lnTo>
                  <a:lnTo>
                    <a:pt x="25948" y="256632"/>
                  </a:lnTo>
                  <a:lnTo>
                    <a:pt x="28870" y="261087"/>
                  </a:lnTo>
                  <a:lnTo>
                    <a:pt x="31934" y="265446"/>
                  </a:lnTo>
                  <a:lnTo>
                    <a:pt x="35134" y="269705"/>
                  </a:lnTo>
                  <a:lnTo>
                    <a:pt x="38469" y="273861"/>
                  </a:lnTo>
                  <a:lnTo>
                    <a:pt x="41935" y="277908"/>
                  </a:lnTo>
                  <a:lnTo>
                    <a:pt x="45527" y="281842"/>
                  </a:lnTo>
                  <a:lnTo>
                    <a:pt x="49244" y="285660"/>
                  </a:lnTo>
                  <a:lnTo>
                    <a:pt x="53080" y="289358"/>
                  </a:lnTo>
                  <a:lnTo>
                    <a:pt x="57032" y="292931"/>
                  </a:lnTo>
                  <a:lnTo>
                    <a:pt x="61095" y="296377"/>
                  </a:lnTo>
                  <a:lnTo>
                    <a:pt x="65267" y="299691"/>
                  </a:lnTo>
                  <a:lnTo>
                    <a:pt x="69542" y="302871"/>
                  </a:lnTo>
                  <a:lnTo>
                    <a:pt x="73916" y="305913"/>
                  </a:lnTo>
                  <a:lnTo>
                    <a:pt x="78385" y="308814"/>
                  </a:lnTo>
                  <a:lnTo>
                    <a:pt x="82944" y="311571"/>
                  </a:lnTo>
                  <a:lnTo>
                    <a:pt x="87589" y="314182"/>
                  </a:lnTo>
                  <a:lnTo>
                    <a:pt x="92314" y="316643"/>
                  </a:lnTo>
                  <a:lnTo>
                    <a:pt x="97116" y="318952"/>
                  </a:lnTo>
                  <a:lnTo>
                    <a:pt x="101988" y="321107"/>
                  </a:lnTo>
                  <a:lnTo>
                    <a:pt x="106927" y="323106"/>
                  </a:lnTo>
                  <a:lnTo>
                    <a:pt x="111927" y="324946"/>
                  </a:lnTo>
                  <a:lnTo>
                    <a:pt x="116984" y="326626"/>
                  </a:lnTo>
                  <a:lnTo>
                    <a:pt x="122091" y="328144"/>
                  </a:lnTo>
                  <a:lnTo>
                    <a:pt x="127244" y="329499"/>
                  </a:lnTo>
                  <a:lnTo>
                    <a:pt x="132437" y="330688"/>
                  </a:lnTo>
                  <a:lnTo>
                    <a:pt x="137666" y="331712"/>
                  </a:lnTo>
                  <a:lnTo>
                    <a:pt x="142925" y="332568"/>
                  </a:lnTo>
                  <a:lnTo>
                    <a:pt x="148208" y="333257"/>
                  </a:lnTo>
                  <a:lnTo>
                    <a:pt x="153510" y="333776"/>
                  </a:lnTo>
                  <a:lnTo>
                    <a:pt x="158827" y="334127"/>
                  </a:lnTo>
                  <a:lnTo>
                    <a:pt x="164152" y="334307"/>
                  </a:lnTo>
                  <a:lnTo>
                    <a:pt x="169480" y="334318"/>
                  </a:lnTo>
                  <a:lnTo>
                    <a:pt x="174805" y="334159"/>
                  </a:lnTo>
                  <a:lnTo>
                    <a:pt x="180123" y="333831"/>
                  </a:lnTo>
                  <a:lnTo>
                    <a:pt x="185428" y="333333"/>
                  </a:lnTo>
                  <a:lnTo>
                    <a:pt x="190714" y="332667"/>
                  </a:lnTo>
                  <a:lnTo>
                    <a:pt x="195976" y="331832"/>
                  </a:lnTo>
                  <a:lnTo>
                    <a:pt x="201209" y="330830"/>
                  </a:lnTo>
                  <a:lnTo>
                    <a:pt x="206407" y="329662"/>
                  </a:lnTo>
                  <a:lnTo>
                    <a:pt x="211566" y="328329"/>
                  </a:lnTo>
                  <a:lnTo>
                    <a:pt x="216679" y="326832"/>
                  </a:lnTo>
                  <a:lnTo>
                    <a:pt x="221742" y="325172"/>
                  </a:lnTo>
                  <a:lnTo>
                    <a:pt x="226750" y="323353"/>
                  </a:lnTo>
                  <a:lnTo>
                    <a:pt x="231697" y="321374"/>
                  </a:lnTo>
                  <a:lnTo>
                    <a:pt x="236578" y="319239"/>
                  </a:lnTo>
                  <a:lnTo>
                    <a:pt x="241389" y="316950"/>
                  </a:lnTo>
                  <a:lnTo>
                    <a:pt x="246125" y="314508"/>
                  </a:lnTo>
                  <a:lnTo>
                    <a:pt x="250780" y="311917"/>
                  </a:lnTo>
                  <a:lnTo>
                    <a:pt x="255351" y="309179"/>
                  </a:lnTo>
                  <a:lnTo>
                    <a:pt x="259832" y="306296"/>
                  </a:lnTo>
                  <a:lnTo>
                    <a:pt x="264218" y="303272"/>
                  </a:lnTo>
                  <a:lnTo>
                    <a:pt x="268507" y="300110"/>
                  </a:lnTo>
                  <a:lnTo>
                    <a:pt x="272692" y="296813"/>
                  </a:lnTo>
                  <a:lnTo>
                    <a:pt x="276770" y="293384"/>
                  </a:lnTo>
                  <a:lnTo>
                    <a:pt x="280736" y="289827"/>
                  </a:lnTo>
                  <a:lnTo>
                    <a:pt x="284587" y="286145"/>
                  </a:lnTo>
                  <a:lnTo>
                    <a:pt x="288319" y="282342"/>
                  </a:lnTo>
                  <a:lnTo>
                    <a:pt x="291928" y="278423"/>
                  </a:lnTo>
                  <a:lnTo>
                    <a:pt x="295410" y="274390"/>
                  </a:lnTo>
                  <a:lnTo>
                    <a:pt x="298762" y="270249"/>
                  </a:lnTo>
                  <a:lnTo>
                    <a:pt x="301980" y="266002"/>
                  </a:lnTo>
                  <a:lnTo>
                    <a:pt x="305062" y="261656"/>
                  </a:lnTo>
                  <a:lnTo>
                    <a:pt x="308003" y="257213"/>
                  </a:lnTo>
                  <a:lnTo>
                    <a:pt x="310801" y="252679"/>
                  </a:lnTo>
                  <a:lnTo>
                    <a:pt x="313453" y="248058"/>
                  </a:lnTo>
                  <a:lnTo>
                    <a:pt x="315957" y="243355"/>
                  </a:lnTo>
                  <a:lnTo>
                    <a:pt x="318309" y="238574"/>
                  </a:lnTo>
                  <a:lnTo>
                    <a:pt x="320508" y="233721"/>
                  </a:lnTo>
                  <a:lnTo>
                    <a:pt x="322551" y="228801"/>
                  </a:lnTo>
                  <a:lnTo>
                    <a:pt x="324436" y="22381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826449"/>
              <a:ext cx="157275" cy="56650"/>
            </a:xfrm>
            <a:custGeom>
              <a:avLst/>
              <a:pathLst>
                <a:path w="157275" h="56650">
                  <a:moveTo>
                    <a:pt x="157275" y="566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826449"/>
              <a:ext cx="157275" cy="56650"/>
            </a:xfrm>
            <a:custGeom>
              <a:avLst/>
              <a:pathLst>
                <a:path w="157275" h="56650">
                  <a:moveTo>
                    <a:pt x="157275" y="5665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750441"/>
              <a:ext cx="167150" cy="132657"/>
            </a:xfrm>
            <a:custGeom>
              <a:avLst/>
              <a:pathLst>
                <a:path w="167150" h="132657">
                  <a:moveTo>
                    <a:pt x="157275" y="132657"/>
                  </a:moveTo>
                  <a:lnTo>
                    <a:pt x="159044" y="127484"/>
                  </a:lnTo>
                  <a:lnTo>
                    <a:pt x="160642" y="122255"/>
                  </a:lnTo>
                  <a:lnTo>
                    <a:pt x="162069" y="116976"/>
                  </a:lnTo>
                  <a:lnTo>
                    <a:pt x="163322" y="111654"/>
                  </a:lnTo>
                  <a:lnTo>
                    <a:pt x="164400" y="106294"/>
                  </a:lnTo>
                  <a:lnTo>
                    <a:pt x="165303" y="100901"/>
                  </a:lnTo>
                  <a:lnTo>
                    <a:pt x="166029" y="95482"/>
                  </a:lnTo>
                  <a:lnTo>
                    <a:pt x="166577" y="90041"/>
                  </a:lnTo>
                  <a:lnTo>
                    <a:pt x="166947" y="84586"/>
                  </a:lnTo>
                  <a:lnTo>
                    <a:pt x="167138" y="79122"/>
                  </a:lnTo>
                  <a:lnTo>
                    <a:pt x="167150" y="73654"/>
                  </a:lnTo>
                  <a:lnTo>
                    <a:pt x="166984" y="68189"/>
                  </a:lnTo>
                  <a:lnTo>
                    <a:pt x="166639" y="62732"/>
                  </a:lnTo>
                  <a:lnTo>
                    <a:pt x="166116" y="57289"/>
                  </a:lnTo>
                  <a:lnTo>
                    <a:pt x="165415" y="51867"/>
                  </a:lnTo>
                  <a:lnTo>
                    <a:pt x="164537" y="46470"/>
                  </a:lnTo>
                  <a:lnTo>
                    <a:pt x="163483" y="41105"/>
                  </a:lnTo>
                  <a:lnTo>
                    <a:pt x="162254" y="35777"/>
                  </a:lnTo>
                  <a:lnTo>
                    <a:pt x="160851" y="30492"/>
                  </a:lnTo>
                  <a:lnTo>
                    <a:pt x="159277" y="25256"/>
                  </a:lnTo>
                  <a:lnTo>
                    <a:pt x="157532" y="20074"/>
                  </a:lnTo>
                  <a:lnTo>
                    <a:pt x="155618" y="14952"/>
                  </a:lnTo>
                  <a:lnTo>
                    <a:pt x="153538" y="9895"/>
                  </a:lnTo>
                  <a:lnTo>
                    <a:pt x="151294" y="4909"/>
                  </a:lnTo>
                  <a:lnTo>
                    <a:pt x="148888" y="0"/>
                  </a:lnTo>
                  <a:lnTo>
                    <a:pt x="0" y="760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23235" y="4659281"/>
              <a:ext cx="148888" cy="167167"/>
            </a:xfrm>
            <a:custGeom>
              <a:avLst/>
              <a:pathLst>
                <a:path w="148888" h="167167">
                  <a:moveTo>
                    <a:pt x="148888" y="91159"/>
                  </a:moveTo>
                  <a:lnTo>
                    <a:pt x="146275" y="86245"/>
                  </a:lnTo>
                  <a:lnTo>
                    <a:pt x="143500" y="81420"/>
                  </a:lnTo>
                  <a:lnTo>
                    <a:pt x="140566" y="76690"/>
                  </a:lnTo>
                  <a:lnTo>
                    <a:pt x="137476" y="72061"/>
                  </a:lnTo>
                  <a:lnTo>
                    <a:pt x="134234" y="67537"/>
                  </a:lnTo>
                  <a:lnTo>
                    <a:pt x="130843" y="63124"/>
                  </a:lnTo>
                  <a:lnTo>
                    <a:pt x="127307" y="58826"/>
                  </a:lnTo>
                  <a:lnTo>
                    <a:pt x="123629" y="54648"/>
                  </a:lnTo>
                  <a:lnTo>
                    <a:pt x="119815" y="50594"/>
                  </a:lnTo>
                  <a:lnTo>
                    <a:pt x="115868" y="46670"/>
                  </a:lnTo>
                  <a:lnTo>
                    <a:pt x="111792" y="42880"/>
                  </a:lnTo>
                  <a:lnTo>
                    <a:pt x="107593" y="39227"/>
                  </a:lnTo>
                  <a:lnTo>
                    <a:pt x="103274" y="35716"/>
                  </a:lnTo>
                  <a:lnTo>
                    <a:pt x="98841" y="32351"/>
                  </a:lnTo>
                  <a:lnTo>
                    <a:pt x="94298" y="29135"/>
                  </a:lnTo>
                  <a:lnTo>
                    <a:pt x="89650" y="26072"/>
                  </a:lnTo>
                  <a:lnTo>
                    <a:pt x="84904" y="23166"/>
                  </a:lnTo>
                  <a:lnTo>
                    <a:pt x="80063" y="20419"/>
                  </a:lnTo>
                  <a:lnTo>
                    <a:pt x="75133" y="17835"/>
                  </a:lnTo>
                  <a:lnTo>
                    <a:pt x="70120" y="15417"/>
                  </a:lnTo>
                  <a:lnTo>
                    <a:pt x="65029" y="13167"/>
                  </a:lnTo>
                  <a:lnTo>
                    <a:pt x="59867" y="11087"/>
                  </a:lnTo>
                  <a:lnTo>
                    <a:pt x="54638" y="9181"/>
                  </a:lnTo>
                  <a:lnTo>
                    <a:pt x="49348" y="7449"/>
                  </a:lnTo>
                  <a:lnTo>
                    <a:pt x="44003" y="5895"/>
                  </a:lnTo>
                  <a:lnTo>
                    <a:pt x="38610" y="4520"/>
                  </a:lnTo>
                  <a:lnTo>
                    <a:pt x="33174" y="3324"/>
                  </a:lnTo>
                  <a:lnTo>
                    <a:pt x="27702" y="2311"/>
                  </a:lnTo>
                  <a:lnTo>
                    <a:pt x="22198" y="1480"/>
                  </a:lnTo>
                  <a:lnTo>
                    <a:pt x="16670" y="833"/>
                  </a:lnTo>
                  <a:lnTo>
                    <a:pt x="11123" y="370"/>
                  </a:lnTo>
                  <a:lnTo>
                    <a:pt x="556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61312" y="4213821"/>
              <a:ext cx="167159" cy="281261"/>
            </a:xfrm>
            <a:custGeom>
              <a:avLst/>
              <a:pathLst>
                <a:path w="167159" h="281261">
                  <a:moveTo>
                    <a:pt x="167159" y="0"/>
                  </a:moveTo>
                  <a:lnTo>
                    <a:pt x="161769" y="86"/>
                  </a:lnTo>
                  <a:lnTo>
                    <a:pt x="156385" y="347"/>
                  </a:lnTo>
                  <a:lnTo>
                    <a:pt x="151011" y="781"/>
                  </a:lnTo>
                  <a:lnTo>
                    <a:pt x="145655" y="1388"/>
                  </a:lnTo>
                  <a:lnTo>
                    <a:pt x="140320" y="2168"/>
                  </a:lnTo>
                  <a:lnTo>
                    <a:pt x="135014" y="3119"/>
                  </a:lnTo>
                  <a:lnTo>
                    <a:pt x="129741" y="4241"/>
                  </a:lnTo>
                  <a:lnTo>
                    <a:pt x="124507" y="5532"/>
                  </a:lnTo>
                  <a:lnTo>
                    <a:pt x="119318" y="6992"/>
                  </a:lnTo>
                  <a:lnTo>
                    <a:pt x="114178" y="8618"/>
                  </a:lnTo>
                  <a:lnTo>
                    <a:pt x="109093" y="10408"/>
                  </a:lnTo>
                  <a:lnTo>
                    <a:pt x="104069" y="12362"/>
                  </a:lnTo>
                  <a:lnTo>
                    <a:pt x="99110" y="14477"/>
                  </a:lnTo>
                  <a:lnTo>
                    <a:pt x="94222" y="16751"/>
                  </a:lnTo>
                  <a:lnTo>
                    <a:pt x="89410" y="19181"/>
                  </a:lnTo>
                  <a:lnTo>
                    <a:pt x="84678" y="21765"/>
                  </a:lnTo>
                  <a:lnTo>
                    <a:pt x="80033" y="24500"/>
                  </a:lnTo>
                  <a:lnTo>
                    <a:pt x="75478" y="27383"/>
                  </a:lnTo>
                  <a:lnTo>
                    <a:pt x="71019" y="30412"/>
                  </a:lnTo>
                  <a:lnTo>
                    <a:pt x="66659" y="33583"/>
                  </a:lnTo>
                  <a:lnTo>
                    <a:pt x="62404" y="36893"/>
                  </a:lnTo>
                  <a:lnTo>
                    <a:pt x="58258" y="40339"/>
                  </a:lnTo>
                  <a:lnTo>
                    <a:pt x="54225" y="43916"/>
                  </a:lnTo>
                  <a:lnTo>
                    <a:pt x="50310" y="47622"/>
                  </a:lnTo>
                  <a:lnTo>
                    <a:pt x="46516" y="51452"/>
                  </a:lnTo>
                  <a:lnTo>
                    <a:pt x="42847" y="55402"/>
                  </a:lnTo>
                  <a:lnTo>
                    <a:pt x="39308" y="59468"/>
                  </a:lnTo>
                  <a:lnTo>
                    <a:pt x="35902" y="63647"/>
                  </a:lnTo>
                  <a:lnTo>
                    <a:pt x="32632" y="67933"/>
                  </a:lnTo>
                  <a:lnTo>
                    <a:pt x="29502" y="72322"/>
                  </a:lnTo>
                  <a:lnTo>
                    <a:pt x="26516" y="76810"/>
                  </a:lnTo>
                  <a:lnTo>
                    <a:pt x="23675" y="81392"/>
                  </a:lnTo>
                  <a:lnTo>
                    <a:pt x="20984" y="86063"/>
                  </a:lnTo>
                  <a:lnTo>
                    <a:pt x="18445" y="90819"/>
                  </a:lnTo>
                  <a:lnTo>
                    <a:pt x="16061" y="95654"/>
                  </a:lnTo>
                  <a:lnTo>
                    <a:pt x="13833" y="100563"/>
                  </a:lnTo>
                  <a:lnTo>
                    <a:pt x="11766" y="105542"/>
                  </a:lnTo>
                  <a:lnTo>
                    <a:pt x="9859" y="110584"/>
                  </a:lnTo>
                  <a:lnTo>
                    <a:pt x="8117" y="115686"/>
                  </a:lnTo>
                  <a:lnTo>
                    <a:pt x="6539" y="120841"/>
                  </a:lnTo>
                  <a:lnTo>
                    <a:pt x="5129" y="126044"/>
                  </a:lnTo>
                  <a:lnTo>
                    <a:pt x="3887" y="131290"/>
                  </a:lnTo>
                  <a:lnTo>
                    <a:pt x="2815" y="136573"/>
                  </a:lnTo>
                  <a:lnTo>
                    <a:pt x="1914" y="141888"/>
                  </a:lnTo>
                  <a:lnTo>
                    <a:pt x="1185" y="147230"/>
                  </a:lnTo>
                  <a:lnTo>
                    <a:pt x="629" y="152592"/>
                  </a:lnTo>
                  <a:lnTo>
                    <a:pt x="245" y="157969"/>
                  </a:lnTo>
                  <a:lnTo>
                    <a:pt x="35" y="163356"/>
                  </a:lnTo>
                  <a:lnTo>
                    <a:pt x="0" y="168746"/>
                  </a:lnTo>
                  <a:lnTo>
                    <a:pt x="137" y="174136"/>
                  </a:lnTo>
                  <a:lnTo>
                    <a:pt x="449" y="179517"/>
                  </a:lnTo>
                  <a:lnTo>
                    <a:pt x="934" y="184887"/>
                  </a:lnTo>
                  <a:lnTo>
                    <a:pt x="1592" y="190237"/>
                  </a:lnTo>
                  <a:lnTo>
                    <a:pt x="2422" y="195564"/>
                  </a:lnTo>
                  <a:lnTo>
                    <a:pt x="3423" y="200861"/>
                  </a:lnTo>
                  <a:lnTo>
                    <a:pt x="4594" y="206123"/>
                  </a:lnTo>
                  <a:lnTo>
                    <a:pt x="5935" y="211344"/>
                  </a:lnTo>
                  <a:lnTo>
                    <a:pt x="7443" y="216520"/>
                  </a:lnTo>
                  <a:lnTo>
                    <a:pt x="9118" y="221644"/>
                  </a:lnTo>
                  <a:lnTo>
                    <a:pt x="10957" y="226712"/>
                  </a:lnTo>
                  <a:lnTo>
                    <a:pt x="12958" y="231718"/>
                  </a:lnTo>
                  <a:lnTo>
                    <a:pt x="15119" y="236656"/>
                  </a:lnTo>
                  <a:lnTo>
                    <a:pt x="17439" y="241523"/>
                  </a:lnTo>
                  <a:lnTo>
                    <a:pt x="19914" y="246311"/>
                  </a:lnTo>
                  <a:lnTo>
                    <a:pt x="22543" y="251018"/>
                  </a:lnTo>
                  <a:lnTo>
                    <a:pt x="25322" y="255638"/>
                  </a:lnTo>
                  <a:lnTo>
                    <a:pt x="28248" y="260165"/>
                  </a:lnTo>
                  <a:lnTo>
                    <a:pt x="31319" y="264596"/>
                  </a:lnTo>
                  <a:lnTo>
                    <a:pt x="34531" y="268925"/>
                  </a:lnTo>
                  <a:lnTo>
                    <a:pt x="37881" y="273149"/>
                  </a:lnTo>
                  <a:lnTo>
                    <a:pt x="41366" y="277262"/>
                  </a:lnTo>
                  <a:lnTo>
                    <a:pt x="44981" y="28126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606294" y="4380988"/>
              <a:ext cx="122178" cy="114094"/>
            </a:xfrm>
            <a:custGeom>
              <a:avLst/>
              <a:pathLst>
                <a:path w="122178" h="114094">
                  <a:moveTo>
                    <a:pt x="0" y="114094"/>
                  </a:moveTo>
                  <a:lnTo>
                    <a:pt x="1221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606294" y="4380988"/>
              <a:ext cx="122178" cy="154850"/>
            </a:xfrm>
            <a:custGeom>
              <a:avLst/>
              <a:pathLst>
                <a:path w="122178" h="154850">
                  <a:moveTo>
                    <a:pt x="0" y="114094"/>
                  </a:moveTo>
                  <a:lnTo>
                    <a:pt x="4198" y="118430"/>
                  </a:lnTo>
                  <a:lnTo>
                    <a:pt x="8551" y="122612"/>
                  </a:lnTo>
                  <a:lnTo>
                    <a:pt x="13051" y="126635"/>
                  </a:lnTo>
                  <a:lnTo>
                    <a:pt x="17694" y="130492"/>
                  </a:lnTo>
                  <a:lnTo>
                    <a:pt x="22474" y="134179"/>
                  </a:lnTo>
                  <a:lnTo>
                    <a:pt x="27383" y="137691"/>
                  </a:lnTo>
                  <a:lnTo>
                    <a:pt x="32416" y="141023"/>
                  </a:lnTo>
                  <a:lnTo>
                    <a:pt x="37565" y="144172"/>
                  </a:lnTo>
                  <a:lnTo>
                    <a:pt x="42826" y="147133"/>
                  </a:lnTo>
                  <a:lnTo>
                    <a:pt x="48189" y="149902"/>
                  </a:lnTo>
                  <a:lnTo>
                    <a:pt x="53649" y="152475"/>
                  </a:lnTo>
                  <a:lnTo>
                    <a:pt x="59199" y="154850"/>
                  </a:lnTo>
                  <a:lnTo>
                    <a:pt x="1221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665493" y="4213821"/>
              <a:ext cx="230131" cy="334332"/>
            </a:xfrm>
            <a:custGeom>
              <a:avLst/>
              <a:pathLst>
                <a:path w="230131" h="334332">
                  <a:moveTo>
                    <a:pt x="0" y="322017"/>
                  </a:moveTo>
                  <a:lnTo>
                    <a:pt x="4952" y="323940"/>
                  </a:lnTo>
                  <a:lnTo>
                    <a:pt x="9963" y="325705"/>
                  </a:lnTo>
                  <a:lnTo>
                    <a:pt x="15028" y="327310"/>
                  </a:lnTo>
                  <a:lnTo>
                    <a:pt x="20141" y="328753"/>
                  </a:lnTo>
                  <a:lnTo>
                    <a:pt x="25297" y="330032"/>
                  </a:lnTo>
                  <a:lnTo>
                    <a:pt x="30492" y="331147"/>
                  </a:lnTo>
                  <a:lnTo>
                    <a:pt x="35719" y="332097"/>
                  </a:lnTo>
                  <a:lnTo>
                    <a:pt x="40974" y="332880"/>
                  </a:lnTo>
                  <a:lnTo>
                    <a:pt x="46251" y="333495"/>
                  </a:lnTo>
                  <a:lnTo>
                    <a:pt x="51545" y="333943"/>
                  </a:lnTo>
                  <a:lnTo>
                    <a:pt x="56850" y="334222"/>
                  </a:lnTo>
                  <a:lnTo>
                    <a:pt x="62162" y="334332"/>
                  </a:lnTo>
                  <a:lnTo>
                    <a:pt x="67474" y="334274"/>
                  </a:lnTo>
                  <a:lnTo>
                    <a:pt x="72782" y="334047"/>
                  </a:lnTo>
                  <a:lnTo>
                    <a:pt x="78080" y="333651"/>
                  </a:lnTo>
                  <a:lnTo>
                    <a:pt x="83363" y="333087"/>
                  </a:lnTo>
                  <a:lnTo>
                    <a:pt x="88625" y="332355"/>
                  </a:lnTo>
                  <a:lnTo>
                    <a:pt x="93862" y="331457"/>
                  </a:lnTo>
                  <a:lnTo>
                    <a:pt x="99067" y="330393"/>
                  </a:lnTo>
                  <a:lnTo>
                    <a:pt x="104235" y="329163"/>
                  </a:lnTo>
                  <a:lnTo>
                    <a:pt x="109362" y="327771"/>
                  </a:lnTo>
                  <a:lnTo>
                    <a:pt x="114442" y="326215"/>
                  </a:lnTo>
                  <a:lnTo>
                    <a:pt x="119470" y="324500"/>
                  </a:lnTo>
                  <a:lnTo>
                    <a:pt x="124442" y="322625"/>
                  </a:lnTo>
                  <a:lnTo>
                    <a:pt x="129351" y="320594"/>
                  </a:lnTo>
                  <a:lnTo>
                    <a:pt x="134192" y="318407"/>
                  </a:lnTo>
                  <a:lnTo>
                    <a:pt x="138962" y="316068"/>
                  </a:lnTo>
                  <a:lnTo>
                    <a:pt x="143656" y="313578"/>
                  </a:lnTo>
                  <a:lnTo>
                    <a:pt x="148268" y="310940"/>
                  </a:lnTo>
                  <a:lnTo>
                    <a:pt x="152793" y="308157"/>
                  </a:lnTo>
                  <a:lnTo>
                    <a:pt x="157228" y="305232"/>
                  </a:lnTo>
                  <a:lnTo>
                    <a:pt x="161568" y="302167"/>
                  </a:lnTo>
                  <a:lnTo>
                    <a:pt x="165808" y="298966"/>
                  </a:lnTo>
                  <a:lnTo>
                    <a:pt x="169944" y="295632"/>
                  </a:lnTo>
                  <a:lnTo>
                    <a:pt x="173973" y="292168"/>
                  </a:lnTo>
                  <a:lnTo>
                    <a:pt x="177889" y="288578"/>
                  </a:lnTo>
                  <a:lnTo>
                    <a:pt x="181689" y="284865"/>
                  </a:lnTo>
                  <a:lnTo>
                    <a:pt x="185369" y="281033"/>
                  </a:lnTo>
                  <a:lnTo>
                    <a:pt x="188925" y="277087"/>
                  </a:lnTo>
                  <a:lnTo>
                    <a:pt x="192355" y="273029"/>
                  </a:lnTo>
                  <a:lnTo>
                    <a:pt x="195653" y="268864"/>
                  </a:lnTo>
                  <a:lnTo>
                    <a:pt x="198818" y="264597"/>
                  </a:lnTo>
                  <a:lnTo>
                    <a:pt x="201846" y="260231"/>
                  </a:lnTo>
                  <a:lnTo>
                    <a:pt x="204733" y="255771"/>
                  </a:lnTo>
                  <a:lnTo>
                    <a:pt x="207477" y="251222"/>
                  </a:lnTo>
                  <a:lnTo>
                    <a:pt x="210075" y="246588"/>
                  </a:lnTo>
                  <a:lnTo>
                    <a:pt x="212524" y="241873"/>
                  </a:lnTo>
                  <a:lnTo>
                    <a:pt x="214823" y="237083"/>
                  </a:lnTo>
                  <a:lnTo>
                    <a:pt x="216968" y="232223"/>
                  </a:lnTo>
                  <a:lnTo>
                    <a:pt x="218957" y="227296"/>
                  </a:lnTo>
                  <a:lnTo>
                    <a:pt x="220789" y="222310"/>
                  </a:lnTo>
                  <a:lnTo>
                    <a:pt x="222462" y="217267"/>
                  </a:lnTo>
                  <a:lnTo>
                    <a:pt x="223973" y="212174"/>
                  </a:lnTo>
                  <a:lnTo>
                    <a:pt x="225322" y="207035"/>
                  </a:lnTo>
                  <a:lnTo>
                    <a:pt x="226507" y="201856"/>
                  </a:lnTo>
                  <a:lnTo>
                    <a:pt x="227527" y="196642"/>
                  </a:lnTo>
                  <a:lnTo>
                    <a:pt x="228380" y="191398"/>
                  </a:lnTo>
                  <a:lnTo>
                    <a:pt x="229067" y="186130"/>
                  </a:lnTo>
                  <a:lnTo>
                    <a:pt x="229586" y="180843"/>
                  </a:lnTo>
                  <a:lnTo>
                    <a:pt x="229936" y="175541"/>
                  </a:lnTo>
                  <a:lnTo>
                    <a:pt x="230118" y="170232"/>
                  </a:lnTo>
                  <a:lnTo>
                    <a:pt x="230131" y="164919"/>
                  </a:lnTo>
                  <a:lnTo>
                    <a:pt x="229975" y="159608"/>
                  </a:lnTo>
                  <a:lnTo>
                    <a:pt x="229650" y="154305"/>
                  </a:lnTo>
                  <a:lnTo>
                    <a:pt x="229158" y="149016"/>
                  </a:lnTo>
                  <a:lnTo>
                    <a:pt x="228497" y="143744"/>
                  </a:lnTo>
                  <a:lnTo>
                    <a:pt x="227669" y="138496"/>
                  </a:lnTo>
                  <a:lnTo>
                    <a:pt x="226675" y="133277"/>
                  </a:lnTo>
                  <a:lnTo>
                    <a:pt x="225515" y="128093"/>
                  </a:lnTo>
                  <a:lnTo>
                    <a:pt x="224191" y="122947"/>
                  </a:lnTo>
                  <a:lnTo>
                    <a:pt x="222705" y="117847"/>
                  </a:lnTo>
                  <a:lnTo>
                    <a:pt x="221057" y="112796"/>
                  </a:lnTo>
                  <a:lnTo>
                    <a:pt x="219249" y="107800"/>
                  </a:lnTo>
                  <a:lnTo>
                    <a:pt x="217284" y="102864"/>
                  </a:lnTo>
                  <a:lnTo>
                    <a:pt x="215162" y="97993"/>
                  </a:lnTo>
                  <a:lnTo>
                    <a:pt x="212887" y="93192"/>
                  </a:lnTo>
                  <a:lnTo>
                    <a:pt x="210461" y="88466"/>
                  </a:lnTo>
                  <a:lnTo>
                    <a:pt x="207886" y="83819"/>
                  </a:lnTo>
                  <a:lnTo>
                    <a:pt x="205164" y="79256"/>
                  </a:lnTo>
                  <a:lnTo>
                    <a:pt x="202299" y="74783"/>
                  </a:lnTo>
                  <a:lnTo>
                    <a:pt x="199292" y="70402"/>
                  </a:lnTo>
                  <a:lnTo>
                    <a:pt x="196149" y="66119"/>
                  </a:lnTo>
                  <a:lnTo>
                    <a:pt x="192870" y="61938"/>
                  </a:lnTo>
                  <a:lnTo>
                    <a:pt x="189461" y="57864"/>
                  </a:lnTo>
                  <a:lnTo>
                    <a:pt x="185924" y="53900"/>
                  </a:lnTo>
                  <a:lnTo>
                    <a:pt x="182262" y="50050"/>
                  </a:lnTo>
                  <a:lnTo>
                    <a:pt x="178480" y="46319"/>
                  </a:lnTo>
                  <a:lnTo>
                    <a:pt x="174582" y="42710"/>
                  </a:lnTo>
                  <a:lnTo>
                    <a:pt x="170571" y="39226"/>
                  </a:lnTo>
                  <a:lnTo>
                    <a:pt x="166451" y="35872"/>
                  </a:lnTo>
                  <a:lnTo>
                    <a:pt x="162226" y="32650"/>
                  </a:lnTo>
                  <a:lnTo>
                    <a:pt x="157901" y="29564"/>
                  </a:lnTo>
                  <a:lnTo>
                    <a:pt x="153481" y="26617"/>
                  </a:lnTo>
                  <a:lnTo>
                    <a:pt x="148969" y="23812"/>
                  </a:lnTo>
                  <a:lnTo>
                    <a:pt x="144370" y="21152"/>
                  </a:lnTo>
                  <a:lnTo>
                    <a:pt x="139689" y="18639"/>
                  </a:lnTo>
                  <a:lnTo>
                    <a:pt x="134930" y="16277"/>
                  </a:lnTo>
                  <a:lnTo>
                    <a:pt x="130099" y="14066"/>
                  </a:lnTo>
                  <a:lnTo>
                    <a:pt x="125200" y="12011"/>
                  </a:lnTo>
                  <a:lnTo>
                    <a:pt x="120238" y="10112"/>
                  </a:lnTo>
                  <a:lnTo>
                    <a:pt x="115219" y="8372"/>
                  </a:lnTo>
                  <a:lnTo>
                    <a:pt x="110146" y="6792"/>
                  </a:lnTo>
                  <a:lnTo>
                    <a:pt x="105026" y="5374"/>
                  </a:lnTo>
                  <a:lnTo>
                    <a:pt x="99864" y="4120"/>
                  </a:lnTo>
                  <a:lnTo>
                    <a:pt x="94664" y="3030"/>
                  </a:lnTo>
                  <a:lnTo>
                    <a:pt x="89432" y="2106"/>
                  </a:lnTo>
                  <a:lnTo>
                    <a:pt x="84173" y="1349"/>
                  </a:lnTo>
                  <a:lnTo>
                    <a:pt x="78893" y="759"/>
                  </a:lnTo>
                  <a:lnTo>
                    <a:pt x="73597" y="337"/>
                  </a:lnTo>
                  <a:lnTo>
                    <a:pt x="68291" y="84"/>
                  </a:lnTo>
                  <a:lnTo>
                    <a:pt x="62978" y="0"/>
                  </a:lnTo>
                  <a:lnTo>
                    <a:pt x="6297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51844" y="3707720"/>
              <a:ext cx="188016" cy="334334"/>
            </a:xfrm>
            <a:custGeom>
              <a:avLst/>
              <a:pathLst>
                <a:path w="188016" h="334334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0" y="770"/>
                  </a:lnTo>
                  <a:lnTo>
                    <a:pt x="145811" y="1369"/>
                  </a:lnTo>
                  <a:lnTo>
                    <a:pt x="140513" y="2138"/>
                  </a:lnTo>
                  <a:lnTo>
                    <a:pt x="135242" y="3076"/>
                  </a:lnTo>
                  <a:lnTo>
                    <a:pt x="130004" y="4183"/>
                  </a:lnTo>
                  <a:lnTo>
                    <a:pt x="124804" y="5456"/>
                  </a:lnTo>
                  <a:lnTo>
                    <a:pt x="119648" y="6896"/>
                  </a:lnTo>
                  <a:lnTo>
                    <a:pt x="114540" y="8499"/>
                  </a:lnTo>
                  <a:lnTo>
                    <a:pt x="109487" y="10266"/>
                  </a:lnTo>
                  <a:lnTo>
                    <a:pt x="104492" y="12193"/>
                  </a:lnTo>
                  <a:lnTo>
                    <a:pt x="99562" y="14279"/>
                  </a:lnTo>
                  <a:lnTo>
                    <a:pt x="94701" y="16523"/>
                  </a:lnTo>
                  <a:lnTo>
                    <a:pt x="89915" y="18920"/>
                  </a:lnTo>
                  <a:lnTo>
                    <a:pt x="85207" y="21470"/>
                  </a:lnTo>
                  <a:lnTo>
                    <a:pt x="80584" y="24169"/>
                  </a:lnTo>
                  <a:lnTo>
                    <a:pt x="76050" y="27015"/>
                  </a:lnTo>
                  <a:lnTo>
                    <a:pt x="71609" y="30004"/>
                  </a:lnTo>
                  <a:lnTo>
                    <a:pt x="67266" y="33134"/>
                  </a:lnTo>
                  <a:lnTo>
                    <a:pt x="63025" y="36402"/>
                  </a:lnTo>
                  <a:lnTo>
                    <a:pt x="58891" y="39804"/>
                  </a:lnTo>
                  <a:lnTo>
                    <a:pt x="54869" y="43336"/>
                  </a:lnTo>
                  <a:lnTo>
                    <a:pt x="50961" y="46995"/>
                  </a:lnTo>
                  <a:lnTo>
                    <a:pt x="47173" y="50778"/>
                  </a:lnTo>
                  <a:lnTo>
                    <a:pt x="43508" y="54680"/>
                  </a:lnTo>
                  <a:lnTo>
                    <a:pt x="39969" y="58697"/>
                  </a:lnTo>
                  <a:lnTo>
                    <a:pt x="36561" y="62826"/>
                  </a:lnTo>
                  <a:lnTo>
                    <a:pt x="33287" y="67061"/>
                  </a:lnTo>
                  <a:lnTo>
                    <a:pt x="30150" y="71399"/>
                  </a:lnTo>
                  <a:lnTo>
                    <a:pt x="27154" y="75836"/>
                  </a:lnTo>
                  <a:lnTo>
                    <a:pt x="24301" y="80366"/>
                  </a:lnTo>
                  <a:lnTo>
                    <a:pt x="21595" y="84985"/>
                  </a:lnTo>
                  <a:lnTo>
                    <a:pt x="19038" y="89688"/>
                  </a:lnTo>
                  <a:lnTo>
                    <a:pt x="16633" y="94471"/>
                  </a:lnTo>
                  <a:lnTo>
                    <a:pt x="14383" y="99329"/>
                  </a:lnTo>
                  <a:lnTo>
                    <a:pt x="12289" y="104256"/>
                  </a:lnTo>
                  <a:lnTo>
                    <a:pt x="10354" y="109247"/>
                  </a:lnTo>
                  <a:lnTo>
                    <a:pt x="8580" y="114298"/>
                  </a:lnTo>
                  <a:lnTo>
                    <a:pt x="6968" y="119403"/>
                  </a:lnTo>
                  <a:lnTo>
                    <a:pt x="5521" y="124557"/>
                  </a:lnTo>
                  <a:lnTo>
                    <a:pt x="4239" y="129755"/>
                  </a:lnTo>
                  <a:lnTo>
                    <a:pt x="3125" y="134991"/>
                  </a:lnTo>
                  <a:lnTo>
                    <a:pt x="2179" y="140260"/>
                  </a:lnTo>
                  <a:lnTo>
                    <a:pt x="1402" y="145557"/>
                  </a:lnTo>
                  <a:lnTo>
                    <a:pt x="795" y="150876"/>
                  </a:lnTo>
                  <a:lnTo>
                    <a:pt x="359" y="156212"/>
                  </a:lnTo>
                  <a:lnTo>
                    <a:pt x="93" y="161559"/>
                  </a:lnTo>
                  <a:lnTo>
                    <a:pt x="0" y="166911"/>
                  </a:lnTo>
                  <a:lnTo>
                    <a:pt x="77" y="172264"/>
                  </a:lnTo>
                  <a:lnTo>
                    <a:pt x="326" y="177612"/>
                  </a:lnTo>
                  <a:lnTo>
                    <a:pt x="746" y="182949"/>
                  </a:lnTo>
                  <a:lnTo>
                    <a:pt x="1337" y="188270"/>
                  </a:lnTo>
                  <a:lnTo>
                    <a:pt x="2097" y="193569"/>
                  </a:lnTo>
                  <a:lnTo>
                    <a:pt x="3027" y="198841"/>
                  </a:lnTo>
                  <a:lnTo>
                    <a:pt x="4126" y="204080"/>
                  </a:lnTo>
                  <a:lnTo>
                    <a:pt x="5391" y="209282"/>
                  </a:lnTo>
                  <a:lnTo>
                    <a:pt x="6823" y="214441"/>
                  </a:lnTo>
                  <a:lnTo>
                    <a:pt x="8419" y="219551"/>
                  </a:lnTo>
                  <a:lnTo>
                    <a:pt x="10178" y="224607"/>
                  </a:lnTo>
                  <a:lnTo>
                    <a:pt x="12097" y="229604"/>
                  </a:lnTo>
                  <a:lnTo>
                    <a:pt x="14176" y="234538"/>
                  </a:lnTo>
                  <a:lnTo>
                    <a:pt x="16412" y="239402"/>
                  </a:lnTo>
                  <a:lnTo>
                    <a:pt x="18802" y="244192"/>
                  </a:lnTo>
                  <a:lnTo>
                    <a:pt x="21345" y="248903"/>
                  </a:lnTo>
                  <a:lnTo>
                    <a:pt x="24037" y="253531"/>
                  </a:lnTo>
                  <a:lnTo>
                    <a:pt x="26875" y="258069"/>
                  </a:lnTo>
                  <a:lnTo>
                    <a:pt x="29858" y="262515"/>
                  </a:lnTo>
                  <a:lnTo>
                    <a:pt x="32981" y="266863"/>
                  </a:lnTo>
                  <a:lnTo>
                    <a:pt x="36243" y="271108"/>
                  </a:lnTo>
                  <a:lnTo>
                    <a:pt x="39638" y="275247"/>
                  </a:lnTo>
                  <a:lnTo>
                    <a:pt x="43164" y="279275"/>
                  </a:lnTo>
                  <a:lnTo>
                    <a:pt x="46817" y="283189"/>
                  </a:lnTo>
                  <a:lnTo>
                    <a:pt x="50594" y="286983"/>
                  </a:lnTo>
                  <a:lnTo>
                    <a:pt x="54491" y="290654"/>
                  </a:lnTo>
                  <a:lnTo>
                    <a:pt x="58502" y="294199"/>
                  </a:lnTo>
                  <a:lnTo>
                    <a:pt x="62626" y="297613"/>
                  </a:lnTo>
                  <a:lnTo>
                    <a:pt x="66856" y="300893"/>
                  </a:lnTo>
                  <a:lnTo>
                    <a:pt x="71190" y="304037"/>
                  </a:lnTo>
                  <a:lnTo>
                    <a:pt x="75622" y="307040"/>
                  </a:lnTo>
                  <a:lnTo>
                    <a:pt x="80147" y="309899"/>
                  </a:lnTo>
                  <a:lnTo>
                    <a:pt x="84762" y="312613"/>
                  </a:lnTo>
                  <a:lnTo>
                    <a:pt x="89462" y="315177"/>
                  </a:lnTo>
                  <a:lnTo>
                    <a:pt x="94241" y="317589"/>
                  </a:lnTo>
                  <a:lnTo>
                    <a:pt x="99095" y="319847"/>
                  </a:lnTo>
                  <a:lnTo>
                    <a:pt x="104019" y="321948"/>
                  </a:lnTo>
                  <a:lnTo>
                    <a:pt x="109007" y="323891"/>
                  </a:lnTo>
                  <a:lnTo>
                    <a:pt x="114055" y="325673"/>
                  </a:lnTo>
                  <a:lnTo>
                    <a:pt x="119158" y="327292"/>
                  </a:lnTo>
                  <a:lnTo>
                    <a:pt x="124310" y="328747"/>
                  </a:lnTo>
                  <a:lnTo>
                    <a:pt x="129506" y="330037"/>
                  </a:lnTo>
                  <a:lnTo>
                    <a:pt x="134740" y="331159"/>
                  </a:lnTo>
                  <a:lnTo>
                    <a:pt x="140008" y="332113"/>
                  </a:lnTo>
                  <a:lnTo>
                    <a:pt x="145304" y="332899"/>
                  </a:lnTo>
                  <a:lnTo>
                    <a:pt x="150622" y="333514"/>
                  </a:lnTo>
                  <a:lnTo>
                    <a:pt x="155956" y="333958"/>
                  </a:lnTo>
                  <a:lnTo>
                    <a:pt x="161303" y="334232"/>
                  </a:lnTo>
                  <a:lnTo>
                    <a:pt x="166655" y="334334"/>
                  </a:lnTo>
                  <a:lnTo>
                    <a:pt x="172008" y="334264"/>
                  </a:lnTo>
                  <a:lnTo>
                    <a:pt x="177356" y="334024"/>
                  </a:lnTo>
                  <a:lnTo>
                    <a:pt x="182694" y="333612"/>
                  </a:lnTo>
                  <a:lnTo>
                    <a:pt x="188016" y="33302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45"/>
              <a:ext cx="167159" cy="333004"/>
            </a:xfrm>
            <a:custGeom>
              <a:avLst/>
              <a:pathLst>
                <a:path w="167159" h="333004">
                  <a:moveTo>
                    <a:pt x="20848" y="333004"/>
                  </a:moveTo>
                  <a:lnTo>
                    <a:pt x="26129" y="332255"/>
                  </a:lnTo>
                  <a:lnTo>
                    <a:pt x="31383" y="331337"/>
                  </a:lnTo>
                  <a:lnTo>
                    <a:pt x="36605" y="330252"/>
                  </a:lnTo>
                  <a:lnTo>
                    <a:pt x="41790" y="329001"/>
                  </a:lnTo>
                  <a:lnTo>
                    <a:pt x="46932" y="327586"/>
                  </a:lnTo>
                  <a:lnTo>
                    <a:pt x="52027" y="326007"/>
                  </a:lnTo>
                  <a:lnTo>
                    <a:pt x="57068" y="324266"/>
                  </a:lnTo>
                  <a:lnTo>
                    <a:pt x="62051" y="322366"/>
                  </a:lnTo>
                  <a:lnTo>
                    <a:pt x="66972" y="320307"/>
                  </a:lnTo>
                  <a:lnTo>
                    <a:pt x="71824" y="318093"/>
                  </a:lnTo>
                  <a:lnTo>
                    <a:pt x="76603" y="315725"/>
                  </a:lnTo>
                  <a:lnTo>
                    <a:pt x="81304" y="313205"/>
                  </a:lnTo>
                  <a:lnTo>
                    <a:pt x="85922" y="310537"/>
                  </a:lnTo>
                  <a:lnTo>
                    <a:pt x="90453" y="307723"/>
                  </a:lnTo>
                  <a:lnTo>
                    <a:pt x="94891" y="304766"/>
                  </a:lnTo>
                  <a:lnTo>
                    <a:pt x="99233" y="301669"/>
                  </a:lnTo>
                  <a:lnTo>
                    <a:pt x="103474" y="298435"/>
                  </a:lnTo>
                  <a:lnTo>
                    <a:pt x="107610" y="295067"/>
                  </a:lnTo>
                  <a:lnTo>
                    <a:pt x="111636" y="291569"/>
                  </a:lnTo>
                  <a:lnTo>
                    <a:pt x="115549" y="287944"/>
                  </a:lnTo>
                  <a:lnTo>
                    <a:pt x="119344" y="284197"/>
                  </a:lnTo>
                  <a:lnTo>
                    <a:pt x="123017" y="280330"/>
                  </a:lnTo>
                  <a:lnTo>
                    <a:pt x="126566" y="276348"/>
                  </a:lnTo>
                  <a:lnTo>
                    <a:pt x="129985" y="272255"/>
                  </a:lnTo>
                  <a:lnTo>
                    <a:pt x="133272" y="268055"/>
                  </a:lnTo>
                  <a:lnTo>
                    <a:pt x="136423" y="263752"/>
                  </a:lnTo>
                  <a:lnTo>
                    <a:pt x="139436" y="259351"/>
                  </a:lnTo>
                  <a:lnTo>
                    <a:pt x="142306" y="254855"/>
                  </a:lnTo>
                  <a:lnTo>
                    <a:pt x="145032" y="250271"/>
                  </a:lnTo>
                  <a:lnTo>
                    <a:pt x="147610" y="245602"/>
                  </a:lnTo>
                  <a:lnTo>
                    <a:pt x="150038" y="240853"/>
                  </a:lnTo>
                  <a:lnTo>
                    <a:pt x="152313" y="236029"/>
                  </a:lnTo>
                  <a:lnTo>
                    <a:pt x="154433" y="231135"/>
                  </a:lnTo>
                  <a:lnTo>
                    <a:pt x="156396" y="226176"/>
                  </a:lnTo>
                  <a:lnTo>
                    <a:pt x="158200" y="221157"/>
                  </a:lnTo>
                  <a:lnTo>
                    <a:pt x="159842" y="216082"/>
                  </a:lnTo>
                  <a:lnTo>
                    <a:pt x="161322" y="210958"/>
                  </a:lnTo>
                  <a:lnTo>
                    <a:pt x="162638" y="205790"/>
                  </a:lnTo>
                  <a:lnTo>
                    <a:pt x="163788" y="200582"/>
                  </a:lnTo>
                  <a:lnTo>
                    <a:pt x="164772" y="195340"/>
                  </a:lnTo>
                  <a:lnTo>
                    <a:pt x="165587" y="190069"/>
                  </a:lnTo>
                  <a:lnTo>
                    <a:pt x="166234" y="184775"/>
                  </a:lnTo>
                  <a:lnTo>
                    <a:pt x="166712" y="179463"/>
                  </a:lnTo>
                  <a:lnTo>
                    <a:pt x="167020" y="174138"/>
                  </a:lnTo>
                  <a:lnTo>
                    <a:pt x="167159" y="168806"/>
                  </a:lnTo>
                  <a:lnTo>
                    <a:pt x="167127" y="163473"/>
                  </a:lnTo>
                  <a:lnTo>
                    <a:pt x="166925" y="158143"/>
                  </a:lnTo>
                  <a:lnTo>
                    <a:pt x="166553" y="152823"/>
                  </a:lnTo>
                  <a:lnTo>
                    <a:pt x="166011" y="147517"/>
                  </a:lnTo>
                  <a:lnTo>
                    <a:pt x="165300" y="142231"/>
                  </a:lnTo>
                  <a:lnTo>
                    <a:pt x="164422" y="136970"/>
                  </a:lnTo>
                  <a:lnTo>
                    <a:pt x="163375" y="131740"/>
                  </a:lnTo>
                  <a:lnTo>
                    <a:pt x="162163" y="126546"/>
                  </a:lnTo>
                  <a:lnTo>
                    <a:pt x="160785" y="121394"/>
                  </a:lnTo>
                  <a:lnTo>
                    <a:pt x="159244" y="116288"/>
                  </a:lnTo>
                  <a:lnTo>
                    <a:pt x="157541" y="111234"/>
                  </a:lnTo>
                  <a:lnTo>
                    <a:pt x="155677" y="106236"/>
                  </a:lnTo>
                  <a:lnTo>
                    <a:pt x="153655" y="101301"/>
                  </a:lnTo>
                  <a:lnTo>
                    <a:pt x="151476" y="96433"/>
                  </a:lnTo>
                  <a:lnTo>
                    <a:pt x="149143" y="91637"/>
                  </a:lnTo>
                  <a:lnTo>
                    <a:pt x="146659" y="86917"/>
                  </a:lnTo>
                  <a:lnTo>
                    <a:pt x="144025" y="82279"/>
                  </a:lnTo>
                  <a:lnTo>
                    <a:pt x="141244" y="77728"/>
                  </a:lnTo>
                  <a:lnTo>
                    <a:pt x="138320" y="73268"/>
                  </a:lnTo>
                  <a:lnTo>
                    <a:pt x="135255" y="68903"/>
                  </a:lnTo>
                  <a:lnTo>
                    <a:pt x="132052" y="64638"/>
                  </a:lnTo>
                  <a:lnTo>
                    <a:pt x="128715" y="60478"/>
                  </a:lnTo>
                  <a:lnTo>
                    <a:pt x="125247" y="56426"/>
                  </a:lnTo>
                  <a:lnTo>
                    <a:pt x="121651" y="52487"/>
                  </a:lnTo>
                  <a:lnTo>
                    <a:pt x="117932" y="48664"/>
                  </a:lnTo>
                  <a:lnTo>
                    <a:pt x="114092" y="44962"/>
                  </a:lnTo>
                  <a:lnTo>
                    <a:pt x="110136" y="41385"/>
                  </a:lnTo>
                  <a:lnTo>
                    <a:pt x="106068" y="37935"/>
                  </a:lnTo>
                  <a:lnTo>
                    <a:pt x="101893" y="34617"/>
                  </a:lnTo>
                  <a:lnTo>
                    <a:pt x="97613" y="31434"/>
                  </a:lnTo>
                  <a:lnTo>
                    <a:pt x="93234" y="28389"/>
                  </a:lnTo>
                  <a:lnTo>
                    <a:pt x="88760" y="25486"/>
                  </a:lnTo>
                  <a:lnTo>
                    <a:pt x="84196" y="22726"/>
                  </a:lnTo>
                  <a:lnTo>
                    <a:pt x="79546" y="20114"/>
                  </a:lnTo>
                  <a:lnTo>
                    <a:pt x="74815" y="17651"/>
                  </a:lnTo>
                  <a:lnTo>
                    <a:pt x="70008" y="15340"/>
                  </a:lnTo>
                  <a:lnTo>
                    <a:pt x="65130" y="13184"/>
                  </a:lnTo>
                  <a:lnTo>
                    <a:pt x="60186" y="11185"/>
                  </a:lnTo>
                  <a:lnTo>
                    <a:pt x="55180" y="9344"/>
                  </a:lnTo>
                  <a:lnTo>
                    <a:pt x="50118" y="7664"/>
                  </a:lnTo>
                  <a:lnTo>
                    <a:pt x="45005" y="6147"/>
                  </a:lnTo>
                  <a:lnTo>
                    <a:pt x="39846" y="4793"/>
                  </a:lnTo>
                  <a:lnTo>
                    <a:pt x="34646" y="3604"/>
                  </a:lnTo>
                  <a:lnTo>
                    <a:pt x="29412" y="2582"/>
                  </a:lnTo>
                  <a:lnTo>
                    <a:pt x="24147" y="1728"/>
                  </a:lnTo>
                  <a:lnTo>
                    <a:pt x="18858" y="1042"/>
                  </a:lnTo>
                  <a:lnTo>
                    <a:pt x="13550" y="524"/>
                  </a:lnTo>
                  <a:lnTo>
                    <a:pt x="8227" y="177"/>
                  </a:lnTo>
                  <a:lnTo>
                    <a:pt x="2897" y="0"/>
                  </a:ln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919011" y="3707720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tx90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2025-06-18T00:57:37Z</dcterms:modified>
  <cp:category/>
</cp:coreProperties>
</file>