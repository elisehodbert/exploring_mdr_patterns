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4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92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79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4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4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318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54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54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13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41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974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0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47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63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71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4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47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81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13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73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160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4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50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40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47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67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92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4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77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37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4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37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4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18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81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41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189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81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67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192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79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412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4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18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54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192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79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97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0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4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192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79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85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4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810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13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192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79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67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92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4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192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934282" y="3170392"/>
              <a:ext cx="49496" cy="167167"/>
            </a:xfrm>
            <a:custGeom>
              <a:avLst/>
              <a:pathLst>
                <a:path w="49496" h="167167">
                  <a:moveTo>
                    <a:pt x="49496" y="0"/>
                  </a:moveTo>
                  <a:lnTo>
                    <a:pt x="43216" y="117"/>
                  </a:lnTo>
                  <a:lnTo>
                    <a:pt x="36945" y="471"/>
                  </a:lnTo>
                  <a:lnTo>
                    <a:pt x="30692" y="1060"/>
                  </a:lnTo>
                  <a:lnTo>
                    <a:pt x="24466" y="1884"/>
                  </a:lnTo>
                  <a:lnTo>
                    <a:pt x="18274" y="2941"/>
                  </a:lnTo>
                  <a:lnTo>
                    <a:pt x="12127" y="4230"/>
                  </a:lnTo>
                  <a:lnTo>
                    <a:pt x="6033" y="5749"/>
                  </a:lnTo>
                  <a:lnTo>
                    <a:pt x="0" y="7495"/>
                  </a:lnTo>
                  <a:lnTo>
                    <a:pt x="4949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4282" y="3177888"/>
              <a:ext cx="49496" cy="159671"/>
            </a:xfrm>
            <a:custGeom>
              <a:avLst/>
              <a:pathLst>
                <a:path w="49496" h="159671">
                  <a:moveTo>
                    <a:pt x="0" y="0"/>
                  </a:moveTo>
                  <a:lnTo>
                    <a:pt x="49496" y="1596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816612" y="3171541"/>
              <a:ext cx="334332" cy="333173"/>
            </a:xfrm>
            <a:custGeom>
              <a:avLst/>
              <a:pathLst>
                <a:path w="334332" h="333173">
                  <a:moveTo>
                    <a:pt x="117670" y="6346"/>
                  </a:moveTo>
                  <a:lnTo>
                    <a:pt x="112634" y="7996"/>
                  </a:lnTo>
                  <a:lnTo>
                    <a:pt x="107652" y="9804"/>
                  </a:lnTo>
                  <a:lnTo>
                    <a:pt x="102730" y="11769"/>
                  </a:lnTo>
                  <a:lnTo>
                    <a:pt x="97873" y="13889"/>
                  </a:lnTo>
                  <a:lnTo>
                    <a:pt x="93085" y="16162"/>
                  </a:lnTo>
                  <a:lnTo>
                    <a:pt x="88372" y="18585"/>
                  </a:lnTo>
                  <a:lnTo>
                    <a:pt x="83738" y="21157"/>
                  </a:lnTo>
                  <a:lnTo>
                    <a:pt x="79188" y="23875"/>
                  </a:lnTo>
                  <a:lnTo>
                    <a:pt x="74727" y="26735"/>
                  </a:lnTo>
                  <a:lnTo>
                    <a:pt x="70358" y="29735"/>
                  </a:lnTo>
                  <a:lnTo>
                    <a:pt x="66087" y="32872"/>
                  </a:lnTo>
                  <a:lnTo>
                    <a:pt x="61917" y="36143"/>
                  </a:lnTo>
                  <a:lnTo>
                    <a:pt x="57853" y="39545"/>
                  </a:lnTo>
                  <a:lnTo>
                    <a:pt x="53899" y="43074"/>
                  </a:lnTo>
                  <a:lnTo>
                    <a:pt x="50058" y="46726"/>
                  </a:lnTo>
                  <a:lnTo>
                    <a:pt x="46336" y="50498"/>
                  </a:lnTo>
                  <a:lnTo>
                    <a:pt x="42735" y="54386"/>
                  </a:lnTo>
                  <a:lnTo>
                    <a:pt x="39259" y="58387"/>
                  </a:lnTo>
                  <a:lnTo>
                    <a:pt x="35911" y="62495"/>
                  </a:lnTo>
                  <a:lnTo>
                    <a:pt x="32696" y="66708"/>
                  </a:lnTo>
                  <a:lnTo>
                    <a:pt x="29615" y="71021"/>
                  </a:lnTo>
                  <a:lnTo>
                    <a:pt x="26673" y="75428"/>
                  </a:lnTo>
                  <a:lnTo>
                    <a:pt x="23872" y="79928"/>
                  </a:lnTo>
                  <a:lnTo>
                    <a:pt x="21215" y="84513"/>
                  </a:lnTo>
                  <a:lnTo>
                    <a:pt x="18705" y="89181"/>
                  </a:lnTo>
                  <a:lnTo>
                    <a:pt x="16344" y="93925"/>
                  </a:lnTo>
                  <a:lnTo>
                    <a:pt x="14134" y="98742"/>
                  </a:lnTo>
                  <a:lnTo>
                    <a:pt x="12078" y="103627"/>
                  </a:lnTo>
                  <a:lnTo>
                    <a:pt x="10179" y="108575"/>
                  </a:lnTo>
                  <a:lnTo>
                    <a:pt x="8437" y="113580"/>
                  </a:lnTo>
                  <a:lnTo>
                    <a:pt x="6854" y="118638"/>
                  </a:lnTo>
                  <a:lnTo>
                    <a:pt x="5433" y="123743"/>
                  </a:lnTo>
                  <a:lnTo>
                    <a:pt x="4174" y="128891"/>
                  </a:lnTo>
                  <a:lnTo>
                    <a:pt x="3079" y="134077"/>
                  </a:lnTo>
                  <a:lnTo>
                    <a:pt x="2149" y="139294"/>
                  </a:lnTo>
                  <a:lnTo>
                    <a:pt x="1385" y="144538"/>
                  </a:lnTo>
                  <a:lnTo>
                    <a:pt x="787" y="149804"/>
                  </a:lnTo>
                  <a:lnTo>
                    <a:pt x="357" y="155087"/>
                  </a:lnTo>
                  <a:lnTo>
                    <a:pt x="94" y="160380"/>
                  </a:lnTo>
                  <a:lnTo>
                    <a:pt x="0" y="165679"/>
                  </a:lnTo>
                  <a:lnTo>
                    <a:pt x="73" y="170978"/>
                  </a:lnTo>
                  <a:lnTo>
                    <a:pt x="314" y="176272"/>
                  </a:lnTo>
                  <a:lnTo>
                    <a:pt x="723" y="181556"/>
                  </a:lnTo>
                  <a:lnTo>
                    <a:pt x="1299" y="186824"/>
                  </a:lnTo>
                  <a:lnTo>
                    <a:pt x="2042" y="192072"/>
                  </a:lnTo>
                  <a:lnTo>
                    <a:pt x="2951" y="197293"/>
                  </a:lnTo>
                  <a:lnTo>
                    <a:pt x="4025" y="202482"/>
                  </a:lnTo>
                  <a:lnTo>
                    <a:pt x="5262" y="207636"/>
                  </a:lnTo>
                  <a:lnTo>
                    <a:pt x="6663" y="212747"/>
                  </a:lnTo>
                  <a:lnTo>
                    <a:pt x="8225" y="217811"/>
                  </a:lnTo>
                  <a:lnTo>
                    <a:pt x="9947" y="222823"/>
                  </a:lnTo>
                  <a:lnTo>
                    <a:pt x="11826" y="227779"/>
                  </a:lnTo>
                  <a:lnTo>
                    <a:pt x="13862" y="232672"/>
                  </a:lnTo>
                  <a:lnTo>
                    <a:pt x="16052" y="237498"/>
                  </a:lnTo>
                  <a:lnTo>
                    <a:pt x="18394" y="242252"/>
                  </a:lnTo>
                  <a:lnTo>
                    <a:pt x="20885" y="246930"/>
                  </a:lnTo>
                  <a:lnTo>
                    <a:pt x="23523" y="251526"/>
                  </a:lnTo>
                  <a:lnTo>
                    <a:pt x="26306" y="256036"/>
                  </a:lnTo>
                  <a:lnTo>
                    <a:pt x="29230" y="260456"/>
                  </a:lnTo>
                  <a:lnTo>
                    <a:pt x="32293" y="264781"/>
                  </a:lnTo>
                  <a:lnTo>
                    <a:pt x="35492" y="269007"/>
                  </a:lnTo>
                  <a:lnTo>
                    <a:pt x="38823" y="273129"/>
                  </a:lnTo>
                  <a:lnTo>
                    <a:pt x="42282" y="277144"/>
                  </a:lnTo>
                  <a:lnTo>
                    <a:pt x="45868" y="281046"/>
                  </a:lnTo>
                  <a:lnTo>
                    <a:pt x="49575" y="284834"/>
                  </a:lnTo>
                  <a:lnTo>
                    <a:pt x="53400" y="288501"/>
                  </a:lnTo>
                  <a:lnTo>
                    <a:pt x="57340" y="292046"/>
                  </a:lnTo>
                  <a:lnTo>
                    <a:pt x="61390" y="295464"/>
                  </a:lnTo>
                  <a:lnTo>
                    <a:pt x="65547" y="298752"/>
                  </a:lnTo>
                  <a:lnTo>
                    <a:pt x="69805" y="301907"/>
                  </a:lnTo>
                  <a:lnTo>
                    <a:pt x="74162" y="304925"/>
                  </a:lnTo>
                  <a:lnTo>
                    <a:pt x="78612" y="307803"/>
                  </a:lnTo>
                  <a:lnTo>
                    <a:pt x="83151" y="310539"/>
                  </a:lnTo>
                  <a:lnTo>
                    <a:pt x="87774" y="313129"/>
                  </a:lnTo>
                  <a:lnTo>
                    <a:pt x="92477" y="315572"/>
                  </a:lnTo>
                  <a:lnTo>
                    <a:pt x="97255" y="317865"/>
                  </a:lnTo>
                  <a:lnTo>
                    <a:pt x="102104" y="320004"/>
                  </a:lnTo>
                  <a:lnTo>
                    <a:pt x="107018" y="321989"/>
                  </a:lnTo>
                  <a:lnTo>
                    <a:pt x="111992" y="323818"/>
                  </a:lnTo>
                  <a:lnTo>
                    <a:pt x="117022" y="325487"/>
                  </a:lnTo>
                  <a:lnTo>
                    <a:pt x="122102" y="326997"/>
                  </a:lnTo>
                  <a:lnTo>
                    <a:pt x="127228" y="328344"/>
                  </a:lnTo>
                  <a:lnTo>
                    <a:pt x="132393" y="329529"/>
                  </a:lnTo>
                  <a:lnTo>
                    <a:pt x="137594" y="330549"/>
                  </a:lnTo>
                  <a:lnTo>
                    <a:pt x="142824" y="331404"/>
                  </a:lnTo>
                  <a:lnTo>
                    <a:pt x="148079" y="332092"/>
                  </a:lnTo>
                  <a:lnTo>
                    <a:pt x="153353" y="332614"/>
                  </a:lnTo>
                  <a:lnTo>
                    <a:pt x="158641" y="332968"/>
                  </a:lnTo>
                  <a:lnTo>
                    <a:pt x="163937" y="333154"/>
                  </a:lnTo>
                  <a:lnTo>
                    <a:pt x="169237" y="333173"/>
                  </a:lnTo>
                  <a:lnTo>
                    <a:pt x="174534" y="333023"/>
                  </a:lnTo>
                  <a:lnTo>
                    <a:pt x="179825" y="332706"/>
                  </a:lnTo>
                  <a:lnTo>
                    <a:pt x="185102" y="332221"/>
                  </a:lnTo>
                  <a:lnTo>
                    <a:pt x="190361" y="331569"/>
                  </a:lnTo>
                  <a:lnTo>
                    <a:pt x="195598" y="330750"/>
                  </a:lnTo>
                  <a:lnTo>
                    <a:pt x="200805" y="329766"/>
                  </a:lnTo>
                  <a:lnTo>
                    <a:pt x="205979" y="328617"/>
                  </a:lnTo>
                  <a:lnTo>
                    <a:pt x="211114" y="327305"/>
                  </a:lnTo>
                  <a:lnTo>
                    <a:pt x="216204" y="325831"/>
                  </a:lnTo>
                  <a:lnTo>
                    <a:pt x="221245" y="324197"/>
                  </a:lnTo>
                  <a:lnTo>
                    <a:pt x="226232" y="322403"/>
                  </a:lnTo>
                  <a:lnTo>
                    <a:pt x="231160" y="320452"/>
                  </a:lnTo>
                  <a:lnTo>
                    <a:pt x="236023" y="318346"/>
                  </a:lnTo>
                  <a:lnTo>
                    <a:pt x="240817" y="316087"/>
                  </a:lnTo>
                  <a:lnTo>
                    <a:pt x="245537" y="313677"/>
                  </a:lnTo>
                  <a:lnTo>
                    <a:pt x="250178" y="311118"/>
                  </a:lnTo>
                  <a:lnTo>
                    <a:pt x="254736" y="308414"/>
                  </a:lnTo>
                  <a:lnTo>
                    <a:pt x="259206" y="305566"/>
                  </a:lnTo>
                  <a:lnTo>
                    <a:pt x="263583" y="302579"/>
                  </a:lnTo>
                  <a:lnTo>
                    <a:pt x="267864" y="299454"/>
                  </a:lnTo>
                  <a:lnTo>
                    <a:pt x="272043" y="296195"/>
                  </a:lnTo>
                  <a:lnTo>
                    <a:pt x="276116" y="292805"/>
                  </a:lnTo>
                  <a:lnTo>
                    <a:pt x="280081" y="289288"/>
                  </a:lnTo>
                  <a:lnTo>
                    <a:pt x="283931" y="285646"/>
                  </a:lnTo>
                  <a:lnTo>
                    <a:pt x="287665" y="281885"/>
                  </a:lnTo>
                  <a:lnTo>
                    <a:pt x="291277" y="278007"/>
                  </a:lnTo>
                  <a:lnTo>
                    <a:pt x="294765" y="274017"/>
                  </a:lnTo>
                  <a:lnTo>
                    <a:pt x="298124" y="269918"/>
                  </a:lnTo>
                  <a:lnTo>
                    <a:pt x="301352" y="265714"/>
                  </a:lnTo>
                  <a:lnTo>
                    <a:pt x="304445" y="261410"/>
                  </a:lnTo>
                  <a:lnTo>
                    <a:pt x="307399" y="257011"/>
                  </a:lnTo>
                  <a:lnTo>
                    <a:pt x="310213" y="252520"/>
                  </a:lnTo>
                  <a:lnTo>
                    <a:pt x="312883" y="247942"/>
                  </a:lnTo>
                  <a:lnTo>
                    <a:pt x="315407" y="243282"/>
                  </a:lnTo>
                  <a:lnTo>
                    <a:pt x="317782" y="238544"/>
                  </a:lnTo>
                  <a:lnTo>
                    <a:pt x="320005" y="233733"/>
                  </a:lnTo>
                  <a:lnTo>
                    <a:pt x="322075" y="228854"/>
                  </a:lnTo>
                  <a:lnTo>
                    <a:pt x="323989" y="223912"/>
                  </a:lnTo>
                  <a:lnTo>
                    <a:pt x="325745" y="218912"/>
                  </a:lnTo>
                  <a:lnTo>
                    <a:pt x="327342" y="213859"/>
                  </a:lnTo>
                  <a:lnTo>
                    <a:pt x="328778" y="208757"/>
                  </a:lnTo>
                  <a:lnTo>
                    <a:pt x="330052" y="203613"/>
                  </a:lnTo>
                  <a:lnTo>
                    <a:pt x="331162" y="198431"/>
                  </a:lnTo>
                  <a:lnTo>
                    <a:pt x="332107" y="193216"/>
                  </a:lnTo>
                  <a:lnTo>
                    <a:pt x="332886" y="187974"/>
                  </a:lnTo>
                  <a:lnTo>
                    <a:pt x="333499" y="182710"/>
                  </a:lnTo>
                  <a:lnTo>
                    <a:pt x="333944" y="177429"/>
                  </a:lnTo>
                  <a:lnTo>
                    <a:pt x="334222" y="172136"/>
                  </a:lnTo>
                  <a:lnTo>
                    <a:pt x="334332" y="166838"/>
                  </a:lnTo>
                  <a:lnTo>
                    <a:pt x="334274" y="161539"/>
                  </a:lnTo>
                  <a:lnTo>
                    <a:pt x="334048" y="156244"/>
                  </a:lnTo>
                  <a:lnTo>
                    <a:pt x="333654" y="150959"/>
                  </a:lnTo>
                  <a:lnTo>
                    <a:pt x="333093" y="145689"/>
                  </a:lnTo>
                  <a:lnTo>
                    <a:pt x="332365" y="140439"/>
                  </a:lnTo>
                  <a:lnTo>
                    <a:pt x="331472" y="135215"/>
                  </a:lnTo>
                  <a:lnTo>
                    <a:pt x="330413" y="130023"/>
                  </a:lnTo>
                  <a:lnTo>
                    <a:pt x="329190" y="124866"/>
                  </a:lnTo>
                  <a:lnTo>
                    <a:pt x="327804" y="119751"/>
                  </a:lnTo>
                  <a:lnTo>
                    <a:pt x="326256" y="114682"/>
                  </a:lnTo>
                  <a:lnTo>
                    <a:pt x="324549" y="109665"/>
                  </a:lnTo>
                  <a:lnTo>
                    <a:pt x="322684" y="104704"/>
                  </a:lnTo>
                  <a:lnTo>
                    <a:pt x="320662" y="99805"/>
                  </a:lnTo>
                  <a:lnTo>
                    <a:pt x="318486" y="94973"/>
                  </a:lnTo>
                  <a:lnTo>
                    <a:pt x="316158" y="90212"/>
                  </a:lnTo>
                  <a:lnTo>
                    <a:pt x="313680" y="85527"/>
                  </a:lnTo>
                  <a:lnTo>
                    <a:pt x="311055" y="80923"/>
                  </a:lnTo>
                  <a:lnTo>
                    <a:pt x="308285" y="76405"/>
                  </a:lnTo>
                  <a:lnTo>
                    <a:pt x="305374" y="71977"/>
                  </a:lnTo>
                  <a:lnTo>
                    <a:pt x="302323" y="67643"/>
                  </a:lnTo>
                  <a:lnTo>
                    <a:pt x="299137" y="63408"/>
                  </a:lnTo>
                  <a:lnTo>
                    <a:pt x="295818" y="59276"/>
                  </a:lnTo>
                  <a:lnTo>
                    <a:pt x="292370" y="55252"/>
                  </a:lnTo>
                  <a:lnTo>
                    <a:pt x="288796" y="51339"/>
                  </a:lnTo>
                  <a:lnTo>
                    <a:pt x="285099" y="47541"/>
                  </a:lnTo>
                  <a:lnTo>
                    <a:pt x="281284" y="43862"/>
                  </a:lnTo>
                  <a:lnTo>
                    <a:pt x="277355" y="40306"/>
                  </a:lnTo>
                  <a:lnTo>
                    <a:pt x="273314" y="36876"/>
                  </a:lnTo>
                  <a:lnTo>
                    <a:pt x="269167" y="33577"/>
                  </a:lnTo>
                  <a:lnTo>
                    <a:pt x="264918" y="30410"/>
                  </a:lnTo>
                  <a:lnTo>
                    <a:pt x="260570" y="27379"/>
                  </a:lnTo>
                  <a:lnTo>
                    <a:pt x="256129" y="24488"/>
                  </a:lnTo>
                  <a:lnTo>
                    <a:pt x="251598" y="21739"/>
                  </a:lnTo>
                  <a:lnTo>
                    <a:pt x="246982" y="19135"/>
                  </a:lnTo>
                  <a:lnTo>
                    <a:pt x="242285" y="16679"/>
                  </a:lnTo>
                  <a:lnTo>
                    <a:pt x="237514" y="14373"/>
                  </a:lnTo>
                  <a:lnTo>
                    <a:pt x="232672" y="12219"/>
                  </a:lnTo>
                  <a:lnTo>
                    <a:pt x="227763" y="10220"/>
                  </a:lnTo>
                  <a:lnTo>
                    <a:pt x="222794" y="8378"/>
                  </a:lnTo>
                  <a:lnTo>
                    <a:pt x="217769" y="6694"/>
                  </a:lnTo>
                  <a:lnTo>
                    <a:pt x="212693" y="5170"/>
                  </a:lnTo>
                  <a:lnTo>
                    <a:pt x="207572" y="3807"/>
                  </a:lnTo>
                  <a:lnTo>
                    <a:pt x="202410" y="2608"/>
                  </a:lnTo>
                  <a:lnTo>
                    <a:pt x="197212" y="1573"/>
                  </a:lnTo>
                  <a:lnTo>
                    <a:pt x="191984" y="703"/>
                  </a:lnTo>
                  <a:lnTo>
                    <a:pt x="186731" y="0"/>
                  </a:lnTo>
                  <a:lnTo>
                    <a:pt x="167167" y="166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83779" y="3170392"/>
              <a:ext cx="19564" cy="167167"/>
            </a:xfrm>
            <a:custGeom>
              <a:avLst/>
              <a:pathLst>
                <a:path w="19564" h="167167">
                  <a:moveTo>
                    <a:pt x="19564" y="1148"/>
                  </a:moveTo>
                  <a:lnTo>
                    <a:pt x="9799" y="2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51860" y="2633064"/>
              <a:ext cx="167150" cy="186427"/>
            </a:xfrm>
            <a:custGeom>
              <a:avLst/>
              <a:pathLst>
                <a:path w="167150" h="186427">
                  <a:moveTo>
                    <a:pt x="167150" y="0"/>
                  </a:moveTo>
                  <a:lnTo>
                    <a:pt x="161730" y="87"/>
                  </a:lnTo>
                  <a:lnTo>
                    <a:pt x="156316" y="351"/>
                  </a:lnTo>
                  <a:lnTo>
                    <a:pt x="150913" y="790"/>
                  </a:lnTo>
                  <a:lnTo>
                    <a:pt x="145527" y="1404"/>
                  </a:lnTo>
                  <a:lnTo>
                    <a:pt x="140164" y="2192"/>
                  </a:lnTo>
                  <a:lnTo>
                    <a:pt x="134829" y="3154"/>
                  </a:lnTo>
                  <a:lnTo>
                    <a:pt x="129528" y="4288"/>
                  </a:lnTo>
                  <a:lnTo>
                    <a:pt x="124267" y="5593"/>
                  </a:lnTo>
                  <a:lnTo>
                    <a:pt x="119051" y="7069"/>
                  </a:lnTo>
                  <a:lnTo>
                    <a:pt x="113886" y="8712"/>
                  </a:lnTo>
                  <a:lnTo>
                    <a:pt x="108776" y="10523"/>
                  </a:lnTo>
                  <a:lnTo>
                    <a:pt x="103728" y="12498"/>
                  </a:lnTo>
                  <a:lnTo>
                    <a:pt x="98747" y="14635"/>
                  </a:lnTo>
                  <a:lnTo>
                    <a:pt x="93837" y="16933"/>
                  </a:lnTo>
                  <a:lnTo>
                    <a:pt x="89005" y="19389"/>
                  </a:lnTo>
                  <a:lnTo>
                    <a:pt x="84254" y="22001"/>
                  </a:lnTo>
                  <a:lnTo>
                    <a:pt x="79591" y="24765"/>
                  </a:lnTo>
                  <a:lnTo>
                    <a:pt x="75020" y="27678"/>
                  </a:lnTo>
                  <a:lnTo>
                    <a:pt x="70546" y="30739"/>
                  </a:lnTo>
                  <a:lnTo>
                    <a:pt x="66174" y="33943"/>
                  </a:lnTo>
                  <a:lnTo>
                    <a:pt x="61907" y="37287"/>
                  </a:lnTo>
                  <a:lnTo>
                    <a:pt x="57751" y="40767"/>
                  </a:lnTo>
                  <a:lnTo>
                    <a:pt x="53711" y="44381"/>
                  </a:lnTo>
                  <a:lnTo>
                    <a:pt x="49789" y="48123"/>
                  </a:lnTo>
                  <a:lnTo>
                    <a:pt x="45991" y="51991"/>
                  </a:lnTo>
                  <a:lnTo>
                    <a:pt x="42321" y="55980"/>
                  </a:lnTo>
                  <a:lnTo>
                    <a:pt x="38781" y="60085"/>
                  </a:lnTo>
                  <a:lnTo>
                    <a:pt x="35377" y="64304"/>
                  </a:lnTo>
                  <a:lnTo>
                    <a:pt x="32111" y="68630"/>
                  </a:lnTo>
                  <a:lnTo>
                    <a:pt x="28987" y="73060"/>
                  </a:lnTo>
                  <a:lnTo>
                    <a:pt x="26009" y="77589"/>
                  </a:lnTo>
                  <a:lnTo>
                    <a:pt x="23179" y="82213"/>
                  </a:lnTo>
                  <a:lnTo>
                    <a:pt x="20500" y="86925"/>
                  </a:lnTo>
                  <a:lnTo>
                    <a:pt x="17975" y="91722"/>
                  </a:lnTo>
                  <a:lnTo>
                    <a:pt x="15608" y="96598"/>
                  </a:lnTo>
                  <a:lnTo>
                    <a:pt x="13399" y="101549"/>
                  </a:lnTo>
                  <a:lnTo>
                    <a:pt x="11353" y="106568"/>
                  </a:lnTo>
                  <a:lnTo>
                    <a:pt x="9470" y="111652"/>
                  </a:lnTo>
                  <a:lnTo>
                    <a:pt x="7753" y="116793"/>
                  </a:lnTo>
                  <a:lnTo>
                    <a:pt x="6203" y="121988"/>
                  </a:lnTo>
                  <a:lnTo>
                    <a:pt x="4823" y="127230"/>
                  </a:lnTo>
                  <a:lnTo>
                    <a:pt x="3614" y="132514"/>
                  </a:lnTo>
                  <a:lnTo>
                    <a:pt x="2576" y="137834"/>
                  </a:lnTo>
                  <a:lnTo>
                    <a:pt x="1712" y="143186"/>
                  </a:lnTo>
                  <a:lnTo>
                    <a:pt x="1021" y="148562"/>
                  </a:lnTo>
                  <a:lnTo>
                    <a:pt x="505" y="153958"/>
                  </a:lnTo>
                  <a:lnTo>
                    <a:pt x="165" y="159368"/>
                  </a:lnTo>
                  <a:lnTo>
                    <a:pt x="0" y="164787"/>
                  </a:lnTo>
                  <a:lnTo>
                    <a:pt x="10" y="170207"/>
                  </a:lnTo>
                  <a:lnTo>
                    <a:pt x="197" y="175625"/>
                  </a:lnTo>
                  <a:lnTo>
                    <a:pt x="559" y="181033"/>
                  </a:lnTo>
                  <a:lnTo>
                    <a:pt x="1096" y="186427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957" y="2800231"/>
              <a:ext cx="166054" cy="19260"/>
            </a:xfrm>
            <a:custGeom>
              <a:avLst/>
              <a:pathLst>
                <a:path w="166054" h="19260">
                  <a:moveTo>
                    <a:pt x="0" y="19260"/>
                  </a:moveTo>
                  <a:lnTo>
                    <a:pt x="16605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957" y="2664487"/>
              <a:ext cx="333218" cy="302907"/>
            </a:xfrm>
            <a:custGeom>
              <a:avLst/>
              <a:pathLst>
                <a:path w="333218" h="302907">
                  <a:moveTo>
                    <a:pt x="0" y="155004"/>
                  </a:moveTo>
                  <a:lnTo>
                    <a:pt x="696" y="160272"/>
                  </a:lnTo>
                  <a:lnTo>
                    <a:pt x="1559" y="165515"/>
                  </a:lnTo>
                  <a:lnTo>
                    <a:pt x="2588" y="170729"/>
                  </a:lnTo>
                  <a:lnTo>
                    <a:pt x="3783" y="175907"/>
                  </a:lnTo>
                  <a:lnTo>
                    <a:pt x="5141" y="181044"/>
                  </a:lnTo>
                  <a:lnTo>
                    <a:pt x="6662" y="186136"/>
                  </a:lnTo>
                  <a:lnTo>
                    <a:pt x="8345" y="191176"/>
                  </a:lnTo>
                  <a:lnTo>
                    <a:pt x="10186" y="196161"/>
                  </a:lnTo>
                  <a:lnTo>
                    <a:pt x="12185" y="201085"/>
                  </a:lnTo>
                  <a:lnTo>
                    <a:pt x="14340" y="205942"/>
                  </a:lnTo>
                  <a:lnTo>
                    <a:pt x="16648" y="210729"/>
                  </a:lnTo>
                  <a:lnTo>
                    <a:pt x="19107" y="215440"/>
                  </a:lnTo>
                  <a:lnTo>
                    <a:pt x="21714" y="220070"/>
                  </a:lnTo>
                  <a:lnTo>
                    <a:pt x="24467" y="224615"/>
                  </a:lnTo>
                  <a:lnTo>
                    <a:pt x="27364" y="229071"/>
                  </a:lnTo>
                  <a:lnTo>
                    <a:pt x="30400" y="233432"/>
                  </a:lnTo>
                  <a:lnTo>
                    <a:pt x="33574" y="237694"/>
                  </a:lnTo>
                  <a:lnTo>
                    <a:pt x="36881" y="241853"/>
                  </a:lnTo>
                  <a:lnTo>
                    <a:pt x="40319" y="245906"/>
                  </a:lnTo>
                  <a:lnTo>
                    <a:pt x="43884" y="249846"/>
                  </a:lnTo>
                  <a:lnTo>
                    <a:pt x="47572" y="253672"/>
                  </a:lnTo>
                  <a:lnTo>
                    <a:pt x="51380" y="257378"/>
                  </a:lnTo>
                  <a:lnTo>
                    <a:pt x="55305" y="260961"/>
                  </a:lnTo>
                  <a:lnTo>
                    <a:pt x="59340" y="264418"/>
                  </a:lnTo>
                  <a:lnTo>
                    <a:pt x="63484" y="267745"/>
                  </a:lnTo>
                  <a:lnTo>
                    <a:pt x="67732" y="270938"/>
                  </a:lnTo>
                  <a:lnTo>
                    <a:pt x="72078" y="273995"/>
                  </a:lnTo>
                  <a:lnTo>
                    <a:pt x="76520" y="276912"/>
                  </a:lnTo>
                  <a:lnTo>
                    <a:pt x="81052" y="279687"/>
                  </a:lnTo>
                  <a:lnTo>
                    <a:pt x="85671" y="282316"/>
                  </a:lnTo>
                  <a:lnTo>
                    <a:pt x="90370" y="284797"/>
                  </a:lnTo>
                  <a:lnTo>
                    <a:pt x="95146" y="287127"/>
                  </a:lnTo>
                  <a:lnTo>
                    <a:pt x="99993" y="289304"/>
                  </a:lnTo>
                  <a:lnTo>
                    <a:pt x="104907" y="291326"/>
                  </a:lnTo>
                  <a:lnTo>
                    <a:pt x="109883" y="293191"/>
                  </a:lnTo>
                  <a:lnTo>
                    <a:pt x="114916" y="294897"/>
                  </a:lnTo>
                  <a:lnTo>
                    <a:pt x="120001" y="296442"/>
                  </a:lnTo>
                  <a:lnTo>
                    <a:pt x="125132" y="297825"/>
                  </a:lnTo>
                  <a:lnTo>
                    <a:pt x="130304" y="299043"/>
                  </a:lnTo>
                  <a:lnTo>
                    <a:pt x="135513" y="300097"/>
                  </a:lnTo>
                  <a:lnTo>
                    <a:pt x="140752" y="300985"/>
                  </a:lnTo>
                  <a:lnTo>
                    <a:pt x="146017" y="301706"/>
                  </a:lnTo>
                  <a:lnTo>
                    <a:pt x="151302" y="302259"/>
                  </a:lnTo>
                  <a:lnTo>
                    <a:pt x="156602" y="302643"/>
                  </a:lnTo>
                  <a:lnTo>
                    <a:pt x="161912" y="302859"/>
                  </a:lnTo>
                  <a:lnTo>
                    <a:pt x="167225" y="302907"/>
                  </a:lnTo>
                  <a:lnTo>
                    <a:pt x="172538" y="302785"/>
                  </a:lnTo>
                  <a:lnTo>
                    <a:pt x="177844" y="302494"/>
                  </a:lnTo>
                  <a:lnTo>
                    <a:pt x="183138" y="302035"/>
                  </a:lnTo>
                  <a:lnTo>
                    <a:pt x="188415" y="301408"/>
                  </a:lnTo>
                  <a:lnTo>
                    <a:pt x="193669" y="300614"/>
                  </a:lnTo>
                  <a:lnTo>
                    <a:pt x="198896" y="299653"/>
                  </a:lnTo>
                  <a:lnTo>
                    <a:pt x="204089" y="298526"/>
                  </a:lnTo>
                  <a:lnTo>
                    <a:pt x="209244" y="297235"/>
                  </a:lnTo>
                  <a:lnTo>
                    <a:pt x="214355" y="295781"/>
                  </a:lnTo>
                  <a:lnTo>
                    <a:pt x="219417" y="294165"/>
                  </a:lnTo>
                  <a:lnTo>
                    <a:pt x="224425" y="292388"/>
                  </a:lnTo>
                  <a:lnTo>
                    <a:pt x="229375" y="290454"/>
                  </a:lnTo>
                  <a:lnTo>
                    <a:pt x="234260" y="288363"/>
                  </a:lnTo>
                  <a:lnTo>
                    <a:pt x="239077" y="286118"/>
                  </a:lnTo>
                  <a:lnTo>
                    <a:pt x="243819" y="283721"/>
                  </a:lnTo>
                  <a:lnTo>
                    <a:pt x="248483" y="281175"/>
                  </a:lnTo>
                  <a:lnTo>
                    <a:pt x="253064" y="278481"/>
                  </a:lnTo>
                  <a:lnTo>
                    <a:pt x="257557" y="275643"/>
                  </a:lnTo>
                  <a:lnTo>
                    <a:pt x="261958" y="272664"/>
                  </a:lnTo>
                  <a:lnTo>
                    <a:pt x="266261" y="269547"/>
                  </a:lnTo>
                  <a:lnTo>
                    <a:pt x="270463" y="266294"/>
                  </a:lnTo>
                  <a:lnTo>
                    <a:pt x="274560" y="262910"/>
                  </a:lnTo>
                  <a:lnTo>
                    <a:pt x="278547" y="259397"/>
                  </a:lnTo>
                  <a:lnTo>
                    <a:pt x="282421" y="255759"/>
                  </a:lnTo>
                  <a:lnTo>
                    <a:pt x="286176" y="251999"/>
                  </a:lnTo>
                  <a:lnTo>
                    <a:pt x="289811" y="248123"/>
                  </a:lnTo>
                  <a:lnTo>
                    <a:pt x="293320" y="244132"/>
                  </a:lnTo>
                  <a:lnTo>
                    <a:pt x="296701" y="240032"/>
                  </a:lnTo>
                  <a:lnTo>
                    <a:pt x="299950" y="235827"/>
                  </a:lnTo>
                  <a:lnTo>
                    <a:pt x="303063" y="231521"/>
                  </a:lnTo>
                  <a:lnTo>
                    <a:pt x="306038" y="227118"/>
                  </a:lnTo>
                  <a:lnTo>
                    <a:pt x="308872" y="222622"/>
                  </a:lnTo>
                  <a:lnTo>
                    <a:pt x="311561" y="218039"/>
                  </a:lnTo>
                  <a:lnTo>
                    <a:pt x="314103" y="213372"/>
                  </a:lnTo>
                  <a:lnTo>
                    <a:pt x="316496" y="208627"/>
                  </a:lnTo>
                  <a:lnTo>
                    <a:pt x="318736" y="203809"/>
                  </a:lnTo>
                  <a:lnTo>
                    <a:pt x="320823" y="198921"/>
                  </a:lnTo>
                  <a:lnTo>
                    <a:pt x="322753" y="193970"/>
                  </a:lnTo>
                  <a:lnTo>
                    <a:pt x="324524" y="188960"/>
                  </a:lnTo>
                  <a:lnTo>
                    <a:pt x="326136" y="183896"/>
                  </a:lnTo>
                  <a:lnTo>
                    <a:pt x="327585" y="178784"/>
                  </a:lnTo>
                  <a:lnTo>
                    <a:pt x="328872" y="173628"/>
                  </a:lnTo>
                  <a:lnTo>
                    <a:pt x="329994" y="168434"/>
                  </a:lnTo>
                  <a:lnTo>
                    <a:pt x="330950" y="163207"/>
                  </a:lnTo>
                  <a:lnTo>
                    <a:pt x="331739" y="157952"/>
                  </a:lnTo>
                  <a:lnTo>
                    <a:pt x="332362" y="152674"/>
                  </a:lnTo>
                  <a:lnTo>
                    <a:pt x="332816" y="147380"/>
                  </a:lnTo>
                  <a:lnTo>
                    <a:pt x="333101" y="142073"/>
                  </a:lnTo>
                  <a:lnTo>
                    <a:pt x="333218" y="136761"/>
                  </a:lnTo>
                  <a:lnTo>
                    <a:pt x="333166" y="131447"/>
                  </a:lnTo>
                  <a:lnTo>
                    <a:pt x="332945" y="126137"/>
                  </a:lnTo>
                  <a:lnTo>
                    <a:pt x="332555" y="120838"/>
                  </a:lnTo>
                  <a:lnTo>
                    <a:pt x="331997" y="115553"/>
                  </a:lnTo>
                  <a:lnTo>
                    <a:pt x="331272" y="110289"/>
                  </a:lnTo>
                  <a:lnTo>
                    <a:pt x="330379" y="105050"/>
                  </a:lnTo>
                  <a:lnTo>
                    <a:pt x="329321" y="99843"/>
                  </a:lnTo>
                  <a:lnTo>
                    <a:pt x="328097" y="94672"/>
                  </a:lnTo>
                  <a:lnTo>
                    <a:pt x="326710" y="89542"/>
                  </a:lnTo>
                  <a:lnTo>
                    <a:pt x="325160" y="84459"/>
                  </a:lnTo>
                  <a:lnTo>
                    <a:pt x="323450" y="79428"/>
                  </a:lnTo>
                  <a:lnTo>
                    <a:pt x="321580" y="74453"/>
                  </a:lnTo>
                  <a:lnTo>
                    <a:pt x="319554" y="69541"/>
                  </a:lnTo>
                  <a:lnTo>
                    <a:pt x="317372" y="64696"/>
                  </a:lnTo>
                  <a:lnTo>
                    <a:pt x="315037" y="59922"/>
                  </a:lnTo>
                  <a:lnTo>
                    <a:pt x="312552" y="55225"/>
                  </a:lnTo>
                  <a:lnTo>
                    <a:pt x="309919" y="50609"/>
                  </a:lnTo>
                  <a:lnTo>
                    <a:pt x="307140" y="46079"/>
                  </a:lnTo>
                  <a:lnTo>
                    <a:pt x="304219" y="41640"/>
                  </a:lnTo>
                  <a:lnTo>
                    <a:pt x="301158" y="37296"/>
                  </a:lnTo>
                  <a:lnTo>
                    <a:pt x="297961" y="33052"/>
                  </a:lnTo>
                  <a:lnTo>
                    <a:pt x="294630" y="28911"/>
                  </a:lnTo>
                  <a:lnTo>
                    <a:pt x="291169" y="24878"/>
                  </a:lnTo>
                  <a:lnTo>
                    <a:pt x="287582" y="20958"/>
                  </a:lnTo>
                  <a:lnTo>
                    <a:pt x="283873" y="17153"/>
                  </a:lnTo>
                  <a:lnTo>
                    <a:pt x="280044" y="13468"/>
                  </a:lnTo>
                  <a:lnTo>
                    <a:pt x="276100" y="9907"/>
                  </a:lnTo>
                  <a:lnTo>
                    <a:pt x="272044" y="6473"/>
                  </a:lnTo>
                  <a:lnTo>
                    <a:pt x="267882" y="3169"/>
                  </a:lnTo>
                  <a:lnTo>
                    <a:pt x="263617" y="0"/>
                  </a:lnTo>
                  <a:lnTo>
                    <a:pt x="166054" y="1357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919011" y="2633064"/>
              <a:ext cx="97563" cy="167167"/>
            </a:xfrm>
            <a:custGeom>
              <a:avLst/>
              <a:pathLst>
                <a:path w="97563" h="167167">
                  <a:moveTo>
                    <a:pt x="97563" y="31423"/>
                  </a:moveTo>
                  <a:lnTo>
                    <a:pt x="92806" y="28127"/>
                  </a:lnTo>
                  <a:lnTo>
                    <a:pt x="87937" y="24998"/>
                  </a:lnTo>
                  <a:lnTo>
                    <a:pt x="82963" y="22040"/>
                  </a:lnTo>
                  <a:lnTo>
                    <a:pt x="77890" y="19255"/>
                  </a:lnTo>
                  <a:lnTo>
                    <a:pt x="72723" y="16647"/>
                  </a:lnTo>
                  <a:lnTo>
                    <a:pt x="67470" y="14220"/>
                  </a:lnTo>
                  <a:lnTo>
                    <a:pt x="62135" y="11976"/>
                  </a:lnTo>
                  <a:lnTo>
                    <a:pt x="56726" y="9919"/>
                  </a:lnTo>
                  <a:lnTo>
                    <a:pt x="51249" y="8049"/>
                  </a:lnTo>
                  <a:lnTo>
                    <a:pt x="45710" y="6371"/>
                  </a:lnTo>
                  <a:lnTo>
                    <a:pt x="40117" y="4885"/>
                  </a:lnTo>
                  <a:lnTo>
                    <a:pt x="34476" y="3593"/>
                  </a:lnTo>
                  <a:lnTo>
                    <a:pt x="28793" y="2498"/>
                  </a:lnTo>
                  <a:lnTo>
                    <a:pt x="23076" y="1600"/>
                  </a:lnTo>
                  <a:lnTo>
                    <a:pt x="17331" y="900"/>
                  </a:lnTo>
                  <a:lnTo>
                    <a:pt x="11565" y="400"/>
                  </a:lnTo>
                  <a:lnTo>
                    <a:pt x="5786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655074" y="2126963"/>
              <a:ext cx="73397" cy="167167"/>
            </a:xfrm>
            <a:custGeom>
              <a:avLst/>
              <a:pathLst>
                <a:path w="73397" h="167167">
                  <a:moveTo>
                    <a:pt x="73397" y="0"/>
                  </a:moveTo>
                  <a:lnTo>
                    <a:pt x="67553" y="102"/>
                  </a:lnTo>
                  <a:lnTo>
                    <a:pt x="61716" y="408"/>
                  </a:lnTo>
                  <a:lnTo>
                    <a:pt x="55894" y="918"/>
                  </a:lnTo>
                  <a:lnTo>
                    <a:pt x="50093" y="1632"/>
                  </a:lnTo>
                  <a:lnTo>
                    <a:pt x="44320" y="2548"/>
                  </a:lnTo>
                  <a:lnTo>
                    <a:pt x="38583" y="3665"/>
                  </a:lnTo>
                  <a:lnTo>
                    <a:pt x="32888" y="4982"/>
                  </a:lnTo>
                  <a:lnTo>
                    <a:pt x="27243" y="6497"/>
                  </a:lnTo>
                  <a:lnTo>
                    <a:pt x="21654" y="8209"/>
                  </a:lnTo>
                  <a:lnTo>
                    <a:pt x="16129" y="10115"/>
                  </a:lnTo>
                  <a:lnTo>
                    <a:pt x="10674" y="12213"/>
                  </a:lnTo>
                  <a:lnTo>
                    <a:pt x="5295" y="14500"/>
                  </a:lnTo>
                  <a:lnTo>
                    <a:pt x="0" y="16975"/>
                  </a:lnTo>
                  <a:lnTo>
                    <a:pt x="7339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5074" y="214393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561306" y="2143938"/>
              <a:ext cx="255045" cy="317344"/>
            </a:xfrm>
            <a:custGeom>
              <a:avLst/>
              <a:pathLst>
                <a:path w="255045" h="317344">
                  <a:moveTo>
                    <a:pt x="93768" y="0"/>
                  </a:moveTo>
                  <a:lnTo>
                    <a:pt x="89034" y="2407"/>
                  </a:lnTo>
                  <a:lnTo>
                    <a:pt x="84379" y="4963"/>
                  </a:lnTo>
                  <a:lnTo>
                    <a:pt x="79808" y="7666"/>
                  </a:lnTo>
                  <a:lnTo>
                    <a:pt x="75324" y="10513"/>
                  </a:lnTo>
                  <a:lnTo>
                    <a:pt x="70934" y="13501"/>
                  </a:lnTo>
                  <a:lnTo>
                    <a:pt x="66640" y="16627"/>
                  </a:lnTo>
                  <a:lnTo>
                    <a:pt x="62448" y="19887"/>
                  </a:lnTo>
                  <a:lnTo>
                    <a:pt x="58362" y="23279"/>
                  </a:lnTo>
                  <a:lnTo>
                    <a:pt x="54386" y="26799"/>
                  </a:lnTo>
                  <a:lnTo>
                    <a:pt x="50523" y="30444"/>
                  </a:lnTo>
                  <a:lnTo>
                    <a:pt x="46778" y="34210"/>
                  </a:lnTo>
                  <a:lnTo>
                    <a:pt x="43155" y="38092"/>
                  </a:lnTo>
                  <a:lnTo>
                    <a:pt x="39656" y="42088"/>
                  </a:lnTo>
                  <a:lnTo>
                    <a:pt x="36287" y="46193"/>
                  </a:lnTo>
                  <a:lnTo>
                    <a:pt x="33049" y="50403"/>
                  </a:lnTo>
                  <a:lnTo>
                    <a:pt x="29947" y="54713"/>
                  </a:lnTo>
                  <a:lnTo>
                    <a:pt x="26984" y="59120"/>
                  </a:lnTo>
                  <a:lnTo>
                    <a:pt x="24162" y="63619"/>
                  </a:lnTo>
                  <a:lnTo>
                    <a:pt x="21484" y="68205"/>
                  </a:lnTo>
                  <a:lnTo>
                    <a:pt x="18953" y="72874"/>
                  </a:lnTo>
                  <a:lnTo>
                    <a:pt x="16572" y="77621"/>
                  </a:lnTo>
                  <a:lnTo>
                    <a:pt x="14343" y="82441"/>
                  </a:lnTo>
                  <a:lnTo>
                    <a:pt x="12268" y="87330"/>
                  </a:lnTo>
                  <a:lnTo>
                    <a:pt x="10349" y="92282"/>
                  </a:lnTo>
                  <a:lnTo>
                    <a:pt x="8589" y="97293"/>
                  </a:lnTo>
                  <a:lnTo>
                    <a:pt x="6988" y="102356"/>
                  </a:lnTo>
                  <a:lnTo>
                    <a:pt x="5550" y="107469"/>
                  </a:lnTo>
                  <a:lnTo>
                    <a:pt x="4274" y="112624"/>
                  </a:lnTo>
                  <a:lnTo>
                    <a:pt x="3163" y="117817"/>
                  </a:lnTo>
                  <a:lnTo>
                    <a:pt x="2217" y="123043"/>
                  </a:lnTo>
                  <a:lnTo>
                    <a:pt x="1438" y="128296"/>
                  </a:lnTo>
                  <a:lnTo>
                    <a:pt x="826" y="133572"/>
                  </a:lnTo>
                  <a:lnTo>
                    <a:pt x="382" y="138864"/>
                  </a:lnTo>
                  <a:lnTo>
                    <a:pt x="107" y="144167"/>
                  </a:lnTo>
                  <a:lnTo>
                    <a:pt x="0" y="149477"/>
                  </a:lnTo>
                  <a:lnTo>
                    <a:pt x="61" y="154787"/>
                  </a:lnTo>
                  <a:lnTo>
                    <a:pt x="291" y="160093"/>
                  </a:lnTo>
                  <a:lnTo>
                    <a:pt x="690" y="165389"/>
                  </a:lnTo>
                  <a:lnTo>
                    <a:pt x="1257" y="170669"/>
                  </a:lnTo>
                  <a:lnTo>
                    <a:pt x="1991" y="175929"/>
                  </a:lnTo>
                  <a:lnTo>
                    <a:pt x="2892" y="181163"/>
                  </a:lnTo>
                  <a:lnTo>
                    <a:pt x="3959" y="186365"/>
                  </a:lnTo>
                  <a:lnTo>
                    <a:pt x="5190" y="191531"/>
                  </a:lnTo>
                  <a:lnTo>
                    <a:pt x="6585" y="196655"/>
                  </a:lnTo>
                  <a:lnTo>
                    <a:pt x="8142" y="201733"/>
                  </a:lnTo>
                  <a:lnTo>
                    <a:pt x="9859" y="206758"/>
                  </a:lnTo>
                  <a:lnTo>
                    <a:pt x="11736" y="211726"/>
                  </a:lnTo>
                  <a:lnTo>
                    <a:pt x="13769" y="216633"/>
                  </a:lnTo>
                  <a:lnTo>
                    <a:pt x="15957" y="221472"/>
                  </a:lnTo>
                  <a:lnTo>
                    <a:pt x="18297" y="226239"/>
                  </a:lnTo>
                  <a:lnTo>
                    <a:pt x="20788" y="230929"/>
                  </a:lnTo>
                  <a:lnTo>
                    <a:pt x="23426" y="235538"/>
                  </a:lnTo>
                  <a:lnTo>
                    <a:pt x="26210" y="240061"/>
                  </a:lnTo>
                  <a:lnTo>
                    <a:pt x="29136" y="244493"/>
                  </a:lnTo>
                  <a:lnTo>
                    <a:pt x="32201" y="248830"/>
                  </a:lnTo>
                  <a:lnTo>
                    <a:pt x="35402" y="253067"/>
                  </a:lnTo>
                  <a:lnTo>
                    <a:pt x="38736" y="257201"/>
                  </a:lnTo>
                  <a:lnTo>
                    <a:pt x="42200" y="261227"/>
                  </a:lnTo>
                  <a:lnTo>
                    <a:pt x="45790" y="265140"/>
                  </a:lnTo>
                  <a:lnTo>
                    <a:pt x="49503" y="268937"/>
                  </a:lnTo>
                  <a:lnTo>
                    <a:pt x="53334" y="272615"/>
                  </a:lnTo>
                  <a:lnTo>
                    <a:pt x="57281" y="276169"/>
                  </a:lnTo>
                  <a:lnTo>
                    <a:pt x="61338" y="279596"/>
                  </a:lnTo>
                  <a:lnTo>
                    <a:pt x="65502" y="282892"/>
                  </a:lnTo>
                  <a:lnTo>
                    <a:pt x="69768" y="286055"/>
                  </a:lnTo>
                  <a:lnTo>
                    <a:pt x="74133" y="289080"/>
                  </a:lnTo>
                  <a:lnTo>
                    <a:pt x="78592" y="291965"/>
                  </a:lnTo>
                  <a:lnTo>
                    <a:pt x="83140" y="294707"/>
                  </a:lnTo>
                  <a:lnTo>
                    <a:pt x="87773" y="297303"/>
                  </a:lnTo>
                  <a:lnTo>
                    <a:pt x="92486" y="299751"/>
                  </a:lnTo>
                  <a:lnTo>
                    <a:pt x="97274" y="302048"/>
                  </a:lnTo>
                  <a:lnTo>
                    <a:pt x="102133" y="304191"/>
                  </a:lnTo>
                  <a:lnTo>
                    <a:pt x="107058" y="306179"/>
                  </a:lnTo>
                  <a:lnTo>
                    <a:pt x="112043" y="308010"/>
                  </a:lnTo>
                  <a:lnTo>
                    <a:pt x="117084" y="309681"/>
                  </a:lnTo>
                  <a:lnTo>
                    <a:pt x="122175" y="311191"/>
                  </a:lnTo>
                  <a:lnTo>
                    <a:pt x="127312" y="312539"/>
                  </a:lnTo>
                  <a:lnTo>
                    <a:pt x="132489" y="313723"/>
                  </a:lnTo>
                  <a:lnTo>
                    <a:pt x="137701" y="314742"/>
                  </a:lnTo>
                  <a:lnTo>
                    <a:pt x="142943" y="315595"/>
                  </a:lnTo>
                  <a:lnTo>
                    <a:pt x="148209" y="316281"/>
                  </a:lnTo>
                  <a:lnTo>
                    <a:pt x="153495" y="316799"/>
                  </a:lnTo>
                  <a:lnTo>
                    <a:pt x="158794" y="317150"/>
                  </a:lnTo>
                  <a:lnTo>
                    <a:pt x="164102" y="317331"/>
                  </a:lnTo>
                  <a:lnTo>
                    <a:pt x="169412" y="317344"/>
                  </a:lnTo>
                  <a:lnTo>
                    <a:pt x="174721" y="317188"/>
                  </a:lnTo>
                  <a:lnTo>
                    <a:pt x="180022" y="316864"/>
                  </a:lnTo>
                  <a:lnTo>
                    <a:pt x="185309" y="316372"/>
                  </a:lnTo>
                  <a:lnTo>
                    <a:pt x="190579" y="315712"/>
                  </a:lnTo>
                  <a:lnTo>
                    <a:pt x="195825" y="314884"/>
                  </a:lnTo>
                  <a:lnTo>
                    <a:pt x="201042" y="313891"/>
                  </a:lnTo>
                  <a:lnTo>
                    <a:pt x="206225" y="312732"/>
                  </a:lnTo>
                  <a:lnTo>
                    <a:pt x="211368" y="311409"/>
                  </a:lnTo>
                  <a:lnTo>
                    <a:pt x="216467" y="309924"/>
                  </a:lnTo>
                  <a:lnTo>
                    <a:pt x="221516" y="308277"/>
                  </a:lnTo>
                  <a:lnTo>
                    <a:pt x="226510" y="306471"/>
                  </a:lnTo>
                  <a:lnTo>
                    <a:pt x="231444" y="304507"/>
                  </a:lnTo>
                  <a:lnTo>
                    <a:pt x="236314" y="302387"/>
                  </a:lnTo>
                  <a:lnTo>
                    <a:pt x="241113" y="300114"/>
                  </a:lnTo>
                  <a:lnTo>
                    <a:pt x="245838" y="297690"/>
                  </a:lnTo>
                  <a:lnTo>
                    <a:pt x="250484" y="295116"/>
                  </a:lnTo>
                  <a:lnTo>
                    <a:pt x="255045" y="292396"/>
                  </a:lnTo>
                  <a:lnTo>
                    <a:pt x="167165" y="1501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728472" y="2126963"/>
              <a:ext cx="167165" cy="309371"/>
            </a:xfrm>
            <a:custGeom>
              <a:avLst/>
              <a:pathLst>
                <a:path w="167165" h="309371">
                  <a:moveTo>
                    <a:pt x="87879" y="309371"/>
                  </a:moveTo>
                  <a:lnTo>
                    <a:pt x="92377" y="306491"/>
                  </a:lnTo>
                  <a:lnTo>
                    <a:pt x="96781" y="303469"/>
                  </a:lnTo>
                  <a:lnTo>
                    <a:pt x="101086" y="300308"/>
                  </a:lnTo>
                  <a:lnTo>
                    <a:pt x="105287" y="297011"/>
                  </a:lnTo>
                  <a:lnTo>
                    <a:pt x="109382" y="293581"/>
                  </a:lnTo>
                  <a:lnTo>
                    <a:pt x="113364" y="290022"/>
                  </a:lnTo>
                  <a:lnTo>
                    <a:pt x="117231" y="286338"/>
                  </a:lnTo>
                  <a:lnTo>
                    <a:pt x="120978" y="282532"/>
                  </a:lnTo>
                  <a:lnTo>
                    <a:pt x="124602" y="278608"/>
                  </a:lnTo>
                  <a:lnTo>
                    <a:pt x="128099" y="274571"/>
                  </a:lnTo>
                  <a:lnTo>
                    <a:pt x="131464" y="270424"/>
                  </a:lnTo>
                  <a:lnTo>
                    <a:pt x="134696" y="266171"/>
                  </a:lnTo>
                  <a:lnTo>
                    <a:pt x="137790" y="261818"/>
                  </a:lnTo>
                  <a:lnTo>
                    <a:pt x="140743" y="257368"/>
                  </a:lnTo>
                  <a:lnTo>
                    <a:pt x="143553" y="252825"/>
                  </a:lnTo>
                  <a:lnTo>
                    <a:pt x="146216" y="248196"/>
                  </a:lnTo>
                  <a:lnTo>
                    <a:pt x="148730" y="243483"/>
                  </a:lnTo>
                  <a:lnTo>
                    <a:pt x="151092" y="238693"/>
                  </a:lnTo>
                  <a:lnTo>
                    <a:pt x="153300" y="233830"/>
                  </a:lnTo>
                  <a:lnTo>
                    <a:pt x="155351" y="228898"/>
                  </a:lnTo>
                  <a:lnTo>
                    <a:pt x="157244" y="223904"/>
                  </a:lnTo>
                  <a:lnTo>
                    <a:pt x="158976" y="218852"/>
                  </a:lnTo>
                  <a:lnTo>
                    <a:pt x="160546" y="213747"/>
                  </a:lnTo>
                  <a:lnTo>
                    <a:pt x="161952" y="208594"/>
                  </a:lnTo>
                  <a:lnTo>
                    <a:pt x="163193" y="203399"/>
                  </a:lnTo>
                  <a:lnTo>
                    <a:pt x="164267" y="198168"/>
                  </a:lnTo>
                  <a:lnTo>
                    <a:pt x="165174" y="192904"/>
                  </a:lnTo>
                  <a:lnTo>
                    <a:pt x="165912" y="187614"/>
                  </a:lnTo>
                  <a:lnTo>
                    <a:pt x="166480" y="182304"/>
                  </a:lnTo>
                  <a:lnTo>
                    <a:pt x="166879" y="176977"/>
                  </a:lnTo>
                  <a:lnTo>
                    <a:pt x="167107" y="171641"/>
                  </a:lnTo>
                  <a:lnTo>
                    <a:pt x="167165" y="166301"/>
                  </a:lnTo>
                  <a:lnTo>
                    <a:pt x="167052" y="160961"/>
                  </a:lnTo>
                  <a:lnTo>
                    <a:pt x="166768" y="155627"/>
                  </a:lnTo>
                  <a:lnTo>
                    <a:pt x="166314" y="150306"/>
                  </a:lnTo>
                  <a:lnTo>
                    <a:pt x="165691" y="145001"/>
                  </a:lnTo>
                  <a:lnTo>
                    <a:pt x="164898" y="139719"/>
                  </a:lnTo>
                  <a:lnTo>
                    <a:pt x="163937" y="134466"/>
                  </a:lnTo>
                  <a:lnTo>
                    <a:pt x="162809" y="129245"/>
                  </a:lnTo>
                  <a:lnTo>
                    <a:pt x="161514" y="124063"/>
                  </a:lnTo>
                  <a:lnTo>
                    <a:pt x="160055" y="118926"/>
                  </a:lnTo>
                  <a:lnTo>
                    <a:pt x="158432" y="113837"/>
                  </a:lnTo>
                  <a:lnTo>
                    <a:pt x="156648" y="108803"/>
                  </a:lnTo>
                  <a:lnTo>
                    <a:pt x="154703" y="103829"/>
                  </a:lnTo>
                  <a:lnTo>
                    <a:pt x="152601" y="98919"/>
                  </a:lnTo>
                  <a:lnTo>
                    <a:pt x="150343" y="94079"/>
                  </a:lnTo>
                  <a:lnTo>
                    <a:pt x="147931" y="89313"/>
                  </a:lnTo>
                  <a:lnTo>
                    <a:pt x="145368" y="84627"/>
                  </a:lnTo>
                  <a:lnTo>
                    <a:pt x="142657" y="80025"/>
                  </a:lnTo>
                  <a:lnTo>
                    <a:pt x="139801" y="75512"/>
                  </a:lnTo>
                  <a:lnTo>
                    <a:pt x="136801" y="71093"/>
                  </a:lnTo>
                  <a:lnTo>
                    <a:pt x="133662" y="66772"/>
                  </a:lnTo>
                  <a:lnTo>
                    <a:pt x="130387" y="62553"/>
                  </a:lnTo>
                  <a:lnTo>
                    <a:pt x="126979" y="58441"/>
                  </a:lnTo>
                  <a:lnTo>
                    <a:pt x="123440" y="54440"/>
                  </a:lnTo>
                  <a:lnTo>
                    <a:pt x="119776" y="50554"/>
                  </a:lnTo>
                  <a:lnTo>
                    <a:pt x="115990" y="46788"/>
                  </a:lnTo>
                  <a:lnTo>
                    <a:pt x="112085" y="43144"/>
                  </a:lnTo>
                  <a:lnTo>
                    <a:pt x="108066" y="39626"/>
                  </a:lnTo>
                  <a:lnTo>
                    <a:pt x="103936" y="36239"/>
                  </a:lnTo>
                  <a:lnTo>
                    <a:pt x="99701" y="32986"/>
                  </a:lnTo>
                  <a:lnTo>
                    <a:pt x="95363" y="29869"/>
                  </a:lnTo>
                  <a:lnTo>
                    <a:pt x="90928" y="26893"/>
                  </a:lnTo>
                  <a:lnTo>
                    <a:pt x="86401" y="24059"/>
                  </a:lnTo>
                  <a:lnTo>
                    <a:pt x="81785" y="21372"/>
                  </a:lnTo>
                  <a:lnTo>
                    <a:pt x="77086" y="18834"/>
                  </a:lnTo>
                  <a:lnTo>
                    <a:pt x="72308" y="16447"/>
                  </a:lnTo>
                  <a:lnTo>
                    <a:pt x="67456" y="14214"/>
                  </a:lnTo>
                  <a:lnTo>
                    <a:pt x="62535" y="12137"/>
                  </a:lnTo>
                  <a:lnTo>
                    <a:pt x="57551" y="10219"/>
                  </a:lnTo>
                  <a:lnTo>
                    <a:pt x="52508" y="8460"/>
                  </a:lnTo>
                  <a:lnTo>
                    <a:pt x="47411" y="6864"/>
                  </a:lnTo>
                  <a:lnTo>
                    <a:pt x="42265" y="5431"/>
                  </a:lnTo>
                  <a:lnTo>
                    <a:pt x="37077" y="4163"/>
                  </a:lnTo>
                  <a:lnTo>
                    <a:pt x="31851" y="3062"/>
                  </a:lnTo>
                  <a:lnTo>
                    <a:pt x="26592" y="2128"/>
                  </a:lnTo>
                  <a:lnTo>
                    <a:pt x="21306" y="1363"/>
                  </a:lnTo>
                  <a:lnTo>
                    <a:pt x="15999" y="767"/>
                  </a:lnTo>
                  <a:lnTo>
                    <a:pt x="10675" y="341"/>
                  </a:lnTo>
                  <a:lnTo>
                    <a:pt x="534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379623" y="1681503"/>
              <a:ext cx="43611" cy="167167"/>
            </a:xfrm>
            <a:custGeom>
              <a:avLst/>
              <a:pathLst>
                <a:path w="43611" h="167167">
                  <a:moveTo>
                    <a:pt x="43611" y="0"/>
                  </a:moveTo>
                  <a:lnTo>
                    <a:pt x="37309" y="118"/>
                  </a:lnTo>
                  <a:lnTo>
                    <a:pt x="31017" y="475"/>
                  </a:lnTo>
                  <a:lnTo>
                    <a:pt x="24742" y="1068"/>
                  </a:lnTo>
                  <a:lnTo>
                    <a:pt x="18494" y="1897"/>
                  </a:lnTo>
                  <a:lnTo>
                    <a:pt x="12282" y="2961"/>
                  </a:lnTo>
                  <a:lnTo>
                    <a:pt x="6114" y="4259"/>
                  </a:lnTo>
                  <a:lnTo>
                    <a:pt x="0" y="5788"/>
                  </a:lnTo>
                  <a:lnTo>
                    <a:pt x="4361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9623" y="1687292"/>
              <a:ext cx="43611" cy="161378"/>
            </a:xfrm>
            <a:custGeom>
              <a:avLst/>
              <a:pathLst>
                <a:path w="43611" h="161378">
                  <a:moveTo>
                    <a:pt x="0" y="0"/>
                  </a:moveTo>
                  <a:lnTo>
                    <a:pt x="43611" y="1613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256074" y="1687292"/>
              <a:ext cx="334311" cy="328545"/>
            </a:xfrm>
            <a:custGeom>
              <a:avLst/>
              <a:pathLst>
                <a:path w="334311" h="328545">
                  <a:moveTo>
                    <a:pt x="123548" y="0"/>
                  </a:moveTo>
                  <a:lnTo>
                    <a:pt x="118464" y="1460"/>
                  </a:lnTo>
                  <a:lnTo>
                    <a:pt x="113428" y="3081"/>
                  </a:lnTo>
                  <a:lnTo>
                    <a:pt x="108446" y="4861"/>
                  </a:lnTo>
                  <a:lnTo>
                    <a:pt x="103523" y="6797"/>
                  </a:lnTo>
                  <a:lnTo>
                    <a:pt x="98663" y="8888"/>
                  </a:lnTo>
                  <a:lnTo>
                    <a:pt x="93872" y="11132"/>
                  </a:lnTo>
                  <a:lnTo>
                    <a:pt x="89155" y="13526"/>
                  </a:lnTo>
                  <a:lnTo>
                    <a:pt x="84515" y="16068"/>
                  </a:lnTo>
                  <a:lnTo>
                    <a:pt x="79959" y="18756"/>
                  </a:lnTo>
                  <a:lnTo>
                    <a:pt x="75489" y="21587"/>
                  </a:lnTo>
                  <a:lnTo>
                    <a:pt x="71112" y="24558"/>
                  </a:lnTo>
                  <a:lnTo>
                    <a:pt x="66831" y="27665"/>
                  </a:lnTo>
                  <a:lnTo>
                    <a:pt x="62650" y="30907"/>
                  </a:lnTo>
                  <a:lnTo>
                    <a:pt x="58574" y="34279"/>
                  </a:lnTo>
                  <a:lnTo>
                    <a:pt x="54606" y="37779"/>
                  </a:lnTo>
                  <a:lnTo>
                    <a:pt x="50752" y="41402"/>
                  </a:lnTo>
                  <a:lnTo>
                    <a:pt x="47014" y="45146"/>
                  </a:lnTo>
                  <a:lnTo>
                    <a:pt x="43396" y="49006"/>
                  </a:lnTo>
                  <a:lnTo>
                    <a:pt x="39902" y="52978"/>
                  </a:lnTo>
                  <a:lnTo>
                    <a:pt x="36536" y="57060"/>
                  </a:lnTo>
                  <a:lnTo>
                    <a:pt x="33300" y="61245"/>
                  </a:lnTo>
                  <a:lnTo>
                    <a:pt x="30199" y="65531"/>
                  </a:lnTo>
                  <a:lnTo>
                    <a:pt x="27235" y="69913"/>
                  </a:lnTo>
                  <a:lnTo>
                    <a:pt x="24410" y="74386"/>
                  </a:lnTo>
                  <a:lnTo>
                    <a:pt x="21729" y="78947"/>
                  </a:lnTo>
                  <a:lnTo>
                    <a:pt x="19194" y="83590"/>
                  </a:lnTo>
                  <a:lnTo>
                    <a:pt x="16806" y="88311"/>
                  </a:lnTo>
                  <a:lnTo>
                    <a:pt x="14570" y="93105"/>
                  </a:lnTo>
                  <a:lnTo>
                    <a:pt x="12486" y="97968"/>
                  </a:lnTo>
                  <a:lnTo>
                    <a:pt x="10557" y="102894"/>
                  </a:lnTo>
                  <a:lnTo>
                    <a:pt x="8784" y="107878"/>
                  </a:lnTo>
                  <a:lnTo>
                    <a:pt x="7171" y="112917"/>
                  </a:lnTo>
                  <a:lnTo>
                    <a:pt x="5717" y="118003"/>
                  </a:lnTo>
                  <a:lnTo>
                    <a:pt x="4426" y="123134"/>
                  </a:lnTo>
                  <a:lnTo>
                    <a:pt x="3297" y="128302"/>
                  </a:lnTo>
                  <a:lnTo>
                    <a:pt x="2333" y="133504"/>
                  </a:lnTo>
                  <a:lnTo>
                    <a:pt x="1533" y="138733"/>
                  </a:lnTo>
                  <a:lnTo>
                    <a:pt x="900" y="143985"/>
                  </a:lnTo>
                  <a:lnTo>
                    <a:pt x="432" y="149255"/>
                  </a:lnTo>
                  <a:lnTo>
                    <a:pt x="132" y="154537"/>
                  </a:lnTo>
                  <a:lnTo>
                    <a:pt x="0" y="159826"/>
                  </a:lnTo>
                  <a:lnTo>
                    <a:pt x="34" y="165116"/>
                  </a:lnTo>
                  <a:lnTo>
                    <a:pt x="236" y="170402"/>
                  </a:lnTo>
                  <a:lnTo>
                    <a:pt x="605" y="175680"/>
                  </a:lnTo>
                  <a:lnTo>
                    <a:pt x="1141" y="180943"/>
                  </a:lnTo>
                  <a:lnTo>
                    <a:pt x="1843" y="186186"/>
                  </a:lnTo>
                  <a:lnTo>
                    <a:pt x="2711" y="191405"/>
                  </a:lnTo>
                  <a:lnTo>
                    <a:pt x="3744" y="196593"/>
                  </a:lnTo>
                  <a:lnTo>
                    <a:pt x="4940" y="201747"/>
                  </a:lnTo>
                  <a:lnTo>
                    <a:pt x="6298" y="206860"/>
                  </a:lnTo>
                  <a:lnTo>
                    <a:pt x="7818" y="211927"/>
                  </a:lnTo>
                  <a:lnTo>
                    <a:pt x="9497" y="216944"/>
                  </a:lnTo>
                  <a:lnTo>
                    <a:pt x="11335" y="221905"/>
                  </a:lnTo>
                  <a:lnTo>
                    <a:pt x="13328" y="226805"/>
                  </a:lnTo>
                  <a:lnTo>
                    <a:pt x="15475" y="231640"/>
                  </a:lnTo>
                  <a:lnTo>
                    <a:pt x="17774" y="236405"/>
                  </a:lnTo>
                  <a:lnTo>
                    <a:pt x="20223" y="241094"/>
                  </a:lnTo>
                  <a:lnTo>
                    <a:pt x="22819" y="245704"/>
                  </a:lnTo>
                  <a:lnTo>
                    <a:pt x="25560" y="250229"/>
                  </a:lnTo>
                  <a:lnTo>
                    <a:pt x="28442" y="254665"/>
                  </a:lnTo>
                  <a:lnTo>
                    <a:pt x="31464" y="259007"/>
                  </a:lnTo>
                  <a:lnTo>
                    <a:pt x="34621" y="263252"/>
                  </a:lnTo>
                  <a:lnTo>
                    <a:pt x="37911" y="267395"/>
                  </a:lnTo>
                  <a:lnTo>
                    <a:pt x="41330" y="271432"/>
                  </a:lnTo>
                  <a:lnTo>
                    <a:pt x="44876" y="275358"/>
                  </a:lnTo>
                  <a:lnTo>
                    <a:pt x="48544" y="279171"/>
                  </a:lnTo>
                  <a:lnTo>
                    <a:pt x="52330" y="282865"/>
                  </a:lnTo>
                  <a:lnTo>
                    <a:pt x="56232" y="286438"/>
                  </a:lnTo>
                  <a:lnTo>
                    <a:pt x="60245" y="289885"/>
                  </a:lnTo>
                  <a:lnTo>
                    <a:pt x="64365" y="293204"/>
                  </a:lnTo>
                  <a:lnTo>
                    <a:pt x="68587" y="296391"/>
                  </a:lnTo>
                  <a:lnTo>
                    <a:pt x="72909" y="299442"/>
                  </a:lnTo>
                  <a:lnTo>
                    <a:pt x="77325" y="302355"/>
                  </a:lnTo>
                  <a:lnTo>
                    <a:pt x="81831" y="305128"/>
                  </a:lnTo>
                  <a:lnTo>
                    <a:pt x="86422" y="307756"/>
                  </a:lnTo>
                  <a:lnTo>
                    <a:pt x="91094" y="310237"/>
                  </a:lnTo>
                  <a:lnTo>
                    <a:pt x="95843" y="312569"/>
                  </a:lnTo>
                  <a:lnTo>
                    <a:pt x="100663" y="314750"/>
                  </a:lnTo>
                  <a:lnTo>
                    <a:pt x="105549" y="316778"/>
                  </a:lnTo>
                  <a:lnTo>
                    <a:pt x="110497" y="318649"/>
                  </a:lnTo>
                  <a:lnTo>
                    <a:pt x="115502" y="320364"/>
                  </a:lnTo>
                  <a:lnTo>
                    <a:pt x="120559" y="321919"/>
                  </a:lnTo>
                  <a:lnTo>
                    <a:pt x="125662" y="323313"/>
                  </a:lnTo>
                  <a:lnTo>
                    <a:pt x="130807" y="324545"/>
                  </a:lnTo>
                  <a:lnTo>
                    <a:pt x="135988" y="325613"/>
                  </a:lnTo>
                  <a:lnTo>
                    <a:pt x="141201" y="326518"/>
                  </a:lnTo>
                  <a:lnTo>
                    <a:pt x="146439" y="327256"/>
                  </a:lnTo>
                  <a:lnTo>
                    <a:pt x="151698" y="327829"/>
                  </a:lnTo>
                  <a:lnTo>
                    <a:pt x="156973" y="328235"/>
                  </a:lnTo>
                  <a:lnTo>
                    <a:pt x="162258" y="328474"/>
                  </a:lnTo>
                  <a:lnTo>
                    <a:pt x="167548" y="328545"/>
                  </a:lnTo>
                  <a:lnTo>
                    <a:pt x="172837" y="328449"/>
                  </a:lnTo>
                  <a:lnTo>
                    <a:pt x="178121" y="328186"/>
                  </a:lnTo>
                  <a:lnTo>
                    <a:pt x="183394" y="327755"/>
                  </a:lnTo>
                  <a:lnTo>
                    <a:pt x="188650" y="327158"/>
                  </a:lnTo>
                  <a:lnTo>
                    <a:pt x="193885" y="326395"/>
                  </a:lnTo>
                  <a:lnTo>
                    <a:pt x="199094" y="325467"/>
                  </a:lnTo>
                  <a:lnTo>
                    <a:pt x="204270" y="324374"/>
                  </a:lnTo>
                  <a:lnTo>
                    <a:pt x="209409" y="323118"/>
                  </a:lnTo>
                  <a:lnTo>
                    <a:pt x="214506" y="321701"/>
                  </a:lnTo>
                  <a:lnTo>
                    <a:pt x="219555" y="320122"/>
                  </a:lnTo>
                  <a:lnTo>
                    <a:pt x="224552" y="318385"/>
                  </a:lnTo>
                  <a:lnTo>
                    <a:pt x="229491" y="316490"/>
                  </a:lnTo>
                  <a:lnTo>
                    <a:pt x="234368" y="314440"/>
                  </a:lnTo>
                  <a:lnTo>
                    <a:pt x="239178" y="312237"/>
                  </a:lnTo>
                  <a:lnTo>
                    <a:pt x="243915" y="309882"/>
                  </a:lnTo>
                  <a:lnTo>
                    <a:pt x="248576" y="307379"/>
                  </a:lnTo>
                  <a:lnTo>
                    <a:pt x="253155" y="304730"/>
                  </a:lnTo>
                  <a:lnTo>
                    <a:pt x="257648" y="301937"/>
                  </a:lnTo>
                  <a:lnTo>
                    <a:pt x="262051" y="299003"/>
                  </a:lnTo>
                  <a:lnTo>
                    <a:pt x="266358" y="295932"/>
                  </a:lnTo>
                  <a:lnTo>
                    <a:pt x="270566" y="292725"/>
                  </a:lnTo>
                  <a:lnTo>
                    <a:pt x="274670" y="289387"/>
                  </a:lnTo>
                  <a:lnTo>
                    <a:pt x="278667" y="285921"/>
                  </a:lnTo>
                  <a:lnTo>
                    <a:pt x="282552" y="282331"/>
                  </a:lnTo>
                  <a:lnTo>
                    <a:pt x="286322" y="278619"/>
                  </a:lnTo>
                  <a:lnTo>
                    <a:pt x="289972" y="274789"/>
                  </a:lnTo>
                  <a:lnTo>
                    <a:pt x="293499" y="270847"/>
                  </a:lnTo>
                  <a:lnTo>
                    <a:pt x="296900" y="266794"/>
                  </a:lnTo>
                  <a:lnTo>
                    <a:pt x="300170" y="262636"/>
                  </a:lnTo>
                  <a:lnTo>
                    <a:pt x="303308" y="258376"/>
                  </a:lnTo>
                  <a:lnTo>
                    <a:pt x="306309" y="254020"/>
                  </a:lnTo>
                  <a:lnTo>
                    <a:pt x="309171" y="249570"/>
                  </a:lnTo>
                  <a:lnTo>
                    <a:pt x="311890" y="245032"/>
                  </a:lnTo>
                  <a:lnTo>
                    <a:pt x="314465" y="240411"/>
                  </a:lnTo>
                  <a:lnTo>
                    <a:pt x="316892" y="235710"/>
                  </a:lnTo>
                  <a:lnTo>
                    <a:pt x="319169" y="230935"/>
                  </a:lnTo>
                  <a:lnTo>
                    <a:pt x="321294" y="226090"/>
                  </a:lnTo>
                  <a:lnTo>
                    <a:pt x="323264" y="221181"/>
                  </a:lnTo>
                  <a:lnTo>
                    <a:pt x="325078" y="216211"/>
                  </a:lnTo>
                  <a:lnTo>
                    <a:pt x="326734" y="211187"/>
                  </a:lnTo>
                  <a:lnTo>
                    <a:pt x="328231" y="206112"/>
                  </a:lnTo>
                  <a:lnTo>
                    <a:pt x="329565" y="200993"/>
                  </a:lnTo>
                  <a:lnTo>
                    <a:pt x="330738" y="195834"/>
                  </a:lnTo>
                  <a:lnTo>
                    <a:pt x="331746" y="190641"/>
                  </a:lnTo>
                  <a:lnTo>
                    <a:pt x="332590" y="185418"/>
                  </a:lnTo>
                  <a:lnTo>
                    <a:pt x="333267" y="180172"/>
                  </a:lnTo>
                  <a:lnTo>
                    <a:pt x="333779" y="174906"/>
                  </a:lnTo>
                  <a:lnTo>
                    <a:pt x="334124" y="169627"/>
                  </a:lnTo>
                  <a:lnTo>
                    <a:pt x="334301" y="164340"/>
                  </a:lnTo>
                  <a:lnTo>
                    <a:pt x="334311" y="159049"/>
                  </a:lnTo>
                  <a:lnTo>
                    <a:pt x="334154" y="153761"/>
                  </a:lnTo>
                  <a:lnTo>
                    <a:pt x="333829" y="148481"/>
                  </a:lnTo>
                  <a:lnTo>
                    <a:pt x="333337" y="143214"/>
                  </a:lnTo>
                  <a:lnTo>
                    <a:pt x="332679" y="137964"/>
                  </a:lnTo>
                  <a:lnTo>
                    <a:pt x="331856" y="132739"/>
                  </a:lnTo>
                  <a:lnTo>
                    <a:pt x="330867" y="127542"/>
                  </a:lnTo>
                  <a:lnTo>
                    <a:pt x="329714" y="122378"/>
                  </a:lnTo>
                  <a:lnTo>
                    <a:pt x="328399" y="117254"/>
                  </a:lnTo>
                  <a:lnTo>
                    <a:pt x="326922" y="112174"/>
                  </a:lnTo>
                  <a:lnTo>
                    <a:pt x="325285" y="107144"/>
                  </a:lnTo>
                  <a:lnTo>
                    <a:pt x="323490" y="102167"/>
                  </a:lnTo>
                  <a:lnTo>
                    <a:pt x="321538" y="97250"/>
                  </a:lnTo>
                  <a:lnTo>
                    <a:pt x="319431" y="92397"/>
                  </a:lnTo>
                  <a:lnTo>
                    <a:pt x="317172" y="87613"/>
                  </a:lnTo>
                  <a:lnTo>
                    <a:pt x="314763" y="82904"/>
                  </a:lnTo>
                  <a:lnTo>
                    <a:pt x="312206" y="78272"/>
                  </a:lnTo>
                  <a:lnTo>
                    <a:pt x="309504" y="73724"/>
                  </a:lnTo>
                  <a:lnTo>
                    <a:pt x="306659" y="69264"/>
                  </a:lnTo>
                  <a:lnTo>
                    <a:pt x="303674" y="64896"/>
                  </a:lnTo>
                  <a:lnTo>
                    <a:pt x="300553" y="60625"/>
                  </a:lnTo>
                  <a:lnTo>
                    <a:pt x="297298" y="56454"/>
                  </a:lnTo>
                  <a:lnTo>
                    <a:pt x="293913" y="52389"/>
                  </a:lnTo>
                  <a:lnTo>
                    <a:pt x="290400" y="48432"/>
                  </a:lnTo>
                  <a:lnTo>
                    <a:pt x="286765" y="44589"/>
                  </a:lnTo>
                  <a:lnTo>
                    <a:pt x="283009" y="40863"/>
                  </a:lnTo>
                  <a:lnTo>
                    <a:pt x="279138" y="37258"/>
                  </a:lnTo>
                  <a:lnTo>
                    <a:pt x="275154" y="33777"/>
                  </a:lnTo>
                  <a:lnTo>
                    <a:pt x="271063" y="30423"/>
                  </a:lnTo>
                  <a:lnTo>
                    <a:pt x="266867" y="27201"/>
                  </a:lnTo>
                  <a:lnTo>
                    <a:pt x="262571" y="24113"/>
                  </a:lnTo>
                  <a:lnTo>
                    <a:pt x="258180" y="21163"/>
                  </a:lnTo>
                  <a:lnTo>
                    <a:pt x="253698" y="18353"/>
                  </a:lnTo>
                  <a:lnTo>
                    <a:pt x="249129" y="15686"/>
                  </a:lnTo>
                  <a:lnTo>
                    <a:pt x="244477" y="13165"/>
                  </a:lnTo>
                  <a:lnTo>
                    <a:pt x="239749" y="10793"/>
                  </a:lnTo>
                  <a:lnTo>
                    <a:pt x="234948" y="8572"/>
                  </a:lnTo>
                  <a:lnTo>
                    <a:pt x="230078" y="6503"/>
                  </a:lnTo>
                  <a:lnTo>
                    <a:pt x="225146" y="4590"/>
                  </a:lnTo>
                  <a:lnTo>
                    <a:pt x="220156" y="2833"/>
                  </a:lnTo>
                  <a:lnTo>
                    <a:pt x="167160" y="1613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423235" y="1681503"/>
              <a:ext cx="52996" cy="167167"/>
            </a:xfrm>
            <a:custGeom>
              <a:avLst/>
              <a:pathLst>
                <a:path w="52996" h="167167">
                  <a:moveTo>
                    <a:pt x="52996" y="8622"/>
                  </a:moveTo>
                  <a:lnTo>
                    <a:pt x="47280" y="6825"/>
                  </a:lnTo>
                  <a:lnTo>
                    <a:pt x="41504" y="5234"/>
                  </a:lnTo>
                  <a:lnTo>
                    <a:pt x="35674" y="3850"/>
                  </a:lnTo>
                  <a:lnTo>
                    <a:pt x="29799" y="2677"/>
                  </a:lnTo>
                  <a:lnTo>
                    <a:pt x="23885" y="1715"/>
                  </a:lnTo>
                  <a:lnTo>
                    <a:pt x="17940" y="965"/>
                  </a:lnTo>
                  <a:lnTo>
                    <a:pt x="11973" y="429"/>
                  </a:lnTo>
                  <a:lnTo>
                    <a:pt x="5990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853880" y="1322571"/>
              <a:ext cx="334325" cy="334324"/>
            </a:xfrm>
            <a:custGeom>
              <a:avLst/>
              <a:pathLst>
                <a:path w="334325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3" y="334"/>
                  </a:lnTo>
                  <a:lnTo>
                    <a:pt x="151323" y="751"/>
                  </a:lnTo>
                  <a:lnTo>
                    <a:pt x="146070" y="1335"/>
                  </a:lnTo>
                  <a:lnTo>
                    <a:pt x="140837" y="2085"/>
                  </a:lnTo>
                  <a:lnTo>
                    <a:pt x="135631" y="2999"/>
                  </a:lnTo>
                  <a:lnTo>
                    <a:pt x="130456" y="4078"/>
                  </a:lnTo>
                  <a:lnTo>
                    <a:pt x="125318" y="5320"/>
                  </a:lnTo>
                  <a:lnTo>
                    <a:pt x="120222" y="6724"/>
                  </a:lnTo>
                  <a:lnTo>
                    <a:pt x="115173" y="8288"/>
                  </a:lnTo>
                  <a:lnTo>
                    <a:pt x="110175" y="10011"/>
                  </a:lnTo>
                  <a:lnTo>
                    <a:pt x="105235" y="11891"/>
                  </a:lnTo>
                  <a:lnTo>
                    <a:pt x="100357" y="13927"/>
                  </a:lnTo>
                  <a:lnTo>
                    <a:pt x="95545" y="16115"/>
                  </a:lnTo>
                  <a:lnTo>
                    <a:pt x="90805" y="18455"/>
                  </a:lnTo>
                  <a:lnTo>
                    <a:pt x="86142" y="20944"/>
                  </a:lnTo>
                  <a:lnTo>
                    <a:pt x="81559" y="23578"/>
                  </a:lnTo>
                  <a:lnTo>
                    <a:pt x="77062" y="26356"/>
                  </a:lnTo>
                  <a:lnTo>
                    <a:pt x="72655" y="29275"/>
                  </a:lnTo>
                  <a:lnTo>
                    <a:pt x="68342" y="32332"/>
                  </a:lnTo>
                  <a:lnTo>
                    <a:pt x="64129" y="35524"/>
                  </a:lnTo>
                  <a:lnTo>
                    <a:pt x="60018" y="38847"/>
                  </a:lnTo>
                  <a:lnTo>
                    <a:pt x="56015" y="42299"/>
                  </a:lnTo>
                  <a:lnTo>
                    <a:pt x="52122" y="45875"/>
                  </a:lnTo>
                  <a:lnTo>
                    <a:pt x="48345" y="49573"/>
                  </a:lnTo>
                  <a:lnTo>
                    <a:pt x="44686" y="53388"/>
                  </a:lnTo>
                  <a:lnTo>
                    <a:pt x="41150" y="57317"/>
                  </a:lnTo>
                  <a:lnTo>
                    <a:pt x="37740" y="61356"/>
                  </a:lnTo>
                  <a:lnTo>
                    <a:pt x="34459" y="65501"/>
                  </a:lnTo>
                  <a:lnTo>
                    <a:pt x="31311" y="69747"/>
                  </a:lnTo>
                  <a:lnTo>
                    <a:pt x="28299" y="74091"/>
                  </a:lnTo>
                  <a:lnTo>
                    <a:pt x="25426" y="78528"/>
                  </a:lnTo>
                  <a:lnTo>
                    <a:pt x="22694" y="83053"/>
                  </a:lnTo>
                  <a:lnTo>
                    <a:pt x="20107" y="87663"/>
                  </a:lnTo>
                  <a:lnTo>
                    <a:pt x="17667" y="92352"/>
                  </a:lnTo>
                  <a:lnTo>
                    <a:pt x="15376" y="97116"/>
                  </a:lnTo>
                  <a:lnTo>
                    <a:pt x="13237" y="101949"/>
                  </a:lnTo>
                  <a:lnTo>
                    <a:pt x="11252" y="106849"/>
                  </a:lnTo>
                  <a:lnTo>
                    <a:pt x="9423" y="111808"/>
                  </a:lnTo>
                  <a:lnTo>
                    <a:pt x="7752" y="116823"/>
                  </a:lnTo>
                  <a:lnTo>
                    <a:pt x="6240" y="121888"/>
                  </a:lnTo>
                  <a:lnTo>
                    <a:pt x="4888" y="126998"/>
                  </a:lnTo>
                  <a:lnTo>
                    <a:pt x="3700" y="132149"/>
                  </a:lnTo>
                  <a:lnTo>
                    <a:pt x="2674" y="137334"/>
                  </a:lnTo>
                  <a:lnTo>
                    <a:pt x="1813" y="142550"/>
                  </a:lnTo>
                  <a:lnTo>
                    <a:pt x="1117" y="147790"/>
                  </a:lnTo>
                  <a:lnTo>
                    <a:pt x="588" y="153049"/>
                  </a:lnTo>
                  <a:lnTo>
                    <a:pt x="225" y="158323"/>
                  </a:lnTo>
                  <a:lnTo>
                    <a:pt x="29" y="163605"/>
                  </a:lnTo>
                  <a:lnTo>
                    <a:pt x="0" y="168891"/>
                  </a:lnTo>
                  <a:lnTo>
                    <a:pt x="138" y="174175"/>
                  </a:lnTo>
                  <a:lnTo>
                    <a:pt x="443" y="179452"/>
                  </a:lnTo>
                  <a:lnTo>
                    <a:pt x="914" y="184717"/>
                  </a:lnTo>
                  <a:lnTo>
                    <a:pt x="1552" y="189964"/>
                  </a:lnTo>
                  <a:lnTo>
                    <a:pt x="2356" y="195189"/>
                  </a:lnTo>
                  <a:lnTo>
                    <a:pt x="3324" y="200385"/>
                  </a:lnTo>
                  <a:lnTo>
                    <a:pt x="4457" y="205549"/>
                  </a:lnTo>
                  <a:lnTo>
                    <a:pt x="5751" y="210674"/>
                  </a:lnTo>
                  <a:lnTo>
                    <a:pt x="7208" y="215755"/>
                  </a:lnTo>
                  <a:lnTo>
                    <a:pt x="8824" y="220788"/>
                  </a:lnTo>
                  <a:lnTo>
                    <a:pt x="10598" y="225767"/>
                  </a:lnTo>
                  <a:lnTo>
                    <a:pt x="12529" y="230688"/>
                  </a:lnTo>
                  <a:lnTo>
                    <a:pt x="14615" y="235545"/>
                  </a:lnTo>
                  <a:lnTo>
                    <a:pt x="16853" y="240334"/>
                  </a:lnTo>
                  <a:lnTo>
                    <a:pt x="19242" y="245049"/>
                  </a:lnTo>
                  <a:lnTo>
                    <a:pt x="21778" y="249687"/>
                  </a:lnTo>
                  <a:lnTo>
                    <a:pt x="24460" y="254242"/>
                  </a:lnTo>
                  <a:lnTo>
                    <a:pt x="27284" y="258710"/>
                  </a:lnTo>
                  <a:lnTo>
                    <a:pt x="30248" y="263087"/>
                  </a:lnTo>
                  <a:lnTo>
                    <a:pt x="33349" y="267368"/>
                  </a:lnTo>
                  <a:lnTo>
                    <a:pt x="36584" y="271548"/>
                  </a:lnTo>
                  <a:lnTo>
                    <a:pt x="39950" y="275624"/>
                  </a:lnTo>
                  <a:lnTo>
                    <a:pt x="43443" y="279592"/>
                  </a:lnTo>
                  <a:lnTo>
                    <a:pt x="47059" y="283447"/>
                  </a:lnTo>
                  <a:lnTo>
                    <a:pt x="50795" y="287186"/>
                  </a:lnTo>
                  <a:lnTo>
                    <a:pt x="54648" y="290805"/>
                  </a:lnTo>
                  <a:lnTo>
                    <a:pt x="58613" y="294301"/>
                  </a:lnTo>
                  <a:lnTo>
                    <a:pt x="62687" y="297669"/>
                  </a:lnTo>
                  <a:lnTo>
                    <a:pt x="66866" y="300907"/>
                  </a:lnTo>
                  <a:lnTo>
                    <a:pt x="71144" y="304011"/>
                  </a:lnTo>
                  <a:lnTo>
                    <a:pt x="75519" y="306978"/>
                  </a:lnTo>
                  <a:lnTo>
                    <a:pt x="79985" y="309806"/>
                  </a:lnTo>
                  <a:lnTo>
                    <a:pt x="84538" y="312491"/>
                  </a:lnTo>
                  <a:lnTo>
                    <a:pt x="89174" y="315030"/>
                  </a:lnTo>
                  <a:lnTo>
                    <a:pt x="93888" y="317422"/>
                  </a:lnTo>
                  <a:lnTo>
                    <a:pt x="98676" y="319663"/>
                  </a:lnTo>
                  <a:lnTo>
                    <a:pt x="103531" y="321752"/>
                  </a:lnTo>
                  <a:lnTo>
                    <a:pt x="108451" y="323687"/>
                  </a:lnTo>
                  <a:lnTo>
                    <a:pt x="113429" y="325464"/>
                  </a:lnTo>
                  <a:lnTo>
                    <a:pt x="118460" y="327084"/>
                  </a:lnTo>
                  <a:lnTo>
                    <a:pt x="123541" y="328544"/>
                  </a:lnTo>
                  <a:lnTo>
                    <a:pt x="128665" y="329842"/>
                  </a:lnTo>
                  <a:lnTo>
                    <a:pt x="133827" y="330978"/>
                  </a:lnTo>
                  <a:lnTo>
                    <a:pt x="139023" y="331950"/>
                  </a:lnTo>
                  <a:lnTo>
                    <a:pt x="144247" y="332757"/>
                  </a:lnTo>
                  <a:lnTo>
                    <a:pt x="149494" y="333399"/>
                  </a:lnTo>
                  <a:lnTo>
                    <a:pt x="154759" y="333874"/>
                  </a:lnTo>
                  <a:lnTo>
                    <a:pt x="160036" y="334183"/>
                  </a:lnTo>
                  <a:lnTo>
                    <a:pt x="165320" y="334324"/>
                  </a:lnTo>
                  <a:lnTo>
                    <a:pt x="170606" y="334299"/>
                  </a:lnTo>
                  <a:lnTo>
                    <a:pt x="175888" y="334106"/>
                  </a:lnTo>
                  <a:lnTo>
                    <a:pt x="181162" y="333747"/>
                  </a:lnTo>
                  <a:lnTo>
                    <a:pt x="186422" y="333221"/>
                  </a:lnTo>
                  <a:lnTo>
                    <a:pt x="191662" y="332529"/>
                  </a:lnTo>
                  <a:lnTo>
                    <a:pt x="196878" y="331671"/>
                  </a:lnTo>
                  <a:lnTo>
                    <a:pt x="202064" y="330649"/>
                  </a:lnTo>
                  <a:lnTo>
                    <a:pt x="207216" y="329464"/>
                  </a:lnTo>
                  <a:lnTo>
                    <a:pt x="212327" y="328116"/>
                  </a:lnTo>
                  <a:lnTo>
                    <a:pt x="217393" y="326608"/>
                  </a:lnTo>
                  <a:lnTo>
                    <a:pt x="222409" y="324940"/>
                  </a:lnTo>
                  <a:lnTo>
                    <a:pt x="227370" y="323114"/>
                  </a:lnTo>
                  <a:lnTo>
                    <a:pt x="232270" y="321132"/>
                  </a:lnTo>
                  <a:lnTo>
                    <a:pt x="237105" y="318997"/>
                  </a:lnTo>
                  <a:lnTo>
                    <a:pt x="241871" y="316709"/>
                  </a:lnTo>
                  <a:lnTo>
                    <a:pt x="246562" y="314272"/>
                  </a:lnTo>
                  <a:lnTo>
                    <a:pt x="251173" y="311688"/>
                  </a:lnTo>
                  <a:lnTo>
                    <a:pt x="255700" y="308960"/>
                  </a:lnTo>
                  <a:lnTo>
                    <a:pt x="260139" y="306090"/>
                  </a:lnTo>
                  <a:lnTo>
                    <a:pt x="264485" y="303080"/>
                  </a:lnTo>
                  <a:lnTo>
                    <a:pt x="268733" y="299935"/>
                  </a:lnTo>
                  <a:lnTo>
                    <a:pt x="272880" y="296657"/>
                  </a:lnTo>
                  <a:lnTo>
                    <a:pt x="276922" y="293250"/>
                  </a:lnTo>
                  <a:lnTo>
                    <a:pt x="280853" y="289717"/>
                  </a:lnTo>
                  <a:lnTo>
                    <a:pt x="284671" y="286061"/>
                  </a:lnTo>
                  <a:lnTo>
                    <a:pt x="288371" y="282286"/>
                  </a:lnTo>
                  <a:lnTo>
                    <a:pt x="291950" y="278396"/>
                  </a:lnTo>
                  <a:lnTo>
                    <a:pt x="295405" y="274395"/>
                  </a:lnTo>
                  <a:lnTo>
                    <a:pt x="298731" y="270286"/>
                  </a:lnTo>
                  <a:lnTo>
                    <a:pt x="301925" y="266075"/>
                  </a:lnTo>
                  <a:lnTo>
                    <a:pt x="304985" y="261765"/>
                  </a:lnTo>
                  <a:lnTo>
                    <a:pt x="307907" y="257360"/>
                  </a:lnTo>
                  <a:lnTo>
                    <a:pt x="310688" y="252864"/>
                  </a:lnTo>
                  <a:lnTo>
                    <a:pt x="313326" y="248284"/>
                  </a:lnTo>
                  <a:lnTo>
                    <a:pt x="315817" y="243622"/>
                  </a:lnTo>
                  <a:lnTo>
                    <a:pt x="318160" y="238883"/>
                  </a:lnTo>
                  <a:lnTo>
                    <a:pt x="320352" y="234073"/>
                  </a:lnTo>
                  <a:lnTo>
                    <a:pt x="322391" y="229196"/>
                  </a:lnTo>
                  <a:lnTo>
                    <a:pt x="324275" y="224257"/>
                  </a:lnTo>
                  <a:lnTo>
                    <a:pt x="326001" y="219261"/>
                  </a:lnTo>
                  <a:lnTo>
                    <a:pt x="327569" y="214213"/>
                  </a:lnTo>
                  <a:lnTo>
                    <a:pt x="328976" y="209118"/>
                  </a:lnTo>
                  <a:lnTo>
                    <a:pt x="330222" y="203981"/>
                  </a:lnTo>
                  <a:lnTo>
                    <a:pt x="331304" y="198807"/>
                  </a:lnTo>
                  <a:lnTo>
                    <a:pt x="332222" y="193601"/>
                  </a:lnTo>
                  <a:lnTo>
                    <a:pt x="332976" y="188369"/>
                  </a:lnTo>
                  <a:lnTo>
                    <a:pt x="333563" y="183116"/>
                  </a:lnTo>
                  <a:lnTo>
                    <a:pt x="333984" y="177847"/>
                  </a:lnTo>
                  <a:lnTo>
                    <a:pt x="334238" y="172567"/>
                  </a:lnTo>
                  <a:lnTo>
                    <a:pt x="334325" y="167281"/>
                  </a:lnTo>
                  <a:lnTo>
                    <a:pt x="334246" y="161996"/>
                  </a:lnTo>
                  <a:lnTo>
                    <a:pt x="333998" y="156716"/>
                  </a:lnTo>
                  <a:lnTo>
                    <a:pt x="333585" y="151446"/>
                  </a:lnTo>
                  <a:lnTo>
                    <a:pt x="333004" y="146192"/>
                  </a:lnTo>
                  <a:lnTo>
                    <a:pt x="332258" y="140959"/>
                  </a:lnTo>
                  <a:lnTo>
                    <a:pt x="331347" y="135752"/>
                  </a:lnTo>
                  <a:lnTo>
                    <a:pt x="330272" y="130577"/>
                  </a:lnTo>
                  <a:lnTo>
                    <a:pt x="329033" y="125438"/>
                  </a:lnTo>
                  <a:lnTo>
                    <a:pt x="327633" y="120341"/>
                  </a:lnTo>
                  <a:lnTo>
                    <a:pt x="326072" y="115290"/>
                  </a:lnTo>
                  <a:lnTo>
                    <a:pt x="324353" y="110292"/>
                  </a:lnTo>
                  <a:lnTo>
                    <a:pt x="322476" y="105350"/>
                  </a:lnTo>
                  <a:lnTo>
                    <a:pt x="320444" y="100471"/>
                  </a:lnTo>
                  <a:lnTo>
                    <a:pt x="318259" y="95658"/>
                  </a:lnTo>
                  <a:lnTo>
                    <a:pt x="315922" y="90916"/>
                  </a:lnTo>
                  <a:lnTo>
                    <a:pt x="313437" y="86251"/>
                  </a:lnTo>
                  <a:lnTo>
                    <a:pt x="310805" y="81666"/>
                  </a:lnTo>
                  <a:lnTo>
                    <a:pt x="308030" y="77167"/>
                  </a:lnTo>
                  <a:lnTo>
                    <a:pt x="305114" y="72758"/>
                  </a:lnTo>
                  <a:lnTo>
                    <a:pt x="302061" y="68444"/>
                  </a:lnTo>
                  <a:lnTo>
                    <a:pt x="298872" y="64228"/>
                  </a:lnTo>
                  <a:lnTo>
                    <a:pt x="295551" y="60115"/>
                  </a:lnTo>
                  <a:lnTo>
                    <a:pt x="292102" y="56109"/>
                  </a:lnTo>
                  <a:lnTo>
                    <a:pt x="288529" y="52214"/>
                  </a:lnTo>
                  <a:lnTo>
                    <a:pt x="284834" y="48434"/>
                  </a:lnTo>
                  <a:lnTo>
                    <a:pt x="281021" y="44773"/>
                  </a:lnTo>
                  <a:lnTo>
                    <a:pt x="277094" y="41234"/>
                  </a:lnTo>
                  <a:lnTo>
                    <a:pt x="273058" y="37822"/>
                  </a:lnTo>
                  <a:lnTo>
                    <a:pt x="268915" y="34538"/>
                  </a:lnTo>
                  <a:lnTo>
                    <a:pt x="264671" y="31387"/>
                  </a:lnTo>
                  <a:lnTo>
                    <a:pt x="260329" y="28372"/>
                  </a:lnTo>
                  <a:lnTo>
                    <a:pt x="255894" y="25495"/>
                  </a:lnTo>
                  <a:lnTo>
                    <a:pt x="251371" y="22761"/>
                  </a:lnTo>
                  <a:lnTo>
                    <a:pt x="246763" y="20170"/>
                  </a:lnTo>
                  <a:lnTo>
                    <a:pt x="242076" y="17727"/>
                  </a:lnTo>
                  <a:lnTo>
                    <a:pt x="237313" y="15433"/>
                  </a:lnTo>
                  <a:lnTo>
                    <a:pt x="232481" y="13291"/>
                  </a:lnTo>
                  <a:lnTo>
                    <a:pt x="227583" y="11302"/>
                  </a:lnTo>
                  <a:lnTo>
                    <a:pt x="222625" y="9470"/>
                  </a:lnTo>
                  <a:lnTo>
                    <a:pt x="217611" y="7795"/>
                  </a:lnTo>
                  <a:lnTo>
                    <a:pt x="212547" y="6280"/>
                  </a:lnTo>
                  <a:lnTo>
                    <a:pt x="207438" y="4925"/>
                  </a:lnTo>
                  <a:lnTo>
                    <a:pt x="202288" y="3732"/>
                  </a:lnTo>
                  <a:lnTo>
                    <a:pt x="197103" y="2703"/>
                  </a:lnTo>
                  <a:lnTo>
                    <a:pt x="191889" y="1839"/>
                  </a:lnTo>
                  <a:lnTo>
                    <a:pt x="186649" y="1140"/>
                  </a:lnTo>
                  <a:lnTo>
                    <a:pt x="181390" y="606"/>
                  </a:lnTo>
                  <a:lnTo>
                    <a:pt x="176117" y="240"/>
                  </a:lnTo>
                  <a:lnTo>
                    <a:pt x="170835" y="4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3676" cy="167167"/>
            </a:xfrm>
            <a:custGeom>
              <a:avLst/>
              <a:pathLst>
                <a:path w="3676" h="167167">
                  <a:moveTo>
                    <a:pt x="3676" y="4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378111" y="1071028"/>
              <a:ext cx="334296" cy="334334"/>
            </a:xfrm>
            <a:custGeom>
              <a:avLst/>
              <a:pathLst>
                <a:path w="334296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3" y="757"/>
                  </a:lnTo>
                  <a:lnTo>
                    <a:pt x="145980" y="1345"/>
                  </a:lnTo>
                  <a:lnTo>
                    <a:pt x="140729" y="2100"/>
                  </a:lnTo>
                  <a:lnTo>
                    <a:pt x="135504" y="3022"/>
                  </a:lnTo>
                  <a:lnTo>
                    <a:pt x="130310" y="4109"/>
                  </a:lnTo>
                  <a:lnTo>
                    <a:pt x="125154" y="5360"/>
                  </a:lnTo>
                  <a:lnTo>
                    <a:pt x="120041" y="6774"/>
                  </a:lnTo>
                  <a:lnTo>
                    <a:pt x="114974" y="8349"/>
                  </a:lnTo>
                  <a:lnTo>
                    <a:pt x="109961" y="10085"/>
                  </a:lnTo>
                  <a:lnTo>
                    <a:pt x="105004" y="11979"/>
                  </a:lnTo>
                  <a:lnTo>
                    <a:pt x="100111" y="14029"/>
                  </a:lnTo>
                  <a:lnTo>
                    <a:pt x="95285" y="16234"/>
                  </a:lnTo>
                  <a:lnTo>
                    <a:pt x="90531" y="18590"/>
                  </a:lnTo>
                  <a:lnTo>
                    <a:pt x="85855" y="21096"/>
                  </a:lnTo>
                  <a:lnTo>
                    <a:pt x="81260" y="23750"/>
                  </a:lnTo>
                  <a:lnTo>
                    <a:pt x="76752" y="26548"/>
                  </a:lnTo>
                  <a:lnTo>
                    <a:pt x="72335" y="29487"/>
                  </a:lnTo>
                  <a:lnTo>
                    <a:pt x="68014" y="32565"/>
                  </a:lnTo>
                  <a:lnTo>
                    <a:pt x="63792" y="35779"/>
                  </a:lnTo>
                  <a:lnTo>
                    <a:pt x="59675" y="39125"/>
                  </a:lnTo>
                  <a:lnTo>
                    <a:pt x="55666" y="42600"/>
                  </a:lnTo>
                  <a:lnTo>
                    <a:pt x="51769" y="46201"/>
                  </a:lnTo>
                  <a:lnTo>
                    <a:pt x="47988" y="49923"/>
                  </a:lnTo>
                  <a:lnTo>
                    <a:pt x="44327" y="53764"/>
                  </a:lnTo>
                  <a:lnTo>
                    <a:pt x="40790" y="57718"/>
                  </a:lnTo>
                  <a:lnTo>
                    <a:pt x="37381" y="61783"/>
                  </a:lnTo>
                  <a:lnTo>
                    <a:pt x="34102" y="65954"/>
                  </a:lnTo>
                  <a:lnTo>
                    <a:pt x="30957" y="70228"/>
                  </a:lnTo>
                  <a:lnTo>
                    <a:pt x="27949" y="74598"/>
                  </a:lnTo>
                  <a:lnTo>
                    <a:pt x="25082" y="79062"/>
                  </a:lnTo>
                  <a:lnTo>
                    <a:pt x="22357" y="83615"/>
                  </a:lnTo>
                  <a:lnTo>
                    <a:pt x="19779" y="88252"/>
                  </a:lnTo>
                  <a:lnTo>
                    <a:pt x="17348" y="92968"/>
                  </a:lnTo>
                  <a:lnTo>
                    <a:pt x="15069" y="97760"/>
                  </a:lnTo>
                  <a:lnTo>
                    <a:pt x="12943" y="102621"/>
                  </a:lnTo>
                  <a:lnTo>
                    <a:pt x="10973" y="107547"/>
                  </a:lnTo>
                  <a:lnTo>
                    <a:pt x="9159" y="112533"/>
                  </a:lnTo>
                  <a:lnTo>
                    <a:pt x="7505" y="117574"/>
                  </a:lnTo>
                  <a:lnTo>
                    <a:pt x="6012" y="122665"/>
                  </a:lnTo>
                  <a:lnTo>
                    <a:pt x="4680" y="127801"/>
                  </a:lnTo>
                  <a:lnTo>
                    <a:pt x="3513" y="132977"/>
                  </a:lnTo>
                  <a:lnTo>
                    <a:pt x="2510" y="138187"/>
                  </a:lnTo>
                  <a:lnTo>
                    <a:pt x="1674" y="143426"/>
                  </a:lnTo>
                  <a:lnTo>
                    <a:pt x="1004" y="148689"/>
                  </a:lnTo>
                  <a:lnTo>
                    <a:pt x="501" y="153971"/>
                  </a:lnTo>
                  <a:lnTo>
                    <a:pt x="166" y="159266"/>
                  </a:lnTo>
                  <a:lnTo>
                    <a:pt x="0" y="164569"/>
                  </a:lnTo>
                  <a:lnTo>
                    <a:pt x="1" y="169875"/>
                  </a:lnTo>
                  <a:lnTo>
                    <a:pt x="171" y="175178"/>
                  </a:lnTo>
                  <a:lnTo>
                    <a:pt x="510" y="180473"/>
                  </a:lnTo>
                  <a:lnTo>
                    <a:pt x="1016" y="185754"/>
                  </a:lnTo>
                  <a:lnTo>
                    <a:pt x="1689" y="191017"/>
                  </a:lnTo>
                  <a:lnTo>
                    <a:pt x="2530" y="196256"/>
                  </a:lnTo>
                  <a:lnTo>
                    <a:pt x="3536" y="201465"/>
                  </a:lnTo>
                  <a:lnTo>
                    <a:pt x="4706" y="206640"/>
                  </a:lnTo>
                  <a:lnTo>
                    <a:pt x="6041" y="211775"/>
                  </a:lnTo>
                  <a:lnTo>
                    <a:pt x="7538" y="216865"/>
                  </a:lnTo>
                  <a:lnTo>
                    <a:pt x="9195" y="221905"/>
                  </a:lnTo>
                  <a:lnTo>
                    <a:pt x="11012" y="226890"/>
                  </a:lnTo>
                  <a:lnTo>
                    <a:pt x="12986" y="231815"/>
                  </a:lnTo>
                  <a:lnTo>
                    <a:pt x="15115" y="236675"/>
                  </a:lnTo>
                  <a:lnTo>
                    <a:pt x="17397" y="241464"/>
                  </a:lnTo>
                  <a:lnTo>
                    <a:pt x="19831" y="246179"/>
                  </a:lnTo>
                  <a:lnTo>
                    <a:pt x="22412" y="250814"/>
                  </a:lnTo>
                  <a:lnTo>
                    <a:pt x="25140" y="255365"/>
                  </a:lnTo>
                  <a:lnTo>
                    <a:pt x="28010" y="259827"/>
                  </a:lnTo>
                  <a:lnTo>
                    <a:pt x="31021" y="264196"/>
                  </a:lnTo>
                  <a:lnTo>
                    <a:pt x="34169" y="268467"/>
                  </a:lnTo>
                  <a:lnTo>
                    <a:pt x="37450" y="272636"/>
                  </a:lnTo>
                  <a:lnTo>
                    <a:pt x="40863" y="276699"/>
                  </a:lnTo>
                  <a:lnTo>
                    <a:pt x="44402" y="280651"/>
                  </a:lnTo>
                  <a:lnTo>
                    <a:pt x="48065" y="284489"/>
                  </a:lnTo>
                  <a:lnTo>
                    <a:pt x="51849" y="288209"/>
                  </a:lnTo>
                  <a:lnTo>
                    <a:pt x="55748" y="291807"/>
                  </a:lnTo>
                  <a:lnTo>
                    <a:pt x="59759" y="295280"/>
                  </a:lnTo>
                  <a:lnTo>
                    <a:pt x="63879" y="298623"/>
                  </a:lnTo>
                  <a:lnTo>
                    <a:pt x="68103" y="301834"/>
                  </a:lnTo>
                  <a:lnTo>
                    <a:pt x="72426" y="304909"/>
                  </a:lnTo>
                  <a:lnTo>
                    <a:pt x="76845" y="307846"/>
                  </a:lnTo>
                  <a:lnTo>
                    <a:pt x="81355" y="310641"/>
                  </a:lnTo>
                  <a:lnTo>
                    <a:pt x="85951" y="313291"/>
                  </a:lnTo>
                  <a:lnTo>
                    <a:pt x="90629" y="315794"/>
                  </a:lnTo>
                  <a:lnTo>
                    <a:pt x="95385" y="318148"/>
                  </a:lnTo>
                  <a:lnTo>
                    <a:pt x="100212" y="320349"/>
                  </a:lnTo>
                  <a:lnTo>
                    <a:pt x="105107" y="322396"/>
                  </a:lnTo>
                  <a:lnTo>
                    <a:pt x="110064" y="324286"/>
                  </a:lnTo>
                  <a:lnTo>
                    <a:pt x="115079" y="326019"/>
                  </a:lnTo>
                  <a:lnTo>
                    <a:pt x="120147" y="327591"/>
                  </a:lnTo>
                  <a:lnTo>
                    <a:pt x="125261" y="329002"/>
                  </a:lnTo>
                  <a:lnTo>
                    <a:pt x="130418" y="330250"/>
                  </a:lnTo>
                  <a:lnTo>
                    <a:pt x="135612" y="331333"/>
                  </a:lnTo>
                  <a:lnTo>
                    <a:pt x="140838" y="332251"/>
                  </a:lnTo>
                  <a:lnTo>
                    <a:pt x="146090" y="333003"/>
                  </a:lnTo>
                  <a:lnTo>
                    <a:pt x="151363" y="333588"/>
                  </a:lnTo>
                  <a:lnTo>
                    <a:pt x="156652" y="334005"/>
                  </a:lnTo>
                  <a:lnTo>
                    <a:pt x="161952" y="334254"/>
                  </a:lnTo>
                  <a:lnTo>
                    <a:pt x="167257" y="334334"/>
                  </a:lnTo>
                  <a:lnTo>
                    <a:pt x="172562" y="334247"/>
                  </a:lnTo>
                  <a:lnTo>
                    <a:pt x="177862" y="333991"/>
                  </a:lnTo>
                  <a:lnTo>
                    <a:pt x="183150" y="333567"/>
                  </a:lnTo>
                  <a:lnTo>
                    <a:pt x="188423" y="332975"/>
                  </a:lnTo>
                  <a:lnTo>
                    <a:pt x="193674" y="332216"/>
                  </a:lnTo>
                  <a:lnTo>
                    <a:pt x="198898" y="331291"/>
                  </a:lnTo>
                  <a:lnTo>
                    <a:pt x="204091" y="330201"/>
                  </a:lnTo>
                  <a:lnTo>
                    <a:pt x="209246" y="328946"/>
                  </a:lnTo>
                  <a:lnTo>
                    <a:pt x="214359" y="327529"/>
                  </a:lnTo>
                  <a:lnTo>
                    <a:pt x="219424" y="325950"/>
                  </a:lnTo>
                  <a:lnTo>
                    <a:pt x="224437" y="324211"/>
                  </a:lnTo>
                  <a:lnTo>
                    <a:pt x="229391" y="322314"/>
                  </a:lnTo>
                  <a:lnTo>
                    <a:pt x="234284" y="320260"/>
                  </a:lnTo>
                  <a:lnTo>
                    <a:pt x="239108" y="318053"/>
                  </a:lnTo>
                  <a:lnTo>
                    <a:pt x="243860" y="315693"/>
                  </a:lnTo>
                  <a:lnTo>
                    <a:pt x="248535" y="313184"/>
                  </a:lnTo>
                  <a:lnTo>
                    <a:pt x="253128" y="310527"/>
                  </a:lnTo>
                  <a:lnTo>
                    <a:pt x="257634" y="307727"/>
                  </a:lnTo>
                  <a:lnTo>
                    <a:pt x="262049" y="304784"/>
                  </a:lnTo>
                  <a:lnTo>
                    <a:pt x="266368" y="301703"/>
                  </a:lnTo>
                  <a:lnTo>
                    <a:pt x="270588" y="298487"/>
                  </a:lnTo>
                  <a:lnTo>
                    <a:pt x="274703" y="295138"/>
                  </a:lnTo>
                  <a:lnTo>
                    <a:pt x="278710" y="291660"/>
                  </a:lnTo>
                  <a:lnTo>
                    <a:pt x="282605" y="288057"/>
                  </a:lnTo>
                  <a:lnTo>
                    <a:pt x="286383" y="284332"/>
                  </a:lnTo>
                  <a:lnTo>
                    <a:pt x="290041" y="280489"/>
                  </a:lnTo>
                  <a:lnTo>
                    <a:pt x="293575" y="276532"/>
                  </a:lnTo>
                  <a:lnTo>
                    <a:pt x="296982" y="272465"/>
                  </a:lnTo>
                  <a:lnTo>
                    <a:pt x="300259" y="268292"/>
                  </a:lnTo>
                  <a:lnTo>
                    <a:pt x="303401" y="264016"/>
                  </a:lnTo>
                  <a:lnTo>
                    <a:pt x="306406" y="259644"/>
                  </a:lnTo>
                  <a:lnTo>
                    <a:pt x="309270" y="255178"/>
                  </a:lnTo>
                  <a:lnTo>
                    <a:pt x="311992" y="250623"/>
                  </a:lnTo>
                  <a:lnTo>
                    <a:pt x="314567" y="245985"/>
                  </a:lnTo>
                  <a:lnTo>
                    <a:pt x="316994" y="241267"/>
                  </a:lnTo>
                  <a:lnTo>
                    <a:pt x="319270" y="236474"/>
                  </a:lnTo>
                  <a:lnTo>
                    <a:pt x="321393" y="231611"/>
                  </a:lnTo>
                  <a:lnTo>
                    <a:pt x="323360" y="226684"/>
                  </a:lnTo>
                  <a:lnTo>
                    <a:pt x="325170" y="221697"/>
                  </a:lnTo>
                  <a:lnTo>
                    <a:pt x="326821" y="216654"/>
                  </a:lnTo>
                  <a:lnTo>
                    <a:pt x="328311" y="211562"/>
                  </a:lnTo>
                  <a:lnTo>
                    <a:pt x="329639" y="206425"/>
                  </a:lnTo>
                  <a:lnTo>
                    <a:pt x="330803" y="201249"/>
                  </a:lnTo>
                  <a:lnTo>
                    <a:pt x="331802" y="196038"/>
                  </a:lnTo>
                  <a:lnTo>
                    <a:pt x="332635" y="190798"/>
                  </a:lnTo>
                  <a:lnTo>
                    <a:pt x="333302" y="185535"/>
                  </a:lnTo>
                  <a:lnTo>
                    <a:pt x="333801" y="180253"/>
                  </a:lnTo>
                  <a:lnTo>
                    <a:pt x="334133" y="174957"/>
                  </a:lnTo>
                  <a:lnTo>
                    <a:pt x="334296" y="169654"/>
                  </a:lnTo>
                  <a:lnTo>
                    <a:pt x="334290" y="164349"/>
                  </a:lnTo>
                  <a:lnTo>
                    <a:pt x="334117" y="159046"/>
                  </a:lnTo>
                  <a:lnTo>
                    <a:pt x="333775" y="153751"/>
                  </a:lnTo>
                  <a:lnTo>
                    <a:pt x="333265" y="148470"/>
                  </a:lnTo>
                  <a:lnTo>
                    <a:pt x="332588" y="143208"/>
                  </a:lnTo>
                  <a:lnTo>
                    <a:pt x="331745" y="137970"/>
                  </a:lnTo>
                  <a:lnTo>
                    <a:pt x="330735" y="132761"/>
                  </a:lnTo>
                  <a:lnTo>
                    <a:pt x="329561" y="127587"/>
                  </a:lnTo>
                  <a:lnTo>
                    <a:pt x="328223" y="122453"/>
                  </a:lnTo>
                  <a:lnTo>
                    <a:pt x="326723" y="117363"/>
                  </a:lnTo>
                  <a:lnTo>
                    <a:pt x="325062" y="112324"/>
                  </a:lnTo>
                  <a:lnTo>
                    <a:pt x="323242" y="107341"/>
                  </a:lnTo>
                  <a:lnTo>
                    <a:pt x="321265" y="102417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73446"/>
              <a:ext cx="154118" cy="64749"/>
            </a:xfrm>
            <a:custGeom>
              <a:avLst/>
              <a:pathLst>
                <a:path w="154118" h="64749">
                  <a:moveTo>
                    <a:pt x="154118" y="0"/>
                  </a:moveTo>
                  <a:lnTo>
                    <a:pt x="0" y="647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72318"/>
              <a:ext cx="154118" cy="65878"/>
            </a:xfrm>
            <a:custGeom>
              <a:avLst/>
              <a:pathLst>
                <a:path w="154118" h="65878">
                  <a:moveTo>
                    <a:pt x="154118" y="1128"/>
                  </a:moveTo>
                  <a:lnTo>
                    <a:pt x="153639" y="0"/>
                  </a:lnTo>
                  <a:lnTo>
                    <a:pt x="0" y="658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071028"/>
              <a:ext cx="153639" cy="167167"/>
            </a:xfrm>
            <a:custGeom>
              <a:avLst/>
              <a:pathLst>
                <a:path w="153639" h="167167">
                  <a:moveTo>
                    <a:pt x="153639" y="101289"/>
                  </a:moveTo>
                  <a:lnTo>
                    <a:pt x="151425" y="96349"/>
                  </a:lnTo>
                  <a:lnTo>
                    <a:pt x="149053" y="91484"/>
                  </a:lnTo>
                  <a:lnTo>
                    <a:pt x="146525" y="86698"/>
                  </a:lnTo>
                  <a:lnTo>
                    <a:pt x="143843" y="81996"/>
                  </a:lnTo>
                  <a:lnTo>
                    <a:pt x="141010" y="77384"/>
                  </a:lnTo>
                  <a:lnTo>
                    <a:pt x="138029" y="72866"/>
                  </a:lnTo>
                  <a:lnTo>
                    <a:pt x="134904" y="68446"/>
                  </a:lnTo>
                  <a:lnTo>
                    <a:pt x="131637" y="64130"/>
                  </a:lnTo>
                  <a:lnTo>
                    <a:pt x="128232" y="59923"/>
                  </a:lnTo>
                  <a:lnTo>
                    <a:pt x="124693" y="55827"/>
                  </a:lnTo>
                  <a:lnTo>
                    <a:pt x="121023" y="51849"/>
                  </a:lnTo>
                  <a:lnTo>
                    <a:pt x="117226" y="47991"/>
                  </a:lnTo>
                  <a:lnTo>
                    <a:pt x="113306" y="44258"/>
                  </a:lnTo>
                  <a:lnTo>
                    <a:pt x="109267" y="40654"/>
                  </a:lnTo>
                  <a:lnTo>
                    <a:pt x="105114" y="37183"/>
                  </a:lnTo>
                  <a:lnTo>
                    <a:pt x="100851" y="33848"/>
                  </a:lnTo>
                  <a:lnTo>
                    <a:pt x="96481" y="30653"/>
                  </a:lnTo>
                  <a:lnTo>
                    <a:pt x="92011" y="27600"/>
                  </a:lnTo>
                  <a:lnTo>
                    <a:pt x="87444" y="24695"/>
                  </a:lnTo>
                  <a:lnTo>
                    <a:pt x="82786" y="21938"/>
                  </a:lnTo>
                  <a:lnTo>
                    <a:pt x="78041" y="19334"/>
                  </a:lnTo>
                  <a:lnTo>
                    <a:pt x="73214" y="16885"/>
                  </a:lnTo>
                  <a:lnTo>
                    <a:pt x="68310" y="14593"/>
                  </a:lnTo>
                  <a:lnTo>
                    <a:pt x="63334" y="12462"/>
                  </a:lnTo>
                  <a:lnTo>
                    <a:pt x="58292" y="10492"/>
                  </a:lnTo>
                  <a:lnTo>
                    <a:pt x="53189" y="8687"/>
                  </a:lnTo>
                  <a:lnTo>
                    <a:pt x="48031" y="7048"/>
                  </a:lnTo>
                  <a:lnTo>
                    <a:pt x="42822" y="5577"/>
                  </a:lnTo>
                  <a:lnTo>
                    <a:pt x="37568" y="4276"/>
                  </a:lnTo>
                  <a:lnTo>
                    <a:pt x="32274" y="3145"/>
                  </a:lnTo>
                  <a:lnTo>
                    <a:pt x="26947" y="2186"/>
                  </a:lnTo>
                  <a:lnTo>
                    <a:pt x="21591" y="1400"/>
                  </a:lnTo>
                  <a:lnTo>
                    <a:pt x="16213" y="788"/>
                  </a:lnTo>
                  <a:lnTo>
                    <a:pt x="10818" y="350"/>
                  </a:lnTo>
                  <a:lnTo>
                    <a:pt x="541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913505" y="941493"/>
              <a:ext cx="110038" cy="167167"/>
            </a:xfrm>
            <a:custGeom>
              <a:avLst/>
              <a:pathLst>
                <a:path w="110038" h="167167">
                  <a:moveTo>
                    <a:pt x="110038" y="0"/>
                  </a:moveTo>
                  <a:lnTo>
                    <a:pt x="104320" y="97"/>
                  </a:lnTo>
                  <a:lnTo>
                    <a:pt x="98608" y="391"/>
                  </a:lnTo>
                  <a:lnTo>
                    <a:pt x="92910" y="879"/>
                  </a:lnTo>
                  <a:lnTo>
                    <a:pt x="87232" y="1563"/>
                  </a:lnTo>
                  <a:lnTo>
                    <a:pt x="81580" y="2440"/>
                  </a:lnTo>
                  <a:lnTo>
                    <a:pt x="75962" y="3510"/>
                  </a:lnTo>
                  <a:lnTo>
                    <a:pt x="70383" y="4771"/>
                  </a:lnTo>
                  <a:lnTo>
                    <a:pt x="64851" y="6223"/>
                  </a:lnTo>
                  <a:lnTo>
                    <a:pt x="59372" y="7862"/>
                  </a:lnTo>
                  <a:lnTo>
                    <a:pt x="53953" y="9689"/>
                  </a:lnTo>
                  <a:lnTo>
                    <a:pt x="48598" y="11700"/>
                  </a:lnTo>
                  <a:lnTo>
                    <a:pt x="43316" y="13892"/>
                  </a:lnTo>
                  <a:lnTo>
                    <a:pt x="38112" y="16264"/>
                  </a:lnTo>
                  <a:lnTo>
                    <a:pt x="32992" y="18813"/>
                  </a:lnTo>
                  <a:lnTo>
                    <a:pt x="27963" y="21535"/>
                  </a:lnTo>
                  <a:lnTo>
                    <a:pt x="23029" y="24428"/>
                  </a:lnTo>
                  <a:lnTo>
                    <a:pt x="18197" y="27488"/>
                  </a:lnTo>
                  <a:lnTo>
                    <a:pt x="13473" y="30712"/>
                  </a:lnTo>
                  <a:lnTo>
                    <a:pt x="8862" y="34095"/>
                  </a:lnTo>
                  <a:lnTo>
                    <a:pt x="4369" y="37634"/>
                  </a:lnTo>
                  <a:lnTo>
                    <a:pt x="0" y="41324"/>
                  </a:lnTo>
                  <a:lnTo>
                    <a:pt x="11003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3505" y="982817"/>
              <a:ext cx="110038" cy="125842"/>
            </a:xfrm>
            <a:custGeom>
              <a:avLst/>
              <a:pathLst>
                <a:path w="110038" h="125842">
                  <a:moveTo>
                    <a:pt x="0" y="0"/>
                  </a:moveTo>
                  <a:lnTo>
                    <a:pt x="110038" y="1258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56377" y="950910"/>
              <a:ext cx="334333" cy="324898"/>
            </a:xfrm>
            <a:custGeom>
              <a:avLst/>
              <a:pathLst>
                <a:path w="334333" h="324898">
                  <a:moveTo>
                    <a:pt x="57127" y="31907"/>
                  </a:moveTo>
                  <a:lnTo>
                    <a:pt x="53196" y="35456"/>
                  </a:lnTo>
                  <a:lnTo>
                    <a:pt x="49380" y="39127"/>
                  </a:lnTo>
                  <a:lnTo>
                    <a:pt x="45681" y="42918"/>
                  </a:lnTo>
                  <a:lnTo>
                    <a:pt x="42105" y="46824"/>
                  </a:lnTo>
                  <a:lnTo>
                    <a:pt x="38654" y="50841"/>
                  </a:lnTo>
                  <a:lnTo>
                    <a:pt x="35332" y="54965"/>
                  </a:lnTo>
                  <a:lnTo>
                    <a:pt x="32142" y="59193"/>
                  </a:lnTo>
                  <a:lnTo>
                    <a:pt x="29088" y="63519"/>
                  </a:lnTo>
                  <a:lnTo>
                    <a:pt x="26173" y="67940"/>
                  </a:lnTo>
                  <a:lnTo>
                    <a:pt x="23399" y="72451"/>
                  </a:lnTo>
                  <a:lnTo>
                    <a:pt x="20769" y="77048"/>
                  </a:lnTo>
                  <a:lnTo>
                    <a:pt x="18286" y="81726"/>
                  </a:lnTo>
                  <a:lnTo>
                    <a:pt x="15953" y="86480"/>
                  </a:lnTo>
                  <a:lnTo>
                    <a:pt x="13771" y="91306"/>
                  </a:lnTo>
                  <a:lnTo>
                    <a:pt x="11743" y="96198"/>
                  </a:lnTo>
                  <a:lnTo>
                    <a:pt x="9871" y="101152"/>
                  </a:lnTo>
                  <a:lnTo>
                    <a:pt x="8158" y="106163"/>
                  </a:lnTo>
                  <a:lnTo>
                    <a:pt x="6603" y="111226"/>
                  </a:lnTo>
                  <a:lnTo>
                    <a:pt x="5210" y="116335"/>
                  </a:lnTo>
                  <a:lnTo>
                    <a:pt x="3980" y="121486"/>
                  </a:lnTo>
                  <a:lnTo>
                    <a:pt x="2913" y="126673"/>
                  </a:lnTo>
                  <a:lnTo>
                    <a:pt x="2011" y="131892"/>
                  </a:lnTo>
                  <a:lnTo>
                    <a:pt x="1275" y="137136"/>
                  </a:lnTo>
                  <a:lnTo>
                    <a:pt x="705" y="142401"/>
                  </a:lnTo>
                  <a:lnTo>
                    <a:pt x="302" y="147682"/>
                  </a:lnTo>
                  <a:lnTo>
                    <a:pt x="67" y="152973"/>
                  </a:lnTo>
                  <a:lnTo>
                    <a:pt x="0" y="158268"/>
                  </a:lnTo>
                  <a:lnTo>
                    <a:pt x="100" y="163563"/>
                  </a:lnTo>
                  <a:lnTo>
                    <a:pt x="368" y="168852"/>
                  </a:lnTo>
                  <a:lnTo>
                    <a:pt x="803" y="174130"/>
                  </a:lnTo>
                  <a:lnTo>
                    <a:pt x="1405" y="179391"/>
                  </a:lnTo>
                  <a:lnTo>
                    <a:pt x="2174" y="184631"/>
                  </a:lnTo>
                  <a:lnTo>
                    <a:pt x="3108" y="189844"/>
                  </a:lnTo>
                  <a:lnTo>
                    <a:pt x="4207" y="195025"/>
                  </a:lnTo>
                  <a:lnTo>
                    <a:pt x="5470" y="200168"/>
                  </a:lnTo>
                  <a:lnTo>
                    <a:pt x="6895" y="205269"/>
                  </a:lnTo>
                  <a:lnTo>
                    <a:pt x="8480" y="210321"/>
                  </a:lnTo>
                  <a:lnTo>
                    <a:pt x="10225" y="215322"/>
                  </a:lnTo>
                  <a:lnTo>
                    <a:pt x="12128" y="220264"/>
                  </a:lnTo>
                  <a:lnTo>
                    <a:pt x="14186" y="225144"/>
                  </a:lnTo>
                  <a:lnTo>
                    <a:pt x="16397" y="229956"/>
                  </a:lnTo>
                  <a:lnTo>
                    <a:pt x="18760" y="234695"/>
                  </a:lnTo>
                  <a:lnTo>
                    <a:pt x="21272" y="239358"/>
                  </a:lnTo>
                  <a:lnTo>
                    <a:pt x="23930" y="243938"/>
                  </a:lnTo>
                  <a:lnTo>
                    <a:pt x="26732" y="248432"/>
                  </a:lnTo>
                  <a:lnTo>
                    <a:pt x="29675" y="252835"/>
                  </a:lnTo>
                  <a:lnTo>
                    <a:pt x="32756" y="257142"/>
                  </a:lnTo>
                  <a:lnTo>
                    <a:pt x="35972" y="261350"/>
                  </a:lnTo>
                  <a:lnTo>
                    <a:pt x="39319" y="265454"/>
                  </a:lnTo>
                  <a:lnTo>
                    <a:pt x="42795" y="269449"/>
                  </a:lnTo>
                  <a:lnTo>
                    <a:pt x="46396" y="273333"/>
                  </a:lnTo>
                  <a:lnTo>
                    <a:pt x="50117" y="277100"/>
                  </a:lnTo>
                  <a:lnTo>
                    <a:pt x="53957" y="280748"/>
                  </a:lnTo>
                  <a:lnTo>
                    <a:pt x="57910" y="284272"/>
                  </a:lnTo>
                  <a:lnTo>
                    <a:pt x="61972" y="287670"/>
                  </a:lnTo>
                  <a:lnTo>
                    <a:pt x="66140" y="290937"/>
                  </a:lnTo>
                  <a:lnTo>
                    <a:pt x="70410" y="294070"/>
                  </a:lnTo>
                  <a:lnTo>
                    <a:pt x="74777" y="297066"/>
                  </a:lnTo>
                  <a:lnTo>
                    <a:pt x="79236" y="299923"/>
                  </a:lnTo>
                  <a:lnTo>
                    <a:pt x="83784" y="302637"/>
                  </a:lnTo>
                  <a:lnTo>
                    <a:pt x="88415" y="305206"/>
                  </a:lnTo>
                  <a:lnTo>
                    <a:pt x="93125" y="307626"/>
                  </a:lnTo>
                  <a:lnTo>
                    <a:pt x="97910" y="309896"/>
                  </a:lnTo>
                  <a:lnTo>
                    <a:pt x="102764" y="312014"/>
                  </a:lnTo>
                  <a:lnTo>
                    <a:pt x="107683" y="313976"/>
                  </a:lnTo>
                  <a:lnTo>
                    <a:pt x="112661" y="315782"/>
                  </a:lnTo>
                  <a:lnTo>
                    <a:pt x="117694" y="317429"/>
                  </a:lnTo>
                  <a:lnTo>
                    <a:pt x="122777" y="318916"/>
                  </a:lnTo>
                  <a:lnTo>
                    <a:pt x="127905" y="320241"/>
                  </a:lnTo>
                  <a:lnTo>
                    <a:pt x="133072" y="321404"/>
                  </a:lnTo>
                  <a:lnTo>
                    <a:pt x="138273" y="322401"/>
                  </a:lnTo>
                  <a:lnTo>
                    <a:pt x="143503" y="323234"/>
                  </a:lnTo>
                  <a:lnTo>
                    <a:pt x="148756" y="323901"/>
                  </a:lnTo>
                  <a:lnTo>
                    <a:pt x="154029" y="324400"/>
                  </a:lnTo>
                  <a:lnTo>
                    <a:pt x="159314" y="324733"/>
                  </a:lnTo>
                  <a:lnTo>
                    <a:pt x="164607" y="324898"/>
                  </a:lnTo>
                  <a:lnTo>
                    <a:pt x="169903" y="324895"/>
                  </a:lnTo>
                  <a:lnTo>
                    <a:pt x="175196" y="324724"/>
                  </a:lnTo>
                  <a:lnTo>
                    <a:pt x="180481" y="324386"/>
                  </a:lnTo>
                  <a:lnTo>
                    <a:pt x="185753" y="323881"/>
                  </a:lnTo>
                  <a:lnTo>
                    <a:pt x="191006" y="323209"/>
                  </a:lnTo>
                  <a:lnTo>
                    <a:pt x="196235" y="322370"/>
                  </a:lnTo>
                  <a:lnTo>
                    <a:pt x="201435" y="321367"/>
                  </a:lnTo>
                  <a:lnTo>
                    <a:pt x="206601" y="320199"/>
                  </a:lnTo>
                  <a:lnTo>
                    <a:pt x="211727" y="318869"/>
                  </a:lnTo>
                  <a:lnTo>
                    <a:pt x="216808" y="317376"/>
                  </a:lnTo>
                  <a:lnTo>
                    <a:pt x="221839" y="315724"/>
                  </a:lnTo>
                  <a:lnTo>
                    <a:pt x="226816" y="313913"/>
                  </a:lnTo>
                  <a:lnTo>
                    <a:pt x="231733" y="311945"/>
                  </a:lnTo>
                  <a:lnTo>
                    <a:pt x="236585" y="309822"/>
                  </a:lnTo>
                  <a:lnTo>
                    <a:pt x="241367" y="307547"/>
                  </a:lnTo>
                  <a:lnTo>
                    <a:pt x="246075" y="305122"/>
                  </a:lnTo>
                  <a:lnTo>
                    <a:pt x="250703" y="302548"/>
                  </a:lnTo>
                  <a:lnTo>
                    <a:pt x="255248" y="299829"/>
                  </a:lnTo>
                  <a:lnTo>
                    <a:pt x="259704" y="296968"/>
                  </a:lnTo>
                  <a:lnTo>
                    <a:pt x="264068" y="293967"/>
                  </a:lnTo>
                  <a:lnTo>
                    <a:pt x="268334" y="290829"/>
                  </a:lnTo>
                  <a:lnTo>
                    <a:pt x="272499" y="287558"/>
                  </a:lnTo>
                  <a:lnTo>
                    <a:pt x="276558" y="284156"/>
                  </a:lnTo>
                  <a:lnTo>
                    <a:pt x="280507" y="280627"/>
                  </a:lnTo>
                  <a:lnTo>
                    <a:pt x="284342" y="276976"/>
                  </a:lnTo>
                  <a:lnTo>
                    <a:pt x="288060" y="273204"/>
                  </a:lnTo>
                  <a:lnTo>
                    <a:pt x="291656" y="269317"/>
                  </a:lnTo>
                  <a:lnTo>
                    <a:pt x="295128" y="265317"/>
                  </a:lnTo>
                  <a:lnTo>
                    <a:pt x="298471" y="261210"/>
                  </a:lnTo>
                  <a:lnTo>
                    <a:pt x="301682" y="256999"/>
                  </a:lnTo>
                  <a:lnTo>
                    <a:pt x="304759" y="252688"/>
                  </a:lnTo>
                  <a:lnTo>
                    <a:pt x="307697" y="248282"/>
                  </a:lnTo>
                  <a:lnTo>
                    <a:pt x="310494" y="243785"/>
                  </a:lnTo>
                  <a:lnTo>
                    <a:pt x="313147" y="239202"/>
                  </a:lnTo>
                  <a:lnTo>
                    <a:pt x="315654" y="234537"/>
                  </a:lnTo>
                  <a:lnTo>
                    <a:pt x="318012" y="229795"/>
                  </a:lnTo>
                  <a:lnTo>
                    <a:pt x="320218" y="224980"/>
                  </a:lnTo>
                  <a:lnTo>
                    <a:pt x="322271" y="220099"/>
                  </a:lnTo>
                  <a:lnTo>
                    <a:pt x="324168" y="215154"/>
                  </a:lnTo>
                  <a:lnTo>
                    <a:pt x="325908" y="210152"/>
                  </a:lnTo>
                  <a:lnTo>
                    <a:pt x="327488" y="205098"/>
                  </a:lnTo>
                  <a:lnTo>
                    <a:pt x="328907" y="199995"/>
                  </a:lnTo>
                  <a:lnTo>
                    <a:pt x="330165" y="194851"/>
                  </a:lnTo>
                  <a:lnTo>
                    <a:pt x="331258" y="189669"/>
                  </a:lnTo>
                  <a:lnTo>
                    <a:pt x="332187" y="184455"/>
                  </a:lnTo>
                  <a:lnTo>
                    <a:pt x="332950" y="179215"/>
                  </a:lnTo>
                  <a:lnTo>
                    <a:pt x="333547" y="173953"/>
                  </a:lnTo>
                  <a:lnTo>
                    <a:pt x="333976" y="168674"/>
                  </a:lnTo>
                  <a:lnTo>
                    <a:pt x="334239" y="163385"/>
                  </a:lnTo>
                  <a:lnTo>
                    <a:pt x="334333" y="158090"/>
                  </a:lnTo>
                  <a:lnTo>
                    <a:pt x="334260" y="152794"/>
                  </a:lnTo>
                  <a:lnTo>
                    <a:pt x="334019" y="147504"/>
                  </a:lnTo>
                  <a:lnTo>
                    <a:pt x="333611" y="142224"/>
                  </a:lnTo>
                  <a:lnTo>
                    <a:pt x="333036" y="136959"/>
                  </a:lnTo>
                  <a:lnTo>
                    <a:pt x="332294" y="131716"/>
                  </a:lnTo>
                  <a:lnTo>
                    <a:pt x="331386" y="126498"/>
                  </a:lnTo>
                  <a:lnTo>
                    <a:pt x="330314" y="121312"/>
                  </a:lnTo>
                  <a:lnTo>
                    <a:pt x="329078" y="116162"/>
                  </a:lnTo>
                  <a:lnTo>
                    <a:pt x="327679" y="111054"/>
                  </a:lnTo>
                  <a:lnTo>
                    <a:pt x="326120" y="105993"/>
                  </a:lnTo>
                  <a:lnTo>
                    <a:pt x="324400" y="100984"/>
                  </a:lnTo>
                  <a:lnTo>
                    <a:pt x="322523" y="96032"/>
                  </a:lnTo>
                  <a:lnTo>
                    <a:pt x="320490" y="91142"/>
                  </a:lnTo>
                  <a:lnTo>
                    <a:pt x="318304" y="86319"/>
                  </a:lnTo>
                  <a:lnTo>
                    <a:pt x="315965" y="81567"/>
                  </a:lnTo>
                  <a:lnTo>
                    <a:pt x="313477" y="76892"/>
                  </a:lnTo>
                  <a:lnTo>
                    <a:pt x="310843" y="72298"/>
                  </a:lnTo>
                  <a:lnTo>
                    <a:pt x="308064" y="67790"/>
                  </a:lnTo>
                  <a:lnTo>
                    <a:pt x="305143" y="63372"/>
                  </a:lnTo>
                  <a:lnTo>
                    <a:pt x="302085" y="59049"/>
                  </a:lnTo>
                  <a:lnTo>
                    <a:pt x="298891" y="54825"/>
                  </a:lnTo>
                  <a:lnTo>
                    <a:pt x="295564" y="50704"/>
                  </a:lnTo>
                  <a:lnTo>
                    <a:pt x="292109" y="46690"/>
                  </a:lnTo>
                  <a:lnTo>
                    <a:pt x="288528" y="42788"/>
                  </a:lnTo>
                  <a:lnTo>
                    <a:pt x="284826" y="39002"/>
                  </a:lnTo>
                  <a:lnTo>
                    <a:pt x="281005" y="35334"/>
                  </a:lnTo>
                  <a:lnTo>
                    <a:pt x="277071" y="31790"/>
                  </a:lnTo>
                  <a:lnTo>
                    <a:pt x="273025" y="28372"/>
                  </a:lnTo>
                  <a:lnTo>
                    <a:pt x="268874" y="25083"/>
                  </a:lnTo>
                  <a:lnTo>
                    <a:pt x="264621" y="21928"/>
                  </a:lnTo>
                  <a:lnTo>
                    <a:pt x="260270" y="18909"/>
                  </a:lnTo>
                  <a:lnTo>
                    <a:pt x="255825" y="16030"/>
                  </a:lnTo>
                  <a:lnTo>
                    <a:pt x="251291" y="13293"/>
                  </a:lnTo>
                  <a:lnTo>
                    <a:pt x="246673" y="10700"/>
                  </a:lnTo>
                  <a:lnTo>
                    <a:pt x="241975" y="8256"/>
                  </a:lnTo>
                  <a:lnTo>
                    <a:pt x="237202" y="5961"/>
                  </a:lnTo>
                  <a:lnTo>
                    <a:pt x="232359" y="3819"/>
                  </a:lnTo>
                  <a:lnTo>
                    <a:pt x="227450" y="1831"/>
                  </a:lnTo>
                  <a:lnTo>
                    <a:pt x="222481" y="0"/>
                  </a:lnTo>
                  <a:lnTo>
                    <a:pt x="167166" y="1577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023544" y="941493"/>
              <a:ext cx="55315" cy="167167"/>
            </a:xfrm>
            <a:custGeom>
              <a:avLst/>
              <a:pathLst>
                <a:path w="55315" h="167167">
                  <a:moveTo>
                    <a:pt x="55315" y="9417"/>
                  </a:moveTo>
                  <a:lnTo>
                    <a:pt x="49366" y="7455"/>
                  </a:lnTo>
                  <a:lnTo>
                    <a:pt x="43348" y="5718"/>
                  </a:lnTo>
                  <a:lnTo>
                    <a:pt x="37269" y="4207"/>
                  </a:lnTo>
                  <a:lnTo>
                    <a:pt x="31138" y="2925"/>
                  </a:lnTo>
                  <a:lnTo>
                    <a:pt x="24963" y="1874"/>
                  </a:lnTo>
                  <a:lnTo>
                    <a:pt x="18753" y="1055"/>
                  </a:lnTo>
                  <a:lnTo>
                    <a:pt x="12516" y="469"/>
                  </a:lnTo>
                  <a:lnTo>
                    <a:pt x="6262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388652" y="941493"/>
              <a:ext cx="97563" cy="167167"/>
            </a:xfrm>
            <a:custGeom>
              <a:avLst/>
              <a:pathLst>
                <a:path w="97563" h="167167">
                  <a:moveTo>
                    <a:pt x="97563" y="0"/>
                  </a:moveTo>
                  <a:lnTo>
                    <a:pt x="91776" y="100"/>
                  </a:lnTo>
                  <a:lnTo>
                    <a:pt x="85997" y="400"/>
                  </a:lnTo>
                  <a:lnTo>
                    <a:pt x="80231" y="900"/>
                  </a:lnTo>
                  <a:lnTo>
                    <a:pt x="74486" y="1600"/>
                  </a:lnTo>
                  <a:lnTo>
                    <a:pt x="68769" y="2498"/>
                  </a:lnTo>
                  <a:lnTo>
                    <a:pt x="63086" y="3593"/>
                  </a:lnTo>
                  <a:lnTo>
                    <a:pt x="57445" y="4885"/>
                  </a:lnTo>
                  <a:lnTo>
                    <a:pt x="51852" y="6371"/>
                  </a:lnTo>
                  <a:lnTo>
                    <a:pt x="46313" y="8049"/>
                  </a:lnTo>
                  <a:lnTo>
                    <a:pt x="40836" y="9919"/>
                  </a:lnTo>
                  <a:lnTo>
                    <a:pt x="35427" y="11976"/>
                  </a:lnTo>
                  <a:lnTo>
                    <a:pt x="30092" y="14220"/>
                  </a:lnTo>
                  <a:lnTo>
                    <a:pt x="24839" y="16647"/>
                  </a:lnTo>
                  <a:lnTo>
                    <a:pt x="19672" y="19255"/>
                  </a:lnTo>
                  <a:lnTo>
                    <a:pt x="14599" y="22040"/>
                  </a:lnTo>
                  <a:lnTo>
                    <a:pt x="9625" y="24998"/>
                  </a:lnTo>
                  <a:lnTo>
                    <a:pt x="4757" y="28127"/>
                  </a:lnTo>
                  <a:lnTo>
                    <a:pt x="0" y="31423"/>
                  </a:lnTo>
                  <a:lnTo>
                    <a:pt x="975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388652" y="972916"/>
              <a:ext cx="97563" cy="135743"/>
            </a:xfrm>
            <a:custGeom>
              <a:avLst/>
              <a:pathLst>
                <a:path w="97563" h="135743">
                  <a:moveTo>
                    <a:pt x="0" y="0"/>
                  </a:moveTo>
                  <a:lnTo>
                    <a:pt x="97563" y="1357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388652" y="972916"/>
              <a:ext cx="97563" cy="135743"/>
            </a:xfrm>
            <a:custGeom>
              <a:avLst/>
              <a:pathLst>
                <a:path w="97563" h="135743">
                  <a:moveTo>
                    <a:pt x="0" y="0"/>
                  </a:moveTo>
                  <a:lnTo>
                    <a:pt x="97563" y="1357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388652" y="972916"/>
              <a:ext cx="97563" cy="135743"/>
            </a:xfrm>
            <a:custGeom>
              <a:avLst/>
              <a:pathLst>
                <a:path w="97563" h="135743">
                  <a:moveTo>
                    <a:pt x="0" y="0"/>
                  </a:moveTo>
                  <a:lnTo>
                    <a:pt x="97563" y="1357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388652" y="972916"/>
              <a:ext cx="97563" cy="135743"/>
            </a:xfrm>
            <a:custGeom>
              <a:avLst/>
              <a:pathLst>
                <a:path w="97563" h="135743">
                  <a:moveTo>
                    <a:pt x="0" y="0"/>
                  </a:moveTo>
                  <a:lnTo>
                    <a:pt x="97563" y="1357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88652" y="972916"/>
              <a:ext cx="97563" cy="135743"/>
            </a:xfrm>
            <a:custGeom>
              <a:avLst/>
              <a:pathLst>
                <a:path w="97563" h="135743">
                  <a:moveTo>
                    <a:pt x="0" y="0"/>
                  </a:moveTo>
                  <a:lnTo>
                    <a:pt x="97563" y="1357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88652" y="972916"/>
              <a:ext cx="97563" cy="135743"/>
            </a:xfrm>
            <a:custGeom>
              <a:avLst/>
              <a:pathLst>
                <a:path w="97563" h="135743">
                  <a:moveTo>
                    <a:pt x="0" y="0"/>
                  </a:moveTo>
                  <a:lnTo>
                    <a:pt x="97563" y="1357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88652" y="972916"/>
              <a:ext cx="97563" cy="135743"/>
            </a:xfrm>
            <a:custGeom>
              <a:avLst/>
              <a:pathLst>
                <a:path w="97563" h="135743">
                  <a:moveTo>
                    <a:pt x="0" y="0"/>
                  </a:moveTo>
                  <a:lnTo>
                    <a:pt x="97563" y="1357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88652" y="972916"/>
              <a:ext cx="97563" cy="135743"/>
            </a:xfrm>
            <a:custGeom>
              <a:avLst/>
              <a:pathLst>
                <a:path w="97563" h="135743">
                  <a:moveTo>
                    <a:pt x="0" y="0"/>
                  </a:moveTo>
                  <a:lnTo>
                    <a:pt x="97563" y="1357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88652" y="972916"/>
              <a:ext cx="97563" cy="135743"/>
            </a:xfrm>
            <a:custGeom>
              <a:avLst/>
              <a:pathLst>
                <a:path w="97563" h="135743">
                  <a:moveTo>
                    <a:pt x="0" y="0"/>
                  </a:moveTo>
                  <a:lnTo>
                    <a:pt x="97563" y="1357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88652" y="972916"/>
              <a:ext cx="97563" cy="135743"/>
            </a:xfrm>
            <a:custGeom>
              <a:avLst/>
              <a:pathLst>
                <a:path w="97563" h="135743">
                  <a:moveTo>
                    <a:pt x="0" y="0"/>
                  </a:moveTo>
                  <a:lnTo>
                    <a:pt x="97563" y="1357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88652" y="972916"/>
              <a:ext cx="97563" cy="135743"/>
            </a:xfrm>
            <a:custGeom>
              <a:avLst/>
              <a:pathLst>
                <a:path w="97563" h="135743">
                  <a:moveTo>
                    <a:pt x="0" y="0"/>
                  </a:moveTo>
                  <a:lnTo>
                    <a:pt x="97563" y="1357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88652" y="972916"/>
              <a:ext cx="97563" cy="135743"/>
            </a:xfrm>
            <a:custGeom>
              <a:avLst/>
              <a:pathLst>
                <a:path w="97563" h="135743">
                  <a:moveTo>
                    <a:pt x="0" y="0"/>
                  </a:moveTo>
                  <a:lnTo>
                    <a:pt x="97563" y="1357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88652" y="972916"/>
              <a:ext cx="97563" cy="135743"/>
            </a:xfrm>
            <a:custGeom>
              <a:avLst/>
              <a:pathLst>
                <a:path w="97563" h="135743">
                  <a:moveTo>
                    <a:pt x="0" y="0"/>
                  </a:moveTo>
                  <a:lnTo>
                    <a:pt x="97563" y="1357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88652" y="972916"/>
              <a:ext cx="97563" cy="135743"/>
            </a:xfrm>
            <a:custGeom>
              <a:avLst/>
              <a:pathLst>
                <a:path w="97563" h="135743">
                  <a:moveTo>
                    <a:pt x="0" y="0"/>
                  </a:moveTo>
                  <a:lnTo>
                    <a:pt x="97563" y="1357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8652" y="972916"/>
              <a:ext cx="97563" cy="135743"/>
            </a:xfrm>
            <a:custGeom>
              <a:avLst/>
              <a:pathLst>
                <a:path w="97563" h="135743">
                  <a:moveTo>
                    <a:pt x="0" y="0"/>
                  </a:moveTo>
                  <a:lnTo>
                    <a:pt x="97563" y="1357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8652" y="972916"/>
              <a:ext cx="97563" cy="135743"/>
            </a:xfrm>
            <a:custGeom>
              <a:avLst/>
              <a:pathLst>
                <a:path w="97563" h="135743">
                  <a:moveTo>
                    <a:pt x="0" y="0"/>
                  </a:moveTo>
                  <a:lnTo>
                    <a:pt x="97563" y="1357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8652" y="972916"/>
              <a:ext cx="97563" cy="135743"/>
            </a:xfrm>
            <a:custGeom>
              <a:avLst/>
              <a:pathLst>
                <a:path w="97563" h="135743">
                  <a:moveTo>
                    <a:pt x="0" y="0"/>
                  </a:moveTo>
                  <a:lnTo>
                    <a:pt x="97563" y="1357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8652" y="972916"/>
              <a:ext cx="97563" cy="135743"/>
            </a:xfrm>
            <a:custGeom>
              <a:avLst/>
              <a:pathLst>
                <a:path w="97563" h="135743">
                  <a:moveTo>
                    <a:pt x="0" y="0"/>
                  </a:moveTo>
                  <a:lnTo>
                    <a:pt x="97563" y="1357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19051" y="972916"/>
              <a:ext cx="167164" cy="263582"/>
            </a:xfrm>
            <a:custGeom>
              <a:avLst/>
              <a:pathLst>
                <a:path w="167164" h="263582">
                  <a:moveTo>
                    <a:pt x="69601" y="0"/>
                  </a:moveTo>
                  <a:lnTo>
                    <a:pt x="65246" y="3238"/>
                  </a:lnTo>
                  <a:lnTo>
                    <a:pt x="60998" y="6617"/>
                  </a:lnTo>
                  <a:lnTo>
                    <a:pt x="56862" y="10131"/>
                  </a:lnTo>
                  <a:lnTo>
                    <a:pt x="52842" y="13778"/>
                  </a:lnTo>
                  <a:lnTo>
                    <a:pt x="48943" y="17554"/>
                  </a:lnTo>
                  <a:lnTo>
                    <a:pt x="45169" y="21454"/>
                  </a:lnTo>
                  <a:lnTo>
                    <a:pt x="41523" y="25474"/>
                  </a:lnTo>
                  <a:lnTo>
                    <a:pt x="38009" y="29611"/>
                  </a:lnTo>
                  <a:lnTo>
                    <a:pt x="34632" y="33860"/>
                  </a:lnTo>
                  <a:lnTo>
                    <a:pt x="31395" y="38216"/>
                  </a:lnTo>
                  <a:lnTo>
                    <a:pt x="28300" y="42675"/>
                  </a:lnTo>
                  <a:lnTo>
                    <a:pt x="25352" y="47231"/>
                  </a:lnTo>
                  <a:lnTo>
                    <a:pt x="22553" y="51882"/>
                  </a:lnTo>
                  <a:lnTo>
                    <a:pt x="19907" y="56620"/>
                  </a:lnTo>
                  <a:lnTo>
                    <a:pt x="17416" y="61442"/>
                  </a:lnTo>
                  <a:lnTo>
                    <a:pt x="15083" y="66343"/>
                  </a:lnTo>
                  <a:lnTo>
                    <a:pt x="12910" y="71316"/>
                  </a:lnTo>
                  <a:lnTo>
                    <a:pt x="10900" y="76358"/>
                  </a:lnTo>
                  <a:lnTo>
                    <a:pt x="9055" y="81462"/>
                  </a:lnTo>
                  <a:lnTo>
                    <a:pt x="7376" y="86623"/>
                  </a:lnTo>
                  <a:lnTo>
                    <a:pt x="5866" y="91836"/>
                  </a:lnTo>
                  <a:lnTo>
                    <a:pt x="4525" y="97096"/>
                  </a:lnTo>
                  <a:lnTo>
                    <a:pt x="3356" y="102396"/>
                  </a:lnTo>
                  <a:lnTo>
                    <a:pt x="2360" y="107731"/>
                  </a:lnTo>
                  <a:lnTo>
                    <a:pt x="1538" y="113096"/>
                  </a:lnTo>
                  <a:lnTo>
                    <a:pt x="890" y="118484"/>
                  </a:lnTo>
                  <a:lnTo>
                    <a:pt x="417" y="123891"/>
                  </a:lnTo>
                  <a:lnTo>
                    <a:pt x="120" y="129310"/>
                  </a:lnTo>
                  <a:lnTo>
                    <a:pt x="0" y="134737"/>
                  </a:lnTo>
                  <a:lnTo>
                    <a:pt x="55" y="140164"/>
                  </a:lnTo>
                  <a:lnTo>
                    <a:pt x="286" y="145586"/>
                  </a:lnTo>
                  <a:lnTo>
                    <a:pt x="694" y="150998"/>
                  </a:lnTo>
                  <a:lnTo>
                    <a:pt x="1277" y="156394"/>
                  </a:lnTo>
                  <a:lnTo>
                    <a:pt x="2035" y="161769"/>
                  </a:lnTo>
                  <a:lnTo>
                    <a:pt x="2967" y="167116"/>
                  </a:lnTo>
                  <a:lnTo>
                    <a:pt x="4072" y="172429"/>
                  </a:lnTo>
                  <a:lnTo>
                    <a:pt x="5349" y="177704"/>
                  </a:lnTo>
                  <a:lnTo>
                    <a:pt x="6796" y="182935"/>
                  </a:lnTo>
                  <a:lnTo>
                    <a:pt x="8412" y="188116"/>
                  </a:lnTo>
                  <a:lnTo>
                    <a:pt x="10196" y="193242"/>
                  </a:lnTo>
                  <a:lnTo>
                    <a:pt x="12146" y="198308"/>
                  </a:lnTo>
                  <a:lnTo>
                    <a:pt x="14258" y="203307"/>
                  </a:lnTo>
                  <a:lnTo>
                    <a:pt x="16532" y="208235"/>
                  </a:lnTo>
                  <a:lnTo>
                    <a:pt x="18965" y="213087"/>
                  </a:lnTo>
                  <a:lnTo>
                    <a:pt x="21554" y="217857"/>
                  </a:lnTo>
                  <a:lnTo>
                    <a:pt x="24296" y="222541"/>
                  </a:lnTo>
                  <a:lnTo>
                    <a:pt x="27189" y="227133"/>
                  </a:lnTo>
                  <a:lnTo>
                    <a:pt x="30230" y="231629"/>
                  </a:lnTo>
                  <a:lnTo>
                    <a:pt x="33415" y="236023"/>
                  </a:lnTo>
                  <a:lnTo>
                    <a:pt x="36741" y="240312"/>
                  </a:lnTo>
                  <a:lnTo>
                    <a:pt x="40204" y="244491"/>
                  </a:lnTo>
                  <a:lnTo>
                    <a:pt x="43801" y="248555"/>
                  </a:lnTo>
                  <a:lnTo>
                    <a:pt x="47528" y="252501"/>
                  </a:lnTo>
                  <a:lnTo>
                    <a:pt x="51382" y="256323"/>
                  </a:lnTo>
                  <a:lnTo>
                    <a:pt x="55357" y="260018"/>
                  </a:lnTo>
                  <a:lnTo>
                    <a:pt x="59450" y="263582"/>
                  </a:lnTo>
                  <a:lnTo>
                    <a:pt x="167164" y="1357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8502" y="941493"/>
              <a:ext cx="274862" cy="334334"/>
            </a:xfrm>
            <a:custGeom>
              <a:avLst/>
              <a:pathLst>
                <a:path w="274862" h="334334">
                  <a:moveTo>
                    <a:pt x="0" y="295006"/>
                  </a:moveTo>
                  <a:lnTo>
                    <a:pt x="4112" y="298360"/>
                  </a:lnTo>
                  <a:lnTo>
                    <a:pt x="8329" y="301583"/>
                  </a:lnTo>
                  <a:lnTo>
                    <a:pt x="12646" y="304670"/>
                  </a:lnTo>
                  <a:lnTo>
                    <a:pt x="17059" y="307619"/>
                  </a:lnTo>
                  <a:lnTo>
                    <a:pt x="21563" y="310426"/>
                  </a:lnTo>
                  <a:lnTo>
                    <a:pt x="26154" y="313089"/>
                  </a:lnTo>
                  <a:lnTo>
                    <a:pt x="30828" y="315604"/>
                  </a:lnTo>
                  <a:lnTo>
                    <a:pt x="35579" y="317970"/>
                  </a:lnTo>
                  <a:lnTo>
                    <a:pt x="40402" y="320184"/>
                  </a:lnTo>
                  <a:lnTo>
                    <a:pt x="45294" y="322243"/>
                  </a:lnTo>
                  <a:lnTo>
                    <a:pt x="50248" y="324147"/>
                  </a:lnTo>
                  <a:lnTo>
                    <a:pt x="55260" y="325892"/>
                  </a:lnTo>
                  <a:lnTo>
                    <a:pt x="60325" y="327477"/>
                  </a:lnTo>
                  <a:lnTo>
                    <a:pt x="65438" y="328901"/>
                  </a:lnTo>
                  <a:lnTo>
                    <a:pt x="70594" y="330161"/>
                  </a:lnTo>
                  <a:lnTo>
                    <a:pt x="75787" y="331257"/>
                  </a:lnTo>
                  <a:lnTo>
                    <a:pt x="81012" y="332188"/>
                  </a:lnTo>
                  <a:lnTo>
                    <a:pt x="86264" y="332953"/>
                  </a:lnTo>
                  <a:lnTo>
                    <a:pt x="91537" y="333550"/>
                  </a:lnTo>
                  <a:lnTo>
                    <a:pt x="96827" y="333980"/>
                  </a:lnTo>
                  <a:lnTo>
                    <a:pt x="102128" y="334241"/>
                  </a:lnTo>
                  <a:lnTo>
                    <a:pt x="107435" y="334334"/>
                  </a:lnTo>
                  <a:lnTo>
                    <a:pt x="112742" y="334259"/>
                  </a:lnTo>
                  <a:lnTo>
                    <a:pt x="118043" y="334015"/>
                  </a:lnTo>
                  <a:lnTo>
                    <a:pt x="123335" y="333603"/>
                  </a:lnTo>
                  <a:lnTo>
                    <a:pt x="128610" y="333023"/>
                  </a:lnTo>
                  <a:lnTo>
                    <a:pt x="133865" y="332276"/>
                  </a:lnTo>
                  <a:lnTo>
                    <a:pt x="139093" y="331363"/>
                  </a:lnTo>
                  <a:lnTo>
                    <a:pt x="144289" y="330284"/>
                  </a:lnTo>
                  <a:lnTo>
                    <a:pt x="149449" y="329041"/>
                  </a:lnTo>
                  <a:lnTo>
                    <a:pt x="154567" y="327634"/>
                  </a:lnTo>
                  <a:lnTo>
                    <a:pt x="159637" y="326066"/>
                  </a:lnTo>
                  <a:lnTo>
                    <a:pt x="164655" y="324337"/>
                  </a:lnTo>
                  <a:lnTo>
                    <a:pt x="169616" y="322451"/>
                  </a:lnTo>
                  <a:lnTo>
                    <a:pt x="174514" y="320407"/>
                  </a:lnTo>
                  <a:lnTo>
                    <a:pt x="179345" y="318209"/>
                  </a:lnTo>
                  <a:lnTo>
                    <a:pt x="184104" y="315859"/>
                  </a:lnTo>
                  <a:lnTo>
                    <a:pt x="188785" y="313360"/>
                  </a:lnTo>
                  <a:lnTo>
                    <a:pt x="193385" y="310712"/>
                  </a:lnTo>
                  <a:lnTo>
                    <a:pt x="197899" y="307920"/>
                  </a:lnTo>
                  <a:lnTo>
                    <a:pt x="202322" y="304986"/>
                  </a:lnTo>
                  <a:lnTo>
                    <a:pt x="206649" y="301914"/>
                  </a:lnTo>
                  <a:lnTo>
                    <a:pt x="210877" y="298705"/>
                  </a:lnTo>
                  <a:lnTo>
                    <a:pt x="215000" y="295364"/>
                  </a:lnTo>
                  <a:lnTo>
                    <a:pt x="219016" y="291893"/>
                  </a:lnTo>
                  <a:lnTo>
                    <a:pt x="222919" y="288297"/>
                  </a:lnTo>
                  <a:lnTo>
                    <a:pt x="226706" y="284579"/>
                  </a:lnTo>
                  <a:lnTo>
                    <a:pt x="230374" y="280742"/>
                  </a:lnTo>
                  <a:lnTo>
                    <a:pt x="233917" y="276791"/>
                  </a:lnTo>
                  <a:lnTo>
                    <a:pt x="237334" y="272730"/>
                  </a:lnTo>
                  <a:lnTo>
                    <a:pt x="240619" y="268562"/>
                  </a:lnTo>
                  <a:lnTo>
                    <a:pt x="243771" y="264292"/>
                  </a:lnTo>
                  <a:lnTo>
                    <a:pt x="246786" y="259924"/>
                  </a:lnTo>
                  <a:lnTo>
                    <a:pt x="249660" y="255462"/>
                  </a:lnTo>
                  <a:lnTo>
                    <a:pt x="252392" y="250911"/>
                  </a:lnTo>
                  <a:lnTo>
                    <a:pt x="254977" y="246276"/>
                  </a:lnTo>
                  <a:lnTo>
                    <a:pt x="257414" y="241562"/>
                  </a:lnTo>
                  <a:lnTo>
                    <a:pt x="259700" y="236772"/>
                  </a:lnTo>
                  <a:lnTo>
                    <a:pt x="261833" y="231912"/>
                  </a:lnTo>
                  <a:lnTo>
                    <a:pt x="263811" y="226987"/>
                  </a:lnTo>
                  <a:lnTo>
                    <a:pt x="265631" y="222002"/>
                  </a:lnTo>
                  <a:lnTo>
                    <a:pt x="267292" y="216961"/>
                  </a:lnTo>
                  <a:lnTo>
                    <a:pt x="268793" y="211870"/>
                  </a:lnTo>
                  <a:lnTo>
                    <a:pt x="270131" y="206734"/>
                  </a:lnTo>
                  <a:lnTo>
                    <a:pt x="271305" y="201558"/>
                  </a:lnTo>
                  <a:lnTo>
                    <a:pt x="272314" y="196348"/>
                  </a:lnTo>
                  <a:lnTo>
                    <a:pt x="273157" y="191108"/>
                  </a:lnTo>
                  <a:lnTo>
                    <a:pt x="273834" y="185844"/>
                  </a:lnTo>
                  <a:lnTo>
                    <a:pt x="274343" y="180561"/>
                  </a:lnTo>
                  <a:lnTo>
                    <a:pt x="274684" y="175264"/>
                  </a:lnTo>
                  <a:lnTo>
                    <a:pt x="274857" y="169960"/>
                  </a:lnTo>
                  <a:lnTo>
                    <a:pt x="274862" y="164653"/>
                  </a:lnTo>
                  <a:lnTo>
                    <a:pt x="274698" y="159348"/>
                  </a:lnTo>
                  <a:lnTo>
                    <a:pt x="274365" y="154051"/>
                  </a:lnTo>
                  <a:lnTo>
                    <a:pt x="273865" y="148767"/>
                  </a:lnTo>
                  <a:lnTo>
                    <a:pt x="273197" y="143502"/>
                  </a:lnTo>
                  <a:lnTo>
                    <a:pt x="272362" y="138261"/>
                  </a:lnTo>
                  <a:lnTo>
                    <a:pt x="271362" y="133048"/>
                  </a:lnTo>
                  <a:lnTo>
                    <a:pt x="270196" y="127871"/>
                  </a:lnTo>
                  <a:lnTo>
                    <a:pt x="268867" y="122732"/>
                  </a:lnTo>
                  <a:lnTo>
                    <a:pt x="267375" y="117639"/>
                  </a:lnTo>
                  <a:lnTo>
                    <a:pt x="265722" y="112596"/>
                  </a:lnTo>
                  <a:lnTo>
                    <a:pt x="263910" y="107607"/>
                  </a:lnTo>
                  <a:lnTo>
                    <a:pt x="261941" y="102679"/>
                  </a:lnTo>
                  <a:lnTo>
                    <a:pt x="259816" y="97815"/>
                  </a:lnTo>
                  <a:lnTo>
                    <a:pt x="257538" y="93022"/>
                  </a:lnTo>
                  <a:lnTo>
                    <a:pt x="255109" y="88303"/>
                  </a:lnTo>
                  <a:lnTo>
                    <a:pt x="252531" y="83664"/>
                  </a:lnTo>
                  <a:lnTo>
                    <a:pt x="249807" y="79109"/>
                  </a:lnTo>
                  <a:lnTo>
                    <a:pt x="246940" y="74642"/>
                  </a:lnTo>
                  <a:lnTo>
                    <a:pt x="243933" y="70269"/>
                  </a:lnTo>
                  <a:lnTo>
                    <a:pt x="240788" y="65994"/>
                  </a:lnTo>
                  <a:lnTo>
                    <a:pt x="237509" y="61820"/>
                  </a:lnTo>
                  <a:lnTo>
                    <a:pt x="234100" y="57753"/>
                  </a:lnTo>
                  <a:lnTo>
                    <a:pt x="230563" y="53796"/>
                  </a:lnTo>
                  <a:lnTo>
                    <a:pt x="226902" y="49953"/>
                  </a:lnTo>
                  <a:lnTo>
                    <a:pt x="223121" y="46229"/>
                  </a:lnTo>
                  <a:lnTo>
                    <a:pt x="219224" y="42626"/>
                  </a:lnTo>
                  <a:lnTo>
                    <a:pt x="215214" y="39149"/>
                  </a:lnTo>
                  <a:lnTo>
                    <a:pt x="211096" y="35801"/>
                  </a:lnTo>
                  <a:lnTo>
                    <a:pt x="206873" y="32585"/>
                  </a:lnTo>
                  <a:lnTo>
                    <a:pt x="202551" y="29505"/>
                  </a:lnTo>
                  <a:lnTo>
                    <a:pt x="198133" y="26564"/>
                  </a:lnTo>
                  <a:lnTo>
                    <a:pt x="193624" y="23765"/>
                  </a:lnTo>
                  <a:lnTo>
                    <a:pt x="189029" y="21110"/>
                  </a:lnTo>
                  <a:lnTo>
                    <a:pt x="184351" y="18602"/>
                  </a:lnTo>
                  <a:lnTo>
                    <a:pt x="179597" y="16244"/>
                  </a:lnTo>
                  <a:lnTo>
                    <a:pt x="174769" y="14038"/>
                  </a:lnTo>
                  <a:lnTo>
                    <a:pt x="169874" y="11987"/>
                  </a:lnTo>
                  <a:lnTo>
                    <a:pt x="164917" y="10092"/>
                  </a:lnTo>
                  <a:lnTo>
                    <a:pt x="159902" y="8355"/>
                  </a:lnTo>
                  <a:lnTo>
                    <a:pt x="154834" y="6778"/>
                  </a:lnTo>
                  <a:lnTo>
                    <a:pt x="149719" y="5363"/>
                  </a:lnTo>
                  <a:lnTo>
                    <a:pt x="144561" y="4111"/>
                  </a:lnTo>
                  <a:lnTo>
                    <a:pt x="139366" y="3024"/>
                  </a:lnTo>
                  <a:lnTo>
                    <a:pt x="134140" y="2102"/>
                  </a:lnTo>
                  <a:lnTo>
                    <a:pt x="128887" y="1346"/>
                  </a:lnTo>
                  <a:lnTo>
                    <a:pt x="123612" y="757"/>
                  </a:lnTo>
                  <a:lnTo>
                    <a:pt x="118321" y="336"/>
                  </a:lnTo>
                  <a:lnTo>
                    <a:pt x="113020" y="84"/>
                  </a:lnTo>
                  <a:lnTo>
                    <a:pt x="107713" y="0"/>
                  </a:lnTo>
                  <a:lnTo>
                    <a:pt x="10771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797352" y="1071028"/>
              <a:ext cx="286539" cy="334334"/>
            </a:xfrm>
            <a:custGeom>
              <a:avLst/>
              <a:pathLst>
                <a:path w="286539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4" y="1346"/>
                  </a:lnTo>
                  <a:lnTo>
                    <a:pt x="140721" y="2102"/>
                  </a:lnTo>
                  <a:lnTo>
                    <a:pt x="135494" y="3024"/>
                  </a:lnTo>
                  <a:lnTo>
                    <a:pt x="130300" y="4111"/>
                  </a:lnTo>
                  <a:lnTo>
                    <a:pt x="125142" y="5363"/>
                  </a:lnTo>
                  <a:lnTo>
                    <a:pt x="120027" y="6778"/>
                  </a:lnTo>
                  <a:lnTo>
                    <a:pt x="114959" y="8355"/>
                  </a:lnTo>
                  <a:lnTo>
                    <a:pt x="109944" y="10092"/>
                  </a:lnTo>
                  <a:lnTo>
                    <a:pt x="104986" y="11987"/>
                  </a:lnTo>
                  <a:lnTo>
                    <a:pt x="100091" y="14039"/>
                  </a:lnTo>
                  <a:lnTo>
                    <a:pt x="95264" y="16244"/>
                  </a:lnTo>
                  <a:lnTo>
                    <a:pt x="90509" y="18602"/>
                  </a:lnTo>
                  <a:lnTo>
                    <a:pt x="85831" y="21110"/>
                  </a:lnTo>
                  <a:lnTo>
                    <a:pt x="81236" y="23765"/>
                  </a:lnTo>
                  <a:lnTo>
                    <a:pt x="76727" y="26565"/>
                  </a:lnTo>
                  <a:lnTo>
                    <a:pt x="72309" y="29506"/>
                  </a:lnTo>
                  <a:lnTo>
                    <a:pt x="67987" y="32586"/>
                  </a:lnTo>
                  <a:lnTo>
                    <a:pt x="63764" y="35802"/>
                  </a:lnTo>
                  <a:lnTo>
                    <a:pt x="59646" y="39150"/>
                  </a:lnTo>
                  <a:lnTo>
                    <a:pt x="55636" y="42627"/>
                  </a:lnTo>
                  <a:lnTo>
                    <a:pt x="51739" y="46230"/>
                  </a:lnTo>
                  <a:lnTo>
                    <a:pt x="47958" y="49955"/>
                  </a:lnTo>
                  <a:lnTo>
                    <a:pt x="44297" y="53798"/>
                  </a:lnTo>
                  <a:lnTo>
                    <a:pt x="40760" y="57755"/>
                  </a:lnTo>
                  <a:lnTo>
                    <a:pt x="37351" y="61822"/>
                  </a:lnTo>
                  <a:lnTo>
                    <a:pt x="34072" y="65996"/>
                  </a:lnTo>
                  <a:lnTo>
                    <a:pt x="30927" y="70271"/>
                  </a:lnTo>
                  <a:lnTo>
                    <a:pt x="27920" y="74644"/>
                  </a:lnTo>
                  <a:lnTo>
                    <a:pt x="25053" y="79111"/>
                  </a:lnTo>
                  <a:lnTo>
                    <a:pt x="22329" y="83666"/>
                  </a:lnTo>
                  <a:lnTo>
                    <a:pt x="19751" y="88305"/>
                  </a:lnTo>
                  <a:lnTo>
                    <a:pt x="17322" y="93024"/>
                  </a:lnTo>
                  <a:lnTo>
                    <a:pt x="15044" y="97818"/>
                  </a:lnTo>
                  <a:lnTo>
                    <a:pt x="12919" y="102681"/>
                  </a:lnTo>
                  <a:lnTo>
                    <a:pt x="10950" y="107610"/>
                  </a:lnTo>
                  <a:lnTo>
                    <a:pt x="9138" y="112599"/>
                  </a:lnTo>
                  <a:lnTo>
                    <a:pt x="7485" y="117642"/>
                  </a:lnTo>
                  <a:lnTo>
                    <a:pt x="5993" y="122736"/>
                  </a:lnTo>
                  <a:lnTo>
                    <a:pt x="4664" y="127874"/>
                  </a:lnTo>
                  <a:lnTo>
                    <a:pt x="3499" y="133052"/>
                  </a:lnTo>
                  <a:lnTo>
                    <a:pt x="2498" y="138264"/>
                  </a:lnTo>
                  <a:lnTo>
                    <a:pt x="1664" y="143506"/>
                  </a:lnTo>
                  <a:lnTo>
                    <a:pt x="996" y="148771"/>
                  </a:lnTo>
                  <a:lnTo>
                    <a:pt x="496" y="154055"/>
                  </a:lnTo>
                  <a:lnTo>
                    <a:pt x="163" y="159352"/>
                  </a:lnTo>
                  <a:lnTo>
                    <a:pt x="0" y="164657"/>
                  </a:lnTo>
                  <a:lnTo>
                    <a:pt x="4" y="169964"/>
                  </a:lnTo>
                  <a:lnTo>
                    <a:pt x="177" y="175269"/>
                  </a:lnTo>
                  <a:lnTo>
                    <a:pt x="518" y="180565"/>
                  </a:lnTo>
                  <a:lnTo>
                    <a:pt x="1028" y="185848"/>
                  </a:lnTo>
                  <a:lnTo>
                    <a:pt x="1704" y="191112"/>
                  </a:lnTo>
                  <a:lnTo>
                    <a:pt x="2548" y="196352"/>
                  </a:lnTo>
                  <a:lnTo>
                    <a:pt x="3557" y="201563"/>
                  </a:lnTo>
                  <a:lnTo>
                    <a:pt x="4732" y="206739"/>
                  </a:lnTo>
                  <a:lnTo>
                    <a:pt x="6070" y="211875"/>
                  </a:lnTo>
                  <a:lnTo>
                    <a:pt x="7570" y="216965"/>
                  </a:lnTo>
                  <a:lnTo>
                    <a:pt x="9232" y="222006"/>
                  </a:lnTo>
                  <a:lnTo>
                    <a:pt x="11052" y="226992"/>
                  </a:lnTo>
                  <a:lnTo>
                    <a:pt x="13030" y="231917"/>
                  </a:lnTo>
                  <a:lnTo>
                    <a:pt x="15163" y="236777"/>
                  </a:lnTo>
                  <a:lnTo>
                    <a:pt x="17449" y="241566"/>
                  </a:lnTo>
                  <a:lnTo>
                    <a:pt x="19887" y="246281"/>
                  </a:lnTo>
                  <a:lnTo>
                    <a:pt x="22472" y="250916"/>
                  </a:lnTo>
                  <a:lnTo>
                    <a:pt x="25204" y="255467"/>
                  </a:lnTo>
                  <a:lnTo>
                    <a:pt x="28079" y="259928"/>
                  </a:lnTo>
                  <a:lnTo>
                    <a:pt x="31093" y="264296"/>
                  </a:lnTo>
                  <a:lnTo>
                    <a:pt x="34245" y="268566"/>
                  </a:lnTo>
                  <a:lnTo>
                    <a:pt x="37531" y="272734"/>
                  </a:lnTo>
                  <a:lnTo>
                    <a:pt x="40948" y="276796"/>
                  </a:lnTo>
                  <a:lnTo>
                    <a:pt x="44492" y="280747"/>
                  </a:lnTo>
                  <a:lnTo>
                    <a:pt x="48159" y="284583"/>
                  </a:lnTo>
                  <a:lnTo>
                    <a:pt x="51947" y="288301"/>
                  </a:lnTo>
                  <a:lnTo>
                    <a:pt x="55850" y="291898"/>
                  </a:lnTo>
                  <a:lnTo>
                    <a:pt x="59866" y="295368"/>
                  </a:lnTo>
                  <a:lnTo>
                    <a:pt x="63990" y="298709"/>
                  </a:lnTo>
                  <a:lnTo>
                    <a:pt x="68217" y="301917"/>
                  </a:lnTo>
                  <a:lnTo>
                    <a:pt x="72545" y="304990"/>
                  </a:lnTo>
                  <a:lnTo>
                    <a:pt x="76968" y="307924"/>
                  </a:lnTo>
                  <a:lnTo>
                    <a:pt x="81482" y="310716"/>
                  </a:lnTo>
                  <a:lnTo>
                    <a:pt x="86082" y="313363"/>
                  </a:lnTo>
                  <a:lnTo>
                    <a:pt x="90764" y="315863"/>
                  </a:lnTo>
                  <a:lnTo>
                    <a:pt x="95523" y="318212"/>
                  </a:lnTo>
                  <a:lnTo>
                    <a:pt x="100354" y="320410"/>
                  </a:lnTo>
                  <a:lnTo>
                    <a:pt x="105252" y="322453"/>
                  </a:lnTo>
                  <a:lnTo>
                    <a:pt x="110213" y="324340"/>
                  </a:lnTo>
                  <a:lnTo>
                    <a:pt x="115231" y="326068"/>
                  </a:lnTo>
                  <a:lnTo>
                    <a:pt x="120302" y="327636"/>
                  </a:lnTo>
                  <a:lnTo>
                    <a:pt x="125419" y="329042"/>
                  </a:lnTo>
                  <a:lnTo>
                    <a:pt x="130579" y="330286"/>
                  </a:lnTo>
                  <a:lnTo>
                    <a:pt x="135776" y="331364"/>
                  </a:lnTo>
                  <a:lnTo>
                    <a:pt x="141004" y="332277"/>
                  </a:lnTo>
                  <a:lnTo>
                    <a:pt x="146259" y="333024"/>
                  </a:lnTo>
                  <a:lnTo>
                    <a:pt x="151535" y="333604"/>
                  </a:lnTo>
                  <a:lnTo>
                    <a:pt x="156826" y="334015"/>
                  </a:lnTo>
                  <a:lnTo>
                    <a:pt x="162128" y="334259"/>
                  </a:lnTo>
                  <a:lnTo>
                    <a:pt x="167435" y="334334"/>
                  </a:lnTo>
                  <a:lnTo>
                    <a:pt x="172741" y="334241"/>
                  </a:lnTo>
                  <a:lnTo>
                    <a:pt x="178042" y="333979"/>
                  </a:lnTo>
                  <a:lnTo>
                    <a:pt x="183332" y="333549"/>
                  </a:lnTo>
                  <a:lnTo>
                    <a:pt x="188606" y="332951"/>
                  </a:lnTo>
                  <a:lnTo>
                    <a:pt x="193858" y="332187"/>
                  </a:lnTo>
                  <a:lnTo>
                    <a:pt x="199083" y="331256"/>
                  </a:lnTo>
                  <a:lnTo>
                    <a:pt x="204276" y="330159"/>
                  </a:lnTo>
                  <a:lnTo>
                    <a:pt x="209432" y="328898"/>
                  </a:lnTo>
                  <a:lnTo>
                    <a:pt x="214545" y="327475"/>
                  </a:lnTo>
                  <a:lnTo>
                    <a:pt x="219610" y="325889"/>
                  </a:lnTo>
                  <a:lnTo>
                    <a:pt x="224622" y="324144"/>
                  </a:lnTo>
                  <a:lnTo>
                    <a:pt x="229576" y="322240"/>
                  </a:lnTo>
                  <a:lnTo>
                    <a:pt x="234468" y="320180"/>
                  </a:lnTo>
                  <a:lnTo>
                    <a:pt x="239291" y="317966"/>
                  </a:lnTo>
                  <a:lnTo>
                    <a:pt x="244042" y="315600"/>
                  </a:lnTo>
                  <a:lnTo>
                    <a:pt x="248715" y="313084"/>
                  </a:lnTo>
                  <a:lnTo>
                    <a:pt x="253306" y="310421"/>
                  </a:lnTo>
                  <a:lnTo>
                    <a:pt x="257810" y="307614"/>
                  </a:lnTo>
                  <a:lnTo>
                    <a:pt x="262223" y="304665"/>
                  </a:lnTo>
                  <a:lnTo>
                    <a:pt x="266540" y="301577"/>
                  </a:lnTo>
                  <a:lnTo>
                    <a:pt x="270757" y="298354"/>
                  </a:lnTo>
                  <a:lnTo>
                    <a:pt x="274869" y="294999"/>
                  </a:lnTo>
                  <a:lnTo>
                    <a:pt x="278873" y="291515"/>
                  </a:lnTo>
                  <a:lnTo>
                    <a:pt x="282764" y="287906"/>
                  </a:lnTo>
                  <a:lnTo>
                    <a:pt x="286539" y="284175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238196"/>
              <a:ext cx="119390" cy="117007"/>
            </a:xfrm>
            <a:custGeom>
              <a:avLst/>
              <a:pathLst>
                <a:path w="119390" h="117007">
                  <a:moveTo>
                    <a:pt x="119390" y="1170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238196"/>
              <a:ext cx="119390" cy="117007"/>
            </a:xfrm>
            <a:custGeom>
              <a:avLst/>
              <a:pathLst>
                <a:path w="119390" h="117007">
                  <a:moveTo>
                    <a:pt x="119390" y="1170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238196"/>
              <a:ext cx="119390" cy="117007"/>
            </a:xfrm>
            <a:custGeom>
              <a:avLst/>
              <a:pathLst>
                <a:path w="119390" h="117007">
                  <a:moveTo>
                    <a:pt x="119390" y="1170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238196"/>
              <a:ext cx="119390" cy="117007"/>
            </a:xfrm>
            <a:custGeom>
              <a:avLst/>
              <a:pathLst>
                <a:path w="119390" h="117007">
                  <a:moveTo>
                    <a:pt x="119390" y="1170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238196"/>
              <a:ext cx="119390" cy="117007"/>
            </a:xfrm>
            <a:custGeom>
              <a:avLst/>
              <a:pathLst>
                <a:path w="119390" h="117007">
                  <a:moveTo>
                    <a:pt x="119390" y="1170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238196"/>
              <a:ext cx="119390" cy="117007"/>
            </a:xfrm>
            <a:custGeom>
              <a:avLst/>
              <a:pathLst>
                <a:path w="119390" h="117007">
                  <a:moveTo>
                    <a:pt x="119390" y="1170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238196"/>
              <a:ext cx="119390" cy="117007"/>
            </a:xfrm>
            <a:custGeom>
              <a:avLst/>
              <a:pathLst>
                <a:path w="119390" h="117007">
                  <a:moveTo>
                    <a:pt x="119390" y="1170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119390" cy="117007"/>
            </a:xfrm>
            <a:custGeom>
              <a:avLst/>
              <a:pathLst>
                <a:path w="119390" h="117007">
                  <a:moveTo>
                    <a:pt x="119390" y="1170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119390" cy="117007"/>
            </a:xfrm>
            <a:custGeom>
              <a:avLst/>
              <a:pathLst>
                <a:path w="119390" h="117007">
                  <a:moveTo>
                    <a:pt x="119390" y="1170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119390" cy="117007"/>
            </a:xfrm>
            <a:custGeom>
              <a:avLst/>
              <a:pathLst>
                <a:path w="119390" h="117007">
                  <a:moveTo>
                    <a:pt x="119390" y="1170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119390" cy="117007"/>
            </a:xfrm>
            <a:custGeom>
              <a:avLst/>
              <a:pathLst>
                <a:path w="119390" h="117007">
                  <a:moveTo>
                    <a:pt x="119390" y="1170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119390" cy="117007"/>
            </a:xfrm>
            <a:custGeom>
              <a:avLst/>
              <a:pathLst>
                <a:path w="119390" h="117007">
                  <a:moveTo>
                    <a:pt x="119390" y="1170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119390" cy="117007"/>
            </a:xfrm>
            <a:custGeom>
              <a:avLst/>
              <a:pathLst>
                <a:path w="119390" h="117007">
                  <a:moveTo>
                    <a:pt x="119390" y="1170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119390" cy="117007"/>
            </a:xfrm>
            <a:custGeom>
              <a:avLst/>
              <a:pathLst>
                <a:path w="119390" h="117007">
                  <a:moveTo>
                    <a:pt x="119390" y="1170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119390" cy="117007"/>
            </a:xfrm>
            <a:custGeom>
              <a:avLst/>
              <a:pathLst>
                <a:path w="119390" h="117007">
                  <a:moveTo>
                    <a:pt x="119390" y="1170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119390" cy="117007"/>
            </a:xfrm>
            <a:custGeom>
              <a:avLst/>
              <a:pathLst>
                <a:path w="119390" h="117007">
                  <a:moveTo>
                    <a:pt x="119390" y="1170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119390" cy="117007"/>
            </a:xfrm>
            <a:custGeom>
              <a:avLst/>
              <a:pathLst>
                <a:path w="119390" h="117007">
                  <a:moveTo>
                    <a:pt x="119390" y="1170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83959"/>
              <a:ext cx="167162" cy="271244"/>
            </a:xfrm>
            <a:custGeom>
              <a:avLst/>
              <a:pathLst>
                <a:path w="167162" h="271244">
                  <a:moveTo>
                    <a:pt x="119390" y="271244"/>
                  </a:moveTo>
                  <a:lnTo>
                    <a:pt x="123069" y="267368"/>
                  </a:lnTo>
                  <a:lnTo>
                    <a:pt x="126623" y="263376"/>
                  </a:lnTo>
                  <a:lnTo>
                    <a:pt x="130047" y="259273"/>
                  </a:lnTo>
                  <a:lnTo>
                    <a:pt x="133338" y="255062"/>
                  </a:lnTo>
                  <a:lnTo>
                    <a:pt x="136493" y="250748"/>
                  </a:lnTo>
                  <a:lnTo>
                    <a:pt x="139508" y="246336"/>
                  </a:lnTo>
                  <a:lnTo>
                    <a:pt x="142381" y="241829"/>
                  </a:lnTo>
                  <a:lnTo>
                    <a:pt x="145108" y="237233"/>
                  </a:lnTo>
                  <a:lnTo>
                    <a:pt x="147687" y="232553"/>
                  </a:lnTo>
                  <a:lnTo>
                    <a:pt x="150115" y="227792"/>
                  </a:lnTo>
                  <a:lnTo>
                    <a:pt x="152389" y="222956"/>
                  </a:lnTo>
                  <a:lnTo>
                    <a:pt x="154508" y="218049"/>
                  </a:lnTo>
                  <a:lnTo>
                    <a:pt x="156469" y="213078"/>
                  </a:lnTo>
                  <a:lnTo>
                    <a:pt x="158270" y="208046"/>
                  </a:lnTo>
                  <a:lnTo>
                    <a:pt x="159909" y="202960"/>
                  </a:lnTo>
                  <a:lnTo>
                    <a:pt x="161385" y="197823"/>
                  </a:lnTo>
                  <a:lnTo>
                    <a:pt x="162695" y="192642"/>
                  </a:lnTo>
                  <a:lnTo>
                    <a:pt x="163840" y="187422"/>
                  </a:lnTo>
                  <a:lnTo>
                    <a:pt x="164817" y="182168"/>
                  </a:lnTo>
                  <a:lnTo>
                    <a:pt x="165626" y="176885"/>
                  </a:lnTo>
                  <a:lnTo>
                    <a:pt x="166265" y="171579"/>
                  </a:lnTo>
                  <a:lnTo>
                    <a:pt x="166734" y="166256"/>
                  </a:lnTo>
                  <a:lnTo>
                    <a:pt x="167033" y="160920"/>
                  </a:lnTo>
                  <a:lnTo>
                    <a:pt x="167162" y="155577"/>
                  </a:lnTo>
                  <a:lnTo>
                    <a:pt x="167119" y="150233"/>
                  </a:lnTo>
                  <a:lnTo>
                    <a:pt x="166906" y="144893"/>
                  </a:lnTo>
                  <a:lnTo>
                    <a:pt x="166522" y="139563"/>
                  </a:lnTo>
                  <a:lnTo>
                    <a:pt x="165968" y="134247"/>
                  </a:lnTo>
                  <a:lnTo>
                    <a:pt x="165244" y="128952"/>
                  </a:lnTo>
                  <a:lnTo>
                    <a:pt x="164351" y="123683"/>
                  </a:lnTo>
                  <a:lnTo>
                    <a:pt x="163291" y="118445"/>
                  </a:lnTo>
                  <a:lnTo>
                    <a:pt x="162063" y="113244"/>
                  </a:lnTo>
                  <a:lnTo>
                    <a:pt x="160670" y="108085"/>
                  </a:lnTo>
                  <a:lnTo>
                    <a:pt x="159113" y="102972"/>
                  </a:lnTo>
                  <a:lnTo>
                    <a:pt x="157393" y="97912"/>
                  </a:lnTo>
                  <a:lnTo>
                    <a:pt x="155512" y="92910"/>
                  </a:lnTo>
                  <a:lnTo>
                    <a:pt x="153472" y="87970"/>
                  </a:lnTo>
                  <a:lnTo>
                    <a:pt x="151275" y="83099"/>
                  </a:lnTo>
                  <a:lnTo>
                    <a:pt x="148924" y="78299"/>
                  </a:lnTo>
                  <a:lnTo>
                    <a:pt x="146421" y="73578"/>
                  </a:lnTo>
                  <a:lnTo>
                    <a:pt x="143768" y="68939"/>
                  </a:lnTo>
                  <a:lnTo>
                    <a:pt x="140968" y="64387"/>
                  </a:lnTo>
                  <a:lnTo>
                    <a:pt x="138024" y="59926"/>
                  </a:lnTo>
                  <a:lnTo>
                    <a:pt x="134938" y="55563"/>
                  </a:lnTo>
                  <a:lnTo>
                    <a:pt x="131715" y="51300"/>
                  </a:lnTo>
                  <a:lnTo>
                    <a:pt x="128358" y="47142"/>
                  </a:lnTo>
                  <a:lnTo>
                    <a:pt x="124869" y="43094"/>
                  </a:lnTo>
                  <a:lnTo>
                    <a:pt x="121252" y="39159"/>
                  </a:lnTo>
                  <a:lnTo>
                    <a:pt x="117512" y="35342"/>
                  </a:lnTo>
                  <a:lnTo>
                    <a:pt x="113651" y="31647"/>
                  </a:lnTo>
                  <a:lnTo>
                    <a:pt x="109675" y="28076"/>
                  </a:lnTo>
                  <a:lnTo>
                    <a:pt x="105586" y="24635"/>
                  </a:lnTo>
                  <a:lnTo>
                    <a:pt x="101389" y="21326"/>
                  </a:lnTo>
                  <a:lnTo>
                    <a:pt x="97089" y="18153"/>
                  </a:lnTo>
                  <a:lnTo>
                    <a:pt x="92689" y="15119"/>
                  </a:lnTo>
                  <a:lnTo>
                    <a:pt x="88195" y="12227"/>
                  </a:lnTo>
                  <a:lnTo>
                    <a:pt x="83611" y="9481"/>
                  </a:lnTo>
                  <a:lnTo>
                    <a:pt x="78941" y="6882"/>
                  </a:lnTo>
                  <a:lnTo>
                    <a:pt x="74190" y="4434"/>
                  </a:lnTo>
                  <a:lnTo>
                    <a:pt x="69364" y="2139"/>
                  </a:lnTo>
                  <a:lnTo>
                    <a:pt x="64467" y="0"/>
                  </a:lnTo>
                  <a:lnTo>
                    <a:pt x="0" y="1542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64467" cy="167167"/>
            </a:xfrm>
            <a:custGeom>
              <a:avLst/>
              <a:pathLst>
                <a:path w="64467" h="167167">
                  <a:moveTo>
                    <a:pt x="64467" y="12930"/>
                  </a:moveTo>
                  <a:lnTo>
                    <a:pt x="58875" y="10710"/>
                  </a:lnTo>
                  <a:lnTo>
                    <a:pt x="53207" y="8693"/>
                  </a:lnTo>
                  <a:lnTo>
                    <a:pt x="47470" y="6881"/>
                  </a:lnTo>
                  <a:lnTo>
                    <a:pt x="41672" y="5277"/>
                  </a:lnTo>
                  <a:lnTo>
                    <a:pt x="35819" y="3882"/>
                  </a:lnTo>
                  <a:lnTo>
                    <a:pt x="29920" y="2699"/>
                  </a:lnTo>
                  <a:lnTo>
                    <a:pt x="23983" y="1729"/>
                  </a:lnTo>
                  <a:lnTo>
                    <a:pt x="18014" y="973"/>
                  </a:lnTo>
                  <a:lnTo>
                    <a:pt x="12022" y="432"/>
                  </a:lnTo>
                  <a:lnTo>
                    <a:pt x="6015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365535" y="1322571"/>
              <a:ext cx="123185" cy="167167"/>
            </a:xfrm>
            <a:custGeom>
              <a:avLst/>
              <a:pathLst>
                <a:path w="123185" h="167167">
                  <a:moveTo>
                    <a:pt x="123185" y="0"/>
                  </a:moveTo>
                  <a:lnTo>
                    <a:pt x="117646" y="91"/>
                  </a:lnTo>
                  <a:lnTo>
                    <a:pt x="112114" y="367"/>
                  </a:lnTo>
                  <a:lnTo>
                    <a:pt x="106593" y="825"/>
                  </a:lnTo>
                  <a:lnTo>
                    <a:pt x="101091" y="1466"/>
                  </a:lnTo>
                  <a:lnTo>
                    <a:pt x="95613" y="2289"/>
                  </a:lnTo>
                  <a:lnTo>
                    <a:pt x="90165" y="3293"/>
                  </a:lnTo>
                  <a:lnTo>
                    <a:pt x="84754" y="4477"/>
                  </a:lnTo>
                  <a:lnTo>
                    <a:pt x="79384" y="5840"/>
                  </a:lnTo>
                  <a:lnTo>
                    <a:pt x="74063" y="7380"/>
                  </a:lnTo>
                  <a:lnTo>
                    <a:pt x="68796" y="9095"/>
                  </a:lnTo>
                  <a:lnTo>
                    <a:pt x="63589" y="10984"/>
                  </a:lnTo>
                  <a:lnTo>
                    <a:pt x="58446" y="13044"/>
                  </a:lnTo>
                  <a:lnTo>
                    <a:pt x="53375" y="15274"/>
                  </a:lnTo>
                  <a:lnTo>
                    <a:pt x="48381" y="17670"/>
                  </a:lnTo>
                  <a:lnTo>
                    <a:pt x="43469" y="20231"/>
                  </a:lnTo>
                  <a:lnTo>
                    <a:pt x="38644" y="22952"/>
                  </a:lnTo>
                  <a:lnTo>
                    <a:pt x="33912" y="25833"/>
                  </a:lnTo>
                  <a:lnTo>
                    <a:pt x="29279" y="28868"/>
                  </a:lnTo>
                  <a:lnTo>
                    <a:pt x="24748" y="32055"/>
                  </a:lnTo>
                  <a:lnTo>
                    <a:pt x="20325" y="35391"/>
                  </a:lnTo>
                  <a:lnTo>
                    <a:pt x="16016" y="38871"/>
                  </a:lnTo>
                  <a:lnTo>
                    <a:pt x="11824" y="42493"/>
                  </a:lnTo>
                  <a:lnTo>
                    <a:pt x="7754" y="46251"/>
                  </a:lnTo>
                  <a:lnTo>
                    <a:pt x="3811" y="50142"/>
                  </a:lnTo>
                  <a:lnTo>
                    <a:pt x="0" y="54161"/>
                  </a:lnTo>
                  <a:lnTo>
                    <a:pt x="12318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65535" y="1376733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21570" y="1376733"/>
              <a:ext cx="334311" cy="280172"/>
            </a:xfrm>
            <a:custGeom>
              <a:avLst/>
              <a:pathLst>
                <a:path w="334311" h="280172">
                  <a:moveTo>
                    <a:pt x="43964" y="0"/>
                  </a:moveTo>
                  <a:lnTo>
                    <a:pt x="40450" y="3954"/>
                  </a:lnTo>
                  <a:lnTo>
                    <a:pt x="37063" y="8018"/>
                  </a:lnTo>
                  <a:lnTo>
                    <a:pt x="33806" y="12186"/>
                  </a:lnTo>
                  <a:lnTo>
                    <a:pt x="30683" y="16456"/>
                  </a:lnTo>
                  <a:lnTo>
                    <a:pt x="27696" y="20822"/>
                  </a:lnTo>
                  <a:lnTo>
                    <a:pt x="24849" y="25281"/>
                  </a:lnTo>
                  <a:lnTo>
                    <a:pt x="22144" y="29828"/>
                  </a:lnTo>
                  <a:lnTo>
                    <a:pt x="19585" y="34458"/>
                  </a:lnTo>
                  <a:lnTo>
                    <a:pt x="17174" y="39166"/>
                  </a:lnTo>
                  <a:lnTo>
                    <a:pt x="14912" y="43949"/>
                  </a:lnTo>
                  <a:lnTo>
                    <a:pt x="12803" y="48800"/>
                  </a:lnTo>
                  <a:lnTo>
                    <a:pt x="10849" y="53716"/>
                  </a:lnTo>
                  <a:lnTo>
                    <a:pt x="9051" y="58692"/>
                  </a:lnTo>
                  <a:lnTo>
                    <a:pt x="7412" y="63721"/>
                  </a:lnTo>
                  <a:lnTo>
                    <a:pt x="5933" y="68800"/>
                  </a:lnTo>
                  <a:lnTo>
                    <a:pt x="4615" y="73924"/>
                  </a:lnTo>
                  <a:lnTo>
                    <a:pt x="3459" y="79086"/>
                  </a:lnTo>
                  <a:lnTo>
                    <a:pt x="2468" y="84283"/>
                  </a:lnTo>
                  <a:lnTo>
                    <a:pt x="1642" y="89508"/>
                  </a:lnTo>
                  <a:lnTo>
                    <a:pt x="981" y="94757"/>
                  </a:lnTo>
                  <a:lnTo>
                    <a:pt x="487" y="100024"/>
                  </a:lnTo>
                  <a:lnTo>
                    <a:pt x="160" y="105304"/>
                  </a:lnTo>
                  <a:lnTo>
                    <a:pt x="0" y="110592"/>
                  </a:lnTo>
                  <a:lnTo>
                    <a:pt x="7" y="115882"/>
                  </a:lnTo>
                  <a:lnTo>
                    <a:pt x="182" y="121169"/>
                  </a:lnTo>
                  <a:lnTo>
                    <a:pt x="523" y="126448"/>
                  </a:lnTo>
                  <a:lnTo>
                    <a:pt x="1032" y="131714"/>
                  </a:lnTo>
                  <a:lnTo>
                    <a:pt x="1707" y="136961"/>
                  </a:lnTo>
                  <a:lnTo>
                    <a:pt x="2548" y="142184"/>
                  </a:lnTo>
                  <a:lnTo>
                    <a:pt x="3554" y="147377"/>
                  </a:lnTo>
                  <a:lnTo>
                    <a:pt x="4723" y="152536"/>
                  </a:lnTo>
                  <a:lnTo>
                    <a:pt x="6056" y="157656"/>
                  </a:lnTo>
                  <a:lnTo>
                    <a:pt x="7549" y="162731"/>
                  </a:lnTo>
                  <a:lnTo>
                    <a:pt x="9202" y="167756"/>
                  </a:lnTo>
                  <a:lnTo>
                    <a:pt x="11014" y="172727"/>
                  </a:lnTo>
                  <a:lnTo>
                    <a:pt x="12982" y="177637"/>
                  </a:lnTo>
                  <a:lnTo>
                    <a:pt x="15104" y="182483"/>
                  </a:lnTo>
                  <a:lnTo>
                    <a:pt x="17379" y="187259"/>
                  </a:lnTo>
                  <a:lnTo>
                    <a:pt x="19803" y="191961"/>
                  </a:lnTo>
                  <a:lnTo>
                    <a:pt x="22375" y="196584"/>
                  </a:lnTo>
                  <a:lnTo>
                    <a:pt x="25092" y="201123"/>
                  </a:lnTo>
                  <a:lnTo>
                    <a:pt x="27952" y="205574"/>
                  </a:lnTo>
                  <a:lnTo>
                    <a:pt x="30951" y="209932"/>
                  </a:lnTo>
                  <a:lnTo>
                    <a:pt x="34086" y="214193"/>
                  </a:lnTo>
                  <a:lnTo>
                    <a:pt x="37354" y="218353"/>
                  </a:lnTo>
                  <a:lnTo>
                    <a:pt x="40752" y="222407"/>
                  </a:lnTo>
                  <a:lnTo>
                    <a:pt x="44277" y="226352"/>
                  </a:lnTo>
                  <a:lnTo>
                    <a:pt x="47925" y="230183"/>
                  </a:lnTo>
                  <a:lnTo>
                    <a:pt x="51693" y="233897"/>
                  </a:lnTo>
                  <a:lnTo>
                    <a:pt x="55576" y="237489"/>
                  </a:lnTo>
                  <a:lnTo>
                    <a:pt x="59571" y="240957"/>
                  </a:lnTo>
                  <a:lnTo>
                    <a:pt x="63673" y="244297"/>
                  </a:lnTo>
                  <a:lnTo>
                    <a:pt x="67879" y="247506"/>
                  </a:lnTo>
                  <a:lnTo>
                    <a:pt x="72185" y="250579"/>
                  </a:lnTo>
                  <a:lnTo>
                    <a:pt x="76586" y="253515"/>
                  </a:lnTo>
                  <a:lnTo>
                    <a:pt x="81077" y="256311"/>
                  </a:lnTo>
                  <a:lnTo>
                    <a:pt x="85655" y="258962"/>
                  </a:lnTo>
                  <a:lnTo>
                    <a:pt x="90314" y="261468"/>
                  </a:lnTo>
                  <a:lnTo>
                    <a:pt x="95050" y="263825"/>
                  </a:lnTo>
                  <a:lnTo>
                    <a:pt x="99858" y="266031"/>
                  </a:lnTo>
                  <a:lnTo>
                    <a:pt x="104734" y="268083"/>
                  </a:lnTo>
                  <a:lnTo>
                    <a:pt x="109672" y="269981"/>
                  </a:lnTo>
                  <a:lnTo>
                    <a:pt x="114668" y="271721"/>
                  </a:lnTo>
                  <a:lnTo>
                    <a:pt x="119716" y="273302"/>
                  </a:lnTo>
                  <a:lnTo>
                    <a:pt x="124812" y="274723"/>
                  </a:lnTo>
                  <a:lnTo>
                    <a:pt x="129950" y="275981"/>
                  </a:lnTo>
                  <a:lnTo>
                    <a:pt x="135126" y="277077"/>
                  </a:lnTo>
                  <a:lnTo>
                    <a:pt x="140333" y="278008"/>
                  </a:lnTo>
                  <a:lnTo>
                    <a:pt x="145568" y="278774"/>
                  </a:lnTo>
                  <a:lnTo>
                    <a:pt x="150824" y="279374"/>
                  </a:lnTo>
                  <a:lnTo>
                    <a:pt x="156096" y="279807"/>
                  </a:lnTo>
                  <a:lnTo>
                    <a:pt x="161380" y="280073"/>
                  </a:lnTo>
                  <a:lnTo>
                    <a:pt x="166669" y="280172"/>
                  </a:lnTo>
                  <a:lnTo>
                    <a:pt x="171959" y="280103"/>
                  </a:lnTo>
                  <a:lnTo>
                    <a:pt x="177244" y="279868"/>
                  </a:lnTo>
                  <a:lnTo>
                    <a:pt x="182518" y="279465"/>
                  </a:lnTo>
                  <a:lnTo>
                    <a:pt x="187778" y="278895"/>
                  </a:lnTo>
                  <a:lnTo>
                    <a:pt x="193017" y="278159"/>
                  </a:lnTo>
                  <a:lnTo>
                    <a:pt x="198229" y="277258"/>
                  </a:lnTo>
                  <a:lnTo>
                    <a:pt x="203411" y="276192"/>
                  </a:lnTo>
                  <a:lnTo>
                    <a:pt x="208556" y="274963"/>
                  </a:lnTo>
                  <a:lnTo>
                    <a:pt x="213660" y="273572"/>
                  </a:lnTo>
                  <a:lnTo>
                    <a:pt x="218718" y="272020"/>
                  </a:lnTo>
                  <a:lnTo>
                    <a:pt x="223723" y="270309"/>
                  </a:lnTo>
                  <a:lnTo>
                    <a:pt x="228673" y="268440"/>
                  </a:lnTo>
                  <a:lnTo>
                    <a:pt x="233560" y="266415"/>
                  </a:lnTo>
                  <a:lnTo>
                    <a:pt x="238381" y="264237"/>
                  </a:lnTo>
                  <a:lnTo>
                    <a:pt x="243131" y="261907"/>
                  </a:lnTo>
                  <a:lnTo>
                    <a:pt x="247804" y="259429"/>
                  </a:lnTo>
                  <a:lnTo>
                    <a:pt x="252397" y="256803"/>
                  </a:lnTo>
                  <a:lnTo>
                    <a:pt x="256904" y="254034"/>
                  </a:lnTo>
                  <a:lnTo>
                    <a:pt x="261322" y="251123"/>
                  </a:lnTo>
                  <a:lnTo>
                    <a:pt x="265645" y="248074"/>
                  </a:lnTo>
                  <a:lnTo>
                    <a:pt x="269869" y="244890"/>
                  </a:lnTo>
                  <a:lnTo>
                    <a:pt x="273991" y="241574"/>
                  </a:lnTo>
                  <a:lnTo>
                    <a:pt x="278006" y="238129"/>
                  </a:lnTo>
                  <a:lnTo>
                    <a:pt x="281909" y="234558"/>
                  </a:lnTo>
                  <a:lnTo>
                    <a:pt x="285698" y="230866"/>
                  </a:lnTo>
                  <a:lnTo>
                    <a:pt x="289368" y="227056"/>
                  </a:lnTo>
                  <a:lnTo>
                    <a:pt x="292916" y="223132"/>
                  </a:lnTo>
                  <a:lnTo>
                    <a:pt x="296337" y="219097"/>
                  </a:lnTo>
                  <a:lnTo>
                    <a:pt x="299629" y="214956"/>
                  </a:lnTo>
                  <a:lnTo>
                    <a:pt x="302789" y="210713"/>
                  </a:lnTo>
                  <a:lnTo>
                    <a:pt x="305813" y="206372"/>
                  </a:lnTo>
                  <a:lnTo>
                    <a:pt x="308698" y="201938"/>
                  </a:lnTo>
                  <a:lnTo>
                    <a:pt x="311441" y="197415"/>
                  </a:lnTo>
                  <a:lnTo>
                    <a:pt x="314039" y="192807"/>
                  </a:lnTo>
                  <a:lnTo>
                    <a:pt x="316491" y="188119"/>
                  </a:lnTo>
                  <a:lnTo>
                    <a:pt x="318793" y="183356"/>
                  </a:lnTo>
                  <a:lnTo>
                    <a:pt x="320943" y="178522"/>
                  </a:lnTo>
                  <a:lnTo>
                    <a:pt x="322939" y="173623"/>
                  </a:lnTo>
                  <a:lnTo>
                    <a:pt x="324779" y="168663"/>
                  </a:lnTo>
                  <a:lnTo>
                    <a:pt x="326461" y="163648"/>
                  </a:lnTo>
                  <a:lnTo>
                    <a:pt x="327984" y="158582"/>
                  </a:lnTo>
                  <a:lnTo>
                    <a:pt x="329346" y="153470"/>
                  </a:lnTo>
                  <a:lnTo>
                    <a:pt x="330545" y="148317"/>
                  </a:lnTo>
                  <a:lnTo>
                    <a:pt x="331580" y="143129"/>
                  </a:lnTo>
                  <a:lnTo>
                    <a:pt x="332451" y="137911"/>
                  </a:lnTo>
                  <a:lnTo>
                    <a:pt x="333156" y="132668"/>
                  </a:lnTo>
                  <a:lnTo>
                    <a:pt x="333696" y="127406"/>
                  </a:lnTo>
                  <a:lnTo>
                    <a:pt x="334068" y="122129"/>
                  </a:lnTo>
                  <a:lnTo>
                    <a:pt x="334273" y="116843"/>
                  </a:lnTo>
                  <a:lnTo>
                    <a:pt x="334311" y="111553"/>
                  </a:lnTo>
                  <a:lnTo>
                    <a:pt x="334181" y="106264"/>
                  </a:lnTo>
                  <a:lnTo>
                    <a:pt x="333884" y="100982"/>
                  </a:lnTo>
                  <a:lnTo>
                    <a:pt x="333420" y="95712"/>
                  </a:lnTo>
                  <a:lnTo>
                    <a:pt x="332790" y="90460"/>
                  </a:lnTo>
                  <a:lnTo>
                    <a:pt x="331993" y="85230"/>
                  </a:lnTo>
                  <a:lnTo>
                    <a:pt x="331032" y="80028"/>
                  </a:lnTo>
                  <a:lnTo>
                    <a:pt x="329906" y="74859"/>
                  </a:lnTo>
                  <a:lnTo>
                    <a:pt x="328618" y="69728"/>
                  </a:lnTo>
                  <a:lnTo>
                    <a:pt x="327168" y="64641"/>
                  </a:lnTo>
                  <a:lnTo>
                    <a:pt x="325557" y="59602"/>
                  </a:lnTo>
                  <a:lnTo>
                    <a:pt x="323788" y="54616"/>
                  </a:lnTo>
                  <a:lnTo>
                    <a:pt x="321862" y="49689"/>
                  </a:lnTo>
                  <a:lnTo>
                    <a:pt x="319781" y="44825"/>
                  </a:lnTo>
                  <a:lnTo>
                    <a:pt x="317547" y="40030"/>
                  </a:lnTo>
                  <a:lnTo>
                    <a:pt x="315163" y="35307"/>
                  </a:lnTo>
                  <a:lnTo>
                    <a:pt x="312630" y="30663"/>
                  </a:lnTo>
                  <a:lnTo>
                    <a:pt x="167150" y="113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145480" cy="167167"/>
            </a:xfrm>
            <a:custGeom>
              <a:avLst/>
              <a:pathLst>
                <a:path w="145480" h="167167">
                  <a:moveTo>
                    <a:pt x="145480" y="84825"/>
                  </a:moveTo>
                  <a:lnTo>
                    <a:pt x="142685" y="80071"/>
                  </a:lnTo>
                  <a:lnTo>
                    <a:pt x="139734" y="75411"/>
                  </a:lnTo>
                  <a:lnTo>
                    <a:pt x="136632" y="70852"/>
                  </a:lnTo>
                  <a:lnTo>
                    <a:pt x="133380" y="66397"/>
                  </a:lnTo>
                  <a:lnTo>
                    <a:pt x="129984" y="62052"/>
                  </a:lnTo>
                  <a:lnTo>
                    <a:pt x="126446" y="57822"/>
                  </a:lnTo>
                  <a:lnTo>
                    <a:pt x="122770" y="53710"/>
                  </a:lnTo>
                  <a:lnTo>
                    <a:pt x="118961" y="49722"/>
                  </a:lnTo>
                  <a:lnTo>
                    <a:pt x="115022" y="45862"/>
                  </a:lnTo>
                  <a:lnTo>
                    <a:pt x="110958" y="42134"/>
                  </a:lnTo>
                  <a:lnTo>
                    <a:pt x="106773" y="38542"/>
                  </a:lnTo>
                  <a:lnTo>
                    <a:pt x="102472" y="35090"/>
                  </a:lnTo>
                  <a:lnTo>
                    <a:pt x="98060" y="31782"/>
                  </a:lnTo>
                  <a:lnTo>
                    <a:pt x="93540" y="28621"/>
                  </a:lnTo>
                  <a:lnTo>
                    <a:pt x="88919" y="25611"/>
                  </a:lnTo>
                  <a:lnTo>
                    <a:pt x="84202" y="22754"/>
                  </a:lnTo>
                  <a:lnTo>
                    <a:pt x="79392" y="20056"/>
                  </a:lnTo>
                  <a:lnTo>
                    <a:pt x="74496" y="17517"/>
                  </a:lnTo>
                  <a:lnTo>
                    <a:pt x="69519" y="15141"/>
                  </a:lnTo>
                  <a:lnTo>
                    <a:pt x="64467" y="12930"/>
                  </a:lnTo>
                  <a:lnTo>
                    <a:pt x="59344" y="10888"/>
                  </a:lnTo>
                  <a:lnTo>
                    <a:pt x="54157" y="9015"/>
                  </a:lnTo>
                  <a:lnTo>
                    <a:pt x="48910" y="7315"/>
                  </a:lnTo>
                  <a:lnTo>
                    <a:pt x="43611" y="5788"/>
                  </a:lnTo>
                  <a:lnTo>
                    <a:pt x="38264" y="4438"/>
                  </a:lnTo>
                  <a:lnTo>
                    <a:pt x="32875" y="3264"/>
                  </a:lnTo>
                  <a:lnTo>
                    <a:pt x="27451" y="2269"/>
                  </a:lnTo>
                  <a:lnTo>
                    <a:pt x="21996" y="1453"/>
                  </a:lnTo>
                  <a:lnTo>
                    <a:pt x="16518" y="818"/>
                  </a:lnTo>
                  <a:lnTo>
                    <a:pt x="11022" y="363"/>
                  </a:lnTo>
                  <a:lnTo>
                    <a:pt x="551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987969" y="1681503"/>
              <a:ext cx="98555" cy="167167"/>
            </a:xfrm>
            <a:custGeom>
              <a:avLst/>
              <a:pathLst>
                <a:path w="98555" h="167167">
                  <a:moveTo>
                    <a:pt x="98555" y="0"/>
                  </a:moveTo>
                  <a:lnTo>
                    <a:pt x="93009" y="92"/>
                  </a:lnTo>
                  <a:lnTo>
                    <a:pt x="87468" y="368"/>
                  </a:lnTo>
                  <a:lnTo>
                    <a:pt x="81940" y="827"/>
                  </a:lnTo>
                  <a:lnTo>
                    <a:pt x="76430" y="1470"/>
                  </a:lnTo>
                  <a:lnTo>
                    <a:pt x="70945" y="2295"/>
                  </a:lnTo>
                  <a:lnTo>
                    <a:pt x="65490" y="3302"/>
                  </a:lnTo>
                  <a:lnTo>
                    <a:pt x="60071" y="4490"/>
                  </a:lnTo>
                  <a:lnTo>
                    <a:pt x="54695" y="5856"/>
                  </a:lnTo>
                  <a:lnTo>
                    <a:pt x="49367" y="7400"/>
                  </a:lnTo>
                  <a:lnTo>
                    <a:pt x="44093" y="9120"/>
                  </a:lnTo>
                  <a:lnTo>
                    <a:pt x="38879" y="11014"/>
                  </a:lnTo>
                  <a:lnTo>
                    <a:pt x="33731" y="13080"/>
                  </a:lnTo>
                  <a:lnTo>
                    <a:pt x="28654" y="15316"/>
                  </a:lnTo>
                  <a:lnTo>
                    <a:pt x="23655" y="17719"/>
                  </a:lnTo>
                  <a:lnTo>
                    <a:pt x="18737" y="20286"/>
                  </a:lnTo>
                  <a:lnTo>
                    <a:pt x="13908" y="23015"/>
                  </a:lnTo>
                  <a:lnTo>
                    <a:pt x="9172" y="25903"/>
                  </a:lnTo>
                  <a:lnTo>
                    <a:pt x="4534" y="28946"/>
                  </a:lnTo>
                  <a:lnTo>
                    <a:pt x="0" y="32142"/>
                  </a:lnTo>
                  <a:lnTo>
                    <a:pt x="9855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19370" y="1681503"/>
              <a:ext cx="334303" cy="334334"/>
            </a:xfrm>
            <a:custGeom>
              <a:avLst/>
              <a:pathLst>
                <a:path w="334303" h="334334">
                  <a:moveTo>
                    <a:pt x="68598" y="32142"/>
                  </a:moveTo>
                  <a:lnTo>
                    <a:pt x="64361" y="35339"/>
                  </a:lnTo>
                  <a:lnTo>
                    <a:pt x="60227" y="38670"/>
                  </a:lnTo>
                  <a:lnTo>
                    <a:pt x="56201" y="42130"/>
                  </a:lnTo>
                  <a:lnTo>
                    <a:pt x="52287" y="45716"/>
                  </a:lnTo>
                  <a:lnTo>
                    <a:pt x="48488" y="49424"/>
                  </a:lnTo>
                  <a:lnTo>
                    <a:pt x="44810" y="53251"/>
                  </a:lnTo>
                  <a:lnTo>
                    <a:pt x="41254" y="57193"/>
                  </a:lnTo>
                  <a:lnTo>
                    <a:pt x="37826" y="61246"/>
                  </a:lnTo>
                  <a:lnTo>
                    <a:pt x="34528" y="65406"/>
                  </a:lnTo>
                  <a:lnTo>
                    <a:pt x="31364" y="69668"/>
                  </a:lnTo>
                  <a:lnTo>
                    <a:pt x="28337" y="74029"/>
                  </a:lnTo>
                  <a:lnTo>
                    <a:pt x="25450" y="78483"/>
                  </a:lnTo>
                  <a:lnTo>
                    <a:pt x="22705" y="83027"/>
                  </a:lnTo>
                  <a:lnTo>
                    <a:pt x="20106" y="87656"/>
                  </a:lnTo>
                  <a:lnTo>
                    <a:pt x="17656" y="92365"/>
                  </a:lnTo>
                  <a:lnTo>
                    <a:pt x="15356" y="97150"/>
                  </a:lnTo>
                  <a:lnTo>
                    <a:pt x="13210" y="102005"/>
                  </a:lnTo>
                  <a:lnTo>
                    <a:pt x="11218" y="106925"/>
                  </a:lnTo>
                  <a:lnTo>
                    <a:pt x="9384" y="111907"/>
                  </a:lnTo>
                  <a:lnTo>
                    <a:pt x="7709" y="116944"/>
                  </a:lnTo>
                  <a:lnTo>
                    <a:pt x="6195" y="122032"/>
                  </a:lnTo>
                  <a:lnTo>
                    <a:pt x="4843" y="127166"/>
                  </a:lnTo>
                  <a:lnTo>
                    <a:pt x="3655" y="132339"/>
                  </a:lnTo>
                  <a:lnTo>
                    <a:pt x="2631" y="137548"/>
                  </a:lnTo>
                  <a:lnTo>
                    <a:pt x="1774" y="142787"/>
                  </a:lnTo>
                  <a:lnTo>
                    <a:pt x="1083" y="148050"/>
                  </a:lnTo>
                  <a:lnTo>
                    <a:pt x="560" y="153333"/>
                  </a:lnTo>
                  <a:lnTo>
                    <a:pt x="205" y="158629"/>
                  </a:lnTo>
                  <a:lnTo>
                    <a:pt x="18" y="163934"/>
                  </a:lnTo>
                  <a:lnTo>
                    <a:pt x="0" y="169243"/>
                  </a:lnTo>
                  <a:lnTo>
                    <a:pt x="150" y="174549"/>
                  </a:lnTo>
                  <a:lnTo>
                    <a:pt x="468" y="179848"/>
                  </a:lnTo>
                  <a:lnTo>
                    <a:pt x="955" y="185134"/>
                  </a:lnTo>
                  <a:lnTo>
                    <a:pt x="1609" y="190402"/>
                  </a:lnTo>
                  <a:lnTo>
                    <a:pt x="2430" y="195647"/>
                  </a:lnTo>
                  <a:lnTo>
                    <a:pt x="3418" y="200862"/>
                  </a:lnTo>
                  <a:lnTo>
                    <a:pt x="4570" y="206044"/>
                  </a:lnTo>
                  <a:lnTo>
                    <a:pt x="5887" y="211187"/>
                  </a:lnTo>
                  <a:lnTo>
                    <a:pt x="7366" y="216285"/>
                  </a:lnTo>
                  <a:lnTo>
                    <a:pt x="9006" y="221334"/>
                  </a:lnTo>
                  <a:lnTo>
                    <a:pt x="10805" y="226328"/>
                  </a:lnTo>
                  <a:lnTo>
                    <a:pt x="12763" y="231262"/>
                  </a:lnTo>
                  <a:lnTo>
                    <a:pt x="14876" y="236132"/>
                  </a:lnTo>
                  <a:lnTo>
                    <a:pt x="17142" y="240932"/>
                  </a:lnTo>
                  <a:lnTo>
                    <a:pt x="19560" y="245658"/>
                  </a:lnTo>
                  <a:lnTo>
                    <a:pt x="22126" y="250305"/>
                  </a:lnTo>
                  <a:lnTo>
                    <a:pt x="24839" y="254868"/>
                  </a:lnTo>
                  <a:lnTo>
                    <a:pt x="27696" y="259342"/>
                  </a:lnTo>
                  <a:lnTo>
                    <a:pt x="30693" y="263724"/>
                  </a:lnTo>
                  <a:lnTo>
                    <a:pt x="33827" y="268008"/>
                  </a:lnTo>
                  <a:lnTo>
                    <a:pt x="37096" y="272190"/>
                  </a:lnTo>
                  <a:lnTo>
                    <a:pt x="40497" y="276267"/>
                  </a:lnTo>
                  <a:lnTo>
                    <a:pt x="44024" y="280234"/>
                  </a:lnTo>
                  <a:lnTo>
                    <a:pt x="47677" y="284086"/>
                  </a:lnTo>
                  <a:lnTo>
                    <a:pt x="51449" y="287821"/>
                  </a:lnTo>
                  <a:lnTo>
                    <a:pt x="55338" y="291434"/>
                  </a:lnTo>
                  <a:lnTo>
                    <a:pt x="59340" y="294921"/>
                  </a:lnTo>
                  <a:lnTo>
                    <a:pt x="63451" y="298280"/>
                  </a:lnTo>
                  <a:lnTo>
                    <a:pt x="67666" y="301507"/>
                  </a:lnTo>
                  <a:lnTo>
                    <a:pt x="71982" y="304598"/>
                  </a:lnTo>
                  <a:lnTo>
                    <a:pt x="76393" y="307550"/>
                  </a:lnTo>
                  <a:lnTo>
                    <a:pt x="80897" y="310361"/>
                  </a:lnTo>
                  <a:lnTo>
                    <a:pt x="85487" y="313028"/>
                  </a:lnTo>
                  <a:lnTo>
                    <a:pt x="90159" y="315547"/>
                  </a:lnTo>
                  <a:lnTo>
                    <a:pt x="94909" y="317917"/>
                  </a:lnTo>
                  <a:lnTo>
                    <a:pt x="99732" y="320135"/>
                  </a:lnTo>
                  <a:lnTo>
                    <a:pt x="104623" y="322199"/>
                  </a:lnTo>
                  <a:lnTo>
                    <a:pt x="109577" y="324106"/>
                  </a:lnTo>
                  <a:lnTo>
                    <a:pt x="114589" y="325855"/>
                  </a:lnTo>
                  <a:lnTo>
                    <a:pt x="119654" y="327444"/>
                  </a:lnTo>
                  <a:lnTo>
                    <a:pt x="124767" y="328871"/>
                  </a:lnTo>
                  <a:lnTo>
                    <a:pt x="129923" y="330136"/>
                  </a:lnTo>
                  <a:lnTo>
                    <a:pt x="135116" y="331236"/>
                  </a:lnTo>
                  <a:lnTo>
                    <a:pt x="140341" y="332170"/>
                  </a:lnTo>
                  <a:lnTo>
                    <a:pt x="145594" y="332938"/>
                  </a:lnTo>
                  <a:lnTo>
                    <a:pt x="150868" y="333539"/>
                  </a:lnTo>
                  <a:lnTo>
                    <a:pt x="156159" y="333972"/>
                  </a:lnTo>
                  <a:lnTo>
                    <a:pt x="161461" y="334237"/>
                  </a:lnTo>
                  <a:lnTo>
                    <a:pt x="166768" y="334334"/>
                  </a:lnTo>
                  <a:lnTo>
                    <a:pt x="172076" y="334262"/>
                  </a:lnTo>
                  <a:lnTo>
                    <a:pt x="177379" y="334021"/>
                  </a:lnTo>
                  <a:lnTo>
                    <a:pt x="182672" y="333613"/>
                  </a:lnTo>
                  <a:lnTo>
                    <a:pt x="187949" y="333036"/>
                  </a:lnTo>
                  <a:lnTo>
                    <a:pt x="193205" y="332292"/>
                  </a:lnTo>
                  <a:lnTo>
                    <a:pt x="198435" y="331382"/>
                  </a:lnTo>
                  <a:lnTo>
                    <a:pt x="203633" y="330306"/>
                  </a:lnTo>
                  <a:lnTo>
                    <a:pt x="208795" y="329065"/>
                  </a:lnTo>
                  <a:lnTo>
                    <a:pt x="213914" y="327661"/>
                  </a:lnTo>
                  <a:lnTo>
                    <a:pt x="218986" y="326096"/>
                  </a:lnTo>
                  <a:lnTo>
                    <a:pt x="224006" y="324370"/>
                  </a:lnTo>
                  <a:lnTo>
                    <a:pt x="228969" y="322485"/>
                  </a:lnTo>
                  <a:lnTo>
                    <a:pt x="233870" y="320444"/>
                  </a:lnTo>
                  <a:lnTo>
                    <a:pt x="238703" y="318249"/>
                  </a:lnTo>
                  <a:lnTo>
                    <a:pt x="243464" y="315901"/>
                  </a:lnTo>
                  <a:lnTo>
                    <a:pt x="248148" y="313403"/>
                  </a:lnTo>
                  <a:lnTo>
                    <a:pt x="252750" y="310758"/>
                  </a:lnTo>
                  <a:lnTo>
                    <a:pt x="257266" y="307967"/>
                  </a:lnTo>
                  <a:lnTo>
                    <a:pt x="261691" y="305035"/>
                  </a:lnTo>
                  <a:lnTo>
                    <a:pt x="266021" y="301964"/>
                  </a:lnTo>
                  <a:lnTo>
                    <a:pt x="270251" y="298757"/>
                  </a:lnTo>
                  <a:lnTo>
                    <a:pt x="274377" y="295417"/>
                  </a:lnTo>
                  <a:lnTo>
                    <a:pt x="278395" y="291948"/>
                  </a:lnTo>
                  <a:lnTo>
                    <a:pt x="282301" y="288353"/>
                  </a:lnTo>
                  <a:lnTo>
                    <a:pt x="286091" y="284636"/>
                  </a:lnTo>
                  <a:lnTo>
                    <a:pt x="289761" y="280800"/>
                  </a:lnTo>
                  <a:lnTo>
                    <a:pt x="293307" y="276850"/>
                  </a:lnTo>
                  <a:lnTo>
                    <a:pt x="296726" y="272789"/>
                  </a:lnTo>
                  <a:lnTo>
                    <a:pt x="300014" y="268622"/>
                  </a:lnTo>
                  <a:lnTo>
                    <a:pt x="303169" y="264352"/>
                  </a:lnTo>
                  <a:lnTo>
                    <a:pt x="306186" y="259985"/>
                  </a:lnTo>
                  <a:lnTo>
                    <a:pt x="309063" y="255524"/>
                  </a:lnTo>
                  <a:lnTo>
                    <a:pt x="311797" y="250973"/>
                  </a:lnTo>
                  <a:lnTo>
                    <a:pt x="314385" y="246338"/>
                  </a:lnTo>
                  <a:lnTo>
                    <a:pt x="316824" y="241624"/>
                  </a:lnTo>
                  <a:lnTo>
                    <a:pt x="319113" y="236834"/>
                  </a:lnTo>
                  <a:lnTo>
                    <a:pt x="321248" y="231974"/>
                  </a:lnTo>
                  <a:lnTo>
                    <a:pt x="323228" y="227049"/>
                  </a:lnTo>
                  <a:lnTo>
                    <a:pt x="325051" y="222063"/>
                  </a:lnTo>
                  <a:lnTo>
                    <a:pt x="326714" y="217022"/>
                  </a:lnTo>
                  <a:lnTo>
                    <a:pt x="328217" y="211930"/>
                  </a:lnTo>
                  <a:lnTo>
                    <a:pt x="329557" y="206794"/>
                  </a:lnTo>
                  <a:lnTo>
                    <a:pt x="330733" y="201617"/>
                  </a:lnTo>
                  <a:lnTo>
                    <a:pt x="331745" y="196406"/>
                  </a:lnTo>
                  <a:lnTo>
                    <a:pt x="332590" y="191166"/>
                  </a:lnTo>
                  <a:lnTo>
                    <a:pt x="333268" y="185901"/>
                  </a:lnTo>
                  <a:lnTo>
                    <a:pt x="333780" y="180617"/>
                  </a:lnTo>
                  <a:lnTo>
                    <a:pt x="334123" y="175319"/>
                  </a:lnTo>
                  <a:lnTo>
                    <a:pt x="334297" y="170014"/>
                  </a:lnTo>
                  <a:lnTo>
                    <a:pt x="334303" y="164705"/>
                  </a:lnTo>
                  <a:lnTo>
                    <a:pt x="334141" y="159400"/>
                  </a:lnTo>
                  <a:lnTo>
                    <a:pt x="333810" y="154101"/>
                  </a:lnTo>
                  <a:lnTo>
                    <a:pt x="333311" y="148816"/>
                  </a:lnTo>
                  <a:lnTo>
                    <a:pt x="332645" y="143550"/>
                  </a:lnTo>
                  <a:lnTo>
                    <a:pt x="331812" y="138307"/>
                  </a:lnTo>
                  <a:lnTo>
                    <a:pt x="330812" y="133094"/>
                  </a:lnTo>
                  <a:lnTo>
                    <a:pt x="329648" y="127915"/>
                  </a:lnTo>
                  <a:lnTo>
                    <a:pt x="328320" y="122775"/>
                  </a:lnTo>
                  <a:lnTo>
                    <a:pt x="326829" y="117680"/>
                  </a:lnTo>
                  <a:lnTo>
                    <a:pt x="325177" y="112635"/>
                  </a:lnTo>
                  <a:lnTo>
                    <a:pt x="323366" y="107645"/>
                  </a:lnTo>
                  <a:lnTo>
                    <a:pt x="321397" y="102716"/>
                  </a:lnTo>
                  <a:lnTo>
                    <a:pt x="319273" y="97851"/>
                  </a:lnTo>
                  <a:lnTo>
                    <a:pt x="316996" y="93056"/>
                  </a:lnTo>
                  <a:lnTo>
                    <a:pt x="314567" y="88335"/>
                  </a:lnTo>
                  <a:lnTo>
                    <a:pt x="311990" y="83695"/>
                  </a:lnTo>
                  <a:lnTo>
                    <a:pt x="309266" y="79138"/>
                  </a:lnTo>
                  <a:lnTo>
                    <a:pt x="306399" y="74670"/>
                  </a:lnTo>
                  <a:lnTo>
                    <a:pt x="303392" y="70296"/>
                  </a:lnTo>
                  <a:lnTo>
                    <a:pt x="300248" y="66019"/>
                  </a:lnTo>
                  <a:lnTo>
                    <a:pt x="296969" y="61844"/>
                  </a:lnTo>
                  <a:lnTo>
                    <a:pt x="293560" y="57775"/>
                  </a:lnTo>
                  <a:lnTo>
                    <a:pt x="290023" y="53817"/>
                  </a:lnTo>
                  <a:lnTo>
                    <a:pt x="286362" y="49973"/>
                  </a:lnTo>
                  <a:lnTo>
                    <a:pt x="282580" y="46247"/>
                  </a:lnTo>
                  <a:lnTo>
                    <a:pt x="278683" y="42643"/>
                  </a:lnTo>
                  <a:lnTo>
                    <a:pt x="274673" y="39164"/>
                  </a:lnTo>
                  <a:lnTo>
                    <a:pt x="270554" y="35815"/>
                  </a:lnTo>
                  <a:lnTo>
                    <a:pt x="266332" y="32598"/>
                  </a:lnTo>
                  <a:lnTo>
                    <a:pt x="262009" y="29517"/>
                  </a:lnTo>
                  <a:lnTo>
                    <a:pt x="257591" y="26575"/>
                  </a:lnTo>
                  <a:lnTo>
                    <a:pt x="253081" y="23774"/>
                  </a:lnTo>
                  <a:lnTo>
                    <a:pt x="248485" y="21118"/>
                  </a:lnTo>
                  <a:lnTo>
                    <a:pt x="243807" y="18609"/>
                  </a:lnTo>
                  <a:lnTo>
                    <a:pt x="239051" y="16250"/>
                  </a:lnTo>
                  <a:lnTo>
                    <a:pt x="234223" y="14044"/>
                  </a:lnTo>
                  <a:lnTo>
                    <a:pt x="229327" y="11991"/>
                  </a:lnTo>
                  <a:lnTo>
                    <a:pt x="224369" y="10096"/>
                  </a:lnTo>
                  <a:lnTo>
                    <a:pt x="219353" y="8358"/>
                  </a:lnTo>
                  <a:lnTo>
                    <a:pt x="214284" y="6781"/>
                  </a:lnTo>
                  <a:lnTo>
                    <a:pt x="209168" y="5365"/>
                  </a:lnTo>
                  <a:lnTo>
                    <a:pt x="204009" y="4113"/>
                  </a:lnTo>
                  <a:lnTo>
                    <a:pt x="198814" y="3025"/>
                  </a:lnTo>
                  <a:lnTo>
                    <a:pt x="193586" y="2102"/>
                  </a:lnTo>
                  <a:lnTo>
                    <a:pt x="188332" y="1346"/>
                  </a:lnTo>
                  <a:lnTo>
                    <a:pt x="183056" y="758"/>
                  </a:lnTo>
                  <a:lnTo>
                    <a:pt x="177764" y="337"/>
                  </a:lnTo>
                  <a:lnTo>
                    <a:pt x="172462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48412" y="2126963"/>
              <a:ext cx="32875" cy="167167"/>
            </a:xfrm>
            <a:custGeom>
              <a:avLst/>
              <a:pathLst>
                <a:path w="32875" h="167167">
                  <a:moveTo>
                    <a:pt x="32875" y="0"/>
                  </a:moveTo>
                  <a:lnTo>
                    <a:pt x="26259" y="130"/>
                  </a:lnTo>
                  <a:lnTo>
                    <a:pt x="19652" y="523"/>
                  </a:lnTo>
                  <a:lnTo>
                    <a:pt x="13067" y="1177"/>
                  </a:lnTo>
                  <a:lnTo>
                    <a:pt x="6513" y="2091"/>
                  </a:lnTo>
                  <a:lnTo>
                    <a:pt x="0" y="3264"/>
                  </a:lnTo>
                  <a:lnTo>
                    <a:pt x="3287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48412" y="2130228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48412" y="2130228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48412" y="2130228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48412" y="2130228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48412" y="2130228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48412" y="2130228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48412" y="2130228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48412" y="2130228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48412" y="2130228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48412" y="2130228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48412" y="2130228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48412" y="2130228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48412" y="2130228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48412" y="2130228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14134" y="2128582"/>
              <a:ext cx="334315" cy="332715"/>
            </a:xfrm>
            <a:custGeom>
              <a:avLst/>
              <a:pathLst>
                <a:path w="334315" h="332715">
                  <a:moveTo>
                    <a:pt x="134277" y="1645"/>
                  </a:moveTo>
                  <a:lnTo>
                    <a:pt x="129111" y="2766"/>
                  </a:lnTo>
                  <a:lnTo>
                    <a:pt x="123982" y="4051"/>
                  </a:lnTo>
                  <a:lnTo>
                    <a:pt x="118897" y="5497"/>
                  </a:lnTo>
                  <a:lnTo>
                    <a:pt x="113860" y="7103"/>
                  </a:lnTo>
                  <a:lnTo>
                    <a:pt x="108877" y="8867"/>
                  </a:lnTo>
                  <a:lnTo>
                    <a:pt x="103951" y="10788"/>
                  </a:lnTo>
                  <a:lnTo>
                    <a:pt x="99089" y="12864"/>
                  </a:lnTo>
                  <a:lnTo>
                    <a:pt x="94295" y="15093"/>
                  </a:lnTo>
                  <a:lnTo>
                    <a:pt x="89574" y="17472"/>
                  </a:lnTo>
                  <a:lnTo>
                    <a:pt x="84930" y="19999"/>
                  </a:lnTo>
                  <a:lnTo>
                    <a:pt x="80368" y="22672"/>
                  </a:lnTo>
                  <a:lnTo>
                    <a:pt x="75894" y="25488"/>
                  </a:lnTo>
                  <a:lnTo>
                    <a:pt x="71511" y="28444"/>
                  </a:lnTo>
                  <a:lnTo>
                    <a:pt x="67223" y="31537"/>
                  </a:lnTo>
                  <a:lnTo>
                    <a:pt x="63035" y="34764"/>
                  </a:lnTo>
                  <a:lnTo>
                    <a:pt x="58952" y="38122"/>
                  </a:lnTo>
                  <a:lnTo>
                    <a:pt x="54976" y="41607"/>
                  </a:lnTo>
                  <a:lnTo>
                    <a:pt x="51113" y="45216"/>
                  </a:lnTo>
                  <a:lnTo>
                    <a:pt x="47366" y="48946"/>
                  </a:lnTo>
                  <a:lnTo>
                    <a:pt x="43739" y="52792"/>
                  </a:lnTo>
                  <a:lnTo>
                    <a:pt x="40235" y="56751"/>
                  </a:lnTo>
                  <a:lnTo>
                    <a:pt x="36858" y="60819"/>
                  </a:lnTo>
                  <a:lnTo>
                    <a:pt x="33611" y="64991"/>
                  </a:lnTo>
                  <a:lnTo>
                    <a:pt x="30498" y="69265"/>
                  </a:lnTo>
                  <a:lnTo>
                    <a:pt x="27522" y="73634"/>
                  </a:lnTo>
                  <a:lnTo>
                    <a:pt x="24685" y="78095"/>
                  </a:lnTo>
                  <a:lnTo>
                    <a:pt x="21991" y="82644"/>
                  </a:lnTo>
                  <a:lnTo>
                    <a:pt x="19442" y="87276"/>
                  </a:lnTo>
                  <a:lnTo>
                    <a:pt x="17041" y="91986"/>
                  </a:lnTo>
                  <a:lnTo>
                    <a:pt x="14790" y="96770"/>
                  </a:lnTo>
                  <a:lnTo>
                    <a:pt x="12691" y="101622"/>
                  </a:lnTo>
                  <a:lnTo>
                    <a:pt x="10747" y="106538"/>
                  </a:lnTo>
                  <a:lnTo>
                    <a:pt x="8959" y="111514"/>
                  </a:lnTo>
                  <a:lnTo>
                    <a:pt x="7330" y="116543"/>
                  </a:lnTo>
                  <a:lnTo>
                    <a:pt x="5860" y="121622"/>
                  </a:lnTo>
                  <a:lnTo>
                    <a:pt x="4552" y="126744"/>
                  </a:lnTo>
                  <a:lnTo>
                    <a:pt x="3406" y="131905"/>
                  </a:lnTo>
                  <a:lnTo>
                    <a:pt x="2424" y="137100"/>
                  </a:lnTo>
                  <a:lnTo>
                    <a:pt x="1607" y="142323"/>
                  </a:lnTo>
                  <a:lnTo>
                    <a:pt x="955" y="147570"/>
                  </a:lnTo>
                  <a:lnTo>
                    <a:pt x="470" y="152835"/>
                  </a:lnTo>
                  <a:lnTo>
                    <a:pt x="151" y="158112"/>
                  </a:lnTo>
                  <a:lnTo>
                    <a:pt x="0" y="163396"/>
                  </a:lnTo>
                  <a:lnTo>
                    <a:pt x="15" y="168683"/>
                  </a:lnTo>
                  <a:lnTo>
                    <a:pt x="198" y="173967"/>
                  </a:lnTo>
                  <a:lnTo>
                    <a:pt x="548" y="179242"/>
                  </a:lnTo>
                  <a:lnTo>
                    <a:pt x="1064" y="184504"/>
                  </a:lnTo>
                  <a:lnTo>
                    <a:pt x="1746" y="189746"/>
                  </a:lnTo>
                  <a:lnTo>
                    <a:pt x="2594" y="194965"/>
                  </a:lnTo>
                  <a:lnTo>
                    <a:pt x="3607" y="200154"/>
                  </a:lnTo>
                  <a:lnTo>
                    <a:pt x="4783" y="205308"/>
                  </a:lnTo>
                  <a:lnTo>
                    <a:pt x="6121" y="210423"/>
                  </a:lnTo>
                  <a:lnTo>
                    <a:pt x="7621" y="215492"/>
                  </a:lnTo>
                  <a:lnTo>
                    <a:pt x="9280" y="220512"/>
                  </a:lnTo>
                  <a:lnTo>
                    <a:pt x="11097" y="225477"/>
                  </a:lnTo>
                  <a:lnTo>
                    <a:pt x="13070" y="230382"/>
                  </a:lnTo>
                  <a:lnTo>
                    <a:pt x="15198" y="235222"/>
                  </a:lnTo>
                  <a:lnTo>
                    <a:pt x="17477" y="239992"/>
                  </a:lnTo>
                  <a:lnTo>
                    <a:pt x="19906" y="244688"/>
                  </a:lnTo>
                  <a:lnTo>
                    <a:pt x="22482" y="249304"/>
                  </a:lnTo>
                  <a:lnTo>
                    <a:pt x="25203" y="253837"/>
                  </a:lnTo>
                  <a:lnTo>
                    <a:pt x="28066" y="258282"/>
                  </a:lnTo>
                  <a:lnTo>
                    <a:pt x="31068" y="262634"/>
                  </a:lnTo>
                  <a:lnTo>
                    <a:pt x="34206" y="266889"/>
                  </a:lnTo>
                  <a:lnTo>
                    <a:pt x="37477" y="271042"/>
                  </a:lnTo>
                  <a:lnTo>
                    <a:pt x="40878" y="275090"/>
                  </a:lnTo>
                  <a:lnTo>
                    <a:pt x="44405" y="279028"/>
                  </a:lnTo>
                  <a:lnTo>
                    <a:pt x="48055" y="282853"/>
                  </a:lnTo>
                  <a:lnTo>
                    <a:pt x="51824" y="286560"/>
                  </a:lnTo>
                  <a:lnTo>
                    <a:pt x="55708" y="290147"/>
                  </a:lnTo>
                  <a:lnTo>
                    <a:pt x="59704" y="293609"/>
                  </a:lnTo>
                  <a:lnTo>
                    <a:pt x="63807" y="296942"/>
                  </a:lnTo>
                  <a:lnTo>
                    <a:pt x="68014" y="300145"/>
                  </a:lnTo>
                  <a:lnTo>
                    <a:pt x="72320" y="303212"/>
                  </a:lnTo>
                  <a:lnTo>
                    <a:pt x="76720" y="306142"/>
                  </a:lnTo>
                  <a:lnTo>
                    <a:pt x="81211" y="308932"/>
                  </a:lnTo>
                  <a:lnTo>
                    <a:pt x="85788" y="311578"/>
                  </a:lnTo>
                  <a:lnTo>
                    <a:pt x="90447" y="314077"/>
                  </a:lnTo>
                  <a:lnTo>
                    <a:pt x="95182" y="316429"/>
                  </a:lnTo>
                  <a:lnTo>
                    <a:pt x="99989" y="318629"/>
                  </a:lnTo>
                  <a:lnTo>
                    <a:pt x="104864" y="320677"/>
                  </a:lnTo>
                  <a:lnTo>
                    <a:pt x="109800" y="322569"/>
                  </a:lnTo>
                  <a:lnTo>
                    <a:pt x="114794" y="324304"/>
                  </a:lnTo>
                  <a:lnTo>
                    <a:pt x="119841" y="325880"/>
                  </a:lnTo>
                  <a:lnTo>
                    <a:pt x="124934" y="327296"/>
                  </a:lnTo>
                  <a:lnTo>
                    <a:pt x="130070" y="328550"/>
                  </a:lnTo>
                  <a:lnTo>
                    <a:pt x="135243" y="329641"/>
                  </a:lnTo>
                  <a:lnTo>
                    <a:pt x="140448" y="330568"/>
                  </a:lnTo>
                  <a:lnTo>
                    <a:pt x="145680" y="331330"/>
                  </a:lnTo>
                  <a:lnTo>
                    <a:pt x="150933" y="331926"/>
                  </a:lnTo>
                  <a:lnTo>
                    <a:pt x="156202" y="332356"/>
                  </a:lnTo>
                  <a:lnTo>
                    <a:pt x="161483" y="332619"/>
                  </a:lnTo>
                  <a:lnTo>
                    <a:pt x="166768" y="332715"/>
                  </a:lnTo>
                  <a:lnTo>
                    <a:pt x="172055" y="332643"/>
                  </a:lnTo>
                  <a:lnTo>
                    <a:pt x="177336" y="332405"/>
                  </a:lnTo>
                  <a:lnTo>
                    <a:pt x="182608" y="331999"/>
                  </a:lnTo>
                  <a:lnTo>
                    <a:pt x="187863" y="331427"/>
                  </a:lnTo>
                  <a:lnTo>
                    <a:pt x="193098" y="330689"/>
                  </a:lnTo>
                  <a:lnTo>
                    <a:pt x="198308" y="329786"/>
                  </a:lnTo>
                  <a:lnTo>
                    <a:pt x="203486" y="328719"/>
                  </a:lnTo>
                  <a:lnTo>
                    <a:pt x="208627" y="327489"/>
                  </a:lnTo>
                  <a:lnTo>
                    <a:pt x="213727" y="326096"/>
                  </a:lnTo>
                  <a:lnTo>
                    <a:pt x="218781" y="324543"/>
                  </a:lnTo>
                  <a:lnTo>
                    <a:pt x="223783" y="322831"/>
                  </a:lnTo>
                  <a:lnTo>
                    <a:pt x="228728" y="320962"/>
                  </a:lnTo>
                  <a:lnTo>
                    <a:pt x="233612" y="318937"/>
                  </a:lnTo>
                  <a:lnTo>
                    <a:pt x="238429" y="316758"/>
                  </a:lnTo>
                  <a:lnTo>
                    <a:pt x="243175" y="314429"/>
                  </a:lnTo>
                  <a:lnTo>
                    <a:pt x="247845" y="311950"/>
                  </a:lnTo>
                  <a:lnTo>
                    <a:pt x="252434" y="309326"/>
                  </a:lnTo>
                  <a:lnTo>
                    <a:pt x="256938" y="306557"/>
                  </a:lnTo>
                  <a:lnTo>
                    <a:pt x="261352" y="303647"/>
                  </a:lnTo>
                  <a:lnTo>
                    <a:pt x="265672" y="300599"/>
                  </a:lnTo>
                  <a:lnTo>
                    <a:pt x="269893" y="297417"/>
                  </a:lnTo>
                  <a:lnTo>
                    <a:pt x="274012" y="294102"/>
                  </a:lnTo>
                  <a:lnTo>
                    <a:pt x="278024" y="290658"/>
                  </a:lnTo>
                  <a:lnTo>
                    <a:pt x="281924" y="287090"/>
                  </a:lnTo>
                  <a:lnTo>
                    <a:pt x="285710" y="283400"/>
                  </a:lnTo>
                  <a:lnTo>
                    <a:pt x="289378" y="279592"/>
                  </a:lnTo>
                  <a:lnTo>
                    <a:pt x="292923" y="275670"/>
                  </a:lnTo>
                  <a:lnTo>
                    <a:pt x="296342" y="271638"/>
                  </a:lnTo>
                  <a:lnTo>
                    <a:pt x="299633" y="267499"/>
                  </a:lnTo>
                  <a:lnTo>
                    <a:pt x="302790" y="263259"/>
                  </a:lnTo>
                  <a:lnTo>
                    <a:pt x="305812" y="258921"/>
                  </a:lnTo>
                  <a:lnTo>
                    <a:pt x="308696" y="254490"/>
                  </a:lnTo>
                  <a:lnTo>
                    <a:pt x="311437" y="249969"/>
                  </a:lnTo>
                  <a:lnTo>
                    <a:pt x="314035" y="245365"/>
                  </a:lnTo>
                  <a:lnTo>
                    <a:pt x="316485" y="240680"/>
                  </a:lnTo>
                  <a:lnTo>
                    <a:pt x="318786" y="235920"/>
                  </a:lnTo>
                  <a:lnTo>
                    <a:pt x="320936" y="231090"/>
                  </a:lnTo>
                  <a:lnTo>
                    <a:pt x="322932" y="226194"/>
                  </a:lnTo>
                  <a:lnTo>
                    <a:pt x="324771" y="221238"/>
                  </a:lnTo>
                  <a:lnTo>
                    <a:pt x="326454" y="216226"/>
                  </a:lnTo>
                  <a:lnTo>
                    <a:pt x="327977" y="211163"/>
                  </a:lnTo>
                  <a:lnTo>
                    <a:pt x="329339" y="206055"/>
                  </a:lnTo>
                  <a:lnTo>
                    <a:pt x="330538" y="200906"/>
                  </a:lnTo>
                  <a:lnTo>
                    <a:pt x="331575" y="195722"/>
                  </a:lnTo>
                  <a:lnTo>
                    <a:pt x="332447" y="190507"/>
                  </a:lnTo>
                  <a:lnTo>
                    <a:pt x="333153" y="185268"/>
                  </a:lnTo>
                  <a:lnTo>
                    <a:pt x="333694" y="180009"/>
                  </a:lnTo>
                  <a:lnTo>
                    <a:pt x="334068" y="174735"/>
                  </a:lnTo>
                  <a:lnTo>
                    <a:pt x="334275" y="169452"/>
                  </a:lnTo>
                  <a:lnTo>
                    <a:pt x="334315" y="164166"/>
                  </a:lnTo>
                  <a:lnTo>
                    <a:pt x="334188" y="158880"/>
                  </a:lnTo>
                  <a:lnTo>
                    <a:pt x="333893" y="153602"/>
                  </a:lnTo>
                  <a:lnTo>
                    <a:pt x="333432" y="148335"/>
                  </a:lnTo>
                  <a:lnTo>
                    <a:pt x="332805" y="143086"/>
                  </a:lnTo>
                  <a:lnTo>
                    <a:pt x="332011" y="137859"/>
                  </a:lnTo>
                  <a:lnTo>
                    <a:pt x="331053" y="132659"/>
                  </a:lnTo>
                  <a:lnTo>
                    <a:pt x="329931" y="127493"/>
                  </a:lnTo>
                  <a:lnTo>
                    <a:pt x="328647" y="122364"/>
                  </a:lnTo>
                  <a:lnTo>
                    <a:pt x="327200" y="117279"/>
                  </a:lnTo>
                  <a:lnTo>
                    <a:pt x="325594" y="112242"/>
                  </a:lnTo>
                  <a:lnTo>
                    <a:pt x="323829" y="107259"/>
                  </a:lnTo>
                  <a:lnTo>
                    <a:pt x="321908" y="102334"/>
                  </a:lnTo>
                  <a:lnTo>
                    <a:pt x="319831" y="97472"/>
                  </a:lnTo>
                  <a:lnTo>
                    <a:pt x="317602" y="92678"/>
                  </a:lnTo>
                  <a:lnTo>
                    <a:pt x="315223" y="87957"/>
                  </a:lnTo>
                  <a:lnTo>
                    <a:pt x="312695" y="83313"/>
                  </a:lnTo>
                  <a:lnTo>
                    <a:pt x="310022" y="78752"/>
                  </a:lnTo>
                  <a:lnTo>
                    <a:pt x="307206" y="74278"/>
                  </a:lnTo>
                  <a:lnTo>
                    <a:pt x="304249" y="69894"/>
                  </a:lnTo>
                  <a:lnTo>
                    <a:pt x="301156" y="65607"/>
                  </a:lnTo>
                  <a:lnTo>
                    <a:pt x="297929" y="61420"/>
                  </a:lnTo>
                  <a:lnTo>
                    <a:pt x="294571" y="57336"/>
                  </a:lnTo>
                  <a:lnTo>
                    <a:pt x="291085" y="53361"/>
                  </a:lnTo>
                  <a:lnTo>
                    <a:pt x="287476" y="49498"/>
                  </a:lnTo>
                  <a:lnTo>
                    <a:pt x="283746" y="45751"/>
                  </a:lnTo>
                  <a:lnTo>
                    <a:pt x="279899" y="42124"/>
                  </a:lnTo>
                  <a:lnTo>
                    <a:pt x="275940" y="38621"/>
                  </a:lnTo>
                  <a:lnTo>
                    <a:pt x="271872" y="35244"/>
                  </a:lnTo>
                  <a:lnTo>
                    <a:pt x="267699" y="31998"/>
                  </a:lnTo>
                  <a:lnTo>
                    <a:pt x="263426" y="28885"/>
                  </a:lnTo>
                  <a:lnTo>
                    <a:pt x="259056" y="25909"/>
                  </a:lnTo>
                  <a:lnTo>
                    <a:pt x="254594" y="23073"/>
                  </a:lnTo>
                  <a:lnTo>
                    <a:pt x="250045" y="20379"/>
                  </a:lnTo>
                  <a:lnTo>
                    <a:pt x="245413" y="17831"/>
                  </a:lnTo>
                  <a:lnTo>
                    <a:pt x="240703" y="15430"/>
                  </a:lnTo>
                  <a:lnTo>
                    <a:pt x="235919" y="13179"/>
                  </a:lnTo>
                  <a:lnTo>
                    <a:pt x="231067" y="11081"/>
                  </a:lnTo>
                  <a:lnTo>
                    <a:pt x="226150" y="9137"/>
                  </a:lnTo>
                  <a:lnTo>
                    <a:pt x="221175" y="7350"/>
                  </a:lnTo>
                  <a:lnTo>
                    <a:pt x="216145" y="5720"/>
                  </a:lnTo>
                  <a:lnTo>
                    <a:pt x="211066" y="4251"/>
                  </a:lnTo>
                  <a:lnTo>
                    <a:pt x="205944" y="2943"/>
                  </a:lnTo>
                  <a:lnTo>
                    <a:pt x="200783" y="1798"/>
                  </a:lnTo>
                  <a:lnTo>
                    <a:pt x="195588" y="816"/>
                  </a:lnTo>
                  <a:lnTo>
                    <a:pt x="190364" y="0"/>
                  </a:lnTo>
                  <a:lnTo>
                    <a:pt x="167153" y="1655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23211" cy="167167"/>
            </a:xfrm>
            <a:custGeom>
              <a:avLst/>
              <a:pathLst>
                <a:path w="23211" h="167167">
                  <a:moveTo>
                    <a:pt x="23211" y="1619"/>
                  </a:moveTo>
                  <a:lnTo>
                    <a:pt x="15502" y="720"/>
                  </a:lnTo>
                  <a:lnTo>
                    <a:pt x="7759" y="18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23591" y="2633064"/>
              <a:ext cx="334324" cy="334327"/>
            </a:xfrm>
            <a:custGeom>
              <a:avLst/>
              <a:pathLst>
                <a:path w="334324" h="334327">
                  <a:moveTo>
                    <a:pt x="167157" y="0"/>
                  </a:moveTo>
                  <a:lnTo>
                    <a:pt x="161868" y="83"/>
                  </a:lnTo>
                  <a:lnTo>
                    <a:pt x="156586" y="334"/>
                  </a:lnTo>
                  <a:lnTo>
                    <a:pt x="151313" y="752"/>
                  </a:lnTo>
                  <a:lnTo>
                    <a:pt x="146057" y="1336"/>
                  </a:lnTo>
                  <a:lnTo>
                    <a:pt x="140822" y="2087"/>
                  </a:lnTo>
                  <a:lnTo>
                    <a:pt x="135613" y="3003"/>
                  </a:lnTo>
                  <a:lnTo>
                    <a:pt x="130435" y="4083"/>
                  </a:lnTo>
                  <a:lnTo>
                    <a:pt x="125295" y="5326"/>
                  </a:lnTo>
                  <a:lnTo>
                    <a:pt x="120196" y="6731"/>
                  </a:lnTo>
                  <a:lnTo>
                    <a:pt x="115144" y="8297"/>
                  </a:lnTo>
                  <a:lnTo>
                    <a:pt x="110145" y="10022"/>
                  </a:lnTo>
                  <a:lnTo>
                    <a:pt x="105202" y="11904"/>
                  </a:lnTo>
                  <a:lnTo>
                    <a:pt x="100322" y="13941"/>
                  </a:lnTo>
                  <a:lnTo>
                    <a:pt x="95508" y="16132"/>
                  </a:lnTo>
                  <a:lnTo>
                    <a:pt x="90766" y="18475"/>
                  </a:lnTo>
                  <a:lnTo>
                    <a:pt x="86101" y="20965"/>
                  </a:lnTo>
                  <a:lnTo>
                    <a:pt x="81516" y="23603"/>
                  </a:lnTo>
                  <a:lnTo>
                    <a:pt x="77018" y="26384"/>
                  </a:lnTo>
                  <a:lnTo>
                    <a:pt x="72609" y="29306"/>
                  </a:lnTo>
                  <a:lnTo>
                    <a:pt x="68295" y="32366"/>
                  </a:lnTo>
                  <a:lnTo>
                    <a:pt x="64081" y="35560"/>
                  </a:lnTo>
                  <a:lnTo>
                    <a:pt x="59969" y="38887"/>
                  </a:lnTo>
                  <a:lnTo>
                    <a:pt x="55965" y="42342"/>
                  </a:lnTo>
                  <a:lnTo>
                    <a:pt x="52072" y="45922"/>
                  </a:lnTo>
                  <a:lnTo>
                    <a:pt x="48294" y="49623"/>
                  </a:lnTo>
                  <a:lnTo>
                    <a:pt x="44635" y="53442"/>
                  </a:lnTo>
                  <a:lnTo>
                    <a:pt x="41099" y="57375"/>
                  </a:lnTo>
                  <a:lnTo>
                    <a:pt x="37689" y="61417"/>
                  </a:lnTo>
                  <a:lnTo>
                    <a:pt x="34408" y="65566"/>
                  </a:lnTo>
                  <a:lnTo>
                    <a:pt x="31260" y="69816"/>
                  </a:lnTo>
                  <a:lnTo>
                    <a:pt x="28249" y="74164"/>
                  </a:lnTo>
                  <a:lnTo>
                    <a:pt x="25376" y="78604"/>
                  </a:lnTo>
                  <a:lnTo>
                    <a:pt x="22646" y="83134"/>
                  </a:lnTo>
                  <a:lnTo>
                    <a:pt x="20060" y="87747"/>
                  </a:lnTo>
                  <a:lnTo>
                    <a:pt x="17621" y="92440"/>
                  </a:lnTo>
                  <a:lnTo>
                    <a:pt x="15332" y="97208"/>
                  </a:lnTo>
                  <a:lnTo>
                    <a:pt x="13195" y="102046"/>
                  </a:lnTo>
                  <a:lnTo>
                    <a:pt x="11212" y="106949"/>
                  </a:lnTo>
                  <a:lnTo>
                    <a:pt x="9385" y="111912"/>
                  </a:lnTo>
                  <a:lnTo>
                    <a:pt x="7716" y="116930"/>
                  </a:lnTo>
                  <a:lnTo>
                    <a:pt x="6207" y="121999"/>
                  </a:lnTo>
                  <a:lnTo>
                    <a:pt x="4858" y="127113"/>
                  </a:lnTo>
                  <a:lnTo>
                    <a:pt x="3673" y="132268"/>
                  </a:lnTo>
                  <a:lnTo>
                    <a:pt x="2650" y="137457"/>
                  </a:lnTo>
                  <a:lnTo>
                    <a:pt x="1793" y="142675"/>
                  </a:lnTo>
                  <a:lnTo>
                    <a:pt x="1101" y="147919"/>
                  </a:lnTo>
                  <a:lnTo>
                    <a:pt x="575" y="153181"/>
                  </a:lnTo>
                  <a:lnTo>
                    <a:pt x="216" y="158458"/>
                  </a:lnTo>
                  <a:lnTo>
                    <a:pt x="24" y="163743"/>
                  </a:lnTo>
                  <a:lnTo>
                    <a:pt x="0" y="169032"/>
                  </a:lnTo>
                  <a:lnTo>
                    <a:pt x="142" y="174319"/>
                  </a:lnTo>
                  <a:lnTo>
                    <a:pt x="452" y="179599"/>
                  </a:lnTo>
                  <a:lnTo>
                    <a:pt x="929" y="184866"/>
                  </a:lnTo>
                  <a:lnTo>
                    <a:pt x="1572" y="190115"/>
                  </a:lnTo>
                  <a:lnTo>
                    <a:pt x="2381" y="195342"/>
                  </a:lnTo>
                  <a:lnTo>
                    <a:pt x="3354" y="200540"/>
                  </a:lnTo>
                  <a:lnTo>
                    <a:pt x="4492" y="205705"/>
                  </a:lnTo>
                  <a:lnTo>
                    <a:pt x="5793" y="210832"/>
                  </a:lnTo>
                  <a:lnTo>
                    <a:pt x="7255" y="215915"/>
                  </a:lnTo>
                  <a:lnTo>
                    <a:pt x="8877" y="220948"/>
                  </a:lnTo>
                  <a:lnTo>
                    <a:pt x="10657" y="225929"/>
                  </a:lnTo>
                  <a:lnTo>
                    <a:pt x="12594" y="230850"/>
                  </a:lnTo>
                  <a:lnTo>
                    <a:pt x="14686" y="235707"/>
                  </a:lnTo>
                  <a:lnTo>
                    <a:pt x="16931" y="240496"/>
                  </a:lnTo>
                  <a:lnTo>
                    <a:pt x="19326" y="245212"/>
                  </a:lnTo>
                  <a:lnTo>
                    <a:pt x="21869" y="249849"/>
                  </a:lnTo>
                  <a:lnTo>
                    <a:pt x="24557" y="254404"/>
                  </a:lnTo>
                  <a:lnTo>
                    <a:pt x="27388" y="258871"/>
                  </a:lnTo>
                  <a:lnTo>
                    <a:pt x="30359" y="263247"/>
                  </a:lnTo>
                  <a:lnTo>
                    <a:pt x="33466" y="267526"/>
                  </a:lnTo>
                  <a:lnTo>
                    <a:pt x="36708" y="271705"/>
                  </a:lnTo>
                  <a:lnTo>
                    <a:pt x="40080" y="275779"/>
                  </a:lnTo>
                  <a:lnTo>
                    <a:pt x="43580" y="279745"/>
                  </a:lnTo>
                  <a:lnTo>
                    <a:pt x="47203" y="283597"/>
                  </a:lnTo>
                  <a:lnTo>
                    <a:pt x="50946" y="287334"/>
                  </a:lnTo>
                  <a:lnTo>
                    <a:pt x="54806" y="290950"/>
                  </a:lnTo>
                  <a:lnTo>
                    <a:pt x="58777" y="294442"/>
                  </a:lnTo>
                  <a:lnTo>
                    <a:pt x="62858" y="297807"/>
                  </a:lnTo>
                  <a:lnTo>
                    <a:pt x="67043" y="301041"/>
                  </a:lnTo>
                  <a:lnTo>
                    <a:pt x="71328" y="304141"/>
                  </a:lnTo>
                  <a:lnTo>
                    <a:pt x="75709" y="307104"/>
                  </a:lnTo>
                  <a:lnTo>
                    <a:pt x="80181" y="309926"/>
                  </a:lnTo>
                  <a:lnTo>
                    <a:pt x="84741" y="312606"/>
                  </a:lnTo>
                  <a:lnTo>
                    <a:pt x="89383" y="315141"/>
                  </a:lnTo>
                  <a:lnTo>
                    <a:pt x="94103" y="317527"/>
                  </a:lnTo>
                  <a:lnTo>
                    <a:pt x="98896" y="319763"/>
                  </a:lnTo>
                  <a:lnTo>
                    <a:pt x="103757" y="321846"/>
                  </a:lnTo>
                  <a:lnTo>
                    <a:pt x="108682" y="323774"/>
                  </a:lnTo>
                  <a:lnTo>
                    <a:pt x="113665" y="325545"/>
                  </a:lnTo>
                  <a:lnTo>
                    <a:pt x="118702" y="327158"/>
                  </a:lnTo>
                  <a:lnTo>
                    <a:pt x="123787" y="328611"/>
                  </a:lnTo>
                  <a:lnTo>
                    <a:pt x="128916" y="329902"/>
                  </a:lnTo>
                  <a:lnTo>
                    <a:pt x="134083" y="331030"/>
                  </a:lnTo>
                  <a:lnTo>
                    <a:pt x="139283" y="331994"/>
                  </a:lnTo>
                  <a:lnTo>
                    <a:pt x="144512" y="332794"/>
                  </a:lnTo>
                  <a:lnTo>
                    <a:pt x="149762" y="333427"/>
                  </a:lnTo>
                  <a:lnTo>
                    <a:pt x="155030" y="333894"/>
                  </a:lnTo>
                  <a:lnTo>
                    <a:pt x="160311" y="334194"/>
                  </a:lnTo>
                  <a:lnTo>
                    <a:pt x="165598" y="334327"/>
                  </a:lnTo>
                  <a:lnTo>
                    <a:pt x="170887" y="334293"/>
                  </a:lnTo>
                  <a:lnTo>
                    <a:pt x="176171" y="334091"/>
                  </a:lnTo>
                  <a:lnTo>
                    <a:pt x="181447" y="333722"/>
                  </a:lnTo>
                  <a:lnTo>
                    <a:pt x="186709" y="333187"/>
                  </a:lnTo>
                  <a:lnTo>
                    <a:pt x="191951" y="332485"/>
                  </a:lnTo>
                  <a:lnTo>
                    <a:pt x="197168" y="331618"/>
                  </a:lnTo>
                  <a:lnTo>
                    <a:pt x="202356" y="330587"/>
                  </a:lnTo>
                  <a:lnTo>
                    <a:pt x="207507" y="329391"/>
                  </a:lnTo>
                  <a:lnTo>
                    <a:pt x="212619" y="328034"/>
                  </a:lnTo>
                  <a:lnTo>
                    <a:pt x="217685" y="326515"/>
                  </a:lnTo>
                  <a:lnTo>
                    <a:pt x="222701" y="324837"/>
                  </a:lnTo>
                  <a:lnTo>
                    <a:pt x="227661" y="323001"/>
                  </a:lnTo>
                  <a:lnTo>
                    <a:pt x="232560" y="321009"/>
                  </a:lnTo>
                  <a:lnTo>
                    <a:pt x="237394" y="318863"/>
                  </a:lnTo>
                  <a:lnTo>
                    <a:pt x="242157" y="316565"/>
                  </a:lnTo>
                  <a:lnTo>
                    <a:pt x="246846" y="314118"/>
                  </a:lnTo>
                  <a:lnTo>
                    <a:pt x="251455" y="311523"/>
                  </a:lnTo>
                  <a:lnTo>
                    <a:pt x="255979" y="308785"/>
                  </a:lnTo>
                  <a:lnTo>
                    <a:pt x="260414" y="305904"/>
                  </a:lnTo>
                  <a:lnTo>
                    <a:pt x="264756" y="302884"/>
                  </a:lnTo>
                  <a:lnTo>
                    <a:pt x="269001" y="299729"/>
                  </a:lnTo>
                  <a:lnTo>
                    <a:pt x="273143" y="296441"/>
                  </a:lnTo>
                  <a:lnTo>
                    <a:pt x="277180" y="293023"/>
                  </a:lnTo>
                  <a:lnTo>
                    <a:pt x="281106" y="289480"/>
                  </a:lnTo>
                  <a:lnTo>
                    <a:pt x="284918" y="285814"/>
                  </a:lnTo>
                  <a:lnTo>
                    <a:pt x="288612" y="282029"/>
                  </a:lnTo>
                  <a:lnTo>
                    <a:pt x="292185" y="278130"/>
                  </a:lnTo>
                  <a:lnTo>
                    <a:pt x="295633" y="274119"/>
                  </a:lnTo>
                  <a:lnTo>
                    <a:pt x="298952" y="270001"/>
                  </a:lnTo>
                  <a:lnTo>
                    <a:pt x="302139" y="265781"/>
                  </a:lnTo>
                  <a:lnTo>
                    <a:pt x="305191" y="261461"/>
                  </a:lnTo>
                  <a:lnTo>
                    <a:pt x="308105" y="257048"/>
                  </a:lnTo>
                  <a:lnTo>
                    <a:pt x="310877" y="252544"/>
                  </a:lnTo>
                  <a:lnTo>
                    <a:pt x="313506" y="247955"/>
                  </a:lnTo>
                  <a:lnTo>
                    <a:pt x="315989" y="243285"/>
                  </a:lnTo>
                  <a:lnTo>
                    <a:pt x="318322" y="238539"/>
                  </a:lnTo>
                  <a:lnTo>
                    <a:pt x="320504" y="233721"/>
                  </a:lnTo>
                  <a:lnTo>
                    <a:pt x="322533" y="228837"/>
                  </a:lnTo>
                  <a:lnTo>
                    <a:pt x="324406" y="223891"/>
                  </a:lnTo>
                  <a:lnTo>
                    <a:pt x="326122" y="218888"/>
                  </a:lnTo>
                  <a:lnTo>
                    <a:pt x="327678" y="213833"/>
                  </a:lnTo>
                  <a:lnTo>
                    <a:pt x="329074" y="208732"/>
                  </a:lnTo>
                  <a:lnTo>
                    <a:pt x="330308" y="203589"/>
                  </a:lnTo>
                  <a:lnTo>
                    <a:pt x="331378" y="198410"/>
                  </a:lnTo>
                  <a:lnTo>
                    <a:pt x="332285" y="193199"/>
                  </a:lnTo>
                  <a:lnTo>
                    <a:pt x="333025" y="187963"/>
                  </a:lnTo>
                  <a:lnTo>
                    <a:pt x="333600" y="182705"/>
                  </a:lnTo>
                  <a:lnTo>
                    <a:pt x="334009" y="177432"/>
                  </a:lnTo>
                  <a:lnTo>
                    <a:pt x="334250" y="172149"/>
                  </a:lnTo>
                  <a:lnTo>
                    <a:pt x="334324" y="166861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99925"/>
              <a:ext cx="167167" cy="306"/>
            </a:xfrm>
            <a:custGeom>
              <a:avLst/>
              <a:pathLst>
                <a:path w="167167" h="306">
                  <a:moveTo>
                    <a:pt x="167167" y="0"/>
                  </a:moveTo>
                  <a:lnTo>
                    <a:pt x="0" y="3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55205"/>
              <a:ext cx="167167" cy="145025"/>
            </a:xfrm>
            <a:custGeom>
              <a:avLst/>
              <a:pathLst>
                <a:path w="167167" h="145025">
                  <a:moveTo>
                    <a:pt x="167167" y="144719"/>
                  </a:moveTo>
                  <a:lnTo>
                    <a:pt x="167067" y="139243"/>
                  </a:lnTo>
                  <a:lnTo>
                    <a:pt x="166788" y="133774"/>
                  </a:lnTo>
                  <a:lnTo>
                    <a:pt x="166330" y="128316"/>
                  </a:lnTo>
                  <a:lnTo>
                    <a:pt x="165693" y="122877"/>
                  </a:lnTo>
                  <a:lnTo>
                    <a:pt x="164879" y="117461"/>
                  </a:lnTo>
                  <a:lnTo>
                    <a:pt x="163887" y="112075"/>
                  </a:lnTo>
                  <a:lnTo>
                    <a:pt x="162720" y="106724"/>
                  </a:lnTo>
                  <a:lnTo>
                    <a:pt x="161378" y="101414"/>
                  </a:lnTo>
                  <a:lnTo>
                    <a:pt x="159863" y="96151"/>
                  </a:lnTo>
                  <a:lnTo>
                    <a:pt x="158176" y="90941"/>
                  </a:lnTo>
                  <a:lnTo>
                    <a:pt x="156319" y="85788"/>
                  </a:lnTo>
                  <a:lnTo>
                    <a:pt x="154295" y="80700"/>
                  </a:lnTo>
                  <a:lnTo>
                    <a:pt x="152105" y="75680"/>
                  </a:lnTo>
                  <a:lnTo>
                    <a:pt x="149752" y="70734"/>
                  </a:lnTo>
                  <a:lnTo>
                    <a:pt x="147238" y="65869"/>
                  </a:lnTo>
                  <a:lnTo>
                    <a:pt x="144566" y="61088"/>
                  </a:lnTo>
                  <a:lnTo>
                    <a:pt x="141739" y="56398"/>
                  </a:lnTo>
                  <a:lnTo>
                    <a:pt x="138760" y="51802"/>
                  </a:lnTo>
                  <a:lnTo>
                    <a:pt x="135631" y="47307"/>
                  </a:lnTo>
                  <a:lnTo>
                    <a:pt x="132358" y="42916"/>
                  </a:lnTo>
                  <a:lnTo>
                    <a:pt x="128942" y="38635"/>
                  </a:lnTo>
                  <a:lnTo>
                    <a:pt x="125388" y="34469"/>
                  </a:lnTo>
                  <a:lnTo>
                    <a:pt x="121699" y="30421"/>
                  </a:lnTo>
                  <a:lnTo>
                    <a:pt x="117879" y="26496"/>
                  </a:lnTo>
                  <a:lnTo>
                    <a:pt x="113933" y="22698"/>
                  </a:lnTo>
                  <a:lnTo>
                    <a:pt x="109865" y="19031"/>
                  </a:lnTo>
                  <a:lnTo>
                    <a:pt x="105679" y="15500"/>
                  </a:lnTo>
                  <a:lnTo>
                    <a:pt x="101379" y="12108"/>
                  </a:lnTo>
                  <a:lnTo>
                    <a:pt x="96971" y="8858"/>
                  </a:lnTo>
                  <a:lnTo>
                    <a:pt x="92458" y="5755"/>
                  </a:lnTo>
                  <a:lnTo>
                    <a:pt x="87847" y="2801"/>
                  </a:lnTo>
                  <a:lnTo>
                    <a:pt x="83141" y="0"/>
                  </a:lnTo>
                  <a:lnTo>
                    <a:pt x="0" y="1450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83141" cy="167167"/>
            </a:xfrm>
            <a:custGeom>
              <a:avLst/>
              <a:pathLst>
                <a:path w="83141" h="167167">
                  <a:moveTo>
                    <a:pt x="83141" y="22141"/>
                  </a:moveTo>
                  <a:lnTo>
                    <a:pt x="78059" y="19344"/>
                  </a:lnTo>
                  <a:lnTo>
                    <a:pt x="72883" y="16724"/>
                  </a:lnTo>
                  <a:lnTo>
                    <a:pt x="67619" y="14286"/>
                  </a:lnTo>
                  <a:lnTo>
                    <a:pt x="62274" y="12032"/>
                  </a:lnTo>
                  <a:lnTo>
                    <a:pt x="56854" y="9965"/>
                  </a:lnTo>
                  <a:lnTo>
                    <a:pt x="51366" y="8087"/>
                  </a:lnTo>
                  <a:lnTo>
                    <a:pt x="45815" y="6400"/>
                  </a:lnTo>
                  <a:lnTo>
                    <a:pt x="40210" y="4908"/>
                  </a:lnTo>
                  <a:lnTo>
                    <a:pt x="34556" y="3610"/>
                  </a:lnTo>
                  <a:lnTo>
                    <a:pt x="28860" y="2510"/>
                  </a:lnTo>
                  <a:lnTo>
                    <a:pt x="23130" y="1607"/>
                  </a:lnTo>
                  <a:lnTo>
                    <a:pt x="17372" y="905"/>
                  </a:lnTo>
                  <a:lnTo>
                    <a:pt x="11593" y="402"/>
                  </a:lnTo>
                  <a:lnTo>
                    <a:pt x="5800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9" y="0"/>
                  </a:moveTo>
                  <a:lnTo>
                    <a:pt x="161875" y="83"/>
                  </a:lnTo>
                  <a:lnTo>
                    <a:pt x="156596" y="334"/>
                  </a:lnTo>
                  <a:lnTo>
                    <a:pt x="151327" y="751"/>
                  </a:lnTo>
                  <a:lnTo>
                    <a:pt x="146075" y="1334"/>
                  </a:lnTo>
                  <a:lnTo>
                    <a:pt x="140844" y="2084"/>
                  </a:lnTo>
                  <a:lnTo>
                    <a:pt x="135639" y="2998"/>
                  </a:lnTo>
                  <a:lnTo>
                    <a:pt x="130465" y="4076"/>
                  </a:lnTo>
                  <a:lnTo>
                    <a:pt x="125328" y="5318"/>
                  </a:lnTo>
                  <a:lnTo>
                    <a:pt x="120233" y="6721"/>
                  </a:lnTo>
                  <a:lnTo>
                    <a:pt x="115185" y="8284"/>
                  </a:lnTo>
                  <a:lnTo>
                    <a:pt x="110189" y="10007"/>
                  </a:lnTo>
                  <a:lnTo>
                    <a:pt x="105249" y="11886"/>
                  </a:lnTo>
                  <a:lnTo>
                    <a:pt x="100372" y="13920"/>
                  </a:lnTo>
                  <a:lnTo>
                    <a:pt x="95561" y="16108"/>
                  </a:lnTo>
                  <a:lnTo>
                    <a:pt x="90822" y="18447"/>
                  </a:lnTo>
                  <a:lnTo>
                    <a:pt x="86159" y="20934"/>
                  </a:lnTo>
                  <a:lnTo>
                    <a:pt x="81577" y="23568"/>
                  </a:lnTo>
                  <a:lnTo>
                    <a:pt x="77081" y="26345"/>
                  </a:lnTo>
                  <a:lnTo>
                    <a:pt x="72675" y="29262"/>
                  </a:lnTo>
                  <a:lnTo>
                    <a:pt x="68363" y="32318"/>
                  </a:lnTo>
                  <a:lnTo>
                    <a:pt x="64150" y="35508"/>
                  </a:lnTo>
                  <a:lnTo>
                    <a:pt x="60039" y="38830"/>
                  </a:lnTo>
                  <a:lnTo>
                    <a:pt x="56036" y="42280"/>
                  </a:lnTo>
                  <a:lnTo>
                    <a:pt x="52144" y="45855"/>
                  </a:lnTo>
                  <a:lnTo>
                    <a:pt x="48367" y="49551"/>
                  </a:lnTo>
                  <a:lnTo>
                    <a:pt x="44708" y="53365"/>
                  </a:lnTo>
                  <a:lnTo>
                    <a:pt x="41172" y="57292"/>
                  </a:lnTo>
                  <a:lnTo>
                    <a:pt x="37762" y="61330"/>
                  </a:lnTo>
                  <a:lnTo>
                    <a:pt x="34481" y="65473"/>
                  </a:lnTo>
                  <a:lnTo>
                    <a:pt x="31333" y="69717"/>
                  </a:lnTo>
                  <a:lnTo>
                    <a:pt x="28321" y="74059"/>
                  </a:lnTo>
                  <a:lnTo>
                    <a:pt x="25447" y="78495"/>
                  </a:lnTo>
                  <a:lnTo>
                    <a:pt x="22715" y="83018"/>
                  </a:lnTo>
                  <a:lnTo>
                    <a:pt x="20127" y="87626"/>
                  </a:lnTo>
                  <a:lnTo>
                    <a:pt x="17686" y="92314"/>
                  </a:lnTo>
                  <a:lnTo>
                    <a:pt x="15395" y="97076"/>
                  </a:lnTo>
                  <a:lnTo>
                    <a:pt x="13255" y="101908"/>
                  </a:lnTo>
                  <a:lnTo>
                    <a:pt x="11269" y="106805"/>
                  </a:lnTo>
                  <a:lnTo>
                    <a:pt x="9439" y="111763"/>
                  </a:lnTo>
                  <a:lnTo>
                    <a:pt x="7767" y="116776"/>
                  </a:lnTo>
                  <a:lnTo>
                    <a:pt x="6254" y="121840"/>
                  </a:lnTo>
                  <a:lnTo>
                    <a:pt x="4901" y="126949"/>
                  </a:lnTo>
                  <a:lnTo>
                    <a:pt x="3711" y="132098"/>
                  </a:lnTo>
                  <a:lnTo>
                    <a:pt x="2684" y="137282"/>
                  </a:lnTo>
                  <a:lnTo>
                    <a:pt x="1822" y="142496"/>
                  </a:lnTo>
                  <a:lnTo>
                    <a:pt x="1125" y="147734"/>
                  </a:lnTo>
                  <a:lnTo>
                    <a:pt x="593" y="152992"/>
                  </a:lnTo>
                  <a:lnTo>
                    <a:pt x="228" y="158264"/>
                  </a:lnTo>
                  <a:lnTo>
                    <a:pt x="30" y="163545"/>
                  </a:lnTo>
                  <a:lnTo>
                    <a:pt x="0" y="168830"/>
                  </a:lnTo>
                  <a:lnTo>
                    <a:pt x="136" y="174113"/>
                  </a:lnTo>
                  <a:lnTo>
                    <a:pt x="439" y="179389"/>
                  </a:lnTo>
                  <a:lnTo>
                    <a:pt x="908" y="184653"/>
                  </a:lnTo>
                  <a:lnTo>
                    <a:pt x="1544" y="189899"/>
                  </a:lnTo>
                  <a:lnTo>
                    <a:pt x="2345" y="195123"/>
                  </a:lnTo>
                  <a:lnTo>
                    <a:pt x="3311" y="200319"/>
                  </a:lnTo>
                  <a:lnTo>
                    <a:pt x="4441" y="205481"/>
                  </a:lnTo>
                  <a:lnTo>
                    <a:pt x="5734" y="210606"/>
                  </a:lnTo>
                  <a:lnTo>
                    <a:pt x="7187" y="215686"/>
                  </a:lnTo>
                  <a:lnTo>
                    <a:pt x="8801" y="220719"/>
                  </a:lnTo>
                  <a:lnTo>
                    <a:pt x="10573" y="225698"/>
                  </a:lnTo>
                  <a:lnTo>
                    <a:pt x="12501" y="230618"/>
                  </a:lnTo>
                  <a:lnTo>
                    <a:pt x="14584" y="235475"/>
                  </a:lnTo>
                  <a:lnTo>
                    <a:pt x="16820" y="240264"/>
                  </a:lnTo>
                  <a:lnTo>
                    <a:pt x="19205" y="244979"/>
                  </a:lnTo>
                  <a:lnTo>
                    <a:pt x="21739" y="249617"/>
                  </a:lnTo>
                  <a:lnTo>
                    <a:pt x="24418" y="254173"/>
                  </a:lnTo>
                  <a:lnTo>
                    <a:pt x="27239" y="258641"/>
                  </a:lnTo>
                  <a:lnTo>
                    <a:pt x="30201" y="263018"/>
                  </a:lnTo>
                  <a:lnTo>
                    <a:pt x="33299" y="267300"/>
                  </a:lnTo>
                  <a:lnTo>
                    <a:pt x="36531" y="271481"/>
                  </a:lnTo>
                  <a:lnTo>
                    <a:pt x="39894" y="275558"/>
                  </a:lnTo>
                  <a:lnTo>
                    <a:pt x="43383" y="279526"/>
                  </a:lnTo>
                  <a:lnTo>
                    <a:pt x="46997" y="283383"/>
                  </a:lnTo>
                  <a:lnTo>
                    <a:pt x="50730" y="287123"/>
                  </a:lnTo>
                  <a:lnTo>
                    <a:pt x="54580" y="290743"/>
                  </a:lnTo>
                  <a:lnTo>
                    <a:pt x="58543" y="294240"/>
                  </a:lnTo>
                  <a:lnTo>
                    <a:pt x="62614" y="297610"/>
                  </a:lnTo>
                  <a:lnTo>
                    <a:pt x="66789" y="300849"/>
                  </a:lnTo>
                  <a:lnTo>
                    <a:pt x="71065" y="303955"/>
                  </a:lnTo>
                  <a:lnTo>
                    <a:pt x="75437" y="306924"/>
                  </a:lnTo>
                  <a:lnTo>
                    <a:pt x="79901" y="309754"/>
                  </a:lnTo>
                  <a:lnTo>
                    <a:pt x="84451" y="312441"/>
                  </a:lnTo>
                  <a:lnTo>
                    <a:pt x="89085" y="314982"/>
                  </a:lnTo>
                  <a:lnTo>
                    <a:pt x="93796" y="317376"/>
                  </a:lnTo>
                  <a:lnTo>
                    <a:pt x="98581" y="319620"/>
                  </a:lnTo>
                  <a:lnTo>
                    <a:pt x="103434" y="321712"/>
                  </a:lnTo>
                  <a:lnTo>
                    <a:pt x="108351" y="323649"/>
                  </a:lnTo>
                  <a:lnTo>
                    <a:pt x="113327" y="325430"/>
                  </a:lnTo>
                  <a:lnTo>
                    <a:pt x="118356" y="327052"/>
                  </a:lnTo>
                  <a:lnTo>
                    <a:pt x="123435" y="328515"/>
                  </a:lnTo>
                  <a:lnTo>
                    <a:pt x="128557" y="329816"/>
                  </a:lnTo>
                  <a:lnTo>
                    <a:pt x="133717" y="330955"/>
                  </a:lnTo>
                  <a:lnTo>
                    <a:pt x="138911" y="331930"/>
                  </a:lnTo>
                  <a:lnTo>
                    <a:pt x="144133" y="332741"/>
                  </a:lnTo>
                  <a:lnTo>
                    <a:pt x="149379" y="333386"/>
                  </a:lnTo>
                  <a:lnTo>
                    <a:pt x="154642" y="333865"/>
                  </a:lnTo>
                  <a:lnTo>
                    <a:pt x="159917" y="334177"/>
                  </a:lnTo>
                  <a:lnTo>
                    <a:pt x="165200" y="334323"/>
                  </a:lnTo>
                  <a:lnTo>
                    <a:pt x="170485" y="334301"/>
                  </a:lnTo>
                  <a:lnTo>
                    <a:pt x="175766" y="334113"/>
                  </a:lnTo>
                  <a:lnTo>
                    <a:pt x="181039" y="333757"/>
                  </a:lnTo>
                  <a:lnTo>
                    <a:pt x="186298" y="333235"/>
                  </a:lnTo>
                  <a:lnTo>
                    <a:pt x="191537" y="332547"/>
                  </a:lnTo>
                  <a:lnTo>
                    <a:pt x="196753" y="331694"/>
                  </a:lnTo>
                  <a:lnTo>
                    <a:pt x="201939" y="330676"/>
                  </a:lnTo>
                  <a:lnTo>
                    <a:pt x="207090" y="329495"/>
                  </a:lnTo>
                  <a:lnTo>
                    <a:pt x="212201" y="328152"/>
                  </a:lnTo>
                  <a:lnTo>
                    <a:pt x="217267" y="326648"/>
                  </a:lnTo>
                  <a:lnTo>
                    <a:pt x="222283" y="324984"/>
                  </a:lnTo>
                  <a:lnTo>
                    <a:pt x="227244" y="323163"/>
                  </a:lnTo>
                  <a:lnTo>
                    <a:pt x="232145" y="321185"/>
                  </a:lnTo>
                  <a:lnTo>
                    <a:pt x="236981" y="319054"/>
                  </a:lnTo>
                  <a:lnTo>
                    <a:pt x="241747" y="316771"/>
                  </a:lnTo>
                  <a:lnTo>
                    <a:pt x="246439" y="314339"/>
                  </a:lnTo>
                  <a:lnTo>
                    <a:pt x="251052" y="311759"/>
                  </a:lnTo>
                  <a:lnTo>
                    <a:pt x="255580" y="309035"/>
                  </a:lnTo>
                  <a:lnTo>
                    <a:pt x="260020" y="306169"/>
                  </a:lnTo>
                  <a:lnTo>
                    <a:pt x="264368" y="303165"/>
                  </a:lnTo>
                  <a:lnTo>
                    <a:pt x="268618" y="300024"/>
                  </a:lnTo>
                  <a:lnTo>
                    <a:pt x="272767" y="296750"/>
                  </a:lnTo>
                  <a:lnTo>
                    <a:pt x="276810" y="293347"/>
                  </a:lnTo>
                  <a:lnTo>
                    <a:pt x="280744" y="289818"/>
                  </a:lnTo>
                  <a:lnTo>
                    <a:pt x="284564" y="286167"/>
                  </a:lnTo>
                  <a:lnTo>
                    <a:pt x="288267" y="282396"/>
                  </a:lnTo>
                  <a:lnTo>
                    <a:pt x="291849" y="278510"/>
                  </a:lnTo>
                  <a:lnTo>
                    <a:pt x="295306" y="274513"/>
                  </a:lnTo>
                  <a:lnTo>
                    <a:pt x="298635" y="270409"/>
                  </a:lnTo>
                  <a:lnTo>
                    <a:pt x="301833" y="266201"/>
                  </a:lnTo>
                  <a:lnTo>
                    <a:pt x="304896" y="261895"/>
                  </a:lnTo>
                  <a:lnTo>
                    <a:pt x="307822" y="257494"/>
                  </a:lnTo>
                  <a:lnTo>
                    <a:pt x="310606" y="253002"/>
                  </a:lnTo>
                  <a:lnTo>
                    <a:pt x="313248" y="248425"/>
                  </a:lnTo>
                  <a:lnTo>
                    <a:pt x="315743" y="243767"/>
                  </a:lnTo>
                  <a:lnTo>
                    <a:pt x="318091" y="239032"/>
                  </a:lnTo>
                  <a:lnTo>
                    <a:pt x="320287" y="234225"/>
                  </a:lnTo>
                  <a:lnTo>
                    <a:pt x="322330" y="229351"/>
                  </a:lnTo>
                  <a:lnTo>
                    <a:pt x="324218" y="224415"/>
                  </a:lnTo>
                  <a:lnTo>
                    <a:pt x="325949" y="219422"/>
                  </a:lnTo>
                  <a:lnTo>
                    <a:pt x="327521" y="214376"/>
                  </a:lnTo>
                  <a:lnTo>
                    <a:pt x="328934" y="209284"/>
                  </a:lnTo>
                  <a:lnTo>
                    <a:pt x="330184" y="204149"/>
                  </a:lnTo>
                  <a:lnTo>
                    <a:pt x="331272" y="198977"/>
                  </a:lnTo>
                  <a:lnTo>
                    <a:pt x="332195" y="193774"/>
                  </a:lnTo>
                  <a:lnTo>
                    <a:pt x="332954" y="188544"/>
                  </a:lnTo>
                  <a:lnTo>
                    <a:pt x="333547" y="183293"/>
                  </a:lnTo>
                  <a:lnTo>
                    <a:pt x="333973" y="178025"/>
                  </a:lnTo>
                  <a:lnTo>
                    <a:pt x="334233" y="172747"/>
                  </a:lnTo>
                  <a:lnTo>
                    <a:pt x="334326" y="167463"/>
                  </a:lnTo>
                  <a:lnTo>
                    <a:pt x="334252" y="162178"/>
                  </a:lnTo>
                  <a:lnTo>
                    <a:pt x="334010" y="156899"/>
                  </a:lnTo>
                  <a:lnTo>
                    <a:pt x="333603" y="151630"/>
                  </a:lnTo>
                  <a:lnTo>
                    <a:pt x="333028" y="146377"/>
                  </a:lnTo>
                  <a:lnTo>
                    <a:pt x="332288" y="141144"/>
                  </a:lnTo>
                  <a:lnTo>
                    <a:pt x="331383" y="135937"/>
                  </a:lnTo>
                  <a:lnTo>
                    <a:pt x="330314" y="130762"/>
                  </a:lnTo>
                  <a:lnTo>
                    <a:pt x="329082" y="125623"/>
                  </a:lnTo>
                  <a:lnTo>
                    <a:pt x="327688" y="120525"/>
                  </a:lnTo>
                  <a:lnTo>
                    <a:pt x="326133" y="115474"/>
                  </a:lnTo>
                  <a:lnTo>
                    <a:pt x="324420" y="110475"/>
                  </a:lnTo>
                  <a:lnTo>
                    <a:pt x="322549" y="105532"/>
                  </a:lnTo>
                  <a:lnTo>
                    <a:pt x="320523" y="100651"/>
                  </a:lnTo>
                  <a:lnTo>
                    <a:pt x="318344" y="95837"/>
                  </a:lnTo>
                  <a:lnTo>
                    <a:pt x="316014" y="91094"/>
                  </a:lnTo>
                  <a:lnTo>
                    <a:pt x="313535" y="86426"/>
                  </a:lnTo>
                  <a:lnTo>
                    <a:pt x="310909" y="81840"/>
                  </a:lnTo>
                  <a:lnTo>
                    <a:pt x="308140" y="77339"/>
                  </a:lnTo>
                  <a:lnTo>
                    <a:pt x="305230" y="72927"/>
                  </a:lnTo>
                  <a:lnTo>
                    <a:pt x="302182" y="68610"/>
                  </a:lnTo>
                  <a:lnTo>
                    <a:pt x="299000" y="64391"/>
                  </a:lnTo>
                  <a:lnTo>
                    <a:pt x="295685" y="60275"/>
                  </a:lnTo>
                  <a:lnTo>
                    <a:pt x="292242" y="56266"/>
                  </a:lnTo>
                  <a:lnTo>
                    <a:pt x="288674" y="52367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222760"/>
              <a:ext cx="121515" cy="114799"/>
            </a:xfrm>
            <a:custGeom>
              <a:avLst/>
              <a:pathLst>
                <a:path w="121515" h="114799">
                  <a:moveTo>
                    <a:pt x="121515" y="0"/>
                  </a:moveTo>
                  <a:lnTo>
                    <a:pt x="0" y="1147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222760"/>
              <a:ext cx="121515" cy="114799"/>
            </a:xfrm>
            <a:custGeom>
              <a:avLst/>
              <a:pathLst>
                <a:path w="121515" h="114799">
                  <a:moveTo>
                    <a:pt x="121515" y="0"/>
                  </a:moveTo>
                  <a:lnTo>
                    <a:pt x="0" y="1147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222760"/>
              <a:ext cx="121515" cy="114799"/>
            </a:xfrm>
            <a:custGeom>
              <a:avLst/>
              <a:pathLst>
                <a:path w="121515" h="114799">
                  <a:moveTo>
                    <a:pt x="121515" y="0"/>
                  </a:moveTo>
                  <a:lnTo>
                    <a:pt x="0" y="1147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222760"/>
              <a:ext cx="121515" cy="114799"/>
            </a:xfrm>
            <a:custGeom>
              <a:avLst/>
              <a:pathLst>
                <a:path w="121515" h="114799">
                  <a:moveTo>
                    <a:pt x="121515" y="0"/>
                  </a:moveTo>
                  <a:lnTo>
                    <a:pt x="0" y="1147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222760"/>
              <a:ext cx="121515" cy="114799"/>
            </a:xfrm>
            <a:custGeom>
              <a:avLst/>
              <a:pathLst>
                <a:path w="121515" h="114799">
                  <a:moveTo>
                    <a:pt x="121515" y="0"/>
                  </a:moveTo>
                  <a:lnTo>
                    <a:pt x="0" y="1147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222760"/>
              <a:ext cx="121515" cy="114799"/>
            </a:xfrm>
            <a:custGeom>
              <a:avLst/>
              <a:pathLst>
                <a:path w="121515" h="114799">
                  <a:moveTo>
                    <a:pt x="121515" y="0"/>
                  </a:moveTo>
                  <a:lnTo>
                    <a:pt x="0" y="1147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222760"/>
              <a:ext cx="121515" cy="114799"/>
            </a:xfrm>
            <a:custGeom>
              <a:avLst/>
              <a:pathLst>
                <a:path w="121515" h="114799">
                  <a:moveTo>
                    <a:pt x="121515" y="0"/>
                  </a:moveTo>
                  <a:lnTo>
                    <a:pt x="0" y="114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222760"/>
              <a:ext cx="121515" cy="114799"/>
            </a:xfrm>
            <a:custGeom>
              <a:avLst/>
              <a:pathLst>
                <a:path w="121515" h="114799">
                  <a:moveTo>
                    <a:pt x="121515" y="0"/>
                  </a:moveTo>
                  <a:lnTo>
                    <a:pt x="0" y="114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222760"/>
              <a:ext cx="121515" cy="114799"/>
            </a:xfrm>
            <a:custGeom>
              <a:avLst/>
              <a:pathLst>
                <a:path w="121515" h="114799">
                  <a:moveTo>
                    <a:pt x="121515" y="0"/>
                  </a:moveTo>
                  <a:lnTo>
                    <a:pt x="0" y="114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222760"/>
              <a:ext cx="121515" cy="114799"/>
            </a:xfrm>
            <a:custGeom>
              <a:avLst/>
              <a:pathLst>
                <a:path w="121515" h="114799">
                  <a:moveTo>
                    <a:pt x="121515" y="0"/>
                  </a:moveTo>
                  <a:lnTo>
                    <a:pt x="0" y="1147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222760"/>
              <a:ext cx="121515" cy="114799"/>
            </a:xfrm>
            <a:custGeom>
              <a:avLst/>
              <a:pathLst>
                <a:path w="121515" h="114799">
                  <a:moveTo>
                    <a:pt x="121515" y="0"/>
                  </a:moveTo>
                  <a:lnTo>
                    <a:pt x="0" y="1147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222760"/>
              <a:ext cx="121515" cy="114799"/>
            </a:xfrm>
            <a:custGeom>
              <a:avLst/>
              <a:pathLst>
                <a:path w="121515" h="114799">
                  <a:moveTo>
                    <a:pt x="121515" y="0"/>
                  </a:moveTo>
                  <a:lnTo>
                    <a:pt x="0" y="1147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214997"/>
              <a:ext cx="121515" cy="122562"/>
            </a:xfrm>
            <a:custGeom>
              <a:avLst/>
              <a:pathLst>
                <a:path w="121515" h="122562">
                  <a:moveTo>
                    <a:pt x="121515" y="7762"/>
                  </a:moveTo>
                  <a:lnTo>
                    <a:pt x="113681" y="0"/>
                  </a:lnTo>
                  <a:lnTo>
                    <a:pt x="0" y="1225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113681" cy="167167"/>
            </a:xfrm>
            <a:custGeom>
              <a:avLst/>
              <a:pathLst>
                <a:path w="113681" h="167167">
                  <a:moveTo>
                    <a:pt x="113681" y="44605"/>
                  </a:moveTo>
                  <a:lnTo>
                    <a:pt x="109450" y="40812"/>
                  </a:lnTo>
                  <a:lnTo>
                    <a:pt x="105092" y="37165"/>
                  </a:lnTo>
                  <a:lnTo>
                    <a:pt x="100614" y="33669"/>
                  </a:lnTo>
                  <a:lnTo>
                    <a:pt x="96018" y="30326"/>
                  </a:lnTo>
                  <a:lnTo>
                    <a:pt x="91312" y="27142"/>
                  </a:lnTo>
                  <a:lnTo>
                    <a:pt x="86501" y="24120"/>
                  </a:lnTo>
                  <a:lnTo>
                    <a:pt x="81589" y="21263"/>
                  </a:lnTo>
                  <a:lnTo>
                    <a:pt x="76584" y="18574"/>
                  </a:lnTo>
                  <a:lnTo>
                    <a:pt x="71489" y="16057"/>
                  </a:lnTo>
                  <a:lnTo>
                    <a:pt x="66312" y="13715"/>
                  </a:lnTo>
                  <a:lnTo>
                    <a:pt x="61059" y="11550"/>
                  </a:lnTo>
                  <a:lnTo>
                    <a:pt x="55735" y="9565"/>
                  </a:lnTo>
                  <a:lnTo>
                    <a:pt x="50347" y="7761"/>
                  </a:lnTo>
                  <a:lnTo>
                    <a:pt x="44900" y="6142"/>
                  </a:lnTo>
                  <a:lnTo>
                    <a:pt x="39402" y="4709"/>
                  </a:lnTo>
                  <a:lnTo>
                    <a:pt x="33858" y="3464"/>
                  </a:lnTo>
                  <a:lnTo>
                    <a:pt x="28275" y="2408"/>
                  </a:lnTo>
                  <a:lnTo>
                    <a:pt x="22659" y="1542"/>
                  </a:lnTo>
                  <a:lnTo>
                    <a:pt x="17017" y="868"/>
                  </a:lnTo>
                  <a:lnTo>
                    <a:pt x="11355" y="386"/>
                  </a:lnTo>
                  <a:lnTo>
                    <a:pt x="5681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423594" y="3707720"/>
              <a:ext cx="334318" cy="334331"/>
            </a:xfrm>
            <a:custGeom>
              <a:avLst/>
              <a:pathLst>
                <a:path w="334318" h="334331">
                  <a:moveTo>
                    <a:pt x="167154" y="0"/>
                  </a:moveTo>
                  <a:lnTo>
                    <a:pt x="161861" y="83"/>
                  </a:lnTo>
                  <a:lnTo>
                    <a:pt x="156574" y="335"/>
                  </a:lnTo>
                  <a:lnTo>
                    <a:pt x="151297" y="753"/>
                  </a:lnTo>
                  <a:lnTo>
                    <a:pt x="146036" y="1339"/>
                  </a:lnTo>
                  <a:lnTo>
                    <a:pt x="140796" y="2090"/>
                  </a:lnTo>
                  <a:lnTo>
                    <a:pt x="135583" y="3008"/>
                  </a:lnTo>
                  <a:lnTo>
                    <a:pt x="130402" y="4090"/>
                  </a:lnTo>
                  <a:lnTo>
                    <a:pt x="125257" y="5335"/>
                  </a:lnTo>
                  <a:lnTo>
                    <a:pt x="120154" y="6743"/>
                  </a:lnTo>
                  <a:lnTo>
                    <a:pt x="115098" y="8311"/>
                  </a:lnTo>
                  <a:lnTo>
                    <a:pt x="110095" y="10039"/>
                  </a:lnTo>
                  <a:lnTo>
                    <a:pt x="105149" y="11924"/>
                  </a:lnTo>
                  <a:lnTo>
                    <a:pt x="100265" y="13965"/>
                  </a:lnTo>
                  <a:lnTo>
                    <a:pt x="95448" y="16160"/>
                  </a:lnTo>
                  <a:lnTo>
                    <a:pt x="90703" y="18506"/>
                  </a:lnTo>
                  <a:lnTo>
                    <a:pt x="86034" y="21001"/>
                  </a:lnTo>
                  <a:lnTo>
                    <a:pt x="81447" y="23642"/>
                  </a:lnTo>
                  <a:lnTo>
                    <a:pt x="76946" y="26428"/>
                  </a:lnTo>
                  <a:lnTo>
                    <a:pt x="72535" y="29355"/>
                  </a:lnTo>
                  <a:lnTo>
                    <a:pt x="68219" y="32419"/>
                  </a:lnTo>
                  <a:lnTo>
                    <a:pt x="64003" y="35619"/>
                  </a:lnTo>
                  <a:lnTo>
                    <a:pt x="59889" y="38951"/>
                  </a:lnTo>
                  <a:lnTo>
                    <a:pt x="55884" y="42411"/>
                  </a:lnTo>
                  <a:lnTo>
                    <a:pt x="51990" y="45997"/>
                  </a:lnTo>
                  <a:lnTo>
                    <a:pt x="48211" y="49704"/>
                  </a:lnTo>
                  <a:lnTo>
                    <a:pt x="44552" y="53529"/>
                  </a:lnTo>
                  <a:lnTo>
                    <a:pt x="41015" y="57467"/>
                  </a:lnTo>
                  <a:lnTo>
                    <a:pt x="37605" y="61516"/>
                  </a:lnTo>
                  <a:lnTo>
                    <a:pt x="34325" y="65671"/>
                  </a:lnTo>
                  <a:lnTo>
                    <a:pt x="31178" y="69927"/>
                  </a:lnTo>
                  <a:lnTo>
                    <a:pt x="28168" y="74281"/>
                  </a:lnTo>
                  <a:lnTo>
                    <a:pt x="25297" y="78728"/>
                  </a:lnTo>
                  <a:lnTo>
                    <a:pt x="22568" y="83263"/>
                  </a:lnTo>
                  <a:lnTo>
                    <a:pt x="19984" y="87883"/>
                  </a:lnTo>
                  <a:lnTo>
                    <a:pt x="17547" y="92583"/>
                  </a:lnTo>
                  <a:lnTo>
                    <a:pt x="15261" y="97357"/>
                  </a:lnTo>
                  <a:lnTo>
                    <a:pt x="13127" y="102201"/>
                  </a:lnTo>
                  <a:lnTo>
                    <a:pt x="11147" y="107110"/>
                  </a:lnTo>
                  <a:lnTo>
                    <a:pt x="9324" y="112079"/>
                  </a:lnTo>
                  <a:lnTo>
                    <a:pt x="7659" y="117104"/>
                  </a:lnTo>
                  <a:lnTo>
                    <a:pt x="6154" y="122179"/>
                  </a:lnTo>
                  <a:lnTo>
                    <a:pt x="4810" y="127299"/>
                  </a:lnTo>
                  <a:lnTo>
                    <a:pt x="3629" y="132459"/>
                  </a:lnTo>
                  <a:lnTo>
                    <a:pt x="2612" y="137654"/>
                  </a:lnTo>
                  <a:lnTo>
                    <a:pt x="1760" y="142878"/>
                  </a:lnTo>
                  <a:lnTo>
                    <a:pt x="1074" y="148127"/>
                  </a:lnTo>
                  <a:lnTo>
                    <a:pt x="555" y="153395"/>
                  </a:lnTo>
                  <a:lnTo>
                    <a:pt x="202" y="158676"/>
                  </a:lnTo>
                  <a:lnTo>
                    <a:pt x="17" y="163966"/>
                  </a:lnTo>
                  <a:lnTo>
                    <a:pt x="0" y="169260"/>
                  </a:lnTo>
                  <a:lnTo>
                    <a:pt x="150" y="174551"/>
                  </a:lnTo>
                  <a:lnTo>
                    <a:pt x="467" y="179835"/>
                  </a:lnTo>
                  <a:lnTo>
                    <a:pt x="952" y="185106"/>
                  </a:lnTo>
                  <a:lnTo>
                    <a:pt x="1603" y="190359"/>
                  </a:lnTo>
                  <a:lnTo>
                    <a:pt x="2420" y="195589"/>
                  </a:lnTo>
                  <a:lnTo>
                    <a:pt x="3403" y="200790"/>
                  </a:lnTo>
                  <a:lnTo>
                    <a:pt x="4549" y="205958"/>
                  </a:lnTo>
                  <a:lnTo>
                    <a:pt x="5859" y="211087"/>
                  </a:lnTo>
                  <a:lnTo>
                    <a:pt x="7330" y="216171"/>
                  </a:lnTo>
                  <a:lnTo>
                    <a:pt x="8962" y="221207"/>
                  </a:lnTo>
                  <a:lnTo>
                    <a:pt x="10752" y="226188"/>
                  </a:lnTo>
                  <a:lnTo>
                    <a:pt x="12699" y="231111"/>
                  </a:lnTo>
                  <a:lnTo>
                    <a:pt x="14801" y="235969"/>
                  </a:lnTo>
                  <a:lnTo>
                    <a:pt x="17056" y="240758"/>
                  </a:lnTo>
                  <a:lnTo>
                    <a:pt x="19461" y="245473"/>
                  </a:lnTo>
                  <a:lnTo>
                    <a:pt x="22015" y="250110"/>
                  </a:lnTo>
                  <a:lnTo>
                    <a:pt x="24713" y="254664"/>
                  </a:lnTo>
                  <a:lnTo>
                    <a:pt x="27555" y="259130"/>
                  </a:lnTo>
                  <a:lnTo>
                    <a:pt x="30537" y="263503"/>
                  </a:lnTo>
                  <a:lnTo>
                    <a:pt x="33655" y="267780"/>
                  </a:lnTo>
                  <a:lnTo>
                    <a:pt x="36908" y="271957"/>
                  </a:lnTo>
                  <a:lnTo>
                    <a:pt x="40291" y="276028"/>
                  </a:lnTo>
                  <a:lnTo>
                    <a:pt x="43801" y="279990"/>
                  </a:lnTo>
                  <a:lnTo>
                    <a:pt x="47435" y="283839"/>
                  </a:lnTo>
                  <a:lnTo>
                    <a:pt x="51189" y="287571"/>
                  </a:lnTo>
                  <a:lnTo>
                    <a:pt x="55059" y="291182"/>
                  </a:lnTo>
                  <a:lnTo>
                    <a:pt x="59042" y="294669"/>
                  </a:lnTo>
                  <a:lnTo>
                    <a:pt x="63133" y="298028"/>
                  </a:lnTo>
                  <a:lnTo>
                    <a:pt x="67328" y="301256"/>
                  </a:lnTo>
                  <a:lnTo>
                    <a:pt x="71624" y="304349"/>
                  </a:lnTo>
                  <a:lnTo>
                    <a:pt x="76015" y="307305"/>
                  </a:lnTo>
                  <a:lnTo>
                    <a:pt x="80497" y="310120"/>
                  </a:lnTo>
                  <a:lnTo>
                    <a:pt x="85067" y="312792"/>
                  </a:lnTo>
                  <a:lnTo>
                    <a:pt x="89719" y="315318"/>
                  </a:lnTo>
                  <a:lnTo>
                    <a:pt x="94448" y="317695"/>
                  </a:lnTo>
                  <a:lnTo>
                    <a:pt x="99250" y="319922"/>
                  </a:lnTo>
                  <a:lnTo>
                    <a:pt x="104121" y="321995"/>
                  </a:lnTo>
                  <a:lnTo>
                    <a:pt x="109054" y="323913"/>
                  </a:lnTo>
                  <a:lnTo>
                    <a:pt x="114046" y="325674"/>
                  </a:lnTo>
                  <a:lnTo>
                    <a:pt x="119091" y="327276"/>
                  </a:lnTo>
                  <a:lnTo>
                    <a:pt x="124185" y="328718"/>
                  </a:lnTo>
                  <a:lnTo>
                    <a:pt x="129321" y="329997"/>
                  </a:lnTo>
                  <a:lnTo>
                    <a:pt x="134496" y="331113"/>
                  </a:lnTo>
                  <a:lnTo>
                    <a:pt x="139703" y="332065"/>
                  </a:lnTo>
                  <a:lnTo>
                    <a:pt x="144937" y="332852"/>
                  </a:lnTo>
                  <a:lnTo>
                    <a:pt x="150194" y="333472"/>
                  </a:lnTo>
                  <a:lnTo>
                    <a:pt x="155468" y="333925"/>
                  </a:lnTo>
                  <a:lnTo>
                    <a:pt x="160754" y="334212"/>
                  </a:lnTo>
                  <a:lnTo>
                    <a:pt x="166046" y="334331"/>
                  </a:lnTo>
                  <a:lnTo>
                    <a:pt x="171339" y="334282"/>
                  </a:lnTo>
                  <a:lnTo>
                    <a:pt x="176628" y="334066"/>
                  </a:lnTo>
                  <a:lnTo>
                    <a:pt x="181907" y="333682"/>
                  </a:lnTo>
                  <a:lnTo>
                    <a:pt x="187172" y="333132"/>
                  </a:lnTo>
                  <a:lnTo>
                    <a:pt x="192416" y="332415"/>
                  </a:lnTo>
                  <a:lnTo>
                    <a:pt x="197636" y="331532"/>
                  </a:lnTo>
                  <a:lnTo>
                    <a:pt x="202824" y="330484"/>
                  </a:lnTo>
                  <a:lnTo>
                    <a:pt x="207977" y="329273"/>
                  </a:lnTo>
                  <a:lnTo>
                    <a:pt x="213089" y="327899"/>
                  </a:lnTo>
                  <a:lnTo>
                    <a:pt x="218155" y="326364"/>
                  </a:lnTo>
                  <a:lnTo>
                    <a:pt x="223170" y="324670"/>
                  </a:lnTo>
                  <a:lnTo>
                    <a:pt x="228128" y="322817"/>
                  </a:lnTo>
                  <a:lnTo>
                    <a:pt x="233026" y="320809"/>
                  </a:lnTo>
                  <a:lnTo>
                    <a:pt x="237857" y="318646"/>
                  </a:lnTo>
                  <a:lnTo>
                    <a:pt x="242618" y="316332"/>
                  </a:lnTo>
                  <a:lnTo>
                    <a:pt x="247303" y="313868"/>
                  </a:lnTo>
                  <a:lnTo>
                    <a:pt x="251907" y="311257"/>
                  </a:lnTo>
                  <a:lnTo>
                    <a:pt x="256427" y="308501"/>
                  </a:lnTo>
                  <a:lnTo>
                    <a:pt x="260857" y="305604"/>
                  </a:lnTo>
                  <a:lnTo>
                    <a:pt x="265193" y="302567"/>
                  </a:lnTo>
                  <a:lnTo>
                    <a:pt x="269431" y="299396"/>
                  </a:lnTo>
                  <a:lnTo>
                    <a:pt x="273566" y="296091"/>
                  </a:lnTo>
                  <a:lnTo>
                    <a:pt x="277594" y="292657"/>
                  </a:lnTo>
                  <a:lnTo>
                    <a:pt x="281512" y="289098"/>
                  </a:lnTo>
                  <a:lnTo>
                    <a:pt x="285315" y="285416"/>
                  </a:lnTo>
                  <a:lnTo>
                    <a:pt x="289000" y="281616"/>
                  </a:lnTo>
                  <a:lnTo>
                    <a:pt x="292562" y="277700"/>
                  </a:lnTo>
                  <a:lnTo>
                    <a:pt x="295999" y="273674"/>
                  </a:lnTo>
                  <a:lnTo>
                    <a:pt x="299307" y="269542"/>
                  </a:lnTo>
                  <a:lnTo>
                    <a:pt x="302482" y="265306"/>
                  </a:lnTo>
                  <a:lnTo>
                    <a:pt x="305521" y="260972"/>
                  </a:lnTo>
                  <a:lnTo>
                    <a:pt x="308422" y="256545"/>
                  </a:lnTo>
                  <a:lnTo>
                    <a:pt x="311181" y="252027"/>
                  </a:lnTo>
                  <a:lnTo>
                    <a:pt x="313795" y="247425"/>
                  </a:lnTo>
                  <a:lnTo>
                    <a:pt x="316263" y="242741"/>
                  </a:lnTo>
                  <a:lnTo>
                    <a:pt x="318581" y="237983"/>
                  </a:lnTo>
                  <a:lnTo>
                    <a:pt x="320747" y="233153"/>
                  </a:lnTo>
                  <a:lnTo>
                    <a:pt x="322759" y="228257"/>
                  </a:lnTo>
                  <a:lnTo>
                    <a:pt x="324615" y="223300"/>
                  </a:lnTo>
                  <a:lnTo>
                    <a:pt x="326313" y="218286"/>
                  </a:lnTo>
                  <a:lnTo>
                    <a:pt x="327852" y="213221"/>
                  </a:lnTo>
                  <a:lnTo>
                    <a:pt x="329230" y="208110"/>
                  </a:lnTo>
                  <a:lnTo>
                    <a:pt x="330445" y="202958"/>
                  </a:lnTo>
                  <a:lnTo>
                    <a:pt x="331496" y="197770"/>
                  </a:lnTo>
                  <a:lnTo>
                    <a:pt x="332383" y="192552"/>
                  </a:lnTo>
                  <a:lnTo>
                    <a:pt x="333104" y="187308"/>
                  </a:lnTo>
                  <a:lnTo>
                    <a:pt x="333658" y="182044"/>
                  </a:lnTo>
                  <a:lnTo>
                    <a:pt x="334046" y="176764"/>
                  </a:lnTo>
                  <a:lnTo>
                    <a:pt x="334266" y="171476"/>
                  </a:lnTo>
                  <a:lnTo>
                    <a:pt x="334318" y="166183"/>
                  </a:lnTo>
                  <a:lnTo>
                    <a:pt x="334203" y="160890"/>
                  </a:lnTo>
                  <a:lnTo>
                    <a:pt x="333921" y="155605"/>
                  </a:lnTo>
                  <a:lnTo>
                    <a:pt x="333471" y="150330"/>
                  </a:lnTo>
                  <a:lnTo>
                    <a:pt x="332855" y="145073"/>
                  </a:lnTo>
                  <a:lnTo>
                    <a:pt x="332072" y="139838"/>
                  </a:lnTo>
                  <a:lnTo>
                    <a:pt x="331124" y="134630"/>
                  </a:lnTo>
                  <a:lnTo>
                    <a:pt x="330012" y="129455"/>
                  </a:lnTo>
                  <a:lnTo>
                    <a:pt x="328736" y="124318"/>
                  </a:lnTo>
                  <a:lnTo>
                    <a:pt x="327299" y="119223"/>
                  </a:lnTo>
                  <a:lnTo>
                    <a:pt x="325700" y="114177"/>
                  </a:lnTo>
                  <a:lnTo>
                    <a:pt x="323943" y="109184"/>
                  </a:lnTo>
                  <a:lnTo>
                    <a:pt x="322029" y="104249"/>
                  </a:lnTo>
                  <a:lnTo>
                    <a:pt x="319959" y="99377"/>
                  </a:lnTo>
                  <a:lnTo>
                    <a:pt x="317736" y="94573"/>
                  </a:lnTo>
                  <a:lnTo>
                    <a:pt x="315362" y="89842"/>
                  </a:lnTo>
                  <a:lnTo>
                    <a:pt x="312840" y="85188"/>
                  </a:lnTo>
                  <a:lnTo>
                    <a:pt x="310171" y="80616"/>
                  </a:lnTo>
                  <a:lnTo>
                    <a:pt x="307359" y="76132"/>
                  </a:lnTo>
                  <a:lnTo>
                    <a:pt x="304407" y="71738"/>
                  </a:lnTo>
                  <a:lnTo>
                    <a:pt x="301317" y="67441"/>
                  </a:lnTo>
                  <a:lnTo>
                    <a:pt x="298092" y="63243"/>
                  </a:lnTo>
                  <a:lnTo>
                    <a:pt x="294736" y="59149"/>
                  </a:lnTo>
                  <a:lnTo>
                    <a:pt x="291252" y="55164"/>
                  </a:lnTo>
                  <a:lnTo>
                    <a:pt x="287644" y="51291"/>
                  </a:lnTo>
                  <a:lnTo>
                    <a:pt x="283914" y="47535"/>
                  </a:lnTo>
                  <a:lnTo>
                    <a:pt x="280068" y="43898"/>
                  </a:lnTo>
                  <a:lnTo>
                    <a:pt x="276109" y="40385"/>
                  </a:lnTo>
                  <a:lnTo>
                    <a:pt x="272040" y="36999"/>
                  </a:lnTo>
                  <a:lnTo>
                    <a:pt x="267866" y="33743"/>
                  </a:lnTo>
                  <a:lnTo>
                    <a:pt x="263591" y="30621"/>
                  </a:lnTo>
                  <a:lnTo>
                    <a:pt x="259220" y="27636"/>
                  </a:lnTo>
                  <a:lnTo>
                    <a:pt x="254756" y="24791"/>
                  </a:lnTo>
                  <a:lnTo>
                    <a:pt x="250204" y="22089"/>
                  </a:lnTo>
                  <a:lnTo>
                    <a:pt x="245569" y="19532"/>
                  </a:lnTo>
                  <a:lnTo>
                    <a:pt x="240856" y="17124"/>
                  </a:lnTo>
                  <a:lnTo>
                    <a:pt x="236068" y="14865"/>
                  </a:lnTo>
                  <a:lnTo>
                    <a:pt x="231212" y="12760"/>
                  </a:lnTo>
                  <a:lnTo>
                    <a:pt x="226291" y="10809"/>
                  </a:lnTo>
                  <a:lnTo>
                    <a:pt x="221311" y="9015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16736"/>
              <a:ext cx="54157" cy="158151"/>
            </a:xfrm>
            <a:custGeom>
              <a:avLst/>
              <a:pathLst>
                <a:path w="54157" h="158151">
                  <a:moveTo>
                    <a:pt x="54157" y="0"/>
                  </a:moveTo>
                  <a:lnTo>
                    <a:pt x="0" y="1581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54157" cy="167167"/>
            </a:xfrm>
            <a:custGeom>
              <a:avLst/>
              <a:pathLst>
                <a:path w="54157" h="167167">
                  <a:moveTo>
                    <a:pt x="54157" y="9015"/>
                  </a:moveTo>
                  <a:lnTo>
                    <a:pt x="48324" y="7137"/>
                  </a:lnTo>
                  <a:lnTo>
                    <a:pt x="42426" y="5473"/>
                  </a:lnTo>
                  <a:lnTo>
                    <a:pt x="36472" y="4027"/>
                  </a:lnTo>
                  <a:lnTo>
                    <a:pt x="30468" y="2800"/>
                  </a:lnTo>
                  <a:lnTo>
                    <a:pt x="24424" y="1793"/>
                  </a:lnTo>
                  <a:lnTo>
                    <a:pt x="18347" y="1009"/>
                  </a:lnTo>
                  <a:lnTo>
                    <a:pt x="12245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614130" y="4213821"/>
              <a:ext cx="259169" cy="334326"/>
            </a:xfrm>
            <a:custGeom>
              <a:avLst/>
              <a:pathLst>
                <a:path w="259169" h="334326">
                  <a:moveTo>
                    <a:pt x="167157" y="0"/>
                  </a:moveTo>
                  <a:lnTo>
                    <a:pt x="161836" y="84"/>
                  </a:lnTo>
                  <a:lnTo>
                    <a:pt x="156521" y="338"/>
                  </a:lnTo>
                  <a:lnTo>
                    <a:pt x="151217" y="761"/>
                  </a:lnTo>
                  <a:lnTo>
                    <a:pt x="145929" y="1353"/>
                  </a:lnTo>
                  <a:lnTo>
                    <a:pt x="140662" y="2112"/>
                  </a:lnTo>
                  <a:lnTo>
                    <a:pt x="135422" y="3039"/>
                  </a:lnTo>
                  <a:lnTo>
                    <a:pt x="130214" y="4133"/>
                  </a:lnTo>
                  <a:lnTo>
                    <a:pt x="125044" y="5391"/>
                  </a:lnTo>
                  <a:lnTo>
                    <a:pt x="119916" y="6813"/>
                  </a:lnTo>
                  <a:lnTo>
                    <a:pt x="114837" y="8398"/>
                  </a:lnTo>
                  <a:lnTo>
                    <a:pt x="109810" y="10144"/>
                  </a:lnTo>
                  <a:lnTo>
                    <a:pt x="104841" y="12048"/>
                  </a:lnTo>
                  <a:lnTo>
                    <a:pt x="99936" y="14110"/>
                  </a:lnTo>
                  <a:lnTo>
                    <a:pt x="95099" y="16327"/>
                  </a:lnTo>
                  <a:lnTo>
                    <a:pt x="90334" y="18697"/>
                  </a:lnTo>
                  <a:lnTo>
                    <a:pt x="85648" y="21218"/>
                  </a:lnTo>
                  <a:lnTo>
                    <a:pt x="81044" y="23886"/>
                  </a:lnTo>
                  <a:lnTo>
                    <a:pt x="76527" y="26699"/>
                  </a:lnTo>
                  <a:lnTo>
                    <a:pt x="72102" y="29655"/>
                  </a:lnTo>
                  <a:lnTo>
                    <a:pt x="67774" y="32750"/>
                  </a:lnTo>
                  <a:lnTo>
                    <a:pt x="63546" y="35981"/>
                  </a:lnTo>
                  <a:lnTo>
                    <a:pt x="59423" y="39345"/>
                  </a:lnTo>
                  <a:lnTo>
                    <a:pt x="55409" y="42839"/>
                  </a:lnTo>
                  <a:lnTo>
                    <a:pt x="51509" y="46459"/>
                  </a:lnTo>
                  <a:lnTo>
                    <a:pt x="47726" y="50200"/>
                  </a:lnTo>
                  <a:lnTo>
                    <a:pt x="44063" y="54061"/>
                  </a:lnTo>
                  <a:lnTo>
                    <a:pt x="40526" y="58036"/>
                  </a:lnTo>
                  <a:lnTo>
                    <a:pt x="37117" y="62122"/>
                  </a:lnTo>
                  <a:lnTo>
                    <a:pt x="33839" y="66314"/>
                  </a:lnTo>
                  <a:lnTo>
                    <a:pt x="30697" y="70608"/>
                  </a:lnTo>
                  <a:lnTo>
                    <a:pt x="27693" y="75000"/>
                  </a:lnTo>
                  <a:lnTo>
                    <a:pt x="24830" y="79486"/>
                  </a:lnTo>
                  <a:lnTo>
                    <a:pt x="22111" y="84060"/>
                  </a:lnTo>
                  <a:lnTo>
                    <a:pt x="19540" y="88718"/>
                  </a:lnTo>
                  <a:lnTo>
                    <a:pt x="17118" y="93457"/>
                  </a:lnTo>
                  <a:lnTo>
                    <a:pt x="14848" y="98269"/>
                  </a:lnTo>
                  <a:lnTo>
                    <a:pt x="12732" y="103152"/>
                  </a:lnTo>
                  <a:lnTo>
                    <a:pt x="10773" y="108099"/>
                  </a:lnTo>
                  <a:lnTo>
                    <a:pt x="8972" y="113106"/>
                  </a:lnTo>
                  <a:lnTo>
                    <a:pt x="7332" y="118168"/>
                  </a:lnTo>
                  <a:lnTo>
                    <a:pt x="5853" y="123280"/>
                  </a:lnTo>
                  <a:lnTo>
                    <a:pt x="4538" y="128436"/>
                  </a:lnTo>
                  <a:lnTo>
                    <a:pt x="3388" y="133632"/>
                  </a:lnTo>
                  <a:lnTo>
                    <a:pt x="2403" y="138861"/>
                  </a:lnTo>
                  <a:lnTo>
                    <a:pt x="1586" y="144119"/>
                  </a:lnTo>
                  <a:lnTo>
                    <a:pt x="936" y="149400"/>
                  </a:lnTo>
                  <a:lnTo>
                    <a:pt x="455" y="154700"/>
                  </a:lnTo>
                  <a:lnTo>
                    <a:pt x="143" y="160012"/>
                  </a:lnTo>
                  <a:lnTo>
                    <a:pt x="0" y="165331"/>
                  </a:lnTo>
                  <a:lnTo>
                    <a:pt x="26" y="170652"/>
                  </a:lnTo>
                  <a:lnTo>
                    <a:pt x="221" y="175970"/>
                  </a:lnTo>
                  <a:lnTo>
                    <a:pt x="586" y="181279"/>
                  </a:lnTo>
                  <a:lnTo>
                    <a:pt x="1120" y="186573"/>
                  </a:lnTo>
                  <a:lnTo>
                    <a:pt x="1821" y="191848"/>
                  </a:lnTo>
                  <a:lnTo>
                    <a:pt x="2691" y="197097"/>
                  </a:lnTo>
                  <a:lnTo>
                    <a:pt x="3727" y="202317"/>
                  </a:lnTo>
                  <a:lnTo>
                    <a:pt x="4928" y="207501"/>
                  </a:lnTo>
                  <a:lnTo>
                    <a:pt x="6294" y="212644"/>
                  </a:lnTo>
                  <a:lnTo>
                    <a:pt x="7823" y="217740"/>
                  </a:lnTo>
                  <a:lnTo>
                    <a:pt x="9513" y="222786"/>
                  </a:lnTo>
                  <a:lnTo>
                    <a:pt x="11363" y="227775"/>
                  </a:lnTo>
                  <a:lnTo>
                    <a:pt x="13371" y="232703"/>
                  </a:lnTo>
                  <a:lnTo>
                    <a:pt x="15535" y="237564"/>
                  </a:lnTo>
                  <a:lnTo>
                    <a:pt x="17853" y="242355"/>
                  </a:lnTo>
                  <a:lnTo>
                    <a:pt x="20321" y="247068"/>
                  </a:lnTo>
                  <a:lnTo>
                    <a:pt x="22939" y="251701"/>
                  </a:lnTo>
                  <a:lnTo>
                    <a:pt x="25702" y="256249"/>
                  </a:lnTo>
                  <a:lnTo>
                    <a:pt x="28609" y="260706"/>
                  </a:lnTo>
                  <a:lnTo>
                    <a:pt x="31657" y="265068"/>
                  </a:lnTo>
                  <a:lnTo>
                    <a:pt x="34841" y="269331"/>
                  </a:lnTo>
                  <a:lnTo>
                    <a:pt x="38160" y="273491"/>
                  </a:lnTo>
                  <a:lnTo>
                    <a:pt x="41609" y="277542"/>
                  </a:lnTo>
                  <a:lnTo>
                    <a:pt x="45186" y="281482"/>
                  </a:lnTo>
                  <a:lnTo>
                    <a:pt x="48886" y="285306"/>
                  </a:lnTo>
                  <a:lnTo>
                    <a:pt x="52706" y="289011"/>
                  </a:lnTo>
                  <a:lnTo>
                    <a:pt x="56642" y="292592"/>
                  </a:lnTo>
                  <a:lnTo>
                    <a:pt x="60690" y="296046"/>
                  </a:lnTo>
                  <a:lnTo>
                    <a:pt x="64846" y="299369"/>
                  </a:lnTo>
                  <a:lnTo>
                    <a:pt x="69105" y="302558"/>
                  </a:lnTo>
                  <a:lnTo>
                    <a:pt x="73464" y="305610"/>
                  </a:lnTo>
                  <a:lnTo>
                    <a:pt x="77918" y="308522"/>
                  </a:lnTo>
                  <a:lnTo>
                    <a:pt x="82462" y="311291"/>
                  </a:lnTo>
                  <a:lnTo>
                    <a:pt x="87092" y="313914"/>
                  </a:lnTo>
                  <a:lnTo>
                    <a:pt x="91803" y="316388"/>
                  </a:lnTo>
                  <a:lnTo>
                    <a:pt x="96591" y="318710"/>
                  </a:lnTo>
                  <a:lnTo>
                    <a:pt x="101450" y="320879"/>
                  </a:lnTo>
                  <a:lnTo>
                    <a:pt x="106375" y="322893"/>
                  </a:lnTo>
                  <a:lnTo>
                    <a:pt x="111363" y="324748"/>
                  </a:lnTo>
                  <a:lnTo>
                    <a:pt x="116406" y="326444"/>
                  </a:lnTo>
                  <a:lnTo>
                    <a:pt x="121501" y="327979"/>
                  </a:lnTo>
                  <a:lnTo>
                    <a:pt x="126643" y="329351"/>
                  </a:lnTo>
                  <a:lnTo>
                    <a:pt x="131825" y="330558"/>
                  </a:lnTo>
                  <a:lnTo>
                    <a:pt x="137043" y="331600"/>
                  </a:lnTo>
                  <a:lnTo>
                    <a:pt x="142292" y="332475"/>
                  </a:lnTo>
                  <a:lnTo>
                    <a:pt x="147566" y="333182"/>
                  </a:lnTo>
                  <a:lnTo>
                    <a:pt x="152860" y="333722"/>
                  </a:lnTo>
                  <a:lnTo>
                    <a:pt x="158168" y="334093"/>
                  </a:lnTo>
                  <a:lnTo>
                    <a:pt x="163486" y="334294"/>
                  </a:lnTo>
                  <a:lnTo>
                    <a:pt x="168807" y="334326"/>
                  </a:lnTo>
                  <a:lnTo>
                    <a:pt x="174126" y="334189"/>
                  </a:lnTo>
                  <a:lnTo>
                    <a:pt x="179439" y="333883"/>
                  </a:lnTo>
                  <a:lnTo>
                    <a:pt x="184738" y="333407"/>
                  </a:lnTo>
                  <a:lnTo>
                    <a:pt x="190021" y="332763"/>
                  </a:lnTo>
                  <a:lnTo>
                    <a:pt x="195280" y="331952"/>
                  </a:lnTo>
                  <a:lnTo>
                    <a:pt x="200510" y="330973"/>
                  </a:lnTo>
                  <a:lnTo>
                    <a:pt x="205707" y="329829"/>
                  </a:lnTo>
                  <a:lnTo>
                    <a:pt x="210864" y="328519"/>
                  </a:lnTo>
                  <a:lnTo>
                    <a:pt x="215978" y="327047"/>
                  </a:lnTo>
                  <a:lnTo>
                    <a:pt x="221041" y="325412"/>
                  </a:lnTo>
                  <a:lnTo>
                    <a:pt x="226051" y="323617"/>
                  </a:lnTo>
                  <a:lnTo>
                    <a:pt x="231000" y="321663"/>
                  </a:lnTo>
                  <a:lnTo>
                    <a:pt x="235885" y="319553"/>
                  </a:lnTo>
                  <a:lnTo>
                    <a:pt x="240700" y="317288"/>
                  </a:lnTo>
                  <a:lnTo>
                    <a:pt x="245441" y="314871"/>
                  </a:lnTo>
                  <a:lnTo>
                    <a:pt x="250102" y="312305"/>
                  </a:lnTo>
                  <a:lnTo>
                    <a:pt x="254680" y="309591"/>
                  </a:lnTo>
                  <a:lnTo>
                    <a:pt x="259169" y="306733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167166" cy="306733"/>
            </a:xfrm>
            <a:custGeom>
              <a:avLst/>
              <a:pathLst>
                <a:path w="167166" h="306733">
                  <a:moveTo>
                    <a:pt x="92011" y="306733"/>
                  </a:moveTo>
                  <a:lnTo>
                    <a:pt x="96427" y="303720"/>
                  </a:lnTo>
                  <a:lnTo>
                    <a:pt x="100745" y="300566"/>
                  </a:lnTo>
                  <a:lnTo>
                    <a:pt x="104959" y="297276"/>
                  </a:lnTo>
                  <a:lnTo>
                    <a:pt x="109066" y="293853"/>
                  </a:lnTo>
                  <a:lnTo>
                    <a:pt x="113062" y="290301"/>
                  </a:lnTo>
                  <a:lnTo>
                    <a:pt x="116941" y="286622"/>
                  </a:lnTo>
                  <a:lnTo>
                    <a:pt x="120702" y="282821"/>
                  </a:lnTo>
                  <a:lnTo>
                    <a:pt x="124338" y="278902"/>
                  </a:lnTo>
                  <a:lnTo>
                    <a:pt x="127848" y="274869"/>
                  </a:lnTo>
                  <a:lnTo>
                    <a:pt x="131227" y="270725"/>
                  </a:lnTo>
                  <a:lnTo>
                    <a:pt x="134471" y="266476"/>
                  </a:lnTo>
                  <a:lnTo>
                    <a:pt x="137578" y="262125"/>
                  </a:lnTo>
                  <a:lnTo>
                    <a:pt x="140545" y="257677"/>
                  </a:lnTo>
                  <a:lnTo>
                    <a:pt x="143367" y="253136"/>
                  </a:lnTo>
                  <a:lnTo>
                    <a:pt x="146043" y="248507"/>
                  </a:lnTo>
                  <a:lnTo>
                    <a:pt x="148569" y="243796"/>
                  </a:lnTo>
                  <a:lnTo>
                    <a:pt x="150944" y="239005"/>
                  </a:lnTo>
                  <a:lnTo>
                    <a:pt x="153164" y="234142"/>
                  </a:lnTo>
                  <a:lnTo>
                    <a:pt x="155227" y="229209"/>
                  </a:lnTo>
                  <a:lnTo>
                    <a:pt x="157132" y="224214"/>
                  </a:lnTo>
                  <a:lnTo>
                    <a:pt x="158876" y="219160"/>
                  </a:lnTo>
                  <a:lnTo>
                    <a:pt x="160457" y="214052"/>
                  </a:lnTo>
                  <a:lnTo>
                    <a:pt x="161875" y="208897"/>
                  </a:lnTo>
                  <a:lnTo>
                    <a:pt x="163126" y="203699"/>
                  </a:lnTo>
                  <a:lnTo>
                    <a:pt x="164211" y="198464"/>
                  </a:lnTo>
                  <a:lnTo>
                    <a:pt x="165128" y="193197"/>
                  </a:lnTo>
                  <a:lnTo>
                    <a:pt x="165876" y="187903"/>
                  </a:lnTo>
                  <a:lnTo>
                    <a:pt x="166454" y="182588"/>
                  </a:lnTo>
                  <a:lnTo>
                    <a:pt x="166862" y="177257"/>
                  </a:lnTo>
                  <a:lnTo>
                    <a:pt x="167099" y="171916"/>
                  </a:lnTo>
                  <a:lnTo>
                    <a:pt x="167166" y="166569"/>
                  </a:lnTo>
                  <a:lnTo>
                    <a:pt x="167061" y="161224"/>
                  </a:lnTo>
                  <a:lnTo>
                    <a:pt x="166786" y="155885"/>
                  </a:lnTo>
                  <a:lnTo>
                    <a:pt x="166340" y="150557"/>
                  </a:lnTo>
                  <a:lnTo>
                    <a:pt x="165723" y="145246"/>
                  </a:lnTo>
                  <a:lnTo>
                    <a:pt x="164938" y="139958"/>
                  </a:lnTo>
                  <a:lnTo>
                    <a:pt x="163983" y="134697"/>
                  </a:lnTo>
                  <a:lnTo>
                    <a:pt x="162861" y="129470"/>
                  </a:lnTo>
                  <a:lnTo>
                    <a:pt x="161572" y="124281"/>
                  </a:lnTo>
                  <a:lnTo>
                    <a:pt x="160118" y="119136"/>
                  </a:lnTo>
                  <a:lnTo>
                    <a:pt x="158500" y="114040"/>
                  </a:lnTo>
                  <a:lnTo>
                    <a:pt x="156720" y="108999"/>
                  </a:lnTo>
                  <a:lnTo>
                    <a:pt x="154780" y="104017"/>
                  </a:lnTo>
                  <a:lnTo>
                    <a:pt x="152681" y="99099"/>
                  </a:lnTo>
                  <a:lnTo>
                    <a:pt x="150427" y="94251"/>
                  </a:lnTo>
                  <a:lnTo>
                    <a:pt x="148018" y="89478"/>
                  </a:lnTo>
                  <a:lnTo>
                    <a:pt x="145458" y="84785"/>
                  </a:lnTo>
                  <a:lnTo>
                    <a:pt x="142749" y="80175"/>
                  </a:lnTo>
                  <a:lnTo>
                    <a:pt x="139894" y="75655"/>
                  </a:lnTo>
                  <a:lnTo>
                    <a:pt x="136896" y="71228"/>
                  </a:lnTo>
                  <a:lnTo>
                    <a:pt x="133758" y="66899"/>
                  </a:lnTo>
                  <a:lnTo>
                    <a:pt x="130483" y="62673"/>
                  </a:lnTo>
                  <a:lnTo>
                    <a:pt x="127075" y="58554"/>
                  </a:lnTo>
                  <a:lnTo>
                    <a:pt x="123537" y="54546"/>
                  </a:lnTo>
                  <a:lnTo>
                    <a:pt x="119872" y="50653"/>
                  </a:lnTo>
                  <a:lnTo>
                    <a:pt x="116085" y="46879"/>
                  </a:lnTo>
                  <a:lnTo>
                    <a:pt x="112179" y="43228"/>
                  </a:lnTo>
                  <a:lnTo>
                    <a:pt x="108158" y="39704"/>
                  </a:lnTo>
                  <a:lnTo>
                    <a:pt x="104026" y="36311"/>
                  </a:lnTo>
                  <a:lnTo>
                    <a:pt x="99789" y="33051"/>
                  </a:lnTo>
                  <a:lnTo>
                    <a:pt x="95449" y="29928"/>
                  </a:lnTo>
                  <a:lnTo>
                    <a:pt x="91011" y="26946"/>
                  </a:lnTo>
                  <a:lnTo>
                    <a:pt x="86481" y="24108"/>
                  </a:lnTo>
                  <a:lnTo>
                    <a:pt x="81861" y="21415"/>
                  </a:lnTo>
                  <a:lnTo>
                    <a:pt x="77159" y="18872"/>
                  </a:lnTo>
                  <a:lnTo>
                    <a:pt x="72377" y="16480"/>
                  </a:lnTo>
                  <a:lnTo>
                    <a:pt x="67521" y="14243"/>
                  </a:lnTo>
                  <a:lnTo>
                    <a:pt x="62596" y="12162"/>
                  </a:lnTo>
                  <a:lnTo>
                    <a:pt x="57607" y="10239"/>
                  </a:lnTo>
                  <a:lnTo>
                    <a:pt x="52560" y="8477"/>
                  </a:lnTo>
                  <a:lnTo>
                    <a:pt x="47458" y="6878"/>
                  </a:lnTo>
                  <a:lnTo>
                    <a:pt x="42308" y="5442"/>
                  </a:lnTo>
                  <a:lnTo>
                    <a:pt x="37115" y="4172"/>
                  </a:lnTo>
                  <a:lnTo>
                    <a:pt x="31883" y="3068"/>
                  </a:lnTo>
                  <a:lnTo>
                    <a:pt x="26619" y="2133"/>
                  </a:lnTo>
                  <a:lnTo>
                    <a:pt x="21328" y="1366"/>
                  </a:lnTo>
                  <a:lnTo>
                    <a:pt x="16015" y="768"/>
                  </a:lnTo>
                  <a:lnTo>
                    <a:pt x="10686" y="341"/>
                  </a:lnTo>
                  <a:lnTo>
                    <a:pt x="534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919370" y="4659281"/>
              <a:ext cx="167154" cy="208110"/>
            </a:xfrm>
            <a:custGeom>
              <a:avLst/>
              <a:pathLst>
                <a:path w="167154" h="208110">
                  <a:moveTo>
                    <a:pt x="167154" y="0"/>
                  </a:moveTo>
                  <a:lnTo>
                    <a:pt x="161728" y="88"/>
                  </a:lnTo>
                  <a:lnTo>
                    <a:pt x="156307" y="352"/>
                  </a:lnTo>
                  <a:lnTo>
                    <a:pt x="150897" y="792"/>
                  </a:lnTo>
                  <a:lnTo>
                    <a:pt x="145505" y="1407"/>
                  </a:lnTo>
                  <a:lnTo>
                    <a:pt x="140135" y="2198"/>
                  </a:lnTo>
                  <a:lnTo>
                    <a:pt x="134794" y="3162"/>
                  </a:lnTo>
                  <a:lnTo>
                    <a:pt x="129487" y="4299"/>
                  </a:lnTo>
                  <a:lnTo>
                    <a:pt x="124219" y="5607"/>
                  </a:lnTo>
                  <a:lnTo>
                    <a:pt x="118997" y="7086"/>
                  </a:lnTo>
                  <a:lnTo>
                    <a:pt x="113826" y="8734"/>
                  </a:lnTo>
                  <a:lnTo>
                    <a:pt x="108711" y="10548"/>
                  </a:lnTo>
                  <a:lnTo>
                    <a:pt x="103658" y="12528"/>
                  </a:lnTo>
                  <a:lnTo>
                    <a:pt x="98671" y="14671"/>
                  </a:lnTo>
                  <a:lnTo>
                    <a:pt x="93757" y="16975"/>
                  </a:lnTo>
                  <a:lnTo>
                    <a:pt x="88920" y="19436"/>
                  </a:lnTo>
                  <a:lnTo>
                    <a:pt x="84165" y="22054"/>
                  </a:lnTo>
                  <a:lnTo>
                    <a:pt x="79498" y="24825"/>
                  </a:lnTo>
                  <a:lnTo>
                    <a:pt x="74923" y="27745"/>
                  </a:lnTo>
                  <a:lnTo>
                    <a:pt x="70446" y="30813"/>
                  </a:lnTo>
                  <a:lnTo>
                    <a:pt x="66071" y="34024"/>
                  </a:lnTo>
                  <a:lnTo>
                    <a:pt x="61802" y="37376"/>
                  </a:lnTo>
                  <a:lnTo>
                    <a:pt x="57644" y="40864"/>
                  </a:lnTo>
                  <a:lnTo>
                    <a:pt x="53601" y="44486"/>
                  </a:lnTo>
                  <a:lnTo>
                    <a:pt x="49679" y="48237"/>
                  </a:lnTo>
                  <a:lnTo>
                    <a:pt x="45880" y="52113"/>
                  </a:lnTo>
                  <a:lnTo>
                    <a:pt x="42209" y="56110"/>
                  </a:lnTo>
                  <a:lnTo>
                    <a:pt x="38669" y="60225"/>
                  </a:lnTo>
                  <a:lnTo>
                    <a:pt x="35265" y="64452"/>
                  </a:lnTo>
                  <a:lnTo>
                    <a:pt x="32001" y="68788"/>
                  </a:lnTo>
                  <a:lnTo>
                    <a:pt x="28878" y="73227"/>
                  </a:lnTo>
                  <a:lnTo>
                    <a:pt x="25901" y="77766"/>
                  </a:lnTo>
                  <a:lnTo>
                    <a:pt x="23074" y="82398"/>
                  </a:lnTo>
                  <a:lnTo>
                    <a:pt x="20398" y="87120"/>
                  </a:lnTo>
                  <a:lnTo>
                    <a:pt x="17877" y="91927"/>
                  </a:lnTo>
                  <a:lnTo>
                    <a:pt x="15513" y="96812"/>
                  </a:lnTo>
                  <a:lnTo>
                    <a:pt x="13309" y="101772"/>
                  </a:lnTo>
                  <a:lnTo>
                    <a:pt x="11267" y="106801"/>
                  </a:lnTo>
                  <a:lnTo>
                    <a:pt x="9389" y="111893"/>
                  </a:lnTo>
                  <a:lnTo>
                    <a:pt x="7678" y="117044"/>
                  </a:lnTo>
                  <a:lnTo>
                    <a:pt x="6135" y="122247"/>
                  </a:lnTo>
                  <a:lnTo>
                    <a:pt x="4762" y="127498"/>
                  </a:lnTo>
                  <a:lnTo>
                    <a:pt x="3560" y="132791"/>
                  </a:lnTo>
                  <a:lnTo>
                    <a:pt x="2530" y="138119"/>
                  </a:lnTo>
                  <a:lnTo>
                    <a:pt x="1674" y="143479"/>
                  </a:lnTo>
                  <a:lnTo>
                    <a:pt x="992" y="148863"/>
                  </a:lnTo>
                  <a:lnTo>
                    <a:pt x="485" y="154267"/>
                  </a:lnTo>
                  <a:lnTo>
                    <a:pt x="154" y="159684"/>
                  </a:lnTo>
                  <a:lnTo>
                    <a:pt x="0" y="165110"/>
                  </a:lnTo>
                  <a:lnTo>
                    <a:pt x="21" y="170537"/>
                  </a:lnTo>
                  <a:lnTo>
                    <a:pt x="218" y="175961"/>
                  </a:lnTo>
                  <a:lnTo>
                    <a:pt x="592" y="181376"/>
                  </a:lnTo>
                  <a:lnTo>
                    <a:pt x="1141" y="186775"/>
                  </a:lnTo>
                  <a:lnTo>
                    <a:pt x="1865" y="192154"/>
                  </a:lnTo>
                  <a:lnTo>
                    <a:pt x="2763" y="197507"/>
                  </a:lnTo>
                  <a:lnTo>
                    <a:pt x="3835" y="202827"/>
                  </a:lnTo>
                  <a:lnTo>
                    <a:pt x="5078" y="20811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924449" y="4826449"/>
              <a:ext cx="162075" cy="40943"/>
            </a:xfrm>
            <a:custGeom>
              <a:avLst/>
              <a:pathLst>
                <a:path w="162075" h="40943">
                  <a:moveTo>
                    <a:pt x="0" y="40943"/>
                  </a:moveTo>
                  <a:lnTo>
                    <a:pt x="1620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924449" y="4826449"/>
              <a:ext cx="162075" cy="40943"/>
            </a:xfrm>
            <a:custGeom>
              <a:avLst/>
              <a:pathLst>
                <a:path w="162075" h="40943">
                  <a:moveTo>
                    <a:pt x="0" y="40943"/>
                  </a:moveTo>
                  <a:lnTo>
                    <a:pt x="1620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924449" y="4826449"/>
              <a:ext cx="162075" cy="40943"/>
            </a:xfrm>
            <a:custGeom>
              <a:avLst/>
              <a:pathLst>
                <a:path w="162075" h="40943">
                  <a:moveTo>
                    <a:pt x="0" y="40943"/>
                  </a:moveTo>
                  <a:lnTo>
                    <a:pt x="16207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924449" y="4826449"/>
              <a:ext cx="162075" cy="40943"/>
            </a:xfrm>
            <a:custGeom>
              <a:avLst/>
              <a:pathLst>
                <a:path w="162075" h="40943">
                  <a:moveTo>
                    <a:pt x="0" y="40943"/>
                  </a:moveTo>
                  <a:lnTo>
                    <a:pt x="1620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24449" y="4826449"/>
              <a:ext cx="162075" cy="40943"/>
            </a:xfrm>
            <a:custGeom>
              <a:avLst/>
              <a:pathLst>
                <a:path w="162075" h="40943">
                  <a:moveTo>
                    <a:pt x="0" y="40943"/>
                  </a:moveTo>
                  <a:lnTo>
                    <a:pt x="1620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4449" y="4826449"/>
              <a:ext cx="162075" cy="40943"/>
            </a:xfrm>
            <a:custGeom>
              <a:avLst/>
              <a:pathLst>
                <a:path w="162075" h="40943">
                  <a:moveTo>
                    <a:pt x="0" y="40943"/>
                  </a:moveTo>
                  <a:lnTo>
                    <a:pt x="1620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4449" y="4826449"/>
              <a:ext cx="162075" cy="40943"/>
            </a:xfrm>
            <a:custGeom>
              <a:avLst/>
              <a:pathLst>
                <a:path w="162075" h="40943">
                  <a:moveTo>
                    <a:pt x="0" y="40943"/>
                  </a:moveTo>
                  <a:lnTo>
                    <a:pt x="1620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4449" y="4826449"/>
              <a:ext cx="162075" cy="40943"/>
            </a:xfrm>
            <a:custGeom>
              <a:avLst/>
              <a:pathLst>
                <a:path w="162075" h="40943">
                  <a:moveTo>
                    <a:pt x="0" y="40943"/>
                  </a:moveTo>
                  <a:lnTo>
                    <a:pt x="16207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4449" y="4826449"/>
              <a:ext cx="162075" cy="40943"/>
            </a:xfrm>
            <a:custGeom>
              <a:avLst/>
              <a:pathLst>
                <a:path w="162075" h="40943">
                  <a:moveTo>
                    <a:pt x="0" y="40943"/>
                  </a:moveTo>
                  <a:lnTo>
                    <a:pt x="16207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4449" y="4826449"/>
              <a:ext cx="162075" cy="60774"/>
            </a:xfrm>
            <a:custGeom>
              <a:avLst/>
              <a:pathLst>
                <a:path w="162075" h="60774">
                  <a:moveTo>
                    <a:pt x="0" y="40943"/>
                  </a:moveTo>
                  <a:lnTo>
                    <a:pt x="2864" y="50957"/>
                  </a:lnTo>
                  <a:lnTo>
                    <a:pt x="6347" y="60774"/>
                  </a:lnTo>
                  <a:lnTo>
                    <a:pt x="16207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30796" y="4659281"/>
              <a:ext cx="322881" cy="334332"/>
            </a:xfrm>
            <a:custGeom>
              <a:avLst/>
              <a:pathLst>
                <a:path w="322881" h="334332">
                  <a:moveTo>
                    <a:pt x="0" y="227941"/>
                  </a:moveTo>
                  <a:lnTo>
                    <a:pt x="2003" y="232843"/>
                  </a:lnTo>
                  <a:lnTo>
                    <a:pt x="4160" y="237680"/>
                  </a:lnTo>
                  <a:lnTo>
                    <a:pt x="6470" y="242446"/>
                  </a:lnTo>
                  <a:lnTo>
                    <a:pt x="8929" y="247136"/>
                  </a:lnTo>
                  <a:lnTo>
                    <a:pt x="11536" y="251746"/>
                  </a:lnTo>
                  <a:lnTo>
                    <a:pt x="14287" y="256270"/>
                  </a:lnTo>
                  <a:lnTo>
                    <a:pt x="17181" y="260706"/>
                  </a:lnTo>
                  <a:lnTo>
                    <a:pt x="20213" y="265048"/>
                  </a:lnTo>
                  <a:lnTo>
                    <a:pt x="23382" y="269291"/>
                  </a:lnTo>
                  <a:lnTo>
                    <a:pt x="26683" y="273432"/>
                  </a:lnTo>
                  <a:lnTo>
                    <a:pt x="30114" y="277466"/>
                  </a:lnTo>
                  <a:lnTo>
                    <a:pt x="33671" y="281390"/>
                  </a:lnTo>
                  <a:lnTo>
                    <a:pt x="37350" y="285199"/>
                  </a:lnTo>
                  <a:lnTo>
                    <a:pt x="41148" y="288889"/>
                  </a:lnTo>
                  <a:lnTo>
                    <a:pt x="45061" y="292458"/>
                  </a:lnTo>
                  <a:lnTo>
                    <a:pt x="49086" y="295900"/>
                  </a:lnTo>
                  <a:lnTo>
                    <a:pt x="53217" y="299214"/>
                  </a:lnTo>
                  <a:lnTo>
                    <a:pt x="57451" y="302395"/>
                  </a:lnTo>
                  <a:lnTo>
                    <a:pt x="61784" y="305440"/>
                  </a:lnTo>
                  <a:lnTo>
                    <a:pt x="66211" y="308346"/>
                  </a:lnTo>
                  <a:lnTo>
                    <a:pt x="70728" y="311111"/>
                  </a:lnTo>
                  <a:lnTo>
                    <a:pt x="75330" y="313731"/>
                  </a:lnTo>
                  <a:lnTo>
                    <a:pt x="80013" y="316204"/>
                  </a:lnTo>
                  <a:lnTo>
                    <a:pt x="84772" y="318528"/>
                  </a:lnTo>
                  <a:lnTo>
                    <a:pt x="89602" y="320699"/>
                  </a:lnTo>
                  <a:lnTo>
                    <a:pt x="94498" y="322717"/>
                  </a:lnTo>
                  <a:lnTo>
                    <a:pt x="99456" y="324578"/>
                  </a:lnTo>
                  <a:lnTo>
                    <a:pt x="104470" y="326282"/>
                  </a:lnTo>
                  <a:lnTo>
                    <a:pt x="109536" y="327826"/>
                  </a:lnTo>
                  <a:lnTo>
                    <a:pt x="114648" y="329208"/>
                  </a:lnTo>
                  <a:lnTo>
                    <a:pt x="119802" y="330428"/>
                  </a:lnTo>
                  <a:lnTo>
                    <a:pt x="124991" y="331484"/>
                  </a:lnTo>
                  <a:lnTo>
                    <a:pt x="130211" y="332375"/>
                  </a:lnTo>
                  <a:lnTo>
                    <a:pt x="135457" y="333101"/>
                  </a:lnTo>
                  <a:lnTo>
                    <a:pt x="140724" y="333660"/>
                  </a:lnTo>
                  <a:lnTo>
                    <a:pt x="146005" y="334051"/>
                  </a:lnTo>
                  <a:lnTo>
                    <a:pt x="151296" y="334276"/>
                  </a:lnTo>
                  <a:lnTo>
                    <a:pt x="156592" y="334332"/>
                  </a:lnTo>
                  <a:lnTo>
                    <a:pt x="161886" y="334221"/>
                  </a:lnTo>
                  <a:lnTo>
                    <a:pt x="167175" y="333942"/>
                  </a:lnTo>
                  <a:lnTo>
                    <a:pt x="172452" y="333496"/>
                  </a:lnTo>
                  <a:lnTo>
                    <a:pt x="177712" y="332883"/>
                  </a:lnTo>
                  <a:lnTo>
                    <a:pt x="182950" y="332103"/>
                  </a:lnTo>
                  <a:lnTo>
                    <a:pt x="188161" y="331158"/>
                  </a:lnTo>
                  <a:lnTo>
                    <a:pt x="193339" y="330048"/>
                  </a:lnTo>
                  <a:lnTo>
                    <a:pt x="198480" y="328775"/>
                  </a:lnTo>
                  <a:lnTo>
                    <a:pt x="203577" y="327340"/>
                  </a:lnTo>
                  <a:lnTo>
                    <a:pt x="208627" y="325744"/>
                  </a:lnTo>
                  <a:lnTo>
                    <a:pt x="213623" y="323989"/>
                  </a:lnTo>
                  <a:lnTo>
                    <a:pt x="218562" y="322076"/>
                  </a:lnTo>
                  <a:lnTo>
                    <a:pt x="223437" y="320008"/>
                  </a:lnTo>
                  <a:lnTo>
                    <a:pt x="228245" y="317787"/>
                  </a:lnTo>
                  <a:lnTo>
                    <a:pt x="232979" y="315414"/>
                  </a:lnTo>
                  <a:lnTo>
                    <a:pt x="237636" y="312893"/>
                  </a:lnTo>
                  <a:lnTo>
                    <a:pt x="242211" y="310225"/>
                  </a:lnTo>
                  <a:lnTo>
                    <a:pt x="246699" y="307414"/>
                  </a:lnTo>
                  <a:lnTo>
                    <a:pt x="251096" y="304462"/>
                  </a:lnTo>
                  <a:lnTo>
                    <a:pt x="255397" y="301372"/>
                  </a:lnTo>
                  <a:lnTo>
                    <a:pt x="259598" y="298148"/>
                  </a:lnTo>
                  <a:lnTo>
                    <a:pt x="263695" y="294792"/>
                  </a:lnTo>
                  <a:lnTo>
                    <a:pt x="267683" y="291308"/>
                  </a:lnTo>
                  <a:lnTo>
                    <a:pt x="271559" y="287699"/>
                  </a:lnTo>
                  <a:lnTo>
                    <a:pt x="275319" y="283970"/>
                  </a:lnTo>
                  <a:lnTo>
                    <a:pt x="278959" y="280123"/>
                  </a:lnTo>
                  <a:lnTo>
                    <a:pt x="282475" y="276163"/>
                  </a:lnTo>
                  <a:lnTo>
                    <a:pt x="285864" y="272094"/>
                  </a:lnTo>
                  <a:lnTo>
                    <a:pt x="289123" y="267919"/>
                  </a:lnTo>
                  <a:lnTo>
                    <a:pt x="292247" y="263643"/>
                  </a:lnTo>
                  <a:lnTo>
                    <a:pt x="295234" y="259270"/>
                  </a:lnTo>
                  <a:lnTo>
                    <a:pt x="298082" y="254805"/>
                  </a:lnTo>
                  <a:lnTo>
                    <a:pt x="300786" y="250252"/>
                  </a:lnTo>
                  <a:lnTo>
                    <a:pt x="303345" y="245615"/>
                  </a:lnTo>
                  <a:lnTo>
                    <a:pt x="305756" y="240900"/>
                  </a:lnTo>
                  <a:lnTo>
                    <a:pt x="308017" y="236111"/>
                  </a:lnTo>
                  <a:lnTo>
                    <a:pt x="310124" y="231252"/>
                  </a:lnTo>
                  <a:lnTo>
                    <a:pt x="312076" y="226329"/>
                  </a:lnTo>
                  <a:lnTo>
                    <a:pt x="313872" y="221347"/>
                  </a:lnTo>
                  <a:lnTo>
                    <a:pt x="315509" y="216311"/>
                  </a:lnTo>
                  <a:lnTo>
                    <a:pt x="316985" y="211225"/>
                  </a:lnTo>
                  <a:lnTo>
                    <a:pt x="318300" y="206095"/>
                  </a:lnTo>
                  <a:lnTo>
                    <a:pt x="319451" y="200926"/>
                  </a:lnTo>
                  <a:lnTo>
                    <a:pt x="320439" y="195723"/>
                  </a:lnTo>
                  <a:lnTo>
                    <a:pt x="321261" y="190491"/>
                  </a:lnTo>
                  <a:lnTo>
                    <a:pt x="321916" y="185236"/>
                  </a:lnTo>
                  <a:lnTo>
                    <a:pt x="322405" y="179963"/>
                  </a:lnTo>
                  <a:lnTo>
                    <a:pt x="322727" y="174677"/>
                  </a:lnTo>
                  <a:lnTo>
                    <a:pt x="322881" y="169383"/>
                  </a:lnTo>
                  <a:lnTo>
                    <a:pt x="322867" y="164087"/>
                  </a:lnTo>
                  <a:lnTo>
                    <a:pt x="322686" y="158795"/>
                  </a:lnTo>
                  <a:lnTo>
                    <a:pt x="322337" y="153510"/>
                  </a:lnTo>
                  <a:lnTo>
                    <a:pt x="321821" y="148240"/>
                  </a:lnTo>
                  <a:lnTo>
                    <a:pt x="321138" y="142988"/>
                  </a:lnTo>
                  <a:lnTo>
                    <a:pt x="320289" y="137761"/>
                  </a:lnTo>
                  <a:lnTo>
                    <a:pt x="319275" y="132563"/>
                  </a:lnTo>
                  <a:lnTo>
                    <a:pt x="318097" y="127400"/>
                  </a:lnTo>
                  <a:lnTo>
                    <a:pt x="316756" y="122277"/>
                  </a:lnTo>
                  <a:lnTo>
                    <a:pt x="315253" y="117199"/>
                  </a:lnTo>
                  <a:lnTo>
                    <a:pt x="313590" y="112171"/>
                  </a:lnTo>
                  <a:lnTo>
                    <a:pt x="311769" y="107198"/>
                  </a:lnTo>
                  <a:lnTo>
                    <a:pt x="309791" y="102285"/>
                  </a:lnTo>
                  <a:lnTo>
                    <a:pt x="307658" y="97438"/>
                  </a:lnTo>
                  <a:lnTo>
                    <a:pt x="305373" y="92660"/>
                  </a:lnTo>
                  <a:lnTo>
                    <a:pt x="302938" y="87957"/>
                  </a:lnTo>
                  <a:lnTo>
                    <a:pt x="300355" y="83334"/>
                  </a:lnTo>
                  <a:lnTo>
                    <a:pt x="297627" y="78795"/>
                  </a:lnTo>
                  <a:lnTo>
                    <a:pt x="294757" y="74345"/>
                  </a:lnTo>
                  <a:lnTo>
                    <a:pt x="291747" y="69987"/>
                  </a:lnTo>
                  <a:lnTo>
                    <a:pt x="288600" y="65728"/>
                  </a:lnTo>
                  <a:lnTo>
                    <a:pt x="285321" y="61570"/>
                  </a:lnTo>
                  <a:lnTo>
                    <a:pt x="281911" y="57518"/>
                  </a:lnTo>
                  <a:lnTo>
                    <a:pt x="278374" y="53576"/>
                  </a:lnTo>
                  <a:lnTo>
                    <a:pt x="274715" y="49748"/>
                  </a:lnTo>
                  <a:lnTo>
                    <a:pt x="270935" y="46038"/>
                  </a:lnTo>
                  <a:lnTo>
                    <a:pt x="267041" y="42449"/>
                  </a:lnTo>
                  <a:lnTo>
                    <a:pt x="263034" y="38986"/>
                  </a:lnTo>
                  <a:lnTo>
                    <a:pt x="258920" y="35651"/>
                  </a:lnTo>
                  <a:lnTo>
                    <a:pt x="254703" y="32449"/>
                  </a:lnTo>
                  <a:lnTo>
                    <a:pt x="250386" y="29381"/>
                  </a:lnTo>
                  <a:lnTo>
                    <a:pt x="245974" y="26452"/>
                  </a:lnTo>
                  <a:lnTo>
                    <a:pt x="241471" y="23664"/>
                  </a:lnTo>
                  <a:lnTo>
                    <a:pt x="236883" y="21020"/>
                  </a:lnTo>
                  <a:lnTo>
                    <a:pt x="232213" y="18523"/>
                  </a:lnTo>
                  <a:lnTo>
                    <a:pt x="227466" y="16175"/>
                  </a:lnTo>
                  <a:lnTo>
                    <a:pt x="222647" y="13978"/>
                  </a:lnTo>
                  <a:lnTo>
                    <a:pt x="217761" y="11935"/>
                  </a:lnTo>
                  <a:lnTo>
                    <a:pt x="212813" y="10048"/>
                  </a:lnTo>
                  <a:lnTo>
                    <a:pt x="207807" y="8319"/>
                  </a:lnTo>
                  <a:lnTo>
                    <a:pt x="202749" y="6749"/>
                  </a:lnTo>
                  <a:lnTo>
                    <a:pt x="197645" y="5340"/>
                  </a:lnTo>
                  <a:lnTo>
                    <a:pt x="192497" y="4093"/>
                  </a:lnTo>
                  <a:lnTo>
                    <a:pt x="187314" y="3011"/>
                  </a:lnTo>
                  <a:lnTo>
                    <a:pt x="182098" y="2092"/>
                  </a:lnTo>
                  <a:lnTo>
                    <a:pt x="176856" y="1340"/>
                  </a:lnTo>
                  <a:lnTo>
                    <a:pt x="171593" y="754"/>
                  </a:lnTo>
                  <a:lnTo>
                    <a:pt x="166313" y="335"/>
                  </a:lnTo>
                  <a:lnTo>
                    <a:pt x="161023" y="83"/>
                  </a:lnTo>
                  <a:lnTo>
                    <a:pt x="155728" y="0"/>
                  </a:lnTo>
                  <a:lnTo>
                    <a:pt x="15572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321558" y="5018213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797336" y="5269756"/>
              <a:ext cx="167164" cy="168086"/>
            </a:xfrm>
            <a:custGeom>
              <a:avLst/>
              <a:pathLst>
                <a:path w="167164" h="168086">
                  <a:moveTo>
                    <a:pt x="167164" y="0"/>
                  </a:moveTo>
                  <a:lnTo>
                    <a:pt x="161788" y="86"/>
                  </a:lnTo>
                  <a:lnTo>
                    <a:pt x="156417" y="345"/>
                  </a:lnTo>
                  <a:lnTo>
                    <a:pt x="151056" y="777"/>
                  </a:lnTo>
                  <a:lnTo>
                    <a:pt x="145713" y="1382"/>
                  </a:lnTo>
                  <a:lnTo>
                    <a:pt x="140392" y="2157"/>
                  </a:lnTo>
                  <a:lnTo>
                    <a:pt x="135098" y="3104"/>
                  </a:lnTo>
                  <a:lnTo>
                    <a:pt x="129838" y="4220"/>
                  </a:lnTo>
                  <a:lnTo>
                    <a:pt x="124616" y="5505"/>
                  </a:lnTo>
                  <a:lnTo>
                    <a:pt x="119439" y="6957"/>
                  </a:lnTo>
                  <a:lnTo>
                    <a:pt x="114311" y="8575"/>
                  </a:lnTo>
                  <a:lnTo>
                    <a:pt x="109237" y="10357"/>
                  </a:lnTo>
                  <a:lnTo>
                    <a:pt x="104223" y="12301"/>
                  </a:lnTo>
                  <a:lnTo>
                    <a:pt x="99275" y="14406"/>
                  </a:lnTo>
                  <a:lnTo>
                    <a:pt x="94397" y="16668"/>
                  </a:lnTo>
                  <a:lnTo>
                    <a:pt x="89594" y="19087"/>
                  </a:lnTo>
                  <a:lnTo>
                    <a:pt x="84871" y="21658"/>
                  </a:lnTo>
                  <a:lnTo>
                    <a:pt x="80234" y="24380"/>
                  </a:lnTo>
                  <a:lnTo>
                    <a:pt x="75686" y="27250"/>
                  </a:lnTo>
                  <a:lnTo>
                    <a:pt x="71233" y="30265"/>
                  </a:lnTo>
                  <a:lnTo>
                    <a:pt x="66879" y="33421"/>
                  </a:lnTo>
                  <a:lnTo>
                    <a:pt x="62630" y="36716"/>
                  </a:lnTo>
                  <a:lnTo>
                    <a:pt x="58488" y="40146"/>
                  </a:lnTo>
                  <a:lnTo>
                    <a:pt x="54459" y="43707"/>
                  </a:lnTo>
                  <a:lnTo>
                    <a:pt x="50546" y="47396"/>
                  </a:lnTo>
                  <a:lnTo>
                    <a:pt x="46754" y="51209"/>
                  </a:lnTo>
                  <a:lnTo>
                    <a:pt x="43087" y="55142"/>
                  </a:lnTo>
                  <a:lnTo>
                    <a:pt x="39548" y="59190"/>
                  </a:lnTo>
                  <a:lnTo>
                    <a:pt x="36141" y="63351"/>
                  </a:lnTo>
                  <a:lnTo>
                    <a:pt x="32869" y="67619"/>
                  </a:lnTo>
                  <a:lnTo>
                    <a:pt x="29737" y="71990"/>
                  </a:lnTo>
                  <a:lnTo>
                    <a:pt x="26747" y="76459"/>
                  </a:lnTo>
                  <a:lnTo>
                    <a:pt x="23902" y="81022"/>
                  </a:lnTo>
                  <a:lnTo>
                    <a:pt x="21206" y="85675"/>
                  </a:lnTo>
                  <a:lnTo>
                    <a:pt x="18660" y="90412"/>
                  </a:lnTo>
                  <a:lnTo>
                    <a:pt x="16268" y="95228"/>
                  </a:lnTo>
                  <a:lnTo>
                    <a:pt x="14032" y="100118"/>
                  </a:lnTo>
                  <a:lnTo>
                    <a:pt x="11955" y="105078"/>
                  </a:lnTo>
                  <a:lnTo>
                    <a:pt x="10038" y="110103"/>
                  </a:lnTo>
                  <a:lnTo>
                    <a:pt x="8284" y="115186"/>
                  </a:lnTo>
                  <a:lnTo>
                    <a:pt x="6694" y="120323"/>
                  </a:lnTo>
                  <a:lnTo>
                    <a:pt x="5271" y="125509"/>
                  </a:lnTo>
                  <a:lnTo>
                    <a:pt x="4015" y="130737"/>
                  </a:lnTo>
                  <a:lnTo>
                    <a:pt x="2927" y="136004"/>
                  </a:lnTo>
                  <a:lnTo>
                    <a:pt x="2010" y="141302"/>
                  </a:lnTo>
                  <a:lnTo>
                    <a:pt x="1264" y="146628"/>
                  </a:lnTo>
                  <a:lnTo>
                    <a:pt x="689" y="151974"/>
                  </a:lnTo>
                  <a:lnTo>
                    <a:pt x="286" y="157337"/>
                  </a:lnTo>
                  <a:lnTo>
                    <a:pt x="56" y="162709"/>
                  </a:lnTo>
                  <a:lnTo>
                    <a:pt x="0" y="168086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797336" y="5269756"/>
              <a:ext cx="334319" cy="334330"/>
            </a:xfrm>
            <a:custGeom>
              <a:avLst/>
              <a:pathLst>
                <a:path w="334319" h="334330">
                  <a:moveTo>
                    <a:pt x="0" y="168086"/>
                  </a:moveTo>
                  <a:lnTo>
                    <a:pt x="113" y="173401"/>
                  </a:lnTo>
                  <a:lnTo>
                    <a:pt x="396" y="178710"/>
                  </a:lnTo>
                  <a:lnTo>
                    <a:pt x="847" y="184007"/>
                  </a:lnTo>
                  <a:lnTo>
                    <a:pt x="1467" y="189287"/>
                  </a:lnTo>
                  <a:lnTo>
                    <a:pt x="2254" y="194545"/>
                  </a:lnTo>
                  <a:lnTo>
                    <a:pt x="3208" y="199775"/>
                  </a:lnTo>
                  <a:lnTo>
                    <a:pt x="4328" y="204972"/>
                  </a:lnTo>
                  <a:lnTo>
                    <a:pt x="5612" y="210130"/>
                  </a:lnTo>
                  <a:lnTo>
                    <a:pt x="7060" y="215246"/>
                  </a:lnTo>
                  <a:lnTo>
                    <a:pt x="8670" y="220312"/>
                  </a:lnTo>
                  <a:lnTo>
                    <a:pt x="10440" y="225325"/>
                  </a:lnTo>
                  <a:lnTo>
                    <a:pt x="12369" y="230279"/>
                  </a:lnTo>
                  <a:lnTo>
                    <a:pt x="14454" y="235170"/>
                  </a:lnTo>
                  <a:lnTo>
                    <a:pt x="16693" y="239991"/>
                  </a:lnTo>
                  <a:lnTo>
                    <a:pt x="19085" y="244739"/>
                  </a:lnTo>
                  <a:lnTo>
                    <a:pt x="21626" y="249408"/>
                  </a:lnTo>
                  <a:lnTo>
                    <a:pt x="24315" y="253995"/>
                  </a:lnTo>
                  <a:lnTo>
                    <a:pt x="27148" y="258493"/>
                  </a:lnTo>
                  <a:lnTo>
                    <a:pt x="30123" y="262899"/>
                  </a:lnTo>
                  <a:lnTo>
                    <a:pt x="33237" y="267208"/>
                  </a:lnTo>
                  <a:lnTo>
                    <a:pt x="36485" y="271416"/>
                  </a:lnTo>
                  <a:lnTo>
                    <a:pt x="39866" y="275519"/>
                  </a:lnTo>
                  <a:lnTo>
                    <a:pt x="43376" y="279512"/>
                  </a:lnTo>
                  <a:lnTo>
                    <a:pt x="47011" y="283391"/>
                  </a:lnTo>
                  <a:lnTo>
                    <a:pt x="50767" y="287153"/>
                  </a:lnTo>
                  <a:lnTo>
                    <a:pt x="54642" y="290794"/>
                  </a:lnTo>
                  <a:lnTo>
                    <a:pt x="58630" y="294309"/>
                  </a:lnTo>
                  <a:lnTo>
                    <a:pt x="62727" y="297696"/>
                  </a:lnTo>
                  <a:lnTo>
                    <a:pt x="66931" y="300951"/>
                  </a:lnTo>
                  <a:lnTo>
                    <a:pt x="71236" y="304071"/>
                  </a:lnTo>
                  <a:lnTo>
                    <a:pt x="75637" y="307052"/>
                  </a:lnTo>
                  <a:lnTo>
                    <a:pt x="80132" y="309891"/>
                  </a:lnTo>
                  <a:lnTo>
                    <a:pt x="84714" y="312587"/>
                  </a:lnTo>
                  <a:lnTo>
                    <a:pt x="89380" y="315135"/>
                  </a:lnTo>
                  <a:lnTo>
                    <a:pt x="94124" y="317533"/>
                  </a:lnTo>
                  <a:lnTo>
                    <a:pt x="98942" y="319780"/>
                  </a:lnTo>
                  <a:lnTo>
                    <a:pt x="103830" y="321872"/>
                  </a:lnTo>
                  <a:lnTo>
                    <a:pt x="108781" y="323808"/>
                  </a:lnTo>
                  <a:lnTo>
                    <a:pt x="113791" y="325585"/>
                  </a:lnTo>
                  <a:lnTo>
                    <a:pt x="118856" y="327202"/>
                  </a:lnTo>
                  <a:lnTo>
                    <a:pt x="123969" y="328657"/>
                  </a:lnTo>
                  <a:lnTo>
                    <a:pt x="129126" y="329949"/>
                  </a:lnTo>
                  <a:lnTo>
                    <a:pt x="134321" y="331076"/>
                  </a:lnTo>
                  <a:lnTo>
                    <a:pt x="139550" y="332038"/>
                  </a:lnTo>
                  <a:lnTo>
                    <a:pt x="144806" y="332832"/>
                  </a:lnTo>
                  <a:lnTo>
                    <a:pt x="150085" y="333460"/>
                  </a:lnTo>
                  <a:lnTo>
                    <a:pt x="155382" y="333919"/>
                  </a:lnTo>
                  <a:lnTo>
                    <a:pt x="160690" y="334209"/>
                  </a:lnTo>
                  <a:lnTo>
                    <a:pt x="166005" y="334330"/>
                  </a:lnTo>
                  <a:lnTo>
                    <a:pt x="171321" y="334283"/>
                  </a:lnTo>
                  <a:lnTo>
                    <a:pt x="176633" y="334066"/>
                  </a:lnTo>
                  <a:lnTo>
                    <a:pt x="181935" y="333681"/>
                  </a:lnTo>
                  <a:lnTo>
                    <a:pt x="187223" y="333127"/>
                  </a:lnTo>
                  <a:lnTo>
                    <a:pt x="192490" y="332405"/>
                  </a:lnTo>
                  <a:lnTo>
                    <a:pt x="197731" y="331516"/>
                  </a:lnTo>
                  <a:lnTo>
                    <a:pt x="202941" y="330461"/>
                  </a:lnTo>
                  <a:lnTo>
                    <a:pt x="208116" y="329241"/>
                  </a:lnTo>
                  <a:lnTo>
                    <a:pt x="213249" y="327857"/>
                  </a:lnTo>
                  <a:lnTo>
                    <a:pt x="218335" y="326310"/>
                  </a:lnTo>
                  <a:lnTo>
                    <a:pt x="223370" y="324602"/>
                  </a:lnTo>
                  <a:lnTo>
                    <a:pt x="228347" y="322736"/>
                  </a:lnTo>
                  <a:lnTo>
                    <a:pt x="233263" y="320711"/>
                  </a:lnTo>
                  <a:lnTo>
                    <a:pt x="238112" y="318532"/>
                  </a:lnTo>
                  <a:lnTo>
                    <a:pt x="242889" y="316199"/>
                  </a:lnTo>
                  <a:lnTo>
                    <a:pt x="247590" y="313716"/>
                  </a:lnTo>
                  <a:lnTo>
                    <a:pt x="252209" y="311085"/>
                  </a:lnTo>
                  <a:lnTo>
                    <a:pt x="256743" y="308308"/>
                  </a:lnTo>
                  <a:lnTo>
                    <a:pt x="261185" y="305388"/>
                  </a:lnTo>
                  <a:lnTo>
                    <a:pt x="265533" y="302328"/>
                  </a:lnTo>
                  <a:lnTo>
                    <a:pt x="269781" y="299132"/>
                  </a:lnTo>
                  <a:lnTo>
                    <a:pt x="273925" y="295802"/>
                  </a:lnTo>
                  <a:lnTo>
                    <a:pt x="277962" y="292343"/>
                  </a:lnTo>
                  <a:lnTo>
                    <a:pt x="281886" y="288756"/>
                  </a:lnTo>
                  <a:lnTo>
                    <a:pt x="285694" y="285047"/>
                  </a:lnTo>
                  <a:lnTo>
                    <a:pt x="289383" y="281218"/>
                  </a:lnTo>
                  <a:lnTo>
                    <a:pt x="292947" y="277274"/>
                  </a:lnTo>
                  <a:lnTo>
                    <a:pt x="296385" y="273219"/>
                  </a:lnTo>
                  <a:lnTo>
                    <a:pt x="299692" y="269056"/>
                  </a:lnTo>
                  <a:lnTo>
                    <a:pt x="302865" y="264791"/>
                  </a:lnTo>
                  <a:lnTo>
                    <a:pt x="305900" y="260426"/>
                  </a:lnTo>
                  <a:lnTo>
                    <a:pt x="308796" y="255968"/>
                  </a:lnTo>
                  <a:lnTo>
                    <a:pt x="311548" y="251419"/>
                  </a:lnTo>
                  <a:lnTo>
                    <a:pt x="314154" y="246785"/>
                  </a:lnTo>
                  <a:lnTo>
                    <a:pt x="316611" y="242071"/>
                  </a:lnTo>
                  <a:lnTo>
                    <a:pt x="318917" y="237281"/>
                  </a:lnTo>
                  <a:lnTo>
                    <a:pt x="321070" y="232420"/>
                  </a:lnTo>
                  <a:lnTo>
                    <a:pt x="323067" y="227493"/>
                  </a:lnTo>
                  <a:lnTo>
                    <a:pt x="324907" y="222506"/>
                  </a:lnTo>
                  <a:lnTo>
                    <a:pt x="326586" y="217462"/>
                  </a:lnTo>
                  <a:lnTo>
                    <a:pt x="328105" y="212367"/>
                  </a:lnTo>
                  <a:lnTo>
                    <a:pt x="329461" y="207227"/>
                  </a:lnTo>
                  <a:lnTo>
                    <a:pt x="330653" y="202046"/>
                  </a:lnTo>
                  <a:lnTo>
                    <a:pt x="331679" y="196829"/>
                  </a:lnTo>
                  <a:lnTo>
                    <a:pt x="332539" y="191583"/>
                  </a:lnTo>
                  <a:lnTo>
                    <a:pt x="333232" y="186312"/>
                  </a:lnTo>
                  <a:lnTo>
                    <a:pt x="333757" y="181022"/>
                  </a:lnTo>
                  <a:lnTo>
                    <a:pt x="334113" y="175718"/>
                  </a:lnTo>
                  <a:lnTo>
                    <a:pt x="334300" y="170405"/>
                  </a:lnTo>
                  <a:lnTo>
                    <a:pt x="334319" y="165088"/>
                  </a:lnTo>
                  <a:lnTo>
                    <a:pt x="334168" y="159774"/>
                  </a:lnTo>
                  <a:lnTo>
                    <a:pt x="333849" y="154468"/>
                  </a:lnTo>
                  <a:lnTo>
                    <a:pt x="333361" y="149174"/>
                  </a:lnTo>
                  <a:lnTo>
                    <a:pt x="332705" y="143898"/>
                  </a:lnTo>
                  <a:lnTo>
                    <a:pt x="331881" y="138646"/>
                  </a:lnTo>
                  <a:lnTo>
                    <a:pt x="330891" y="133423"/>
                  </a:lnTo>
                  <a:lnTo>
                    <a:pt x="329735" y="128234"/>
                  </a:lnTo>
                  <a:lnTo>
                    <a:pt x="328415" y="123084"/>
                  </a:lnTo>
                  <a:lnTo>
                    <a:pt x="326931" y="117979"/>
                  </a:lnTo>
                  <a:lnTo>
                    <a:pt x="325287" y="112924"/>
                  </a:lnTo>
                  <a:lnTo>
                    <a:pt x="323482" y="107923"/>
                  </a:lnTo>
                  <a:lnTo>
                    <a:pt x="321519" y="102982"/>
                  </a:lnTo>
                  <a:lnTo>
                    <a:pt x="319400" y="98107"/>
                  </a:lnTo>
                  <a:lnTo>
                    <a:pt x="317127" y="93301"/>
                  </a:lnTo>
                  <a:lnTo>
                    <a:pt x="314702" y="88570"/>
                  </a:lnTo>
                  <a:lnTo>
                    <a:pt x="312129" y="83918"/>
                  </a:lnTo>
                  <a:lnTo>
                    <a:pt x="309408" y="79351"/>
                  </a:lnTo>
                  <a:lnTo>
                    <a:pt x="306544" y="74872"/>
                  </a:lnTo>
                  <a:lnTo>
                    <a:pt x="303538" y="70487"/>
                  </a:lnTo>
                  <a:lnTo>
                    <a:pt x="300395" y="66199"/>
                  </a:lnTo>
                  <a:lnTo>
                    <a:pt x="297117" y="62014"/>
                  </a:lnTo>
                  <a:lnTo>
                    <a:pt x="293708" y="57935"/>
                  </a:lnTo>
                  <a:lnTo>
                    <a:pt x="290171" y="53966"/>
                  </a:lnTo>
                  <a:lnTo>
                    <a:pt x="286509" y="50112"/>
                  </a:lnTo>
                  <a:lnTo>
                    <a:pt x="282726" y="46376"/>
                  </a:lnTo>
                  <a:lnTo>
                    <a:pt x="278827" y="42763"/>
                  </a:lnTo>
                  <a:lnTo>
                    <a:pt x="274815" y="39275"/>
                  </a:lnTo>
                  <a:lnTo>
                    <a:pt x="270694" y="35917"/>
                  </a:lnTo>
                  <a:lnTo>
                    <a:pt x="266468" y="32691"/>
                  </a:lnTo>
                  <a:lnTo>
                    <a:pt x="262142" y="29601"/>
                  </a:lnTo>
                  <a:lnTo>
                    <a:pt x="257719" y="26651"/>
                  </a:lnTo>
                  <a:lnTo>
                    <a:pt x="253205" y="23842"/>
                  </a:lnTo>
                  <a:lnTo>
                    <a:pt x="248604" y="21179"/>
                  </a:lnTo>
                  <a:lnTo>
                    <a:pt x="243921" y="18663"/>
                  </a:lnTo>
                  <a:lnTo>
                    <a:pt x="239160" y="16298"/>
                  </a:lnTo>
                  <a:lnTo>
                    <a:pt x="234326" y="14085"/>
                  </a:lnTo>
                  <a:lnTo>
                    <a:pt x="229425" y="12026"/>
                  </a:lnTo>
                  <a:lnTo>
                    <a:pt x="224460" y="10125"/>
                  </a:lnTo>
                  <a:lnTo>
                    <a:pt x="219437" y="8383"/>
                  </a:lnTo>
                  <a:lnTo>
                    <a:pt x="214362" y="6801"/>
                  </a:lnTo>
                  <a:lnTo>
                    <a:pt x="209239" y="5381"/>
                  </a:lnTo>
                  <a:lnTo>
                    <a:pt x="204073" y="4125"/>
                  </a:lnTo>
                  <a:lnTo>
                    <a:pt x="198870" y="3034"/>
                  </a:lnTo>
                  <a:lnTo>
                    <a:pt x="193635" y="2109"/>
                  </a:lnTo>
                  <a:lnTo>
                    <a:pt x="188373" y="1350"/>
                  </a:lnTo>
                  <a:lnTo>
                    <a:pt x="183090" y="760"/>
                  </a:lnTo>
                  <a:lnTo>
                    <a:pt x="177790" y="338"/>
                  </a:lnTo>
                  <a:lnTo>
                    <a:pt x="172480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49743" y="5399291"/>
              <a:ext cx="36472" cy="167167"/>
            </a:xfrm>
            <a:custGeom>
              <a:avLst/>
              <a:pathLst>
                <a:path w="36472" h="167167">
                  <a:moveTo>
                    <a:pt x="36472" y="0"/>
                  </a:moveTo>
                  <a:lnTo>
                    <a:pt x="30345" y="112"/>
                  </a:lnTo>
                  <a:lnTo>
                    <a:pt x="24227" y="449"/>
                  </a:lnTo>
                  <a:lnTo>
                    <a:pt x="18125" y="1009"/>
                  </a:lnTo>
                  <a:lnTo>
                    <a:pt x="12048" y="1793"/>
                  </a:lnTo>
                  <a:lnTo>
                    <a:pt x="6003" y="2800"/>
                  </a:lnTo>
                  <a:lnTo>
                    <a:pt x="0" y="4027"/>
                  </a:lnTo>
                  <a:lnTo>
                    <a:pt x="3647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49743" y="5403319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49743" y="5403319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49743" y="5403319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49743" y="5403319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49743" y="5403319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49743" y="5403319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319061" y="5402556"/>
              <a:ext cx="334314" cy="331068"/>
            </a:xfrm>
            <a:custGeom>
              <a:avLst/>
              <a:pathLst>
                <a:path w="334314" h="331068">
                  <a:moveTo>
                    <a:pt x="130682" y="762"/>
                  </a:moveTo>
                  <a:lnTo>
                    <a:pt x="125529" y="2000"/>
                  </a:lnTo>
                  <a:lnTo>
                    <a:pt x="120417" y="3401"/>
                  </a:lnTo>
                  <a:lnTo>
                    <a:pt x="115353" y="4963"/>
                  </a:lnTo>
                  <a:lnTo>
                    <a:pt x="110341" y="6685"/>
                  </a:lnTo>
                  <a:lnTo>
                    <a:pt x="105386" y="8565"/>
                  </a:lnTo>
                  <a:lnTo>
                    <a:pt x="100493" y="10601"/>
                  </a:lnTo>
                  <a:lnTo>
                    <a:pt x="95667" y="12791"/>
                  </a:lnTo>
                  <a:lnTo>
                    <a:pt x="90913" y="15133"/>
                  </a:lnTo>
                  <a:lnTo>
                    <a:pt x="86235" y="17625"/>
                  </a:lnTo>
                  <a:lnTo>
                    <a:pt x="81639" y="20263"/>
                  </a:lnTo>
                  <a:lnTo>
                    <a:pt x="77129" y="23046"/>
                  </a:lnTo>
                  <a:lnTo>
                    <a:pt x="72709" y="25971"/>
                  </a:lnTo>
                  <a:lnTo>
                    <a:pt x="68384" y="29034"/>
                  </a:lnTo>
                  <a:lnTo>
                    <a:pt x="64159" y="32233"/>
                  </a:lnTo>
                  <a:lnTo>
                    <a:pt x="60037" y="35564"/>
                  </a:lnTo>
                  <a:lnTo>
                    <a:pt x="56022" y="39024"/>
                  </a:lnTo>
                  <a:lnTo>
                    <a:pt x="52120" y="42609"/>
                  </a:lnTo>
                  <a:lnTo>
                    <a:pt x="48333" y="46317"/>
                  </a:lnTo>
                  <a:lnTo>
                    <a:pt x="44665" y="50142"/>
                  </a:lnTo>
                  <a:lnTo>
                    <a:pt x="41120" y="54082"/>
                  </a:lnTo>
                  <a:lnTo>
                    <a:pt x="37703" y="58132"/>
                  </a:lnTo>
                  <a:lnTo>
                    <a:pt x="34415" y="62289"/>
                  </a:lnTo>
                  <a:lnTo>
                    <a:pt x="31261" y="66548"/>
                  </a:lnTo>
                  <a:lnTo>
                    <a:pt x="28243" y="70904"/>
                  </a:lnTo>
                  <a:lnTo>
                    <a:pt x="25365" y="75354"/>
                  </a:lnTo>
                  <a:lnTo>
                    <a:pt x="22629" y="79893"/>
                  </a:lnTo>
                  <a:lnTo>
                    <a:pt x="20039" y="84517"/>
                  </a:lnTo>
                  <a:lnTo>
                    <a:pt x="17596" y="89220"/>
                  </a:lnTo>
                  <a:lnTo>
                    <a:pt x="15304" y="93999"/>
                  </a:lnTo>
                  <a:lnTo>
                    <a:pt x="13164" y="98847"/>
                  </a:lnTo>
                  <a:lnTo>
                    <a:pt x="11180" y="103761"/>
                  </a:lnTo>
                  <a:lnTo>
                    <a:pt x="9352" y="108736"/>
                  </a:lnTo>
                  <a:lnTo>
                    <a:pt x="7682" y="113766"/>
                  </a:lnTo>
                  <a:lnTo>
                    <a:pt x="6173" y="118846"/>
                  </a:lnTo>
                  <a:lnTo>
                    <a:pt x="4826" y="123971"/>
                  </a:lnTo>
                  <a:lnTo>
                    <a:pt x="3642" y="129137"/>
                  </a:lnTo>
                  <a:lnTo>
                    <a:pt x="2622" y="134338"/>
                  </a:lnTo>
                  <a:lnTo>
                    <a:pt x="1767" y="139568"/>
                  </a:lnTo>
                  <a:lnTo>
                    <a:pt x="1079" y="144823"/>
                  </a:lnTo>
                  <a:lnTo>
                    <a:pt x="558" y="150097"/>
                  </a:lnTo>
                  <a:lnTo>
                    <a:pt x="204" y="155385"/>
                  </a:lnTo>
                  <a:lnTo>
                    <a:pt x="18" y="160681"/>
                  </a:lnTo>
                  <a:lnTo>
                    <a:pt x="0" y="165981"/>
                  </a:lnTo>
                  <a:lnTo>
                    <a:pt x="149" y="171278"/>
                  </a:lnTo>
                  <a:lnTo>
                    <a:pt x="467" y="176569"/>
                  </a:lnTo>
                  <a:lnTo>
                    <a:pt x="952" y="181846"/>
                  </a:lnTo>
                  <a:lnTo>
                    <a:pt x="1605" y="187105"/>
                  </a:lnTo>
                  <a:lnTo>
                    <a:pt x="2423" y="192341"/>
                  </a:lnTo>
                  <a:lnTo>
                    <a:pt x="3408" y="197549"/>
                  </a:lnTo>
                  <a:lnTo>
                    <a:pt x="4557" y="202723"/>
                  </a:lnTo>
                  <a:lnTo>
                    <a:pt x="5869" y="207857"/>
                  </a:lnTo>
                  <a:lnTo>
                    <a:pt x="7343" y="212948"/>
                  </a:lnTo>
                  <a:lnTo>
                    <a:pt x="8978" y="217989"/>
                  </a:lnTo>
                  <a:lnTo>
                    <a:pt x="10772" y="222976"/>
                  </a:lnTo>
                  <a:lnTo>
                    <a:pt x="12723" y="227903"/>
                  </a:lnTo>
                  <a:lnTo>
                    <a:pt x="14830" y="232766"/>
                  </a:lnTo>
                  <a:lnTo>
                    <a:pt x="17089" y="237560"/>
                  </a:lnTo>
                  <a:lnTo>
                    <a:pt x="19499" y="242280"/>
                  </a:lnTo>
                  <a:lnTo>
                    <a:pt x="22058" y="246921"/>
                  </a:lnTo>
                  <a:lnTo>
                    <a:pt x="24763" y="251479"/>
                  </a:lnTo>
                  <a:lnTo>
                    <a:pt x="27610" y="255949"/>
                  </a:lnTo>
                  <a:lnTo>
                    <a:pt x="30598" y="260326"/>
                  </a:lnTo>
                  <a:lnTo>
                    <a:pt x="33723" y="264606"/>
                  </a:lnTo>
                  <a:lnTo>
                    <a:pt x="36983" y="268785"/>
                  </a:lnTo>
                  <a:lnTo>
                    <a:pt x="40373" y="272859"/>
                  </a:lnTo>
                  <a:lnTo>
                    <a:pt x="43890" y="276823"/>
                  </a:lnTo>
                  <a:lnTo>
                    <a:pt x="47532" y="280673"/>
                  </a:lnTo>
                  <a:lnTo>
                    <a:pt x="51293" y="284406"/>
                  </a:lnTo>
                  <a:lnTo>
                    <a:pt x="55171" y="288018"/>
                  </a:lnTo>
                  <a:lnTo>
                    <a:pt x="59162" y="291506"/>
                  </a:lnTo>
                  <a:lnTo>
                    <a:pt x="63261" y="294865"/>
                  </a:lnTo>
                  <a:lnTo>
                    <a:pt x="67465" y="298092"/>
                  </a:lnTo>
                  <a:lnTo>
                    <a:pt x="71768" y="301185"/>
                  </a:lnTo>
                  <a:lnTo>
                    <a:pt x="76168" y="304140"/>
                  </a:lnTo>
                  <a:lnTo>
                    <a:pt x="80659" y="306953"/>
                  </a:lnTo>
                  <a:lnTo>
                    <a:pt x="85237" y="309623"/>
                  </a:lnTo>
                  <a:lnTo>
                    <a:pt x="89898" y="312147"/>
                  </a:lnTo>
                  <a:lnTo>
                    <a:pt x="94636" y="314521"/>
                  </a:lnTo>
                  <a:lnTo>
                    <a:pt x="99446" y="316744"/>
                  </a:lnTo>
                  <a:lnTo>
                    <a:pt x="104325" y="318814"/>
                  </a:lnTo>
                  <a:lnTo>
                    <a:pt x="109268" y="320727"/>
                  </a:lnTo>
                  <a:lnTo>
                    <a:pt x="114268" y="322484"/>
                  </a:lnTo>
                  <a:lnTo>
                    <a:pt x="119321" y="324080"/>
                  </a:lnTo>
                  <a:lnTo>
                    <a:pt x="124423" y="325516"/>
                  </a:lnTo>
                  <a:lnTo>
                    <a:pt x="129567" y="326789"/>
                  </a:lnTo>
                  <a:lnTo>
                    <a:pt x="134749" y="327899"/>
                  </a:lnTo>
                  <a:lnTo>
                    <a:pt x="139964" y="328844"/>
                  </a:lnTo>
                  <a:lnTo>
                    <a:pt x="145206" y="329623"/>
                  </a:lnTo>
                  <a:lnTo>
                    <a:pt x="150471" y="330235"/>
                  </a:lnTo>
                  <a:lnTo>
                    <a:pt x="155751" y="330680"/>
                  </a:lnTo>
                  <a:lnTo>
                    <a:pt x="161044" y="330958"/>
                  </a:lnTo>
                  <a:lnTo>
                    <a:pt x="166342" y="331068"/>
                  </a:lnTo>
                  <a:lnTo>
                    <a:pt x="171642" y="331010"/>
                  </a:lnTo>
                  <a:lnTo>
                    <a:pt x="176937" y="330783"/>
                  </a:lnTo>
                  <a:lnTo>
                    <a:pt x="182222" y="330389"/>
                  </a:lnTo>
                  <a:lnTo>
                    <a:pt x="187492" y="329828"/>
                  </a:lnTo>
                  <a:lnTo>
                    <a:pt x="192741" y="329100"/>
                  </a:lnTo>
                  <a:lnTo>
                    <a:pt x="197965" y="328206"/>
                  </a:lnTo>
                  <a:lnTo>
                    <a:pt x="203158" y="327147"/>
                  </a:lnTo>
                  <a:lnTo>
                    <a:pt x="208314" y="325923"/>
                  </a:lnTo>
                  <a:lnTo>
                    <a:pt x="213429" y="324537"/>
                  </a:lnTo>
                  <a:lnTo>
                    <a:pt x="218498" y="322990"/>
                  </a:lnTo>
                  <a:lnTo>
                    <a:pt x="223515" y="321282"/>
                  </a:lnTo>
                  <a:lnTo>
                    <a:pt x="228476" y="319416"/>
                  </a:lnTo>
                  <a:lnTo>
                    <a:pt x="233374" y="317394"/>
                  </a:lnTo>
                  <a:lnTo>
                    <a:pt x="238207" y="315218"/>
                  </a:lnTo>
                  <a:lnTo>
                    <a:pt x="242967" y="312890"/>
                  </a:lnTo>
                  <a:lnTo>
                    <a:pt x="247652" y="310412"/>
                  </a:lnTo>
                  <a:lnTo>
                    <a:pt x="252256" y="307786"/>
                  </a:lnTo>
                  <a:lnTo>
                    <a:pt x="256774" y="305016"/>
                  </a:lnTo>
                  <a:lnTo>
                    <a:pt x="261202" y="302105"/>
                  </a:lnTo>
                  <a:lnTo>
                    <a:pt x="265536" y="299054"/>
                  </a:lnTo>
                  <a:lnTo>
                    <a:pt x="269771" y="295868"/>
                  </a:lnTo>
                  <a:lnTo>
                    <a:pt x="273902" y="292548"/>
                  </a:lnTo>
                  <a:lnTo>
                    <a:pt x="277926" y="289100"/>
                  </a:lnTo>
                  <a:lnTo>
                    <a:pt x="281839" y="285526"/>
                  </a:lnTo>
                  <a:lnTo>
                    <a:pt x="285637" y="281829"/>
                  </a:lnTo>
                  <a:lnTo>
                    <a:pt x="289316" y="278014"/>
                  </a:lnTo>
                  <a:lnTo>
                    <a:pt x="292872" y="274084"/>
                  </a:lnTo>
                  <a:lnTo>
                    <a:pt x="296301" y="270044"/>
                  </a:lnTo>
                  <a:lnTo>
                    <a:pt x="299601" y="265897"/>
                  </a:lnTo>
                  <a:lnTo>
                    <a:pt x="302767" y="261647"/>
                  </a:lnTo>
                  <a:lnTo>
                    <a:pt x="305797" y="257299"/>
                  </a:lnTo>
                  <a:lnTo>
                    <a:pt x="308688" y="252857"/>
                  </a:lnTo>
                  <a:lnTo>
                    <a:pt x="311437" y="248326"/>
                  </a:lnTo>
                  <a:lnTo>
                    <a:pt x="314041" y="243710"/>
                  </a:lnTo>
                  <a:lnTo>
                    <a:pt x="316497" y="239014"/>
                  </a:lnTo>
                  <a:lnTo>
                    <a:pt x="318803" y="234242"/>
                  </a:lnTo>
                  <a:lnTo>
                    <a:pt x="320956" y="229400"/>
                  </a:lnTo>
                  <a:lnTo>
                    <a:pt x="322955" y="224491"/>
                  </a:lnTo>
                  <a:lnTo>
                    <a:pt x="324797" y="219522"/>
                  </a:lnTo>
                  <a:lnTo>
                    <a:pt x="326481" y="214497"/>
                  </a:lnTo>
                  <a:lnTo>
                    <a:pt x="328005" y="209421"/>
                  </a:lnTo>
                  <a:lnTo>
                    <a:pt x="329367" y="204300"/>
                  </a:lnTo>
                  <a:lnTo>
                    <a:pt x="330566" y="199137"/>
                  </a:lnTo>
                  <a:lnTo>
                    <a:pt x="331601" y="193940"/>
                  </a:lnTo>
                  <a:lnTo>
                    <a:pt x="332470" y="188712"/>
                  </a:lnTo>
                  <a:lnTo>
                    <a:pt x="333174" y="183459"/>
                  </a:lnTo>
                  <a:lnTo>
                    <a:pt x="333710" y="178186"/>
                  </a:lnTo>
                  <a:lnTo>
                    <a:pt x="334079" y="172900"/>
                  </a:lnTo>
                  <a:lnTo>
                    <a:pt x="334280" y="167604"/>
                  </a:lnTo>
                  <a:lnTo>
                    <a:pt x="334314" y="162304"/>
                  </a:lnTo>
                  <a:lnTo>
                    <a:pt x="334179" y="157006"/>
                  </a:lnTo>
                  <a:lnTo>
                    <a:pt x="333877" y="151715"/>
                  </a:lnTo>
                  <a:lnTo>
                    <a:pt x="333407" y="146436"/>
                  </a:lnTo>
                  <a:lnTo>
                    <a:pt x="332769" y="141175"/>
                  </a:lnTo>
                  <a:lnTo>
                    <a:pt x="331966" y="135937"/>
                  </a:lnTo>
                  <a:lnTo>
                    <a:pt x="330996" y="130726"/>
                  </a:lnTo>
                  <a:lnTo>
                    <a:pt x="329862" y="125549"/>
                  </a:lnTo>
                  <a:lnTo>
                    <a:pt x="328565" y="120411"/>
                  </a:lnTo>
                  <a:lnTo>
                    <a:pt x="327105" y="115316"/>
                  </a:lnTo>
                  <a:lnTo>
                    <a:pt x="325485" y="110270"/>
                  </a:lnTo>
                  <a:lnTo>
                    <a:pt x="323705" y="105278"/>
                  </a:lnTo>
                  <a:lnTo>
                    <a:pt x="321768" y="100345"/>
                  </a:lnTo>
                  <a:lnTo>
                    <a:pt x="319676" y="95476"/>
                  </a:lnTo>
                  <a:lnTo>
                    <a:pt x="317430" y="90676"/>
                  </a:lnTo>
                  <a:lnTo>
                    <a:pt x="315033" y="85949"/>
                  </a:lnTo>
                  <a:lnTo>
                    <a:pt x="312488" y="81301"/>
                  </a:lnTo>
                  <a:lnTo>
                    <a:pt x="309796" y="76735"/>
                  </a:lnTo>
                  <a:lnTo>
                    <a:pt x="306962" y="72257"/>
                  </a:lnTo>
                  <a:lnTo>
                    <a:pt x="303986" y="67872"/>
                  </a:lnTo>
                  <a:lnTo>
                    <a:pt x="300873" y="63583"/>
                  </a:lnTo>
                  <a:lnTo>
                    <a:pt x="297626" y="59394"/>
                  </a:lnTo>
                  <a:lnTo>
                    <a:pt x="294248" y="55311"/>
                  </a:lnTo>
                  <a:lnTo>
                    <a:pt x="290742" y="51337"/>
                  </a:lnTo>
                  <a:lnTo>
                    <a:pt x="287111" y="47476"/>
                  </a:lnTo>
                  <a:lnTo>
                    <a:pt x="283361" y="43732"/>
                  </a:lnTo>
                  <a:lnTo>
                    <a:pt x="279493" y="40108"/>
                  </a:lnTo>
                  <a:lnTo>
                    <a:pt x="275512" y="36610"/>
                  </a:lnTo>
                  <a:lnTo>
                    <a:pt x="271423" y="33239"/>
                  </a:lnTo>
                  <a:lnTo>
                    <a:pt x="267229" y="29999"/>
                  </a:lnTo>
                  <a:lnTo>
                    <a:pt x="262934" y="26894"/>
                  </a:lnTo>
                  <a:lnTo>
                    <a:pt x="258543" y="23927"/>
                  </a:lnTo>
                  <a:lnTo>
                    <a:pt x="254060" y="21100"/>
                  </a:lnTo>
                  <a:lnTo>
                    <a:pt x="249489" y="18417"/>
                  </a:lnTo>
                  <a:lnTo>
                    <a:pt x="244836" y="15881"/>
                  </a:lnTo>
                  <a:lnTo>
                    <a:pt x="240105" y="13493"/>
                  </a:lnTo>
                  <a:lnTo>
                    <a:pt x="235300" y="11256"/>
                  </a:lnTo>
                  <a:lnTo>
                    <a:pt x="230427" y="9172"/>
                  </a:lnTo>
                  <a:lnTo>
                    <a:pt x="225491" y="7244"/>
                  </a:lnTo>
                  <a:lnTo>
                    <a:pt x="220496" y="5474"/>
                  </a:lnTo>
                  <a:lnTo>
                    <a:pt x="215447" y="3862"/>
                  </a:lnTo>
                  <a:lnTo>
                    <a:pt x="210349" y="2412"/>
                  </a:lnTo>
                  <a:lnTo>
                    <a:pt x="205209" y="1124"/>
                  </a:lnTo>
                  <a:lnTo>
                    <a:pt x="200030" y="0"/>
                  </a:lnTo>
                  <a:lnTo>
                    <a:pt x="167154" y="1639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32875" cy="167167"/>
            </a:xfrm>
            <a:custGeom>
              <a:avLst/>
              <a:pathLst>
                <a:path w="32875" h="167167">
                  <a:moveTo>
                    <a:pt x="32875" y="3264"/>
                  </a:moveTo>
                  <a:lnTo>
                    <a:pt x="26362" y="2091"/>
                  </a:lnTo>
                  <a:lnTo>
                    <a:pt x="19808" y="1177"/>
                  </a:lnTo>
                  <a:lnTo>
                    <a:pt x="13222" y="523"/>
                  </a:lnTo>
                  <a:lnTo>
                    <a:pt x="6616" y="1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856384" y="5399291"/>
              <a:ext cx="167159" cy="316543"/>
            </a:xfrm>
            <a:custGeom>
              <a:avLst/>
              <a:pathLst>
                <a:path w="167159" h="316543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7" y="762"/>
                  </a:lnTo>
                  <a:lnTo>
                    <a:pt x="145914" y="1355"/>
                  </a:lnTo>
                  <a:lnTo>
                    <a:pt x="140644" y="2116"/>
                  </a:lnTo>
                  <a:lnTo>
                    <a:pt x="135400" y="3044"/>
                  </a:lnTo>
                  <a:lnTo>
                    <a:pt x="130188" y="4139"/>
                  </a:lnTo>
                  <a:lnTo>
                    <a:pt x="125014" y="5399"/>
                  </a:lnTo>
                  <a:lnTo>
                    <a:pt x="119883" y="6824"/>
                  </a:lnTo>
                  <a:lnTo>
                    <a:pt x="114800" y="8411"/>
                  </a:lnTo>
                  <a:lnTo>
                    <a:pt x="109770" y="10159"/>
                  </a:lnTo>
                  <a:lnTo>
                    <a:pt x="104798" y="12067"/>
                  </a:lnTo>
                  <a:lnTo>
                    <a:pt x="99889" y="14132"/>
                  </a:lnTo>
                  <a:lnTo>
                    <a:pt x="95049" y="16352"/>
                  </a:lnTo>
                  <a:lnTo>
                    <a:pt x="90281" y="18726"/>
                  </a:lnTo>
                  <a:lnTo>
                    <a:pt x="85592" y="21250"/>
                  </a:lnTo>
                  <a:lnTo>
                    <a:pt x="80986" y="23922"/>
                  </a:lnTo>
                  <a:lnTo>
                    <a:pt x="76467" y="26739"/>
                  </a:lnTo>
                  <a:lnTo>
                    <a:pt x="72040" y="29699"/>
                  </a:lnTo>
                  <a:lnTo>
                    <a:pt x="67710" y="32799"/>
                  </a:lnTo>
                  <a:lnTo>
                    <a:pt x="63480" y="36035"/>
                  </a:lnTo>
                  <a:lnTo>
                    <a:pt x="59356" y="39404"/>
                  </a:lnTo>
                  <a:lnTo>
                    <a:pt x="55341" y="42902"/>
                  </a:lnTo>
                  <a:lnTo>
                    <a:pt x="51440" y="46527"/>
                  </a:lnTo>
                  <a:lnTo>
                    <a:pt x="47656" y="50274"/>
                  </a:lnTo>
                  <a:lnTo>
                    <a:pt x="43993" y="54140"/>
                  </a:lnTo>
                  <a:lnTo>
                    <a:pt x="40456" y="58120"/>
                  </a:lnTo>
                  <a:lnTo>
                    <a:pt x="37046" y="62211"/>
                  </a:lnTo>
                  <a:lnTo>
                    <a:pt x="33769" y="66409"/>
                  </a:lnTo>
                  <a:lnTo>
                    <a:pt x="30628" y="70709"/>
                  </a:lnTo>
                  <a:lnTo>
                    <a:pt x="27625" y="75107"/>
                  </a:lnTo>
                  <a:lnTo>
                    <a:pt x="24763" y="79598"/>
                  </a:lnTo>
                  <a:lnTo>
                    <a:pt x="22046" y="84178"/>
                  </a:lnTo>
                  <a:lnTo>
                    <a:pt x="19476" y="88842"/>
                  </a:lnTo>
                  <a:lnTo>
                    <a:pt x="17056" y="93586"/>
                  </a:lnTo>
                  <a:lnTo>
                    <a:pt x="14789" y="98404"/>
                  </a:lnTo>
                  <a:lnTo>
                    <a:pt x="12676" y="103292"/>
                  </a:lnTo>
                  <a:lnTo>
                    <a:pt x="10720" y="108246"/>
                  </a:lnTo>
                  <a:lnTo>
                    <a:pt x="8922" y="113258"/>
                  </a:lnTo>
                  <a:lnTo>
                    <a:pt x="7286" y="118326"/>
                  </a:lnTo>
                  <a:lnTo>
                    <a:pt x="5811" y="123443"/>
                  </a:lnTo>
                  <a:lnTo>
                    <a:pt x="4500" y="128604"/>
                  </a:lnTo>
                  <a:lnTo>
                    <a:pt x="3354" y="133805"/>
                  </a:lnTo>
                  <a:lnTo>
                    <a:pt x="2375" y="139039"/>
                  </a:lnTo>
                  <a:lnTo>
                    <a:pt x="1563" y="144303"/>
                  </a:lnTo>
                  <a:lnTo>
                    <a:pt x="918" y="149589"/>
                  </a:lnTo>
                  <a:lnTo>
                    <a:pt x="443" y="154893"/>
                  </a:lnTo>
                  <a:lnTo>
                    <a:pt x="136" y="160209"/>
                  </a:lnTo>
                  <a:lnTo>
                    <a:pt x="0" y="165533"/>
                  </a:lnTo>
                  <a:lnTo>
                    <a:pt x="32" y="170858"/>
                  </a:lnTo>
                  <a:lnTo>
                    <a:pt x="235" y="176180"/>
                  </a:lnTo>
                  <a:lnTo>
                    <a:pt x="606" y="181492"/>
                  </a:lnTo>
                  <a:lnTo>
                    <a:pt x="1147" y="186790"/>
                  </a:lnTo>
                  <a:lnTo>
                    <a:pt x="1856" y="192068"/>
                  </a:lnTo>
                  <a:lnTo>
                    <a:pt x="2733" y="197320"/>
                  </a:lnTo>
                  <a:lnTo>
                    <a:pt x="3777" y="202542"/>
                  </a:lnTo>
                  <a:lnTo>
                    <a:pt x="4987" y="207728"/>
                  </a:lnTo>
                  <a:lnTo>
                    <a:pt x="6361" y="212873"/>
                  </a:lnTo>
                  <a:lnTo>
                    <a:pt x="7899" y="217972"/>
                  </a:lnTo>
                  <a:lnTo>
                    <a:pt x="9598" y="223019"/>
                  </a:lnTo>
                  <a:lnTo>
                    <a:pt x="11457" y="228009"/>
                  </a:lnTo>
                  <a:lnTo>
                    <a:pt x="13474" y="232938"/>
                  </a:lnTo>
                  <a:lnTo>
                    <a:pt x="15647" y="237800"/>
                  </a:lnTo>
                  <a:lnTo>
                    <a:pt x="17973" y="242590"/>
                  </a:lnTo>
                  <a:lnTo>
                    <a:pt x="20451" y="247303"/>
                  </a:lnTo>
                  <a:lnTo>
                    <a:pt x="23078" y="251936"/>
                  </a:lnTo>
                  <a:lnTo>
                    <a:pt x="25851" y="256482"/>
                  </a:lnTo>
                  <a:lnTo>
                    <a:pt x="28768" y="260938"/>
                  </a:lnTo>
                  <a:lnTo>
                    <a:pt x="31825" y="265298"/>
                  </a:lnTo>
                  <a:lnTo>
                    <a:pt x="35019" y="269559"/>
                  </a:lnTo>
                  <a:lnTo>
                    <a:pt x="38348" y="273716"/>
                  </a:lnTo>
                  <a:lnTo>
                    <a:pt x="41807" y="277765"/>
                  </a:lnTo>
                  <a:lnTo>
                    <a:pt x="45393" y="281701"/>
                  </a:lnTo>
                  <a:lnTo>
                    <a:pt x="49103" y="285522"/>
                  </a:lnTo>
                  <a:lnTo>
                    <a:pt x="52933" y="289222"/>
                  </a:lnTo>
                  <a:lnTo>
                    <a:pt x="56879" y="292798"/>
                  </a:lnTo>
                  <a:lnTo>
                    <a:pt x="60936" y="296247"/>
                  </a:lnTo>
                  <a:lnTo>
                    <a:pt x="65102" y="299565"/>
                  </a:lnTo>
                  <a:lnTo>
                    <a:pt x="69371" y="302749"/>
                  </a:lnTo>
                  <a:lnTo>
                    <a:pt x="73739" y="305795"/>
                  </a:lnTo>
                  <a:lnTo>
                    <a:pt x="78202" y="308700"/>
                  </a:lnTo>
                  <a:lnTo>
                    <a:pt x="82755" y="311462"/>
                  </a:lnTo>
                  <a:lnTo>
                    <a:pt x="87394" y="314077"/>
                  </a:lnTo>
                  <a:lnTo>
                    <a:pt x="92114" y="316543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948499" y="5566459"/>
              <a:ext cx="75044" cy="149376"/>
            </a:xfrm>
            <a:custGeom>
              <a:avLst/>
              <a:pathLst>
                <a:path w="75044" h="149376">
                  <a:moveTo>
                    <a:pt x="0" y="149376"/>
                  </a:moveTo>
                  <a:lnTo>
                    <a:pt x="750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948499" y="5566459"/>
              <a:ext cx="75044" cy="149376"/>
            </a:xfrm>
            <a:custGeom>
              <a:avLst/>
              <a:pathLst>
                <a:path w="75044" h="149376">
                  <a:moveTo>
                    <a:pt x="0" y="149376"/>
                  </a:moveTo>
                  <a:lnTo>
                    <a:pt x="750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948499" y="5566459"/>
              <a:ext cx="75044" cy="149376"/>
            </a:xfrm>
            <a:custGeom>
              <a:avLst/>
              <a:pathLst>
                <a:path w="75044" h="149376">
                  <a:moveTo>
                    <a:pt x="0" y="149376"/>
                  </a:moveTo>
                  <a:lnTo>
                    <a:pt x="750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948499" y="5566459"/>
              <a:ext cx="75044" cy="149376"/>
            </a:xfrm>
            <a:custGeom>
              <a:avLst/>
              <a:pathLst>
                <a:path w="75044" h="149376">
                  <a:moveTo>
                    <a:pt x="0" y="149376"/>
                  </a:moveTo>
                  <a:lnTo>
                    <a:pt x="7504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948499" y="5566459"/>
              <a:ext cx="75044" cy="149376"/>
            </a:xfrm>
            <a:custGeom>
              <a:avLst/>
              <a:pathLst>
                <a:path w="75044" h="149376">
                  <a:moveTo>
                    <a:pt x="0" y="149376"/>
                  </a:moveTo>
                  <a:lnTo>
                    <a:pt x="7504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948499" y="5566459"/>
              <a:ext cx="107319" cy="167166"/>
            </a:xfrm>
            <a:custGeom>
              <a:avLst/>
              <a:pathLst>
                <a:path w="107319" h="167166">
                  <a:moveTo>
                    <a:pt x="0" y="149376"/>
                  </a:moveTo>
                  <a:lnTo>
                    <a:pt x="4968" y="151770"/>
                  </a:lnTo>
                  <a:lnTo>
                    <a:pt x="10012" y="153999"/>
                  </a:lnTo>
                  <a:lnTo>
                    <a:pt x="15127" y="156060"/>
                  </a:lnTo>
                  <a:lnTo>
                    <a:pt x="20308" y="157952"/>
                  </a:lnTo>
                  <a:lnTo>
                    <a:pt x="25548" y="159671"/>
                  </a:lnTo>
                  <a:lnTo>
                    <a:pt x="30842" y="161217"/>
                  </a:lnTo>
                  <a:lnTo>
                    <a:pt x="36184" y="162587"/>
                  </a:lnTo>
                  <a:lnTo>
                    <a:pt x="41568" y="163781"/>
                  </a:lnTo>
                  <a:lnTo>
                    <a:pt x="46989" y="164796"/>
                  </a:lnTo>
                  <a:lnTo>
                    <a:pt x="52440" y="165632"/>
                  </a:lnTo>
                  <a:lnTo>
                    <a:pt x="57916" y="166287"/>
                  </a:lnTo>
                  <a:lnTo>
                    <a:pt x="63411" y="166762"/>
                  </a:lnTo>
                  <a:lnTo>
                    <a:pt x="68918" y="167055"/>
                  </a:lnTo>
                  <a:lnTo>
                    <a:pt x="74432" y="167166"/>
                  </a:lnTo>
                  <a:lnTo>
                    <a:pt x="79946" y="167095"/>
                  </a:lnTo>
                  <a:lnTo>
                    <a:pt x="85455" y="166842"/>
                  </a:lnTo>
                  <a:lnTo>
                    <a:pt x="90953" y="166408"/>
                  </a:lnTo>
                  <a:lnTo>
                    <a:pt x="96434" y="165793"/>
                  </a:lnTo>
                  <a:lnTo>
                    <a:pt x="101891" y="164997"/>
                  </a:lnTo>
                  <a:lnTo>
                    <a:pt x="107319" y="164022"/>
                  </a:lnTo>
                  <a:lnTo>
                    <a:pt x="7504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167167" cy="331189"/>
            </a:xfrm>
            <a:custGeom>
              <a:avLst/>
              <a:pathLst>
                <a:path w="167167" h="331189">
                  <a:moveTo>
                    <a:pt x="32274" y="331189"/>
                  </a:moveTo>
                  <a:lnTo>
                    <a:pt x="37511" y="330071"/>
                  </a:lnTo>
                  <a:lnTo>
                    <a:pt x="42710" y="328786"/>
                  </a:lnTo>
                  <a:lnTo>
                    <a:pt x="47865" y="327335"/>
                  </a:lnTo>
                  <a:lnTo>
                    <a:pt x="52970" y="325720"/>
                  </a:lnTo>
                  <a:lnTo>
                    <a:pt x="58022" y="323942"/>
                  </a:lnTo>
                  <a:lnTo>
                    <a:pt x="63014" y="322003"/>
                  </a:lnTo>
                  <a:lnTo>
                    <a:pt x="67941" y="319905"/>
                  </a:lnTo>
                  <a:lnTo>
                    <a:pt x="72798" y="317651"/>
                  </a:lnTo>
                  <a:lnTo>
                    <a:pt x="77581" y="315242"/>
                  </a:lnTo>
                  <a:lnTo>
                    <a:pt x="82284" y="312681"/>
                  </a:lnTo>
                  <a:lnTo>
                    <a:pt x="86903" y="309970"/>
                  </a:lnTo>
                  <a:lnTo>
                    <a:pt x="91432" y="307114"/>
                  </a:lnTo>
                  <a:lnTo>
                    <a:pt x="95868" y="304113"/>
                  </a:lnTo>
                  <a:lnTo>
                    <a:pt x="100205" y="300972"/>
                  </a:lnTo>
                  <a:lnTo>
                    <a:pt x="104439" y="297694"/>
                  </a:lnTo>
                  <a:lnTo>
                    <a:pt x="108567" y="294282"/>
                  </a:lnTo>
                  <a:lnTo>
                    <a:pt x="112582" y="290739"/>
                  </a:lnTo>
                  <a:lnTo>
                    <a:pt x="116483" y="287069"/>
                  </a:lnTo>
                  <a:lnTo>
                    <a:pt x="120263" y="283277"/>
                  </a:lnTo>
                  <a:lnTo>
                    <a:pt x="123921" y="279365"/>
                  </a:lnTo>
                  <a:lnTo>
                    <a:pt x="127451" y="275338"/>
                  </a:lnTo>
                  <a:lnTo>
                    <a:pt x="130850" y="271201"/>
                  </a:lnTo>
                  <a:lnTo>
                    <a:pt x="134115" y="266956"/>
                  </a:lnTo>
                  <a:lnTo>
                    <a:pt x="137243" y="262609"/>
                  </a:lnTo>
                  <a:lnTo>
                    <a:pt x="140230" y="258164"/>
                  </a:lnTo>
                  <a:lnTo>
                    <a:pt x="143072" y="253626"/>
                  </a:lnTo>
                  <a:lnTo>
                    <a:pt x="145768" y="248999"/>
                  </a:lnTo>
                  <a:lnTo>
                    <a:pt x="148315" y="244288"/>
                  </a:lnTo>
                  <a:lnTo>
                    <a:pt x="150709" y="239497"/>
                  </a:lnTo>
                  <a:lnTo>
                    <a:pt x="152948" y="234633"/>
                  </a:lnTo>
                  <a:lnTo>
                    <a:pt x="155031" y="229699"/>
                  </a:lnTo>
                  <a:lnTo>
                    <a:pt x="156954" y="224702"/>
                  </a:lnTo>
                  <a:lnTo>
                    <a:pt x="158716" y="219645"/>
                  </a:lnTo>
                  <a:lnTo>
                    <a:pt x="160316" y="214534"/>
                  </a:lnTo>
                  <a:lnTo>
                    <a:pt x="161751" y="209375"/>
                  </a:lnTo>
                  <a:lnTo>
                    <a:pt x="163020" y="204172"/>
                  </a:lnTo>
                  <a:lnTo>
                    <a:pt x="164121" y="198932"/>
                  </a:lnTo>
                  <a:lnTo>
                    <a:pt x="165055" y="193658"/>
                  </a:lnTo>
                  <a:lnTo>
                    <a:pt x="165818" y="188358"/>
                  </a:lnTo>
                  <a:lnTo>
                    <a:pt x="166412" y="183036"/>
                  </a:lnTo>
                  <a:lnTo>
                    <a:pt x="166835" y="177698"/>
                  </a:lnTo>
                  <a:lnTo>
                    <a:pt x="167087" y="172348"/>
                  </a:lnTo>
                  <a:lnTo>
                    <a:pt x="167167" y="166994"/>
                  </a:lnTo>
                  <a:lnTo>
                    <a:pt x="167076" y="161639"/>
                  </a:lnTo>
                  <a:lnTo>
                    <a:pt x="166813" y="156291"/>
                  </a:lnTo>
                  <a:lnTo>
                    <a:pt x="166379" y="150953"/>
                  </a:lnTo>
                  <a:lnTo>
                    <a:pt x="165774" y="145632"/>
                  </a:lnTo>
                  <a:lnTo>
                    <a:pt x="164999" y="140334"/>
                  </a:lnTo>
                  <a:lnTo>
                    <a:pt x="164055" y="135062"/>
                  </a:lnTo>
                  <a:lnTo>
                    <a:pt x="162943" y="129824"/>
                  </a:lnTo>
                  <a:lnTo>
                    <a:pt x="161663" y="124624"/>
                  </a:lnTo>
                  <a:lnTo>
                    <a:pt x="160217" y="119468"/>
                  </a:lnTo>
                  <a:lnTo>
                    <a:pt x="158607" y="114360"/>
                  </a:lnTo>
                  <a:lnTo>
                    <a:pt x="156834" y="109307"/>
                  </a:lnTo>
                  <a:lnTo>
                    <a:pt x="154901" y="104313"/>
                  </a:lnTo>
                  <a:lnTo>
                    <a:pt x="152808" y="99384"/>
                  </a:lnTo>
                  <a:lnTo>
                    <a:pt x="150558" y="94524"/>
                  </a:lnTo>
                  <a:lnTo>
                    <a:pt x="148154" y="89739"/>
                  </a:lnTo>
                  <a:lnTo>
                    <a:pt x="145598" y="85033"/>
                  </a:lnTo>
                  <a:lnTo>
                    <a:pt x="142893" y="80412"/>
                  </a:lnTo>
                  <a:lnTo>
                    <a:pt x="140041" y="75879"/>
                  </a:lnTo>
                  <a:lnTo>
                    <a:pt x="137045" y="71441"/>
                  </a:lnTo>
                  <a:lnTo>
                    <a:pt x="133908" y="67100"/>
                  </a:lnTo>
                  <a:lnTo>
                    <a:pt x="130635" y="62862"/>
                  </a:lnTo>
                  <a:lnTo>
                    <a:pt x="127227" y="58732"/>
                  </a:lnTo>
                  <a:lnTo>
                    <a:pt x="123688" y="54712"/>
                  </a:lnTo>
                  <a:lnTo>
                    <a:pt x="120023" y="50808"/>
                  </a:lnTo>
                  <a:lnTo>
                    <a:pt x="116234" y="47023"/>
                  </a:lnTo>
                  <a:lnTo>
                    <a:pt x="112326" y="43362"/>
                  </a:lnTo>
                  <a:lnTo>
                    <a:pt x="108303" y="39828"/>
                  </a:lnTo>
                  <a:lnTo>
                    <a:pt x="104169" y="36424"/>
                  </a:lnTo>
                  <a:lnTo>
                    <a:pt x="99927" y="33154"/>
                  </a:lnTo>
                  <a:lnTo>
                    <a:pt x="95584" y="30022"/>
                  </a:lnTo>
                  <a:lnTo>
                    <a:pt x="91142" y="27031"/>
                  </a:lnTo>
                  <a:lnTo>
                    <a:pt x="86606" y="24184"/>
                  </a:lnTo>
                  <a:lnTo>
                    <a:pt x="81982" y="21483"/>
                  </a:lnTo>
                  <a:lnTo>
                    <a:pt x="77274" y="18932"/>
                  </a:lnTo>
                  <a:lnTo>
                    <a:pt x="72486" y="16533"/>
                  </a:lnTo>
                  <a:lnTo>
                    <a:pt x="67624" y="14288"/>
                  </a:lnTo>
                  <a:lnTo>
                    <a:pt x="62693" y="12201"/>
                  </a:lnTo>
                  <a:lnTo>
                    <a:pt x="57697" y="10272"/>
                  </a:lnTo>
                  <a:lnTo>
                    <a:pt x="52642" y="8505"/>
                  </a:lnTo>
                  <a:lnTo>
                    <a:pt x="47533" y="6900"/>
                  </a:lnTo>
                  <a:lnTo>
                    <a:pt x="42375" y="5460"/>
                  </a:lnTo>
                  <a:lnTo>
                    <a:pt x="37174" y="4185"/>
                  </a:lnTo>
                  <a:lnTo>
                    <a:pt x="31934" y="3078"/>
                  </a:lnTo>
                  <a:lnTo>
                    <a:pt x="26662" y="2139"/>
                  </a:lnTo>
                  <a:lnTo>
                    <a:pt x="21362" y="1370"/>
                  </a:lnTo>
                  <a:lnTo>
                    <a:pt x="16041" y="771"/>
                  </a:lnTo>
                  <a:lnTo>
                    <a:pt x="10703" y="343"/>
                  </a:lnTo>
                  <a:lnTo>
                    <a:pt x="535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436145" y="5269756"/>
              <a:ext cx="109113" cy="167167"/>
            </a:xfrm>
            <a:custGeom>
              <a:avLst/>
              <a:pathLst>
                <a:path w="109113" h="167167">
                  <a:moveTo>
                    <a:pt x="109113" y="0"/>
                  </a:moveTo>
                  <a:lnTo>
                    <a:pt x="103453" y="95"/>
                  </a:lnTo>
                  <a:lnTo>
                    <a:pt x="97799" y="383"/>
                  </a:lnTo>
                  <a:lnTo>
                    <a:pt x="92158" y="861"/>
                  </a:lnTo>
                  <a:lnTo>
                    <a:pt x="86537" y="1531"/>
                  </a:lnTo>
                  <a:lnTo>
                    <a:pt x="80942" y="2390"/>
                  </a:lnTo>
                  <a:lnTo>
                    <a:pt x="75379" y="3439"/>
                  </a:lnTo>
                  <a:lnTo>
                    <a:pt x="69855" y="4675"/>
                  </a:lnTo>
                  <a:lnTo>
                    <a:pt x="64376" y="6097"/>
                  </a:lnTo>
                  <a:lnTo>
                    <a:pt x="58948" y="7704"/>
                  </a:lnTo>
                  <a:lnTo>
                    <a:pt x="53577" y="9494"/>
                  </a:lnTo>
                  <a:lnTo>
                    <a:pt x="48270" y="11465"/>
                  </a:lnTo>
                  <a:lnTo>
                    <a:pt x="43033" y="13614"/>
                  </a:lnTo>
                  <a:lnTo>
                    <a:pt x="37872" y="15939"/>
                  </a:lnTo>
                  <a:lnTo>
                    <a:pt x="32793" y="18438"/>
                  </a:lnTo>
                  <a:lnTo>
                    <a:pt x="27801" y="21108"/>
                  </a:lnTo>
                  <a:lnTo>
                    <a:pt x="22902" y="23944"/>
                  </a:lnTo>
                  <a:lnTo>
                    <a:pt x="18102" y="26945"/>
                  </a:lnTo>
                  <a:lnTo>
                    <a:pt x="13407" y="30107"/>
                  </a:lnTo>
                  <a:lnTo>
                    <a:pt x="8821" y="33426"/>
                  </a:lnTo>
                  <a:lnTo>
                    <a:pt x="4350" y="36899"/>
                  </a:lnTo>
                  <a:lnTo>
                    <a:pt x="0" y="40521"/>
                  </a:lnTo>
                  <a:lnTo>
                    <a:pt x="10911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436145" y="5310277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436145" y="5310277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436145" y="5310277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436145" y="5310277"/>
              <a:ext cx="109113" cy="126646"/>
            </a:xfrm>
            <a:custGeom>
              <a:avLst/>
              <a:pathLst>
                <a:path w="109113" h="126646">
                  <a:moveTo>
                    <a:pt x="0" y="0"/>
                  </a:moveTo>
                  <a:lnTo>
                    <a:pt x="109113" y="1266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404193" y="5310277"/>
              <a:ext cx="141065" cy="126646"/>
            </a:xfrm>
            <a:custGeom>
              <a:avLst/>
              <a:pathLst>
                <a:path w="141065" h="126646">
                  <a:moveTo>
                    <a:pt x="31952" y="0"/>
                  </a:moveTo>
                  <a:lnTo>
                    <a:pt x="27383" y="4084"/>
                  </a:lnTo>
                  <a:lnTo>
                    <a:pt x="22968" y="8332"/>
                  </a:lnTo>
                  <a:lnTo>
                    <a:pt x="18711" y="12740"/>
                  </a:lnTo>
                  <a:lnTo>
                    <a:pt x="14619" y="17301"/>
                  </a:lnTo>
                  <a:lnTo>
                    <a:pt x="10696" y="22008"/>
                  </a:lnTo>
                  <a:lnTo>
                    <a:pt x="6949" y="26857"/>
                  </a:lnTo>
                  <a:lnTo>
                    <a:pt x="3382" y="31839"/>
                  </a:lnTo>
                  <a:lnTo>
                    <a:pt x="0" y="36949"/>
                  </a:lnTo>
                  <a:lnTo>
                    <a:pt x="141065" y="1266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378091" y="5269756"/>
              <a:ext cx="334326" cy="334322"/>
            </a:xfrm>
            <a:custGeom>
              <a:avLst/>
              <a:pathLst>
                <a:path w="334326" h="334322">
                  <a:moveTo>
                    <a:pt x="26101" y="77470"/>
                  </a:moveTo>
                  <a:lnTo>
                    <a:pt x="23337" y="81973"/>
                  </a:lnTo>
                  <a:lnTo>
                    <a:pt x="20716" y="86561"/>
                  </a:lnTo>
                  <a:lnTo>
                    <a:pt x="18242" y="91230"/>
                  </a:lnTo>
                  <a:lnTo>
                    <a:pt x="15916" y="95974"/>
                  </a:lnTo>
                  <a:lnTo>
                    <a:pt x="13742" y="100790"/>
                  </a:lnTo>
                  <a:lnTo>
                    <a:pt x="11721" y="105672"/>
                  </a:lnTo>
                  <a:lnTo>
                    <a:pt x="9855" y="110616"/>
                  </a:lnTo>
                  <a:lnTo>
                    <a:pt x="8146" y="115615"/>
                  </a:lnTo>
                  <a:lnTo>
                    <a:pt x="6596" y="120667"/>
                  </a:lnTo>
                  <a:lnTo>
                    <a:pt x="5207" y="125765"/>
                  </a:lnTo>
                  <a:lnTo>
                    <a:pt x="3980" y="130904"/>
                  </a:lnTo>
                  <a:lnTo>
                    <a:pt x="2915" y="136080"/>
                  </a:lnTo>
                  <a:lnTo>
                    <a:pt x="2015" y="141286"/>
                  </a:lnTo>
                  <a:lnTo>
                    <a:pt x="1279" y="146518"/>
                  </a:lnTo>
                  <a:lnTo>
                    <a:pt x="709" y="151771"/>
                  </a:lnTo>
                  <a:lnTo>
                    <a:pt x="306" y="157040"/>
                  </a:lnTo>
                  <a:lnTo>
                    <a:pt x="69" y="162318"/>
                  </a:lnTo>
                  <a:lnTo>
                    <a:pt x="0" y="167602"/>
                  </a:lnTo>
                  <a:lnTo>
                    <a:pt x="97" y="172885"/>
                  </a:lnTo>
                  <a:lnTo>
                    <a:pt x="361" y="178162"/>
                  </a:lnTo>
                  <a:lnTo>
                    <a:pt x="792" y="183428"/>
                  </a:lnTo>
                  <a:lnTo>
                    <a:pt x="1389" y="188678"/>
                  </a:lnTo>
                  <a:lnTo>
                    <a:pt x="2151" y="193907"/>
                  </a:lnTo>
                  <a:lnTo>
                    <a:pt x="3079" y="199108"/>
                  </a:lnTo>
                  <a:lnTo>
                    <a:pt x="4170" y="204278"/>
                  </a:lnTo>
                  <a:lnTo>
                    <a:pt x="5425" y="209411"/>
                  </a:lnTo>
                  <a:lnTo>
                    <a:pt x="6841" y="214502"/>
                  </a:lnTo>
                  <a:lnTo>
                    <a:pt x="8417" y="219545"/>
                  </a:lnTo>
                  <a:lnTo>
                    <a:pt x="10151" y="224536"/>
                  </a:lnTo>
                  <a:lnTo>
                    <a:pt x="12043" y="229470"/>
                  </a:lnTo>
                  <a:lnTo>
                    <a:pt x="14089" y="234341"/>
                  </a:lnTo>
                  <a:lnTo>
                    <a:pt x="16289" y="239145"/>
                  </a:lnTo>
                  <a:lnTo>
                    <a:pt x="18639" y="243878"/>
                  </a:lnTo>
                  <a:lnTo>
                    <a:pt x="21137" y="248533"/>
                  </a:lnTo>
                  <a:lnTo>
                    <a:pt x="23782" y="253108"/>
                  </a:lnTo>
                  <a:lnTo>
                    <a:pt x="26570" y="257597"/>
                  </a:lnTo>
                  <a:lnTo>
                    <a:pt x="29498" y="261995"/>
                  </a:lnTo>
                  <a:lnTo>
                    <a:pt x="32564" y="266298"/>
                  </a:lnTo>
                  <a:lnTo>
                    <a:pt x="35764" y="270503"/>
                  </a:lnTo>
                  <a:lnTo>
                    <a:pt x="39095" y="274604"/>
                  </a:lnTo>
                  <a:lnTo>
                    <a:pt x="42555" y="278598"/>
                  </a:lnTo>
                  <a:lnTo>
                    <a:pt x="46139" y="282480"/>
                  </a:lnTo>
                  <a:lnTo>
                    <a:pt x="49843" y="286248"/>
                  </a:lnTo>
                  <a:lnTo>
                    <a:pt x="53665" y="289896"/>
                  </a:lnTo>
                  <a:lnTo>
                    <a:pt x="57601" y="293422"/>
                  </a:lnTo>
                  <a:lnTo>
                    <a:pt x="61646" y="296822"/>
                  </a:lnTo>
                  <a:lnTo>
                    <a:pt x="65796" y="300092"/>
                  </a:lnTo>
                  <a:lnTo>
                    <a:pt x="70048" y="303229"/>
                  </a:lnTo>
                  <a:lnTo>
                    <a:pt x="74396" y="306230"/>
                  </a:lnTo>
                  <a:lnTo>
                    <a:pt x="78838" y="309093"/>
                  </a:lnTo>
                  <a:lnTo>
                    <a:pt x="83367" y="311814"/>
                  </a:lnTo>
                  <a:lnTo>
                    <a:pt x="87980" y="314390"/>
                  </a:lnTo>
                  <a:lnTo>
                    <a:pt x="92673" y="316819"/>
                  </a:lnTo>
                  <a:lnTo>
                    <a:pt x="97440" y="319098"/>
                  </a:lnTo>
                  <a:lnTo>
                    <a:pt x="102276" y="321226"/>
                  </a:lnTo>
                  <a:lnTo>
                    <a:pt x="107177" y="323200"/>
                  </a:lnTo>
                  <a:lnTo>
                    <a:pt x="112139" y="325018"/>
                  </a:lnTo>
                  <a:lnTo>
                    <a:pt x="117155" y="326678"/>
                  </a:lnTo>
                  <a:lnTo>
                    <a:pt x="122221" y="328179"/>
                  </a:lnTo>
                  <a:lnTo>
                    <a:pt x="127332" y="329519"/>
                  </a:lnTo>
                  <a:lnTo>
                    <a:pt x="132483" y="330697"/>
                  </a:lnTo>
                  <a:lnTo>
                    <a:pt x="137669" y="331711"/>
                  </a:lnTo>
                  <a:lnTo>
                    <a:pt x="142884" y="332561"/>
                  </a:lnTo>
                  <a:lnTo>
                    <a:pt x="148123" y="333246"/>
                  </a:lnTo>
                  <a:lnTo>
                    <a:pt x="153381" y="333765"/>
                  </a:lnTo>
                  <a:lnTo>
                    <a:pt x="158653" y="334117"/>
                  </a:lnTo>
                  <a:lnTo>
                    <a:pt x="163934" y="334303"/>
                  </a:lnTo>
                  <a:lnTo>
                    <a:pt x="169218" y="334322"/>
                  </a:lnTo>
                  <a:lnTo>
                    <a:pt x="174499" y="334173"/>
                  </a:lnTo>
                  <a:lnTo>
                    <a:pt x="179774" y="333858"/>
                  </a:lnTo>
                  <a:lnTo>
                    <a:pt x="185036" y="333377"/>
                  </a:lnTo>
                  <a:lnTo>
                    <a:pt x="190280" y="332729"/>
                  </a:lnTo>
                  <a:lnTo>
                    <a:pt x="195500" y="331916"/>
                  </a:lnTo>
                  <a:lnTo>
                    <a:pt x="200693" y="330938"/>
                  </a:lnTo>
                  <a:lnTo>
                    <a:pt x="205852" y="329796"/>
                  </a:lnTo>
                  <a:lnTo>
                    <a:pt x="210972" y="328493"/>
                  </a:lnTo>
                  <a:lnTo>
                    <a:pt x="216049" y="327028"/>
                  </a:lnTo>
                  <a:lnTo>
                    <a:pt x="221077" y="325403"/>
                  </a:lnTo>
                  <a:lnTo>
                    <a:pt x="226051" y="323620"/>
                  </a:lnTo>
                  <a:lnTo>
                    <a:pt x="230966" y="321681"/>
                  </a:lnTo>
                  <a:lnTo>
                    <a:pt x="235817" y="319587"/>
                  </a:lnTo>
                  <a:lnTo>
                    <a:pt x="240600" y="317342"/>
                  </a:lnTo>
                  <a:lnTo>
                    <a:pt x="245310" y="314946"/>
                  </a:lnTo>
                  <a:lnTo>
                    <a:pt x="249941" y="312402"/>
                  </a:lnTo>
                  <a:lnTo>
                    <a:pt x="254490" y="309714"/>
                  </a:lnTo>
                  <a:lnTo>
                    <a:pt x="258951" y="306883"/>
                  </a:lnTo>
                  <a:lnTo>
                    <a:pt x="263321" y="303912"/>
                  </a:lnTo>
                  <a:lnTo>
                    <a:pt x="267595" y="300805"/>
                  </a:lnTo>
                  <a:lnTo>
                    <a:pt x="271768" y="297564"/>
                  </a:lnTo>
                  <a:lnTo>
                    <a:pt x="275837" y="294193"/>
                  </a:lnTo>
                  <a:lnTo>
                    <a:pt x="279797" y="290695"/>
                  </a:lnTo>
                  <a:lnTo>
                    <a:pt x="283645" y="287074"/>
                  </a:lnTo>
                  <a:lnTo>
                    <a:pt x="287376" y="283333"/>
                  </a:lnTo>
                  <a:lnTo>
                    <a:pt x="290987" y="279476"/>
                  </a:lnTo>
                  <a:lnTo>
                    <a:pt x="294475" y="275507"/>
                  </a:lnTo>
                  <a:lnTo>
                    <a:pt x="297835" y="271429"/>
                  </a:lnTo>
                  <a:lnTo>
                    <a:pt x="301065" y="267247"/>
                  </a:lnTo>
                  <a:lnTo>
                    <a:pt x="304161" y="262965"/>
                  </a:lnTo>
                  <a:lnTo>
                    <a:pt x="307120" y="258588"/>
                  </a:lnTo>
                  <a:lnTo>
                    <a:pt x="309940" y="254119"/>
                  </a:lnTo>
                  <a:lnTo>
                    <a:pt x="312617" y="249564"/>
                  </a:lnTo>
                  <a:lnTo>
                    <a:pt x="315148" y="244926"/>
                  </a:lnTo>
                  <a:lnTo>
                    <a:pt x="317532" y="240210"/>
                  </a:lnTo>
                  <a:lnTo>
                    <a:pt x="319765" y="235421"/>
                  </a:lnTo>
                  <a:lnTo>
                    <a:pt x="321846" y="230565"/>
                  </a:lnTo>
                  <a:lnTo>
                    <a:pt x="323772" y="225644"/>
                  </a:lnTo>
                  <a:lnTo>
                    <a:pt x="325542" y="220666"/>
                  </a:lnTo>
                  <a:lnTo>
                    <a:pt x="327154" y="215634"/>
                  </a:lnTo>
                  <a:lnTo>
                    <a:pt x="328605" y="210553"/>
                  </a:lnTo>
                  <a:lnTo>
                    <a:pt x="329896" y="205429"/>
                  </a:lnTo>
                  <a:lnTo>
                    <a:pt x="331024" y="200267"/>
                  </a:lnTo>
                  <a:lnTo>
                    <a:pt x="331988" y="195072"/>
                  </a:lnTo>
                  <a:lnTo>
                    <a:pt x="332788" y="189849"/>
                  </a:lnTo>
                  <a:lnTo>
                    <a:pt x="333422" y="184604"/>
                  </a:lnTo>
                  <a:lnTo>
                    <a:pt x="333890" y="179341"/>
                  </a:lnTo>
                  <a:lnTo>
                    <a:pt x="334191" y="174065"/>
                  </a:lnTo>
                  <a:lnTo>
                    <a:pt x="334326" y="168783"/>
                  </a:lnTo>
                  <a:lnTo>
                    <a:pt x="334294" y="163500"/>
                  </a:lnTo>
                  <a:lnTo>
                    <a:pt x="334094" y="158220"/>
                  </a:lnTo>
                  <a:lnTo>
                    <a:pt x="333728" y="152948"/>
                  </a:lnTo>
                  <a:lnTo>
                    <a:pt x="333195" y="147691"/>
                  </a:lnTo>
                  <a:lnTo>
                    <a:pt x="332497" y="142454"/>
                  </a:lnTo>
                  <a:lnTo>
                    <a:pt x="331633" y="137241"/>
                  </a:lnTo>
                  <a:lnTo>
                    <a:pt x="330605" y="132058"/>
                  </a:lnTo>
                  <a:lnTo>
                    <a:pt x="329414" y="126911"/>
                  </a:lnTo>
                  <a:lnTo>
                    <a:pt x="328061" y="121803"/>
                  </a:lnTo>
                  <a:lnTo>
                    <a:pt x="326547" y="116741"/>
                  </a:lnTo>
                  <a:lnTo>
                    <a:pt x="324874" y="111729"/>
                  </a:lnTo>
                  <a:lnTo>
                    <a:pt x="323043" y="106772"/>
                  </a:lnTo>
                  <a:lnTo>
                    <a:pt x="321056" y="101876"/>
                  </a:lnTo>
                  <a:lnTo>
                    <a:pt x="318916" y="97045"/>
                  </a:lnTo>
                  <a:lnTo>
                    <a:pt x="316624" y="92284"/>
                  </a:lnTo>
                  <a:lnTo>
                    <a:pt x="314183" y="87598"/>
                  </a:lnTo>
                  <a:lnTo>
                    <a:pt x="311595" y="82992"/>
                  </a:lnTo>
                  <a:lnTo>
                    <a:pt x="308862" y="78469"/>
                  </a:lnTo>
                  <a:lnTo>
                    <a:pt x="305988" y="74035"/>
                  </a:lnTo>
                  <a:lnTo>
                    <a:pt x="302975" y="69695"/>
                  </a:lnTo>
                  <a:lnTo>
                    <a:pt x="299827" y="65451"/>
                  </a:lnTo>
                  <a:lnTo>
                    <a:pt x="296546" y="61309"/>
                  </a:lnTo>
                  <a:lnTo>
                    <a:pt x="293136" y="57273"/>
                  </a:lnTo>
                  <a:lnTo>
                    <a:pt x="289600" y="53347"/>
                  </a:lnTo>
                  <a:lnTo>
                    <a:pt x="285942" y="49535"/>
                  </a:lnTo>
                  <a:lnTo>
                    <a:pt x="282165" y="45840"/>
                  </a:lnTo>
                  <a:lnTo>
                    <a:pt x="278273" y="42266"/>
                  </a:lnTo>
                  <a:lnTo>
                    <a:pt x="274270" y="38817"/>
                  </a:lnTo>
                  <a:lnTo>
                    <a:pt x="270160" y="35496"/>
                  </a:lnTo>
                  <a:lnTo>
                    <a:pt x="265947" y="32307"/>
                  </a:lnTo>
                  <a:lnTo>
                    <a:pt x="261636" y="29252"/>
                  </a:lnTo>
                  <a:lnTo>
                    <a:pt x="257230" y="26335"/>
                  </a:lnTo>
                  <a:lnTo>
                    <a:pt x="252734" y="23559"/>
                  </a:lnTo>
                  <a:lnTo>
                    <a:pt x="248153" y="20927"/>
                  </a:lnTo>
                  <a:lnTo>
                    <a:pt x="243491" y="18440"/>
                  </a:lnTo>
                  <a:lnTo>
                    <a:pt x="238752" y="16103"/>
                  </a:lnTo>
                  <a:lnTo>
                    <a:pt x="233942" y="13916"/>
                  </a:lnTo>
                  <a:lnTo>
                    <a:pt x="229065" y="11882"/>
                  </a:lnTo>
                  <a:lnTo>
                    <a:pt x="224127" y="10003"/>
                  </a:lnTo>
                  <a:lnTo>
                    <a:pt x="219131" y="8281"/>
                  </a:lnTo>
                  <a:lnTo>
                    <a:pt x="214084" y="6719"/>
                  </a:lnTo>
                  <a:lnTo>
                    <a:pt x="208990" y="5316"/>
                  </a:lnTo>
                  <a:lnTo>
                    <a:pt x="203854" y="4075"/>
                  </a:lnTo>
                  <a:lnTo>
                    <a:pt x="198681" y="2997"/>
                  </a:lnTo>
                  <a:lnTo>
                    <a:pt x="193477" y="2083"/>
                  </a:lnTo>
                  <a:lnTo>
                    <a:pt x="188246" y="1334"/>
                  </a:lnTo>
                  <a:lnTo>
                    <a:pt x="182995" y="751"/>
                  </a:lnTo>
                  <a:lnTo>
                    <a:pt x="177727" y="333"/>
                  </a:lnTo>
                  <a:lnTo>
                    <a:pt x="172450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856727" y="5018213"/>
              <a:ext cx="164311" cy="167167"/>
            </a:xfrm>
            <a:custGeom>
              <a:avLst/>
              <a:pathLst>
                <a:path w="164311" h="167167">
                  <a:moveTo>
                    <a:pt x="164311" y="0"/>
                  </a:moveTo>
                  <a:lnTo>
                    <a:pt x="158925" y="86"/>
                  </a:lnTo>
                  <a:lnTo>
                    <a:pt x="153544" y="347"/>
                  </a:lnTo>
                  <a:lnTo>
                    <a:pt x="148175" y="780"/>
                  </a:lnTo>
                  <a:lnTo>
                    <a:pt x="142822" y="1386"/>
                  </a:lnTo>
                  <a:lnTo>
                    <a:pt x="137492" y="2165"/>
                  </a:lnTo>
                  <a:lnTo>
                    <a:pt x="132190" y="3114"/>
                  </a:lnTo>
                  <a:lnTo>
                    <a:pt x="126921" y="4235"/>
                  </a:lnTo>
                  <a:lnTo>
                    <a:pt x="121691" y="5524"/>
                  </a:lnTo>
                  <a:lnTo>
                    <a:pt x="116505" y="6981"/>
                  </a:lnTo>
                  <a:lnTo>
                    <a:pt x="111369" y="8604"/>
                  </a:lnTo>
                  <a:lnTo>
                    <a:pt x="106287" y="10392"/>
                  </a:lnTo>
                  <a:lnTo>
                    <a:pt x="101266" y="12343"/>
                  </a:lnTo>
                  <a:lnTo>
                    <a:pt x="96311" y="14455"/>
                  </a:lnTo>
                  <a:lnTo>
                    <a:pt x="91426" y="16725"/>
                  </a:lnTo>
                  <a:lnTo>
                    <a:pt x="86616" y="19152"/>
                  </a:lnTo>
                  <a:lnTo>
                    <a:pt x="81888" y="21732"/>
                  </a:lnTo>
                  <a:lnTo>
                    <a:pt x="77245" y="24463"/>
                  </a:lnTo>
                  <a:lnTo>
                    <a:pt x="72692" y="27342"/>
                  </a:lnTo>
                  <a:lnTo>
                    <a:pt x="68235" y="30367"/>
                  </a:lnTo>
                  <a:lnTo>
                    <a:pt x="63877" y="33533"/>
                  </a:lnTo>
                  <a:lnTo>
                    <a:pt x="59623" y="36838"/>
                  </a:lnTo>
                  <a:lnTo>
                    <a:pt x="55479" y="40279"/>
                  </a:lnTo>
                  <a:lnTo>
                    <a:pt x="51447" y="43851"/>
                  </a:lnTo>
                  <a:lnTo>
                    <a:pt x="47532" y="47552"/>
                  </a:lnTo>
                  <a:lnTo>
                    <a:pt x="43739" y="51377"/>
                  </a:lnTo>
                  <a:lnTo>
                    <a:pt x="40071" y="55321"/>
                  </a:lnTo>
                  <a:lnTo>
                    <a:pt x="36532" y="59382"/>
                  </a:lnTo>
                  <a:lnTo>
                    <a:pt x="33125" y="63555"/>
                  </a:lnTo>
                  <a:lnTo>
                    <a:pt x="29855" y="67836"/>
                  </a:lnTo>
                  <a:lnTo>
                    <a:pt x="26725" y="72219"/>
                  </a:lnTo>
                  <a:lnTo>
                    <a:pt x="23737" y="76702"/>
                  </a:lnTo>
                  <a:lnTo>
                    <a:pt x="20895" y="81278"/>
                  </a:lnTo>
                  <a:lnTo>
                    <a:pt x="18202" y="85943"/>
                  </a:lnTo>
                  <a:lnTo>
                    <a:pt x="15661" y="90693"/>
                  </a:lnTo>
                  <a:lnTo>
                    <a:pt x="13274" y="95522"/>
                  </a:lnTo>
                  <a:lnTo>
                    <a:pt x="11044" y="100425"/>
                  </a:lnTo>
                  <a:lnTo>
                    <a:pt x="8974" y="105398"/>
                  </a:lnTo>
                  <a:lnTo>
                    <a:pt x="7064" y="110435"/>
                  </a:lnTo>
                  <a:lnTo>
                    <a:pt x="5318" y="115531"/>
                  </a:lnTo>
                  <a:lnTo>
                    <a:pt x="3737" y="120681"/>
                  </a:lnTo>
                  <a:lnTo>
                    <a:pt x="2322" y="125878"/>
                  </a:lnTo>
                  <a:lnTo>
                    <a:pt x="1076" y="131119"/>
                  </a:lnTo>
                  <a:lnTo>
                    <a:pt x="0" y="136397"/>
                  </a:lnTo>
                  <a:lnTo>
                    <a:pt x="16431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856727" y="5154610"/>
              <a:ext cx="164311" cy="30770"/>
            </a:xfrm>
            <a:custGeom>
              <a:avLst/>
              <a:pathLst>
                <a:path w="164311" h="30770">
                  <a:moveTo>
                    <a:pt x="0" y="0"/>
                  </a:moveTo>
                  <a:lnTo>
                    <a:pt x="164311" y="30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856727" y="5154610"/>
              <a:ext cx="164311" cy="30770"/>
            </a:xfrm>
            <a:custGeom>
              <a:avLst/>
              <a:pathLst>
                <a:path w="164311" h="30770">
                  <a:moveTo>
                    <a:pt x="0" y="0"/>
                  </a:moveTo>
                  <a:lnTo>
                    <a:pt x="164311" y="307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856727" y="5154610"/>
              <a:ext cx="164311" cy="30770"/>
            </a:xfrm>
            <a:custGeom>
              <a:avLst/>
              <a:pathLst>
                <a:path w="164311" h="30770">
                  <a:moveTo>
                    <a:pt x="0" y="0"/>
                  </a:moveTo>
                  <a:lnTo>
                    <a:pt x="164311" y="307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853887" y="5154610"/>
              <a:ext cx="167151" cy="46373"/>
            </a:xfrm>
            <a:custGeom>
              <a:avLst/>
              <a:pathLst>
                <a:path w="167151" h="46373">
                  <a:moveTo>
                    <a:pt x="2840" y="0"/>
                  </a:moveTo>
                  <a:lnTo>
                    <a:pt x="1745" y="6562"/>
                  </a:lnTo>
                  <a:lnTo>
                    <a:pt x="913" y="13162"/>
                  </a:lnTo>
                  <a:lnTo>
                    <a:pt x="344" y="19791"/>
                  </a:lnTo>
                  <a:lnTo>
                    <a:pt x="40" y="26437"/>
                  </a:lnTo>
                  <a:lnTo>
                    <a:pt x="0" y="33089"/>
                  </a:lnTo>
                  <a:lnTo>
                    <a:pt x="224" y="39738"/>
                  </a:lnTo>
                  <a:lnTo>
                    <a:pt x="713" y="46373"/>
                  </a:lnTo>
                  <a:lnTo>
                    <a:pt x="167151" y="307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854601" y="5018213"/>
              <a:ext cx="333594" cy="334327"/>
            </a:xfrm>
            <a:custGeom>
              <a:avLst/>
              <a:pathLst>
                <a:path w="333594" h="334327">
                  <a:moveTo>
                    <a:pt x="0" y="182771"/>
                  </a:moveTo>
                  <a:lnTo>
                    <a:pt x="576" y="188027"/>
                  </a:lnTo>
                  <a:lnTo>
                    <a:pt x="1319" y="193263"/>
                  </a:lnTo>
                  <a:lnTo>
                    <a:pt x="2227" y="198473"/>
                  </a:lnTo>
                  <a:lnTo>
                    <a:pt x="3300" y="203652"/>
                  </a:lnTo>
                  <a:lnTo>
                    <a:pt x="4535" y="208794"/>
                  </a:lnTo>
                  <a:lnTo>
                    <a:pt x="5933" y="213894"/>
                  </a:lnTo>
                  <a:lnTo>
                    <a:pt x="7491" y="218947"/>
                  </a:lnTo>
                  <a:lnTo>
                    <a:pt x="9209" y="223949"/>
                  </a:lnTo>
                  <a:lnTo>
                    <a:pt x="11084" y="228894"/>
                  </a:lnTo>
                  <a:lnTo>
                    <a:pt x="13114" y="233777"/>
                  </a:lnTo>
                  <a:lnTo>
                    <a:pt x="15297" y="238594"/>
                  </a:lnTo>
                  <a:lnTo>
                    <a:pt x="17632" y="243339"/>
                  </a:lnTo>
                  <a:lnTo>
                    <a:pt x="20116" y="248007"/>
                  </a:lnTo>
                  <a:lnTo>
                    <a:pt x="22747" y="252595"/>
                  </a:lnTo>
                  <a:lnTo>
                    <a:pt x="25521" y="257098"/>
                  </a:lnTo>
                  <a:lnTo>
                    <a:pt x="28436" y="261510"/>
                  </a:lnTo>
                  <a:lnTo>
                    <a:pt x="31489" y="265828"/>
                  </a:lnTo>
                  <a:lnTo>
                    <a:pt x="34677" y="270047"/>
                  </a:lnTo>
                  <a:lnTo>
                    <a:pt x="37997" y="274163"/>
                  </a:lnTo>
                  <a:lnTo>
                    <a:pt x="41446" y="278172"/>
                  </a:lnTo>
                  <a:lnTo>
                    <a:pt x="45020" y="282070"/>
                  </a:lnTo>
                  <a:lnTo>
                    <a:pt x="48715" y="285853"/>
                  </a:lnTo>
                  <a:lnTo>
                    <a:pt x="52528" y="289518"/>
                  </a:lnTo>
                  <a:lnTo>
                    <a:pt x="56455" y="293060"/>
                  </a:lnTo>
                  <a:lnTo>
                    <a:pt x="60492" y="296475"/>
                  </a:lnTo>
                  <a:lnTo>
                    <a:pt x="64636" y="299762"/>
                  </a:lnTo>
                  <a:lnTo>
                    <a:pt x="68881" y="302916"/>
                  </a:lnTo>
                  <a:lnTo>
                    <a:pt x="73223" y="305934"/>
                  </a:lnTo>
                  <a:lnTo>
                    <a:pt x="77659" y="308813"/>
                  </a:lnTo>
                  <a:lnTo>
                    <a:pt x="82184" y="311550"/>
                  </a:lnTo>
                  <a:lnTo>
                    <a:pt x="86793" y="314143"/>
                  </a:lnTo>
                  <a:lnTo>
                    <a:pt x="91482" y="316588"/>
                  </a:lnTo>
                  <a:lnTo>
                    <a:pt x="96246" y="318884"/>
                  </a:lnTo>
                  <a:lnTo>
                    <a:pt x="101080" y="321029"/>
                  </a:lnTo>
                  <a:lnTo>
                    <a:pt x="105980" y="323019"/>
                  </a:lnTo>
                  <a:lnTo>
                    <a:pt x="110940" y="324853"/>
                  </a:lnTo>
                  <a:lnTo>
                    <a:pt x="115955" y="326530"/>
                  </a:lnTo>
                  <a:lnTo>
                    <a:pt x="121021" y="328047"/>
                  </a:lnTo>
                  <a:lnTo>
                    <a:pt x="126133" y="329403"/>
                  </a:lnTo>
                  <a:lnTo>
                    <a:pt x="131285" y="330597"/>
                  </a:lnTo>
                  <a:lnTo>
                    <a:pt x="136472" y="331627"/>
                  </a:lnTo>
                  <a:lnTo>
                    <a:pt x="141689" y="332492"/>
                  </a:lnTo>
                  <a:lnTo>
                    <a:pt x="146931" y="333192"/>
                  </a:lnTo>
                  <a:lnTo>
                    <a:pt x="152192" y="333726"/>
                  </a:lnTo>
                  <a:lnTo>
                    <a:pt x="157468" y="334094"/>
                  </a:lnTo>
                  <a:lnTo>
                    <a:pt x="162752" y="334294"/>
                  </a:lnTo>
                  <a:lnTo>
                    <a:pt x="168040" y="334327"/>
                  </a:lnTo>
                  <a:lnTo>
                    <a:pt x="173327" y="334192"/>
                  </a:lnTo>
                  <a:lnTo>
                    <a:pt x="178607" y="333891"/>
                  </a:lnTo>
                  <a:lnTo>
                    <a:pt x="183874" y="333422"/>
                  </a:lnTo>
                  <a:lnTo>
                    <a:pt x="189125" y="332788"/>
                  </a:lnTo>
                  <a:lnTo>
                    <a:pt x="194352" y="331987"/>
                  </a:lnTo>
                  <a:lnTo>
                    <a:pt x="199551" y="331022"/>
                  </a:lnTo>
                  <a:lnTo>
                    <a:pt x="204718" y="329892"/>
                  </a:lnTo>
                  <a:lnTo>
                    <a:pt x="209846" y="328600"/>
                  </a:lnTo>
                  <a:lnTo>
                    <a:pt x="214930" y="327146"/>
                  </a:lnTo>
                  <a:lnTo>
                    <a:pt x="219966" y="325532"/>
                  </a:lnTo>
                  <a:lnTo>
                    <a:pt x="224949" y="323760"/>
                  </a:lnTo>
                  <a:lnTo>
                    <a:pt x="229873" y="321831"/>
                  </a:lnTo>
                  <a:lnTo>
                    <a:pt x="234733" y="319747"/>
                  </a:lnTo>
                  <a:lnTo>
                    <a:pt x="239525" y="317510"/>
                  </a:lnTo>
                  <a:lnTo>
                    <a:pt x="244244" y="315123"/>
                  </a:lnTo>
                  <a:lnTo>
                    <a:pt x="248885" y="312588"/>
                  </a:lnTo>
                  <a:lnTo>
                    <a:pt x="253444" y="309907"/>
                  </a:lnTo>
                  <a:lnTo>
                    <a:pt x="257915" y="307084"/>
                  </a:lnTo>
                  <a:lnTo>
                    <a:pt x="262295" y="304120"/>
                  </a:lnTo>
                  <a:lnTo>
                    <a:pt x="266579" y="301019"/>
                  </a:lnTo>
                  <a:lnTo>
                    <a:pt x="270763" y="297785"/>
                  </a:lnTo>
                  <a:lnTo>
                    <a:pt x="274843" y="294419"/>
                  </a:lnTo>
                  <a:lnTo>
                    <a:pt x="278813" y="290927"/>
                  </a:lnTo>
                  <a:lnTo>
                    <a:pt x="282672" y="287310"/>
                  </a:lnTo>
                  <a:lnTo>
                    <a:pt x="286414" y="283574"/>
                  </a:lnTo>
                  <a:lnTo>
                    <a:pt x="290036" y="279720"/>
                  </a:lnTo>
                  <a:lnTo>
                    <a:pt x="293534" y="275754"/>
                  </a:lnTo>
                  <a:lnTo>
                    <a:pt x="296906" y="271680"/>
                  </a:lnTo>
                  <a:lnTo>
                    <a:pt x="300146" y="267501"/>
                  </a:lnTo>
                  <a:lnTo>
                    <a:pt x="303253" y="263221"/>
                  </a:lnTo>
                  <a:lnTo>
                    <a:pt x="306223" y="258845"/>
                  </a:lnTo>
                  <a:lnTo>
                    <a:pt x="309053" y="254378"/>
                  </a:lnTo>
                  <a:lnTo>
                    <a:pt x="311740" y="249823"/>
                  </a:lnTo>
                  <a:lnTo>
                    <a:pt x="314282" y="245186"/>
                  </a:lnTo>
                  <a:lnTo>
                    <a:pt x="316675" y="240470"/>
                  </a:lnTo>
                  <a:lnTo>
                    <a:pt x="318919" y="235681"/>
                  </a:lnTo>
                  <a:lnTo>
                    <a:pt x="321010" y="230824"/>
                  </a:lnTo>
                  <a:lnTo>
                    <a:pt x="322946" y="225903"/>
                  </a:lnTo>
                  <a:lnTo>
                    <a:pt x="324726" y="220923"/>
                  </a:lnTo>
                  <a:lnTo>
                    <a:pt x="326347" y="215889"/>
                  </a:lnTo>
                  <a:lnTo>
                    <a:pt x="327808" y="210807"/>
                  </a:lnTo>
                  <a:lnTo>
                    <a:pt x="329108" y="205680"/>
                  </a:lnTo>
                  <a:lnTo>
                    <a:pt x="330244" y="200516"/>
                  </a:lnTo>
                  <a:lnTo>
                    <a:pt x="331217" y="195318"/>
                  </a:lnTo>
                  <a:lnTo>
                    <a:pt x="332025" y="190091"/>
                  </a:lnTo>
                  <a:lnTo>
                    <a:pt x="332667" y="184842"/>
                  </a:lnTo>
                  <a:lnTo>
                    <a:pt x="333143" y="179575"/>
                  </a:lnTo>
                  <a:lnTo>
                    <a:pt x="333452" y="174296"/>
                  </a:lnTo>
                  <a:lnTo>
                    <a:pt x="333594" y="169010"/>
                  </a:lnTo>
                  <a:lnTo>
                    <a:pt x="333569" y="163721"/>
                  </a:lnTo>
                  <a:lnTo>
                    <a:pt x="333376" y="158436"/>
                  </a:lnTo>
                  <a:lnTo>
                    <a:pt x="333017" y="153160"/>
                  </a:lnTo>
                  <a:lnTo>
                    <a:pt x="332490" y="147898"/>
                  </a:lnTo>
                  <a:lnTo>
                    <a:pt x="331798" y="142655"/>
                  </a:lnTo>
                  <a:lnTo>
                    <a:pt x="330940" y="137437"/>
                  </a:lnTo>
                  <a:lnTo>
                    <a:pt x="329917" y="132249"/>
                  </a:lnTo>
                  <a:lnTo>
                    <a:pt x="328731" y="127095"/>
                  </a:lnTo>
                  <a:lnTo>
                    <a:pt x="327382" y="121982"/>
                  </a:lnTo>
                  <a:lnTo>
                    <a:pt x="325872" y="116913"/>
                  </a:lnTo>
                  <a:lnTo>
                    <a:pt x="324203" y="111895"/>
                  </a:lnTo>
                  <a:lnTo>
                    <a:pt x="322376" y="106933"/>
                  </a:lnTo>
                  <a:lnTo>
                    <a:pt x="320392" y="102030"/>
                  </a:lnTo>
                  <a:lnTo>
                    <a:pt x="318255" y="97193"/>
                  </a:lnTo>
                  <a:lnTo>
                    <a:pt x="315966" y="92426"/>
                  </a:lnTo>
                  <a:lnTo>
                    <a:pt x="313527" y="87734"/>
                  </a:lnTo>
                  <a:lnTo>
                    <a:pt x="310940" y="83121"/>
                  </a:lnTo>
                  <a:lnTo>
                    <a:pt x="308210" y="78592"/>
                  </a:lnTo>
                  <a:lnTo>
                    <a:pt x="305337" y="74152"/>
                  </a:lnTo>
                  <a:lnTo>
                    <a:pt x="302325" y="69805"/>
                  </a:lnTo>
                  <a:lnTo>
                    <a:pt x="299178" y="65555"/>
                  </a:lnTo>
                  <a:lnTo>
                    <a:pt x="295897" y="61407"/>
                  </a:lnTo>
                  <a:lnTo>
                    <a:pt x="292487" y="57365"/>
                  </a:lnTo>
                  <a:lnTo>
                    <a:pt x="288951" y="53433"/>
                  </a:lnTo>
                  <a:lnTo>
                    <a:pt x="285292" y="49615"/>
                  </a:lnTo>
                  <a:lnTo>
                    <a:pt x="281514" y="45914"/>
                  </a:lnTo>
                  <a:lnTo>
                    <a:pt x="277621" y="42335"/>
                  </a:lnTo>
                  <a:lnTo>
                    <a:pt x="273617" y="38881"/>
                  </a:lnTo>
                  <a:lnTo>
                    <a:pt x="269506" y="35554"/>
                  </a:lnTo>
                  <a:lnTo>
                    <a:pt x="265291" y="32360"/>
                  </a:lnTo>
                  <a:lnTo>
                    <a:pt x="260977" y="29301"/>
                  </a:lnTo>
                  <a:lnTo>
                    <a:pt x="256569" y="26379"/>
                  </a:lnTo>
                  <a:lnTo>
                    <a:pt x="252071" y="23599"/>
                  </a:lnTo>
                  <a:lnTo>
                    <a:pt x="247487" y="20962"/>
                  </a:lnTo>
                  <a:lnTo>
                    <a:pt x="242822" y="18471"/>
                  </a:lnTo>
                  <a:lnTo>
                    <a:pt x="238080" y="16130"/>
                  </a:lnTo>
                  <a:lnTo>
                    <a:pt x="233267" y="13939"/>
                  </a:lnTo>
                  <a:lnTo>
                    <a:pt x="228387" y="11902"/>
                  </a:lnTo>
                  <a:lnTo>
                    <a:pt x="223444" y="10020"/>
                  </a:lnTo>
                  <a:lnTo>
                    <a:pt x="218445" y="8296"/>
                  </a:lnTo>
                  <a:lnTo>
                    <a:pt x="213394" y="6730"/>
                  </a:lnTo>
                  <a:lnTo>
                    <a:pt x="208295" y="5325"/>
                  </a:lnTo>
                  <a:lnTo>
                    <a:pt x="203155" y="4082"/>
                  </a:lnTo>
                  <a:lnTo>
                    <a:pt x="197978" y="3002"/>
                  </a:lnTo>
                  <a:lnTo>
                    <a:pt x="192770" y="2087"/>
                  </a:lnTo>
                  <a:lnTo>
                    <a:pt x="187535" y="1336"/>
                  </a:lnTo>
                  <a:lnTo>
                    <a:pt x="182279" y="752"/>
                  </a:lnTo>
                  <a:lnTo>
                    <a:pt x="177007" y="334"/>
                  </a:lnTo>
                  <a:lnTo>
                    <a:pt x="171725" y="83"/>
                  </a:lnTo>
                  <a:lnTo>
                    <a:pt x="166437" y="0"/>
                  </a:lnTo>
                  <a:lnTo>
                    <a:pt x="16643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256074" y="4659281"/>
              <a:ext cx="167160" cy="334306"/>
            </a:xfrm>
            <a:custGeom>
              <a:avLst/>
              <a:pathLst>
                <a:path w="167160" h="334306">
                  <a:moveTo>
                    <a:pt x="167160" y="0"/>
                  </a:moveTo>
                  <a:lnTo>
                    <a:pt x="161833" y="84"/>
                  </a:lnTo>
                  <a:lnTo>
                    <a:pt x="156512" y="339"/>
                  </a:lnTo>
                  <a:lnTo>
                    <a:pt x="151201" y="763"/>
                  </a:lnTo>
                  <a:lnTo>
                    <a:pt x="145907" y="1356"/>
                  </a:lnTo>
                  <a:lnTo>
                    <a:pt x="140634" y="2117"/>
                  </a:lnTo>
                  <a:lnTo>
                    <a:pt x="135389" y="3046"/>
                  </a:lnTo>
                  <a:lnTo>
                    <a:pt x="130175" y="4142"/>
                  </a:lnTo>
                  <a:lnTo>
                    <a:pt x="124999" y="5403"/>
                  </a:lnTo>
                  <a:lnTo>
                    <a:pt x="119866" y="6829"/>
                  </a:lnTo>
                  <a:lnTo>
                    <a:pt x="114781" y="8417"/>
                  </a:lnTo>
                  <a:lnTo>
                    <a:pt x="109749" y="10167"/>
                  </a:lnTo>
                  <a:lnTo>
                    <a:pt x="104775" y="12076"/>
                  </a:lnTo>
                  <a:lnTo>
                    <a:pt x="99865" y="14143"/>
                  </a:lnTo>
                  <a:lnTo>
                    <a:pt x="95023" y="16365"/>
                  </a:lnTo>
                  <a:lnTo>
                    <a:pt x="90255" y="18740"/>
                  </a:lnTo>
                  <a:lnTo>
                    <a:pt x="85564" y="21266"/>
                  </a:lnTo>
                  <a:lnTo>
                    <a:pt x="80957" y="23940"/>
                  </a:lnTo>
                  <a:lnTo>
                    <a:pt x="76436" y="26760"/>
                  </a:lnTo>
                  <a:lnTo>
                    <a:pt x="72008" y="29722"/>
                  </a:lnTo>
                  <a:lnTo>
                    <a:pt x="67677" y="32824"/>
                  </a:lnTo>
                  <a:lnTo>
                    <a:pt x="63447" y="36062"/>
                  </a:lnTo>
                  <a:lnTo>
                    <a:pt x="59322" y="39433"/>
                  </a:lnTo>
                  <a:lnTo>
                    <a:pt x="55306" y="42934"/>
                  </a:lnTo>
                  <a:lnTo>
                    <a:pt x="51405" y="46562"/>
                  </a:lnTo>
                  <a:lnTo>
                    <a:pt x="47620" y="50311"/>
                  </a:lnTo>
                  <a:lnTo>
                    <a:pt x="43958" y="54180"/>
                  </a:lnTo>
                  <a:lnTo>
                    <a:pt x="40420" y="58163"/>
                  </a:lnTo>
                  <a:lnTo>
                    <a:pt x="37011" y="62257"/>
                  </a:lnTo>
                  <a:lnTo>
                    <a:pt x="33734" y="66457"/>
                  </a:lnTo>
                  <a:lnTo>
                    <a:pt x="30593" y="70760"/>
                  </a:lnTo>
                  <a:lnTo>
                    <a:pt x="27590" y="75161"/>
                  </a:lnTo>
                  <a:lnTo>
                    <a:pt x="24729" y="79655"/>
                  </a:lnTo>
                  <a:lnTo>
                    <a:pt x="22013" y="84238"/>
                  </a:lnTo>
                  <a:lnTo>
                    <a:pt x="19444" y="88905"/>
                  </a:lnTo>
                  <a:lnTo>
                    <a:pt x="17025" y="93651"/>
                  </a:lnTo>
                  <a:lnTo>
                    <a:pt x="14759" y="98473"/>
                  </a:lnTo>
                  <a:lnTo>
                    <a:pt x="12647" y="103364"/>
                  </a:lnTo>
                  <a:lnTo>
                    <a:pt x="10693" y="108320"/>
                  </a:lnTo>
                  <a:lnTo>
                    <a:pt x="8897" y="113335"/>
                  </a:lnTo>
                  <a:lnTo>
                    <a:pt x="7262" y="118406"/>
                  </a:lnTo>
                  <a:lnTo>
                    <a:pt x="5790" y="123525"/>
                  </a:lnTo>
                  <a:lnTo>
                    <a:pt x="4481" y="128690"/>
                  </a:lnTo>
                  <a:lnTo>
                    <a:pt x="3337" y="133893"/>
                  </a:lnTo>
                  <a:lnTo>
                    <a:pt x="2360" y="139130"/>
                  </a:lnTo>
                  <a:lnTo>
                    <a:pt x="1551" y="144395"/>
                  </a:lnTo>
                  <a:lnTo>
                    <a:pt x="909" y="149684"/>
                  </a:lnTo>
                  <a:lnTo>
                    <a:pt x="437" y="154990"/>
                  </a:lnTo>
                  <a:lnTo>
                    <a:pt x="133" y="160309"/>
                  </a:lnTo>
                  <a:lnTo>
                    <a:pt x="0" y="165635"/>
                  </a:lnTo>
                  <a:lnTo>
                    <a:pt x="36" y="170962"/>
                  </a:lnTo>
                  <a:lnTo>
                    <a:pt x="241" y="176286"/>
                  </a:lnTo>
                  <a:lnTo>
                    <a:pt x="617" y="181600"/>
                  </a:lnTo>
                  <a:lnTo>
                    <a:pt x="1161" y="186899"/>
                  </a:lnTo>
                  <a:lnTo>
                    <a:pt x="1874" y="192179"/>
                  </a:lnTo>
                  <a:lnTo>
                    <a:pt x="2755" y="197433"/>
                  </a:lnTo>
                  <a:lnTo>
                    <a:pt x="3803" y="202656"/>
                  </a:lnTo>
                  <a:lnTo>
                    <a:pt x="5017" y="207844"/>
                  </a:lnTo>
                  <a:lnTo>
                    <a:pt x="6395" y="212989"/>
                  </a:lnTo>
                  <a:lnTo>
                    <a:pt x="7937" y="218089"/>
                  </a:lnTo>
                  <a:lnTo>
                    <a:pt x="9641" y="223137"/>
                  </a:lnTo>
                  <a:lnTo>
                    <a:pt x="11504" y="228128"/>
                  </a:lnTo>
                  <a:lnTo>
                    <a:pt x="13526" y="233056"/>
                  </a:lnTo>
                  <a:lnTo>
                    <a:pt x="15703" y="237919"/>
                  </a:lnTo>
                  <a:lnTo>
                    <a:pt x="18034" y="242709"/>
                  </a:lnTo>
                  <a:lnTo>
                    <a:pt x="20517" y="247422"/>
                  </a:lnTo>
                  <a:lnTo>
                    <a:pt x="23149" y="252054"/>
                  </a:lnTo>
                  <a:lnTo>
                    <a:pt x="25927" y="256600"/>
                  </a:lnTo>
                  <a:lnTo>
                    <a:pt x="28849" y="261055"/>
                  </a:lnTo>
                  <a:lnTo>
                    <a:pt x="31911" y="265414"/>
                  </a:lnTo>
                  <a:lnTo>
                    <a:pt x="35110" y="269674"/>
                  </a:lnTo>
                  <a:lnTo>
                    <a:pt x="38443" y="273830"/>
                  </a:lnTo>
                  <a:lnTo>
                    <a:pt x="41907" y="277877"/>
                  </a:lnTo>
                  <a:lnTo>
                    <a:pt x="45499" y="281812"/>
                  </a:lnTo>
                  <a:lnTo>
                    <a:pt x="49214" y="285631"/>
                  </a:lnTo>
                  <a:lnTo>
                    <a:pt x="53048" y="289329"/>
                  </a:lnTo>
                  <a:lnTo>
                    <a:pt x="56999" y="292903"/>
                  </a:lnTo>
                  <a:lnTo>
                    <a:pt x="61061" y="296349"/>
                  </a:lnTo>
                  <a:lnTo>
                    <a:pt x="65232" y="299664"/>
                  </a:lnTo>
                  <a:lnTo>
                    <a:pt x="69505" y="302845"/>
                  </a:lnTo>
                  <a:lnTo>
                    <a:pt x="73878" y="305888"/>
                  </a:lnTo>
                  <a:lnTo>
                    <a:pt x="78346" y="308790"/>
                  </a:lnTo>
                  <a:lnTo>
                    <a:pt x="82904" y="311548"/>
                  </a:lnTo>
                  <a:lnTo>
                    <a:pt x="87547" y="314159"/>
                  </a:lnTo>
                  <a:lnTo>
                    <a:pt x="92272" y="316622"/>
                  </a:lnTo>
                  <a:lnTo>
                    <a:pt x="97072" y="318932"/>
                  </a:lnTo>
                  <a:lnTo>
                    <a:pt x="101943" y="321088"/>
                  </a:lnTo>
                  <a:lnTo>
                    <a:pt x="106881" y="323088"/>
                  </a:lnTo>
                  <a:lnTo>
                    <a:pt x="111880" y="324930"/>
                  </a:lnTo>
                  <a:lnTo>
                    <a:pt x="116935" y="326611"/>
                  </a:lnTo>
                  <a:lnTo>
                    <a:pt x="122041" y="328131"/>
                  </a:lnTo>
                  <a:lnTo>
                    <a:pt x="127193" y="329486"/>
                  </a:lnTo>
                  <a:lnTo>
                    <a:pt x="132386" y="330678"/>
                  </a:lnTo>
                  <a:lnTo>
                    <a:pt x="137614" y="331703"/>
                  </a:lnTo>
                  <a:lnTo>
                    <a:pt x="142872" y="332561"/>
                  </a:lnTo>
                  <a:lnTo>
                    <a:pt x="148154" y="333250"/>
                  </a:lnTo>
                  <a:lnTo>
                    <a:pt x="153456" y="333772"/>
                  </a:lnTo>
                  <a:lnTo>
                    <a:pt x="158772" y="334124"/>
                  </a:lnTo>
                  <a:lnTo>
                    <a:pt x="164096" y="334306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0171" y="4826449"/>
              <a:ext cx="3063" cy="167139"/>
            </a:xfrm>
            <a:custGeom>
              <a:avLst/>
              <a:pathLst>
                <a:path w="3063" h="167139">
                  <a:moveTo>
                    <a:pt x="0" y="167139"/>
                  </a:moveTo>
                  <a:lnTo>
                    <a:pt x="306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0171" y="4826449"/>
              <a:ext cx="3063" cy="167139"/>
            </a:xfrm>
            <a:custGeom>
              <a:avLst/>
              <a:pathLst>
                <a:path w="3063" h="167139">
                  <a:moveTo>
                    <a:pt x="0" y="167139"/>
                  </a:moveTo>
                  <a:lnTo>
                    <a:pt x="306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0171" y="4826449"/>
              <a:ext cx="99128" cy="167148"/>
            </a:xfrm>
            <a:custGeom>
              <a:avLst/>
              <a:pathLst>
                <a:path w="99128" h="167148">
                  <a:moveTo>
                    <a:pt x="0" y="167139"/>
                  </a:moveTo>
                  <a:lnTo>
                    <a:pt x="5547" y="167148"/>
                  </a:lnTo>
                  <a:lnTo>
                    <a:pt x="11091" y="166974"/>
                  </a:lnTo>
                  <a:lnTo>
                    <a:pt x="16627" y="166616"/>
                  </a:lnTo>
                  <a:lnTo>
                    <a:pt x="22148" y="166074"/>
                  </a:lnTo>
                  <a:lnTo>
                    <a:pt x="27647" y="165349"/>
                  </a:lnTo>
                  <a:lnTo>
                    <a:pt x="33120" y="164443"/>
                  </a:lnTo>
                  <a:lnTo>
                    <a:pt x="38559" y="163355"/>
                  </a:lnTo>
                  <a:lnTo>
                    <a:pt x="43960" y="162087"/>
                  </a:lnTo>
                  <a:lnTo>
                    <a:pt x="49315" y="160641"/>
                  </a:lnTo>
                  <a:lnTo>
                    <a:pt x="54620" y="159018"/>
                  </a:lnTo>
                  <a:lnTo>
                    <a:pt x="59867" y="157220"/>
                  </a:lnTo>
                  <a:lnTo>
                    <a:pt x="65053" y="155249"/>
                  </a:lnTo>
                  <a:lnTo>
                    <a:pt x="70169" y="153106"/>
                  </a:lnTo>
                  <a:lnTo>
                    <a:pt x="75212" y="150796"/>
                  </a:lnTo>
                  <a:lnTo>
                    <a:pt x="80176" y="148319"/>
                  </a:lnTo>
                  <a:lnTo>
                    <a:pt x="85055" y="145679"/>
                  </a:lnTo>
                  <a:lnTo>
                    <a:pt x="89843" y="142878"/>
                  </a:lnTo>
                  <a:lnTo>
                    <a:pt x="94536" y="139920"/>
                  </a:lnTo>
                  <a:lnTo>
                    <a:pt x="99128" y="136808"/>
                  </a:lnTo>
                  <a:lnTo>
                    <a:pt x="306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167167" cy="303975"/>
            </a:xfrm>
            <a:custGeom>
              <a:avLst/>
              <a:pathLst>
                <a:path w="167167" h="303975">
                  <a:moveTo>
                    <a:pt x="96064" y="303975"/>
                  </a:moveTo>
                  <a:lnTo>
                    <a:pt x="100394" y="300830"/>
                  </a:lnTo>
                  <a:lnTo>
                    <a:pt x="104622" y="297548"/>
                  </a:lnTo>
                  <a:lnTo>
                    <a:pt x="108742" y="294132"/>
                  </a:lnTo>
                  <a:lnTo>
                    <a:pt x="112751" y="290586"/>
                  </a:lnTo>
                  <a:lnTo>
                    <a:pt x="116644" y="286913"/>
                  </a:lnTo>
                  <a:lnTo>
                    <a:pt x="120417" y="283117"/>
                  </a:lnTo>
                  <a:lnTo>
                    <a:pt x="124067" y="279203"/>
                  </a:lnTo>
                  <a:lnTo>
                    <a:pt x="127590" y="275174"/>
                  </a:lnTo>
                  <a:lnTo>
                    <a:pt x="130983" y="271034"/>
                  </a:lnTo>
                  <a:lnTo>
                    <a:pt x="134240" y="266788"/>
                  </a:lnTo>
                  <a:lnTo>
                    <a:pt x="137361" y="262439"/>
                  </a:lnTo>
                  <a:lnTo>
                    <a:pt x="140340" y="257993"/>
                  </a:lnTo>
                  <a:lnTo>
                    <a:pt x="143176" y="253454"/>
                  </a:lnTo>
                  <a:lnTo>
                    <a:pt x="145865" y="248827"/>
                  </a:lnTo>
                  <a:lnTo>
                    <a:pt x="148404" y="244115"/>
                  </a:lnTo>
                  <a:lnTo>
                    <a:pt x="150791" y="239325"/>
                  </a:lnTo>
                  <a:lnTo>
                    <a:pt x="153024" y="234461"/>
                  </a:lnTo>
                  <a:lnTo>
                    <a:pt x="155100" y="229528"/>
                  </a:lnTo>
                  <a:lnTo>
                    <a:pt x="157017" y="224531"/>
                  </a:lnTo>
                  <a:lnTo>
                    <a:pt x="158772" y="219475"/>
                  </a:lnTo>
                  <a:lnTo>
                    <a:pt x="160366" y="214365"/>
                  </a:lnTo>
                  <a:lnTo>
                    <a:pt x="161794" y="209207"/>
                  </a:lnTo>
                  <a:lnTo>
                    <a:pt x="163057" y="204006"/>
                  </a:lnTo>
                  <a:lnTo>
                    <a:pt x="164153" y="198768"/>
                  </a:lnTo>
                  <a:lnTo>
                    <a:pt x="165080" y="193497"/>
                  </a:lnTo>
                  <a:lnTo>
                    <a:pt x="165839" y="188198"/>
                  </a:lnTo>
                  <a:lnTo>
                    <a:pt x="166427" y="182879"/>
                  </a:lnTo>
                  <a:lnTo>
                    <a:pt x="166845" y="177543"/>
                  </a:lnTo>
                  <a:lnTo>
                    <a:pt x="167091" y="172197"/>
                  </a:lnTo>
                  <a:lnTo>
                    <a:pt x="167167" y="166845"/>
                  </a:lnTo>
                  <a:lnTo>
                    <a:pt x="167071" y="161494"/>
                  </a:lnTo>
                  <a:lnTo>
                    <a:pt x="166803" y="156148"/>
                  </a:lnTo>
                  <a:lnTo>
                    <a:pt x="166365" y="150814"/>
                  </a:lnTo>
                  <a:lnTo>
                    <a:pt x="165756" y="145497"/>
                  </a:lnTo>
                  <a:lnTo>
                    <a:pt x="164978" y="140202"/>
                  </a:lnTo>
                  <a:lnTo>
                    <a:pt x="164030" y="134934"/>
                  </a:lnTo>
                  <a:lnTo>
                    <a:pt x="162914" y="129700"/>
                  </a:lnTo>
                  <a:lnTo>
                    <a:pt x="161631" y="124504"/>
                  </a:lnTo>
                  <a:lnTo>
                    <a:pt x="160183" y="119351"/>
                  </a:lnTo>
                  <a:lnTo>
                    <a:pt x="158570" y="114248"/>
                  </a:lnTo>
                  <a:lnTo>
                    <a:pt x="156794" y="109199"/>
                  </a:lnTo>
                  <a:lnTo>
                    <a:pt x="154858" y="104209"/>
                  </a:lnTo>
                  <a:lnTo>
                    <a:pt x="152764" y="99284"/>
                  </a:lnTo>
                  <a:lnTo>
                    <a:pt x="150512" y="94429"/>
                  </a:lnTo>
                  <a:lnTo>
                    <a:pt x="148107" y="89648"/>
                  </a:lnTo>
                  <a:lnTo>
                    <a:pt x="145549" y="84946"/>
                  </a:lnTo>
                  <a:lnTo>
                    <a:pt x="142842" y="80329"/>
                  </a:lnTo>
                  <a:lnTo>
                    <a:pt x="139989" y="75801"/>
                  </a:lnTo>
                  <a:lnTo>
                    <a:pt x="136993" y="71366"/>
                  </a:lnTo>
                  <a:lnTo>
                    <a:pt x="133856" y="67030"/>
                  </a:lnTo>
                  <a:lnTo>
                    <a:pt x="130581" y="62796"/>
                  </a:lnTo>
                  <a:lnTo>
                    <a:pt x="127173" y="58669"/>
                  </a:lnTo>
                  <a:lnTo>
                    <a:pt x="123635" y="54654"/>
                  </a:lnTo>
                  <a:lnTo>
                    <a:pt x="119970" y="50754"/>
                  </a:lnTo>
                  <a:lnTo>
                    <a:pt x="116182" y="46973"/>
                  </a:lnTo>
                  <a:lnTo>
                    <a:pt x="112274" y="43315"/>
                  </a:lnTo>
                  <a:lnTo>
                    <a:pt x="108252" y="39784"/>
                  </a:lnTo>
                  <a:lnTo>
                    <a:pt x="104119" y="36384"/>
                  </a:lnTo>
                  <a:lnTo>
                    <a:pt x="99879" y="33118"/>
                  </a:lnTo>
                  <a:lnTo>
                    <a:pt x="95536" y="29989"/>
                  </a:lnTo>
                  <a:lnTo>
                    <a:pt x="91096" y="27001"/>
                  </a:lnTo>
                  <a:lnTo>
                    <a:pt x="86562" y="24157"/>
                  </a:lnTo>
                  <a:lnTo>
                    <a:pt x="81940" y="21459"/>
                  </a:lnTo>
                  <a:lnTo>
                    <a:pt x="77233" y="18911"/>
                  </a:lnTo>
                  <a:lnTo>
                    <a:pt x="72448" y="16514"/>
                  </a:lnTo>
                  <a:lnTo>
                    <a:pt x="67588" y="14272"/>
                  </a:lnTo>
                  <a:lnTo>
                    <a:pt x="62659" y="12187"/>
                  </a:lnTo>
                  <a:lnTo>
                    <a:pt x="57665" y="10261"/>
                  </a:lnTo>
                  <a:lnTo>
                    <a:pt x="52613" y="8495"/>
                  </a:lnTo>
                  <a:lnTo>
                    <a:pt x="47507" y="6892"/>
                  </a:lnTo>
                  <a:lnTo>
                    <a:pt x="42351" y="5453"/>
                  </a:lnTo>
                  <a:lnTo>
                    <a:pt x="37153" y="4181"/>
                  </a:lnTo>
                  <a:lnTo>
                    <a:pt x="31916" y="3075"/>
                  </a:lnTo>
                  <a:lnTo>
                    <a:pt x="26647" y="2137"/>
                  </a:lnTo>
                  <a:lnTo>
                    <a:pt x="21350" y="1369"/>
                  </a:lnTo>
                  <a:lnTo>
                    <a:pt x="16032" y="770"/>
                  </a:lnTo>
                  <a:lnTo>
                    <a:pt x="10697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561307" y="4213821"/>
              <a:ext cx="277663" cy="334322"/>
            </a:xfrm>
            <a:custGeom>
              <a:avLst/>
              <a:pathLst>
                <a:path w="277663" h="334322">
                  <a:moveTo>
                    <a:pt x="167164" y="0"/>
                  </a:moveTo>
                  <a:lnTo>
                    <a:pt x="161827" y="85"/>
                  </a:lnTo>
                  <a:lnTo>
                    <a:pt x="156495" y="340"/>
                  </a:lnTo>
                  <a:lnTo>
                    <a:pt x="151174" y="766"/>
                  </a:lnTo>
                  <a:lnTo>
                    <a:pt x="145870" y="1361"/>
                  </a:lnTo>
                  <a:lnTo>
                    <a:pt x="140587" y="2126"/>
                  </a:lnTo>
                  <a:lnTo>
                    <a:pt x="135332" y="3058"/>
                  </a:lnTo>
                  <a:lnTo>
                    <a:pt x="130108" y="4158"/>
                  </a:lnTo>
                  <a:lnTo>
                    <a:pt x="124923" y="5424"/>
                  </a:lnTo>
                  <a:lnTo>
                    <a:pt x="119781" y="6855"/>
                  </a:lnTo>
                  <a:lnTo>
                    <a:pt x="114687" y="8450"/>
                  </a:lnTo>
                  <a:lnTo>
                    <a:pt x="109646" y="10206"/>
                  </a:lnTo>
                  <a:lnTo>
                    <a:pt x="104664" y="12123"/>
                  </a:lnTo>
                  <a:lnTo>
                    <a:pt x="99746" y="14197"/>
                  </a:lnTo>
                  <a:lnTo>
                    <a:pt x="94897" y="16427"/>
                  </a:lnTo>
                  <a:lnTo>
                    <a:pt x="90121" y="18811"/>
                  </a:lnTo>
                  <a:lnTo>
                    <a:pt x="85424" y="21347"/>
                  </a:lnTo>
                  <a:lnTo>
                    <a:pt x="80810" y="24031"/>
                  </a:lnTo>
                  <a:lnTo>
                    <a:pt x="76284" y="26861"/>
                  </a:lnTo>
                  <a:lnTo>
                    <a:pt x="71851" y="29834"/>
                  </a:lnTo>
                  <a:lnTo>
                    <a:pt x="67515" y="32947"/>
                  </a:lnTo>
                  <a:lnTo>
                    <a:pt x="63281" y="36197"/>
                  </a:lnTo>
                  <a:lnTo>
                    <a:pt x="59152" y="39580"/>
                  </a:lnTo>
                  <a:lnTo>
                    <a:pt x="55134" y="43093"/>
                  </a:lnTo>
                  <a:lnTo>
                    <a:pt x="51230" y="46733"/>
                  </a:lnTo>
                  <a:lnTo>
                    <a:pt x="47444" y="50496"/>
                  </a:lnTo>
                  <a:lnTo>
                    <a:pt x="43780" y="54378"/>
                  </a:lnTo>
                  <a:lnTo>
                    <a:pt x="40242" y="58375"/>
                  </a:lnTo>
                  <a:lnTo>
                    <a:pt x="36833" y="62482"/>
                  </a:lnTo>
                  <a:lnTo>
                    <a:pt x="33557" y="66697"/>
                  </a:lnTo>
                  <a:lnTo>
                    <a:pt x="30418" y="71013"/>
                  </a:lnTo>
                  <a:lnTo>
                    <a:pt x="27418" y="75428"/>
                  </a:lnTo>
                  <a:lnTo>
                    <a:pt x="24560" y="79937"/>
                  </a:lnTo>
                  <a:lnTo>
                    <a:pt x="21848" y="84534"/>
                  </a:lnTo>
                  <a:lnTo>
                    <a:pt x="19284" y="89215"/>
                  </a:lnTo>
                  <a:lnTo>
                    <a:pt x="16870" y="93976"/>
                  </a:lnTo>
                  <a:lnTo>
                    <a:pt x="14610" y="98812"/>
                  </a:lnTo>
                  <a:lnTo>
                    <a:pt x="12506" y="103717"/>
                  </a:lnTo>
                  <a:lnTo>
                    <a:pt x="10559" y="108687"/>
                  </a:lnTo>
                  <a:lnTo>
                    <a:pt x="8772" y="113717"/>
                  </a:lnTo>
                  <a:lnTo>
                    <a:pt x="7146" y="118801"/>
                  </a:lnTo>
                  <a:lnTo>
                    <a:pt x="5683" y="123935"/>
                  </a:lnTo>
                  <a:lnTo>
                    <a:pt x="4385" y="129112"/>
                  </a:lnTo>
                  <a:lnTo>
                    <a:pt x="3253" y="134329"/>
                  </a:lnTo>
                  <a:lnTo>
                    <a:pt x="2289" y="139578"/>
                  </a:lnTo>
                  <a:lnTo>
                    <a:pt x="1492" y="144856"/>
                  </a:lnTo>
                  <a:lnTo>
                    <a:pt x="864" y="150157"/>
                  </a:lnTo>
                  <a:lnTo>
                    <a:pt x="406" y="155475"/>
                  </a:lnTo>
                  <a:lnTo>
                    <a:pt x="117" y="160805"/>
                  </a:lnTo>
                  <a:lnTo>
                    <a:pt x="0" y="166141"/>
                  </a:lnTo>
                  <a:lnTo>
                    <a:pt x="52" y="171479"/>
                  </a:lnTo>
                  <a:lnTo>
                    <a:pt x="275" y="176812"/>
                  </a:lnTo>
                  <a:lnTo>
                    <a:pt x="668" y="182135"/>
                  </a:lnTo>
                  <a:lnTo>
                    <a:pt x="1231" y="187443"/>
                  </a:lnTo>
                  <a:lnTo>
                    <a:pt x="1963" y="192731"/>
                  </a:lnTo>
                  <a:lnTo>
                    <a:pt x="2863" y="197992"/>
                  </a:lnTo>
                  <a:lnTo>
                    <a:pt x="3931" y="203222"/>
                  </a:lnTo>
                  <a:lnTo>
                    <a:pt x="5165" y="208415"/>
                  </a:lnTo>
                  <a:lnTo>
                    <a:pt x="6565" y="213566"/>
                  </a:lnTo>
                  <a:lnTo>
                    <a:pt x="8128" y="218669"/>
                  </a:lnTo>
                  <a:lnTo>
                    <a:pt x="9853" y="223721"/>
                  </a:lnTo>
                  <a:lnTo>
                    <a:pt x="11739" y="228714"/>
                  </a:lnTo>
                  <a:lnTo>
                    <a:pt x="13783" y="233645"/>
                  </a:lnTo>
                  <a:lnTo>
                    <a:pt x="15984" y="238508"/>
                  </a:lnTo>
                  <a:lnTo>
                    <a:pt x="18338" y="243298"/>
                  </a:lnTo>
                  <a:lnTo>
                    <a:pt x="20845" y="248011"/>
                  </a:lnTo>
                  <a:lnTo>
                    <a:pt x="23501" y="252641"/>
                  </a:lnTo>
                  <a:lnTo>
                    <a:pt x="26303" y="257184"/>
                  </a:lnTo>
                  <a:lnTo>
                    <a:pt x="29248" y="261635"/>
                  </a:lnTo>
                  <a:lnTo>
                    <a:pt x="32335" y="265990"/>
                  </a:lnTo>
                  <a:lnTo>
                    <a:pt x="35559" y="270245"/>
                  </a:lnTo>
                  <a:lnTo>
                    <a:pt x="38917" y="274394"/>
                  </a:lnTo>
                  <a:lnTo>
                    <a:pt x="42405" y="278434"/>
                  </a:lnTo>
                  <a:lnTo>
                    <a:pt x="46021" y="282360"/>
                  </a:lnTo>
                  <a:lnTo>
                    <a:pt x="49761" y="286169"/>
                  </a:lnTo>
                  <a:lnTo>
                    <a:pt x="53620" y="289857"/>
                  </a:lnTo>
                  <a:lnTo>
                    <a:pt x="57595" y="293419"/>
                  </a:lnTo>
                  <a:lnTo>
                    <a:pt x="61681" y="296853"/>
                  </a:lnTo>
                  <a:lnTo>
                    <a:pt x="65876" y="300154"/>
                  </a:lnTo>
                  <a:lnTo>
                    <a:pt x="70173" y="303320"/>
                  </a:lnTo>
                  <a:lnTo>
                    <a:pt x="74569" y="306348"/>
                  </a:lnTo>
                  <a:lnTo>
                    <a:pt x="79060" y="309233"/>
                  </a:lnTo>
                  <a:lnTo>
                    <a:pt x="83641" y="311973"/>
                  </a:lnTo>
                  <a:lnTo>
                    <a:pt x="88306" y="314566"/>
                  </a:lnTo>
                  <a:lnTo>
                    <a:pt x="93053" y="317008"/>
                  </a:lnTo>
                  <a:lnTo>
                    <a:pt x="97874" y="319298"/>
                  </a:lnTo>
                  <a:lnTo>
                    <a:pt x="102767" y="321433"/>
                  </a:lnTo>
                  <a:lnTo>
                    <a:pt x="107725" y="323410"/>
                  </a:lnTo>
                  <a:lnTo>
                    <a:pt x="112743" y="325228"/>
                  </a:lnTo>
                  <a:lnTo>
                    <a:pt x="117817" y="326885"/>
                  </a:lnTo>
                  <a:lnTo>
                    <a:pt x="122942" y="328379"/>
                  </a:lnTo>
                  <a:lnTo>
                    <a:pt x="128111" y="329709"/>
                  </a:lnTo>
                  <a:lnTo>
                    <a:pt x="133320" y="330873"/>
                  </a:lnTo>
                  <a:lnTo>
                    <a:pt x="138564" y="331870"/>
                  </a:lnTo>
                  <a:lnTo>
                    <a:pt x="143837" y="332699"/>
                  </a:lnTo>
                  <a:lnTo>
                    <a:pt x="149134" y="333359"/>
                  </a:lnTo>
                  <a:lnTo>
                    <a:pt x="154449" y="333850"/>
                  </a:lnTo>
                  <a:lnTo>
                    <a:pt x="159777" y="334171"/>
                  </a:lnTo>
                  <a:lnTo>
                    <a:pt x="165113" y="334322"/>
                  </a:lnTo>
                  <a:lnTo>
                    <a:pt x="170450" y="334302"/>
                  </a:lnTo>
                  <a:lnTo>
                    <a:pt x="175785" y="334112"/>
                  </a:lnTo>
                  <a:lnTo>
                    <a:pt x="181110" y="333752"/>
                  </a:lnTo>
                  <a:lnTo>
                    <a:pt x="186422" y="333221"/>
                  </a:lnTo>
                  <a:lnTo>
                    <a:pt x="191713" y="332522"/>
                  </a:lnTo>
                  <a:lnTo>
                    <a:pt x="196980" y="331654"/>
                  </a:lnTo>
                  <a:lnTo>
                    <a:pt x="202216" y="330618"/>
                  </a:lnTo>
                  <a:lnTo>
                    <a:pt x="207417" y="329416"/>
                  </a:lnTo>
                  <a:lnTo>
                    <a:pt x="212576" y="328048"/>
                  </a:lnTo>
                  <a:lnTo>
                    <a:pt x="217690" y="326516"/>
                  </a:lnTo>
                  <a:lnTo>
                    <a:pt x="222751" y="324822"/>
                  </a:lnTo>
                  <a:lnTo>
                    <a:pt x="227756" y="322966"/>
                  </a:lnTo>
                  <a:lnTo>
                    <a:pt x="232700" y="320953"/>
                  </a:lnTo>
                  <a:lnTo>
                    <a:pt x="237576" y="318782"/>
                  </a:lnTo>
                  <a:lnTo>
                    <a:pt x="242381" y="316457"/>
                  </a:lnTo>
                  <a:lnTo>
                    <a:pt x="247109" y="313979"/>
                  </a:lnTo>
                  <a:lnTo>
                    <a:pt x="251755" y="311352"/>
                  </a:lnTo>
                  <a:lnTo>
                    <a:pt x="256315" y="308578"/>
                  </a:lnTo>
                  <a:lnTo>
                    <a:pt x="260784" y="305659"/>
                  </a:lnTo>
                  <a:lnTo>
                    <a:pt x="265158" y="302600"/>
                  </a:lnTo>
                  <a:lnTo>
                    <a:pt x="269432" y="299402"/>
                  </a:lnTo>
                  <a:lnTo>
                    <a:pt x="273602" y="296070"/>
                  </a:lnTo>
                  <a:lnTo>
                    <a:pt x="277663" y="292606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380988"/>
              <a:ext cx="110499" cy="125438"/>
            </a:xfrm>
            <a:custGeom>
              <a:avLst/>
              <a:pathLst>
                <a:path w="110499" h="125438">
                  <a:moveTo>
                    <a:pt x="110499" y="125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380988"/>
              <a:ext cx="166897" cy="125438"/>
            </a:xfrm>
            <a:custGeom>
              <a:avLst/>
              <a:pathLst>
                <a:path w="166897" h="125438">
                  <a:moveTo>
                    <a:pt x="110499" y="125438"/>
                  </a:moveTo>
                  <a:lnTo>
                    <a:pt x="114576" y="121725"/>
                  </a:lnTo>
                  <a:lnTo>
                    <a:pt x="118529" y="117879"/>
                  </a:lnTo>
                  <a:lnTo>
                    <a:pt x="122353" y="113905"/>
                  </a:lnTo>
                  <a:lnTo>
                    <a:pt x="126044" y="109807"/>
                  </a:lnTo>
                  <a:lnTo>
                    <a:pt x="129597" y="105590"/>
                  </a:lnTo>
                  <a:lnTo>
                    <a:pt x="133010" y="101257"/>
                  </a:lnTo>
                  <a:lnTo>
                    <a:pt x="136278" y="96815"/>
                  </a:lnTo>
                  <a:lnTo>
                    <a:pt x="139397" y="92267"/>
                  </a:lnTo>
                  <a:lnTo>
                    <a:pt x="142365" y="87618"/>
                  </a:lnTo>
                  <a:lnTo>
                    <a:pt x="145178" y="82875"/>
                  </a:lnTo>
                  <a:lnTo>
                    <a:pt x="147832" y="78041"/>
                  </a:lnTo>
                  <a:lnTo>
                    <a:pt x="150326" y="73122"/>
                  </a:lnTo>
                  <a:lnTo>
                    <a:pt x="152656" y="68123"/>
                  </a:lnTo>
                  <a:lnTo>
                    <a:pt x="154820" y="63051"/>
                  </a:lnTo>
                  <a:lnTo>
                    <a:pt x="156816" y="57909"/>
                  </a:lnTo>
                  <a:lnTo>
                    <a:pt x="158641" y="52705"/>
                  </a:lnTo>
                  <a:lnTo>
                    <a:pt x="160293" y="47443"/>
                  </a:lnTo>
                  <a:lnTo>
                    <a:pt x="161771" y="42130"/>
                  </a:lnTo>
                  <a:lnTo>
                    <a:pt x="163073" y="36771"/>
                  </a:lnTo>
                  <a:lnTo>
                    <a:pt x="164197" y="31372"/>
                  </a:lnTo>
                  <a:lnTo>
                    <a:pt x="165142" y="25938"/>
                  </a:lnTo>
                  <a:lnTo>
                    <a:pt x="165908" y="20477"/>
                  </a:lnTo>
                  <a:lnTo>
                    <a:pt x="166493" y="14993"/>
                  </a:lnTo>
                  <a:lnTo>
                    <a:pt x="166897" y="9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167161" cy="176660"/>
            </a:xfrm>
            <a:custGeom>
              <a:avLst/>
              <a:pathLst>
                <a:path w="167161" h="176660">
                  <a:moveTo>
                    <a:pt x="166897" y="176660"/>
                  </a:moveTo>
                  <a:lnTo>
                    <a:pt x="167118" y="171223"/>
                  </a:lnTo>
                  <a:lnTo>
                    <a:pt x="167161" y="165782"/>
                  </a:lnTo>
                  <a:lnTo>
                    <a:pt x="167028" y="160342"/>
                  </a:lnTo>
                  <a:lnTo>
                    <a:pt x="166717" y="154910"/>
                  </a:lnTo>
                  <a:lnTo>
                    <a:pt x="166230" y="149490"/>
                  </a:lnTo>
                  <a:lnTo>
                    <a:pt x="165566" y="144089"/>
                  </a:lnTo>
                  <a:lnTo>
                    <a:pt x="164728" y="138713"/>
                  </a:lnTo>
                  <a:lnTo>
                    <a:pt x="163714" y="133367"/>
                  </a:lnTo>
                  <a:lnTo>
                    <a:pt x="162527" y="128056"/>
                  </a:lnTo>
                  <a:lnTo>
                    <a:pt x="161168" y="122787"/>
                  </a:lnTo>
                  <a:lnTo>
                    <a:pt x="159639" y="117565"/>
                  </a:lnTo>
                  <a:lnTo>
                    <a:pt x="157940" y="112396"/>
                  </a:lnTo>
                  <a:lnTo>
                    <a:pt x="156073" y="107284"/>
                  </a:lnTo>
                  <a:lnTo>
                    <a:pt x="154042" y="102236"/>
                  </a:lnTo>
                  <a:lnTo>
                    <a:pt x="151847" y="97257"/>
                  </a:lnTo>
                  <a:lnTo>
                    <a:pt x="149491" y="92352"/>
                  </a:lnTo>
                  <a:lnTo>
                    <a:pt x="146977" y="87526"/>
                  </a:lnTo>
                  <a:lnTo>
                    <a:pt x="144307" y="82785"/>
                  </a:lnTo>
                  <a:lnTo>
                    <a:pt x="141484" y="78133"/>
                  </a:lnTo>
                  <a:lnTo>
                    <a:pt x="138511" y="73575"/>
                  </a:lnTo>
                  <a:lnTo>
                    <a:pt x="135392" y="69117"/>
                  </a:lnTo>
                  <a:lnTo>
                    <a:pt x="132129" y="64762"/>
                  </a:lnTo>
                  <a:lnTo>
                    <a:pt x="128726" y="60516"/>
                  </a:lnTo>
                  <a:lnTo>
                    <a:pt x="125187" y="56383"/>
                  </a:lnTo>
                  <a:lnTo>
                    <a:pt x="121515" y="52367"/>
                  </a:lnTo>
                  <a:lnTo>
                    <a:pt x="117714" y="48473"/>
                  </a:lnTo>
                  <a:lnTo>
                    <a:pt x="113789" y="44705"/>
                  </a:lnTo>
                  <a:lnTo>
                    <a:pt x="109743" y="41066"/>
                  </a:lnTo>
                  <a:lnTo>
                    <a:pt x="105580" y="37561"/>
                  </a:lnTo>
                  <a:lnTo>
                    <a:pt x="101306" y="34194"/>
                  </a:lnTo>
                  <a:lnTo>
                    <a:pt x="96925" y="30967"/>
                  </a:lnTo>
                  <a:lnTo>
                    <a:pt x="92440" y="27884"/>
                  </a:lnTo>
                  <a:lnTo>
                    <a:pt x="87858" y="24950"/>
                  </a:lnTo>
                  <a:lnTo>
                    <a:pt x="83183" y="22165"/>
                  </a:lnTo>
                  <a:lnTo>
                    <a:pt x="78420" y="19535"/>
                  </a:lnTo>
                  <a:lnTo>
                    <a:pt x="73573" y="17061"/>
                  </a:lnTo>
                  <a:lnTo>
                    <a:pt x="68649" y="14746"/>
                  </a:lnTo>
                  <a:lnTo>
                    <a:pt x="63652" y="12592"/>
                  </a:lnTo>
                  <a:lnTo>
                    <a:pt x="58587" y="10602"/>
                  </a:lnTo>
                  <a:lnTo>
                    <a:pt x="53460" y="8779"/>
                  </a:lnTo>
                  <a:lnTo>
                    <a:pt x="48277" y="7122"/>
                  </a:lnTo>
                  <a:lnTo>
                    <a:pt x="43043" y="5636"/>
                  </a:lnTo>
                  <a:lnTo>
                    <a:pt x="37763" y="4321"/>
                  </a:lnTo>
                  <a:lnTo>
                    <a:pt x="32442" y="3178"/>
                  </a:lnTo>
                  <a:lnTo>
                    <a:pt x="27088" y="2209"/>
                  </a:lnTo>
                  <a:lnTo>
                    <a:pt x="21705" y="1415"/>
                  </a:lnTo>
                  <a:lnTo>
                    <a:pt x="16299" y="796"/>
                  </a:lnTo>
                  <a:lnTo>
                    <a:pt x="10875" y="354"/>
                  </a:lnTo>
                  <a:lnTo>
                    <a:pt x="5440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751850" y="3707720"/>
              <a:ext cx="236680" cy="334317"/>
            </a:xfrm>
            <a:custGeom>
              <a:avLst/>
              <a:pathLst>
                <a:path w="236680" h="334317">
                  <a:moveTo>
                    <a:pt x="167161" y="0"/>
                  </a:moveTo>
                  <a:lnTo>
                    <a:pt x="161832" y="84"/>
                  </a:lnTo>
                  <a:lnTo>
                    <a:pt x="156509" y="339"/>
                  </a:lnTo>
                  <a:lnTo>
                    <a:pt x="151197" y="763"/>
                  </a:lnTo>
                  <a:lnTo>
                    <a:pt x="145902" y="1357"/>
                  </a:lnTo>
                  <a:lnTo>
                    <a:pt x="140627" y="2119"/>
                  </a:lnTo>
                  <a:lnTo>
                    <a:pt x="135380" y="3048"/>
                  </a:lnTo>
                  <a:lnTo>
                    <a:pt x="130165" y="4145"/>
                  </a:lnTo>
                  <a:lnTo>
                    <a:pt x="124988" y="5407"/>
                  </a:lnTo>
                  <a:lnTo>
                    <a:pt x="119853" y="6833"/>
                  </a:lnTo>
                  <a:lnTo>
                    <a:pt x="114767" y="8422"/>
                  </a:lnTo>
                  <a:lnTo>
                    <a:pt x="109734" y="10173"/>
                  </a:lnTo>
                  <a:lnTo>
                    <a:pt x="104759" y="12083"/>
                  </a:lnTo>
                  <a:lnTo>
                    <a:pt x="99847" y="14151"/>
                  </a:lnTo>
                  <a:lnTo>
                    <a:pt x="95004" y="16374"/>
                  </a:lnTo>
                  <a:lnTo>
                    <a:pt x="90235" y="18751"/>
                  </a:lnTo>
                  <a:lnTo>
                    <a:pt x="85543" y="21278"/>
                  </a:lnTo>
                  <a:lnTo>
                    <a:pt x="80934" y="23954"/>
                  </a:lnTo>
                  <a:lnTo>
                    <a:pt x="76413" y="26775"/>
                  </a:lnTo>
                  <a:lnTo>
                    <a:pt x="71985" y="29739"/>
                  </a:lnTo>
                  <a:lnTo>
                    <a:pt x="67653" y="32842"/>
                  </a:lnTo>
                  <a:lnTo>
                    <a:pt x="63422" y="36082"/>
                  </a:lnTo>
                  <a:lnTo>
                    <a:pt x="59296" y="39455"/>
                  </a:lnTo>
                  <a:lnTo>
                    <a:pt x="55280" y="42958"/>
                  </a:lnTo>
                  <a:lnTo>
                    <a:pt x="51378" y="46587"/>
                  </a:lnTo>
                  <a:lnTo>
                    <a:pt x="47594" y="50339"/>
                  </a:lnTo>
                  <a:lnTo>
                    <a:pt x="43931" y="54210"/>
                  </a:lnTo>
                  <a:lnTo>
                    <a:pt x="40393" y="58195"/>
                  </a:lnTo>
                  <a:lnTo>
                    <a:pt x="36984" y="62291"/>
                  </a:lnTo>
                  <a:lnTo>
                    <a:pt x="33707" y="66493"/>
                  </a:lnTo>
                  <a:lnTo>
                    <a:pt x="30566" y="70798"/>
                  </a:lnTo>
                  <a:lnTo>
                    <a:pt x="27564" y="75201"/>
                  </a:lnTo>
                  <a:lnTo>
                    <a:pt x="24704" y="79697"/>
                  </a:lnTo>
                  <a:lnTo>
                    <a:pt x="21988" y="84282"/>
                  </a:lnTo>
                  <a:lnTo>
                    <a:pt x="19420" y="88952"/>
                  </a:lnTo>
                  <a:lnTo>
                    <a:pt x="17002" y="93700"/>
                  </a:lnTo>
                  <a:lnTo>
                    <a:pt x="14737" y="98524"/>
                  </a:lnTo>
                  <a:lnTo>
                    <a:pt x="12626" y="103417"/>
                  </a:lnTo>
                  <a:lnTo>
                    <a:pt x="10673" y="108375"/>
                  </a:lnTo>
                  <a:lnTo>
                    <a:pt x="8878" y="113393"/>
                  </a:lnTo>
                  <a:lnTo>
                    <a:pt x="7245" y="118465"/>
                  </a:lnTo>
                  <a:lnTo>
                    <a:pt x="5774" y="123587"/>
                  </a:lnTo>
                  <a:lnTo>
                    <a:pt x="4467" y="128754"/>
                  </a:lnTo>
                  <a:lnTo>
                    <a:pt x="3325" y="133959"/>
                  </a:lnTo>
                  <a:lnTo>
                    <a:pt x="2350" y="139198"/>
                  </a:lnTo>
                  <a:lnTo>
                    <a:pt x="1542" y="144465"/>
                  </a:lnTo>
                  <a:lnTo>
                    <a:pt x="902" y="149756"/>
                  </a:lnTo>
                  <a:lnTo>
                    <a:pt x="432" y="155064"/>
                  </a:lnTo>
                  <a:lnTo>
                    <a:pt x="131" y="160384"/>
                  </a:lnTo>
                  <a:lnTo>
                    <a:pt x="0" y="165712"/>
                  </a:lnTo>
                  <a:lnTo>
                    <a:pt x="38" y="171040"/>
                  </a:lnTo>
                  <a:lnTo>
                    <a:pt x="246" y="176365"/>
                  </a:lnTo>
                  <a:lnTo>
                    <a:pt x="624" y="181681"/>
                  </a:lnTo>
                  <a:lnTo>
                    <a:pt x="1172" y="186982"/>
                  </a:lnTo>
                  <a:lnTo>
                    <a:pt x="1888" y="192262"/>
                  </a:lnTo>
                  <a:lnTo>
                    <a:pt x="2771" y="197517"/>
                  </a:lnTo>
                  <a:lnTo>
                    <a:pt x="3822" y="202742"/>
                  </a:lnTo>
                  <a:lnTo>
                    <a:pt x="5039" y="207930"/>
                  </a:lnTo>
                  <a:lnTo>
                    <a:pt x="6421" y="213077"/>
                  </a:lnTo>
                  <a:lnTo>
                    <a:pt x="7966" y="218177"/>
                  </a:lnTo>
                  <a:lnTo>
                    <a:pt x="9673" y="223225"/>
                  </a:lnTo>
                  <a:lnTo>
                    <a:pt x="11539" y="228216"/>
                  </a:lnTo>
                  <a:lnTo>
                    <a:pt x="13564" y="233146"/>
                  </a:lnTo>
                  <a:lnTo>
                    <a:pt x="15745" y="238008"/>
                  </a:lnTo>
                  <a:lnTo>
                    <a:pt x="18080" y="242798"/>
                  </a:lnTo>
                  <a:lnTo>
                    <a:pt x="20567" y="247511"/>
                  </a:lnTo>
                  <a:lnTo>
                    <a:pt x="23202" y="252143"/>
                  </a:lnTo>
                  <a:lnTo>
                    <a:pt x="25984" y="256688"/>
                  </a:lnTo>
                  <a:lnTo>
                    <a:pt x="28909" y="261143"/>
                  </a:lnTo>
                  <a:lnTo>
                    <a:pt x="31975" y="265502"/>
                  </a:lnTo>
                  <a:lnTo>
                    <a:pt x="35178" y="269761"/>
                  </a:lnTo>
                  <a:lnTo>
                    <a:pt x="38515" y="273915"/>
                  </a:lnTo>
                  <a:lnTo>
                    <a:pt x="41983" y="277961"/>
                  </a:lnTo>
                  <a:lnTo>
                    <a:pt x="45578" y="281895"/>
                  </a:lnTo>
                  <a:lnTo>
                    <a:pt x="49296" y="285712"/>
                  </a:lnTo>
                  <a:lnTo>
                    <a:pt x="53135" y="289409"/>
                  </a:lnTo>
                  <a:lnTo>
                    <a:pt x="57089" y="292981"/>
                  </a:lnTo>
                  <a:lnTo>
                    <a:pt x="61155" y="296426"/>
                  </a:lnTo>
                  <a:lnTo>
                    <a:pt x="65329" y="299739"/>
                  </a:lnTo>
                  <a:lnTo>
                    <a:pt x="69606" y="302917"/>
                  </a:lnTo>
                  <a:lnTo>
                    <a:pt x="73983" y="305958"/>
                  </a:lnTo>
                  <a:lnTo>
                    <a:pt x="78454" y="308857"/>
                  </a:lnTo>
                  <a:lnTo>
                    <a:pt x="83015" y="311612"/>
                  </a:lnTo>
                  <a:lnTo>
                    <a:pt x="87662" y="314221"/>
                  </a:lnTo>
                  <a:lnTo>
                    <a:pt x="92390" y="316680"/>
                  </a:lnTo>
                  <a:lnTo>
                    <a:pt x="97193" y="318988"/>
                  </a:lnTo>
                  <a:lnTo>
                    <a:pt x="102068" y="321141"/>
                  </a:lnTo>
                  <a:lnTo>
                    <a:pt x="107009" y="323137"/>
                  </a:lnTo>
                  <a:lnTo>
                    <a:pt x="112011" y="324975"/>
                  </a:lnTo>
                  <a:lnTo>
                    <a:pt x="117069" y="326653"/>
                  </a:lnTo>
                  <a:lnTo>
                    <a:pt x="122178" y="328168"/>
                  </a:lnTo>
                  <a:lnTo>
                    <a:pt x="127332" y="329520"/>
                  </a:lnTo>
                  <a:lnTo>
                    <a:pt x="132527" y="330707"/>
                  </a:lnTo>
                  <a:lnTo>
                    <a:pt x="137758" y="331728"/>
                  </a:lnTo>
                  <a:lnTo>
                    <a:pt x="143018" y="332582"/>
                  </a:lnTo>
                  <a:lnTo>
                    <a:pt x="148302" y="333267"/>
                  </a:lnTo>
                  <a:lnTo>
                    <a:pt x="153606" y="333784"/>
                  </a:lnTo>
                  <a:lnTo>
                    <a:pt x="158924" y="334131"/>
                  </a:lnTo>
                  <a:lnTo>
                    <a:pt x="164250" y="334309"/>
                  </a:lnTo>
                  <a:lnTo>
                    <a:pt x="169579" y="334317"/>
                  </a:lnTo>
                  <a:lnTo>
                    <a:pt x="174905" y="334155"/>
                  </a:lnTo>
                  <a:lnTo>
                    <a:pt x="180224" y="333823"/>
                  </a:lnTo>
                  <a:lnTo>
                    <a:pt x="185529" y="333322"/>
                  </a:lnTo>
                  <a:lnTo>
                    <a:pt x="190816" y="332652"/>
                  </a:lnTo>
                  <a:lnTo>
                    <a:pt x="196079" y="331814"/>
                  </a:lnTo>
                  <a:lnTo>
                    <a:pt x="201312" y="330809"/>
                  </a:lnTo>
                  <a:lnTo>
                    <a:pt x="206511" y="329637"/>
                  </a:lnTo>
                  <a:lnTo>
                    <a:pt x="211669" y="328300"/>
                  </a:lnTo>
                  <a:lnTo>
                    <a:pt x="216783" y="326800"/>
                  </a:lnTo>
                  <a:lnTo>
                    <a:pt x="221845" y="325137"/>
                  </a:lnTo>
                  <a:lnTo>
                    <a:pt x="226853" y="323314"/>
                  </a:lnTo>
                  <a:lnTo>
                    <a:pt x="231799" y="321332"/>
                  </a:lnTo>
                  <a:lnTo>
                    <a:pt x="236680" y="319193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882"/>
              <a:ext cx="167147" cy="319031"/>
            </a:xfrm>
            <a:custGeom>
              <a:avLst/>
              <a:pathLst>
                <a:path w="167147" h="319031">
                  <a:moveTo>
                    <a:pt x="69519" y="319031"/>
                  </a:moveTo>
                  <a:lnTo>
                    <a:pt x="74371" y="316718"/>
                  </a:lnTo>
                  <a:lnTo>
                    <a:pt x="79145" y="314250"/>
                  </a:lnTo>
                  <a:lnTo>
                    <a:pt x="83838" y="311629"/>
                  </a:lnTo>
                  <a:lnTo>
                    <a:pt x="88444" y="308859"/>
                  </a:lnTo>
                  <a:lnTo>
                    <a:pt x="92958" y="305943"/>
                  </a:lnTo>
                  <a:lnTo>
                    <a:pt x="97377" y="302882"/>
                  </a:lnTo>
                  <a:lnTo>
                    <a:pt x="101695" y="299682"/>
                  </a:lnTo>
                  <a:lnTo>
                    <a:pt x="105907" y="296344"/>
                  </a:lnTo>
                  <a:lnTo>
                    <a:pt x="110010" y="292872"/>
                  </a:lnTo>
                  <a:lnTo>
                    <a:pt x="114000" y="289271"/>
                  </a:lnTo>
                  <a:lnTo>
                    <a:pt x="117871" y="285543"/>
                  </a:lnTo>
                  <a:lnTo>
                    <a:pt x="121621" y="281692"/>
                  </a:lnTo>
                  <a:lnTo>
                    <a:pt x="125245" y="277723"/>
                  </a:lnTo>
                  <a:lnTo>
                    <a:pt x="128740" y="273640"/>
                  </a:lnTo>
                  <a:lnTo>
                    <a:pt x="132101" y="269446"/>
                  </a:lnTo>
                  <a:lnTo>
                    <a:pt x="135326" y="265146"/>
                  </a:lnTo>
                  <a:lnTo>
                    <a:pt x="138411" y="260745"/>
                  </a:lnTo>
                  <a:lnTo>
                    <a:pt x="141353" y="256247"/>
                  </a:lnTo>
                  <a:lnTo>
                    <a:pt x="144149" y="251657"/>
                  </a:lnTo>
                  <a:lnTo>
                    <a:pt x="146796" y="246979"/>
                  </a:lnTo>
                  <a:lnTo>
                    <a:pt x="149291" y="242218"/>
                  </a:lnTo>
                  <a:lnTo>
                    <a:pt x="151632" y="237380"/>
                  </a:lnTo>
                  <a:lnTo>
                    <a:pt x="153816" y="232469"/>
                  </a:lnTo>
                  <a:lnTo>
                    <a:pt x="155841" y="227490"/>
                  </a:lnTo>
                  <a:lnTo>
                    <a:pt x="157705" y="222449"/>
                  </a:lnTo>
                  <a:lnTo>
                    <a:pt x="159406" y="217351"/>
                  </a:lnTo>
                  <a:lnTo>
                    <a:pt x="160942" y="212200"/>
                  </a:lnTo>
                  <a:lnTo>
                    <a:pt x="162311" y="207003"/>
                  </a:lnTo>
                  <a:lnTo>
                    <a:pt x="163513" y="201764"/>
                  </a:lnTo>
                  <a:lnTo>
                    <a:pt x="164546" y="196490"/>
                  </a:lnTo>
                  <a:lnTo>
                    <a:pt x="165409" y="191185"/>
                  </a:lnTo>
                  <a:lnTo>
                    <a:pt x="166101" y="185855"/>
                  </a:lnTo>
                  <a:lnTo>
                    <a:pt x="166621" y="180505"/>
                  </a:lnTo>
                  <a:lnTo>
                    <a:pt x="166969" y="175142"/>
                  </a:lnTo>
                  <a:lnTo>
                    <a:pt x="167144" y="169770"/>
                  </a:lnTo>
                  <a:lnTo>
                    <a:pt x="167147" y="164395"/>
                  </a:lnTo>
                  <a:lnTo>
                    <a:pt x="166976" y="159023"/>
                  </a:lnTo>
                  <a:lnTo>
                    <a:pt x="166633" y="153660"/>
                  </a:lnTo>
                  <a:lnTo>
                    <a:pt x="166118" y="148310"/>
                  </a:lnTo>
                  <a:lnTo>
                    <a:pt x="165431" y="142979"/>
                  </a:lnTo>
                  <a:lnTo>
                    <a:pt x="164573" y="137673"/>
                  </a:lnTo>
                  <a:lnTo>
                    <a:pt x="163545" y="132398"/>
                  </a:lnTo>
                  <a:lnTo>
                    <a:pt x="162348" y="127158"/>
                  </a:lnTo>
                  <a:lnTo>
                    <a:pt x="160983" y="121959"/>
                  </a:lnTo>
                  <a:lnTo>
                    <a:pt x="159452" y="116808"/>
                  </a:lnTo>
                  <a:lnTo>
                    <a:pt x="157756" y="111707"/>
                  </a:lnTo>
                  <a:lnTo>
                    <a:pt x="155897" y="106665"/>
                  </a:lnTo>
                  <a:lnTo>
                    <a:pt x="153876" y="101684"/>
                  </a:lnTo>
                  <a:lnTo>
                    <a:pt x="151697" y="96771"/>
                  </a:lnTo>
                  <a:lnTo>
                    <a:pt x="149361" y="91931"/>
                  </a:lnTo>
                  <a:lnTo>
                    <a:pt x="146870" y="87168"/>
                  </a:lnTo>
                  <a:lnTo>
                    <a:pt x="144228" y="82488"/>
                  </a:lnTo>
                  <a:lnTo>
                    <a:pt x="141436" y="77895"/>
                  </a:lnTo>
                  <a:lnTo>
                    <a:pt x="138498" y="73394"/>
                  </a:lnTo>
                  <a:lnTo>
                    <a:pt x="135417" y="68990"/>
                  </a:lnTo>
                  <a:lnTo>
                    <a:pt x="132196" y="64687"/>
                  </a:lnTo>
                  <a:lnTo>
                    <a:pt x="128839" y="60490"/>
                  </a:lnTo>
                  <a:lnTo>
                    <a:pt x="125348" y="56404"/>
                  </a:lnTo>
                  <a:lnTo>
                    <a:pt x="121728" y="52431"/>
                  </a:lnTo>
                  <a:lnTo>
                    <a:pt x="117981" y="48577"/>
                  </a:lnTo>
                  <a:lnTo>
                    <a:pt x="114113" y="44845"/>
                  </a:lnTo>
                  <a:lnTo>
                    <a:pt x="110127" y="41240"/>
                  </a:lnTo>
                  <a:lnTo>
                    <a:pt x="106027" y="37765"/>
                  </a:lnTo>
                  <a:lnTo>
                    <a:pt x="101818" y="34423"/>
                  </a:lnTo>
                  <a:lnTo>
                    <a:pt x="97503" y="31218"/>
                  </a:lnTo>
                  <a:lnTo>
                    <a:pt x="93087" y="28154"/>
                  </a:lnTo>
                  <a:lnTo>
                    <a:pt x="88575" y="25233"/>
                  </a:lnTo>
                  <a:lnTo>
                    <a:pt x="83972" y="22459"/>
                  </a:lnTo>
                  <a:lnTo>
                    <a:pt x="79282" y="19834"/>
                  </a:lnTo>
                  <a:lnTo>
                    <a:pt x="74510" y="17362"/>
                  </a:lnTo>
                  <a:lnTo>
                    <a:pt x="69660" y="15044"/>
                  </a:lnTo>
                  <a:lnTo>
                    <a:pt x="64739" y="12883"/>
                  </a:lnTo>
                  <a:lnTo>
                    <a:pt x="59751" y="10881"/>
                  </a:lnTo>
                  <a:lnTo>
                    <a:pt x="54701" y="9041"/>
                  </a:lnTo>
                  <a:lnTo>
                    <a:pt x="49595" y="7364"/>
                  </a:lnTo>
                  <a:lnTo>
                    <a:pt x="44437" y="5852"/>
                  </a:lnTo>
                  <a:lnTo>
                    <a:pt x="39233" y="4507"/>
                  </a:lnTo>
                  <a:lnTo>
                    <a:pt x="33989" y="3330"/>
                  </a:lnTo>
                  <a:lnTo>
                    <a:pt x="28710" y="2322"/>
                  </a:lnTo>
                  <a:lnTo>
                    <a:pt x="23401" y="1484"/>
                  </a:lnTo>
                  <a:lnTo>
                    <a:pt x="18068" y="817"/>
                  </a:lnTo>
                  <a:lnTo>
                    <a:pt x="12716" y="322"/>
                  </a:lnTo>
                  <a:lnTo>
                    <a:pt x="7351" y="0"/>
                  </a:lnTo>
                  <a:lnTo>
                    <a:pt x="0" y="167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7351" cy="167167"/>
            </a:xfrm>
            <a:custGeom>
              <a:avLst/>
              <a:pathLst>
                <a:path w="7351" h="167167">
                  <a:moveTo>
                    <a:pt x="7351" y="16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tx79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0" name="tx80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1" name="tx80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2025-06-05T20:45:37Z</dcterms:modified>
  <cp:category/>
</cp:coreProperties>
</file>