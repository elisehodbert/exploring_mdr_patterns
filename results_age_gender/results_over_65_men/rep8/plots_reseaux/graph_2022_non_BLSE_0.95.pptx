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71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5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61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78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20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6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938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3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8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5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7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224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2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59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4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9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26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3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23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31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41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69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659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0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0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0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8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761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5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6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843" y="3170392"/>
              <a:ext cx="2936" cy="167167"/>
            </a:xfrm>
            <a:custGeom>
              <a:avLst/>
              <a:pathLst>
                <a:path w="2936" h="167167">
                  <a:moveTo>
                    <a:pt x="2936" y="0"/>
                  </a:moveTo>
                  <a:lnTo>
                    <a:pt x="0" y="25"/>
                  </a:lnTo>
                  <a:lnTo>
                    <a:pt x="29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16614" y="3170408"/>
              <a:ext cx="334323" cy="334318"/>
            </a:xfrm>
            <a:custGeom>
              <a:avLst/>
              <a:pathLst>
                <a:path w="334323" h="334318">
                  <a:moveTo>
                    <a:pt x="164228" y="9"/>
                  </a:moveTo>
                  <a:lnTo>
                    <a:pt x="158953" y="185"/>
                  </a:lnTo>
                  <a:lnTo>
                    <a:pt x="153686" y="528"/>
                  </a:lnTo>
                  <a:lnTo>
                    <a:pt x="148432" y="1036"/>
                  </a:lnTo>
                  <a:lnTo>
                    <a:pt x="143197" y="1711"/>
                  </a:lnTo>
                  <a:lnTo>
                    <a:pt x="137986" y="2550"/>
                  </a:lnTo>
                  <a:lnTo>
                    <a:pt x="132805" y="3553"/>
                  </a:lnTo>
                  <a:lnTo>
                    <a:pt x="127657" y="4719"/>
                  </a:lnTo>
                  <a:lnTo>
                    <a:pt x="122549" y="6047"/>
                  </a:lnTo>
                  <a:lnTo>
                    <a:pt x="117485" y="7536"/>
                  </a:lnTo>
                  <a:lnTo>
                    <a:pt x="112471" y="9184"/>
                  </a:lnTo>
                  <a:lnTo>
                    <a:pt x="107511" y="10989"/>
                  </a:lnTo>
                  <a:lnTo>
                    <a:pt x="102611" y="12950"/>
                  </a:lnTo>
                  <a:lnTo>
                    <a:pt x="97775" y="15065"/>
                  </a:lnTo>
                  <a:lnTo>
                    <a:pt x="93008" y="17331"/>
                  </a:lnTo>
                  <a:lnTo>
                    <a:pt x="88315" y="19747"/>
                  </a:lnTo>
                  <a:lnTo>
                    <a:pt x="83701" y="22310"/>
                  </a:lnTo>
                  <a:lnTo>
                    <a:pt x="79170" y="25017"/>
                  </a:lnTo>
                  <a:lnTo>
                    <a:pt x="74727" y="27866"/>
                  </a:lnTo>
                  <a:lnTo>
                    <a:pt x="70376" y="30853"/>
                  </a:lnTo>
                  <a:lnTo>
                    <a:pt x="66121" y="33977"/>
                  </a:lnTo>
                  <a:lnTo>
                    <a:pt x="61967" y="37233"/>
                  </a:lnTo>
                  <a:lnTo>
                    <a:pt x="57918" y="40619"/>
                  </a:lnTo>
                  <a:lnTo>
                    <a:pt x="53978" y="44131"/>
                  </a:lnTo>
                  <a:lnTo>
                    <a:pt x="50151" y="47765"/>
                  </a:lnTo>
                  <a:lnTo>
                    <a:pt x="46440" y="51519"/>
                  </a:lnTo>
                  <a:lnTo>
                    <a:pt x="42850" y="55388"/>
                  </a:lnTo>
                  <a:lnTo>
                    <a:pt x="39384" y="59368"/>
                  </a:lnTo>
                  <a:lnTo>
                    <a:pt x="36045" y="63456"/>
                  </a:lnTo>
                  <a:lnTo>
                    <a:pt x="32836" y="67647"/>
                  </a:lnTo>
                  <a:lnTo>
                    <a:pt x="29762" y="71937"/>
                  </a:lnTo>
                  <a:lnTo>
                    <a:pt x="26825" y="76322"/>
                  </a:lnTo>
                  <a:lnTo>
                    <a:pt x="24027" y="80798"/>
                  </a:lnTo>
                  <a:lnTo>
                    <a:pt x="21372" y="85360"/>
                  </a:lnTo>
                  <a:lnTo>
                    <a:pt x="18863" y="90003"/>
                  </a:lnTo>
                  <a:lnTo>
                    <a:pt x="16501" y="94723"/>
                  </a:lnTo>
                  <a:lnTo>
                    <a:pt x="14290" y="99516"/>
                  </a:lnTo>
                  <a:lnTo>
                    <a:pt x="12231" y="104376"/>
                  </a:lnTo>
                  <a:lnTo>
                    <a:pt x="10326" y="109298"/>
                  </a:lnTo>
                  <a:lnTo>
                    <a:pt x="8578" y="114278"/>
                  </a:lnTo>
                  <a:lnTo>
                    <a:pt x="6988" y="119311"/>
                  </a:lnTo>
                  <a:lnTo>
                    <a:pt x="5558" y="124392"/>
                  </a:lnTo>
                  <a:lnTo>
                    <a:pt x="4288" y="129515"/>
                  </a:lnTo>
                  <a:lnTo>
                    <a:pt x="3181" y="134675"/>
                  </a:lnTo>
                  <a:lnTo>
                    <a:pt x="2238" y="139868"/>
                  </a:lnTo>
                  <a:lnTo>
                    <a:pt x="1459" y="145089"/>
                  </a:lnTo>
                  <a:lnTo>
                    <a:pt x="845" y="150331"/>
                  </a:lnTo>
                  <a:lnTo>
                    <a:pt x="397" y="155590"/>
                  </a:lnTo>
                  <a:lnTo>
                    <a:pt x="115" y="160861"/>
                  </a:lnTo>
                  <a:lnTo>
                    <a:pt x="0" y="166137"/>
                  </a:lnTo>
                  <a:lnTo>
                    <a:pt x="51" y="171415"/>
                  </a:lnTo>
                  <a:lnTo>
                    <a:pt x="269" y="176689"/>
                  </a:lnTo>
                  <a:lnTo>
                    <a:pt x="653" y="181953"/>
                  </a:lnTo>
                  <a:lnTo>
                    <a:pt x="1203" y="187202"/>
                  </a:lnTo>
                  <a:lnTo>
                    <a:pt x="1919" y="192431"/>
                  </a:lnTo>
                  <a:lnTo>
                    <a:pt x="2799" y="197635"/>
                  </a:lnTo>
                  <a:lnTo>
                    <a:pt x="3844" y="202809"/>
                  </a:lnTo>
                  <a:lnTo>
                    <a:pt x="5051" y="207947"/>
                  </a:lnTo>
                  <a:lnTo>
                    <a:pt x="6420" y="213045"/>
                  </a:lnTo>
                  <a:lnTo>
                    <a:pt x="7949" y="218097"/>
                  </a:lnTo>
                  <a:lnTo>
                    <a:pt x="9636" y="223098"/>
                  </a:lnTo>
                  <a:lnTo>
                    <a:pt x="11481" y="228043"/>
                  </a:lnTo>
                  <a:lnTo>
                    <a:pt x="13481" y="232927"/>
                  </a:lnTo>
                  <a:lnTo>
                    <a:pt x="15634" y="237746"/>
                  </a:lnTo>
                  <a:lnTo>
                    <a:pt x="17938" y="242495"/>
                  </a:lnTo>
                  <a:lnTo>
                    <a:pt x="20391" y="247168"/>
                  </a:lnTo>
                  <a:lnTo>
                    <a:pt x="22991" y="251762"/>
                  </a:lnTo>
                  <a:lnTo>
                    <a:pt x="25734" y="256271"/>
                  </a:lnTo>
                  <a:lnTo>
                    <a:pt x="28617" y="260692"/>
                  </a:lnTo>
                  <a:lnTo>
                    <a:pt x="31640" y="265019"/>
                  </a:lnTo>
                  <a:lnTo>
                    <a:pt x="34797" y="269249"/>
                  </a:lnTo>
                  <a:lnTo>
                    <a:pt x="38086" y="273376"/>
                  </a:lnTo>
                  <a:lnTo>
                    <a:pt x="41504" y="277398"/>
                  </a:lnTo>
                  <a:lnTo>
                    <a:pt x="45047" y="281311"/>
                  </a:lnTo>
                  <a:lnTo>
                    <a:pt x="48712" y="285109"/>
                  </a:lnTo>
                  <a:lnTo>
                    <a:pt x="52495" y="288790"/>
                  </a:lnTo>
                  <a:lnTo>
                    <a:pt x="56392" y="292349"/>
                  </a:lnTo>
                  <a:lnTo>
                    <a:pt x="60400" y="295784"/>
                  </a:lnTo>
                  <a:lnTo>
                    <a:pt x="64514" y="299090"/>
                  </a:lnTo>
                  <a:lnTo>
                    <a:pt x="68730" y="302265"/>
                  </a:lnTo>
                  <a:lnTo>
                    <a:pt x="73045" y="305305"/>
                  </a:lnTo>
                  <a:lnTo>
                    <a:pt x="77453" y="308207"/>
                  </a:lnTo>
                  <a:lnTo>
                    <a:pt x="81951" y="310969"/>
                  </a:lnTo>
                  <a:lnTo>
                    <a:pt x="86534" y="313588"/>
                  </a:lnTo>
                  <a:lnTo>
                    <a:pt x="91197" y="316060"/>
                  </a:lnTo>
                  <a:lnTo>
                    <a:pt x="95936" y="318384"/>
                  </a:lnTo>
                  <a:lnTo>
                    <a:pt x="100745" y="320557"/>
                  </a:lnTo>
                  <a:lnTo>
                    <a:pt x="105622" y="322578"/>
                  </a:lnTo>
                  <a:lnTo>
                    <a:pt x="110559" y="324443"/>
                  </a:lnTo>
                  <a:lnTo>
                    <a:pt x="115553" y="326152"/>
                  </a:lnTo>
                  <a:lnTo>
                    <a:pt x="120598" y="327702"/>
                  </a:lnTo>
                  <a:lnTo>
                    <a:pt x="125690" y="329092"/>
                  </a:lnTo>
                  <a:lnTo>
                    <a:pt x="130823" y="330321"/>
                  </a:lnTo>
                  <a:lnTo>
                    <a:pt x="135992" y="331386"/>
                  </a:lnTo>
                  <a:lnTo>
                    <a:pt x="141193" y="332289"/>
                  </a:lnTo>
                  <a:lnTo>
                    <a:pt x="146419" y="333026"/>
                  </a:lnTo>
                  <a:lnTo>
                    <a:pt x="151666" y="333599"/>
                  </a:lnTo>
                  <a:lnTo>
                    <a:pt x="156928" y="334005"/>
                  </a:lnTo>
                  <a:lnTo>
                    <a:pt x="162201" y="334245"/>
                  </a:lnTo>
                  <a:lnTo>
                    <a:pt x="167478" y="334318"/>
                  </a:lnTo>
                  <a:lnTo>
                    <a:pt x="172756" y="334225"/>
                  </a:lnTo>
                  <a:lnTo>
                    <a:pt x="178027" y="333965"/>
                  </a:lnTo>
                  <a:lnTo>
                    <a:pt x="183288" y="333539"/>
                  </a:lnTo>
                  <a:lnTo>
                    <a:pt x="188533" y="332947"/>
                  </a:lnTo>
                  <a:lnTo>
                    <a:pt x="193756" y="332190"/>
                  </a:lnTo>
                  <a:lnTo>
                    <a:pt x="198953" y="331268"/>
                  </a:lnTo>
                  <a:lnTo>
                    <a:pt x="204119" y="330183"/>
                  </a:lnTo>
                  <a:lnTo>
                    <a:pt x="209247" y="328935"/>
                  </a:lnTo>
                  <a:lnTo>
                    <a:pt x="214334" y="327526"/>
                  </a:lnTo>
                  <a:lnTo>
                    <a:pt x="219373" y="325956"/>
                  </a:lnTo>
                  <a:lnTo>
                    <a:pt x="224360" y="324229"/>
                  </a:lnTo>
                  <a:lnTo>
                    <a:pt x="229291" y="322345"/>
                  </a:lnTo>
                  <a:lnTo>
                    <a:pt x="234159" y="320306"/>
                  </a:lnTo>
                  <a:lnTo>
                    <a:pt x="238961" y="318115"/>
                  </a:lnTo>
                  <a:lnTo>
                    <a:pt x="243691" y="315773"/>
                  </a:lnTo>
                  <a:lnTo>
                    <a:pt x="248345" y="313283"/>
                  </a:lnTo>
                  <a:lnTo>
                    <a:pt x="252918" y="310648"/>
                  </a:lnTo>
                  <a:lnTo>
                    <a:pt x="257405" y="307869"/>
                  </a:lnTo>
                  <a:lnTo>
                    <a:pt x="261802" y="304950"/>
                  </a:lnTo>
                  <a:lnTo>
                    <a:pt x="266106" y="301893"/>
                  </a:lnTo>
                  <a:lnTo>
                    <a:pt x="270310" y="298703"/>
                  </a:lnTo>
                  <a:lnTo>
                    <a:pt x="274412" y="295381"/>
                  </a:lnTo>
                  <a:lnTo>
                    <a:pt x="278406" y="291931"/>
                  </a:lnTo>
                  <a:lnTo>
                    <a:pt x="282290" y="288357"/>
                  </a:lnTo>
                  <a:lnTo>
                    <a:pt x="286059" y="284662"/>
                  </a:lnTo>
                  <a:lnTo>
                    <a:pt x="289710" y="280850"/>
                  </a:lnTo>
                  <a:lnTo>
                    <a:pt x="293238" y="276925"/>
                  </a:lnTo>
                  <a:lnTo>
                    <a:pt x="296641" y="272890"/>
                  </a:lnTo>
                  <a:lnTo>
                    <a:pt x="299914" y="268750"/>
                  </a:lnTo>
                  <a:lnTo>
                    <a:pt x="303056" y="264508"/>
                  </a:lnTo>
                  <a:lnTo>
                    <a:pt x="306061" y="260170"/>
                  </a:lnTo>
                  <a:lnTo>
                    <a:pt x="308929" y="255738"/>
                  </a:lnTo>
                  <a:lnTo>
                    <a:pt x="311655" y="251219"/>
                  </a:lnTo>
                  <a:lnTo>
                    <a:pt x="314237" y="246615"/>
                  </a:lnTo>
                  <a:lnTo>
                    <a:pt x="316672" y="241933"/>
                  </a:lnTo>
                  <a:lnTo>
                    <a:pt x="318958" y="237175"/>
                  </a:lnTo>
                  <a:lnTo>
                    <a:pt x="321093" y="232348"/>
                  </a:lnTo>
                  <a:lnTo>
                    <a:pt x="323075" y="227456"/>
                  </a:lnTo>
                  <a:lnTo>
                    <a:pt x="324901" y="222504"/>
                  </a:lnTo>
                  <a:lnTo>
                    <a:pt x="326570" y="217497"/>
                  </a:lnTo>
                  <a:lnTo>
                    <a:pt x="328080" y="212440"/>
                  </a:lnTo>
                  <a:lnTo>
                    <a:pt x="329429" y="207337"/>
                  </a:lnTo>
                  <a:lnTo>
                    <a:pt x="330617" y="202194"/>
                  </a:lnTo>
                  <a:lnTo>
                    <a:pt x="331642" y="197017"/>
                  </a:lnTo>
                  <a:lnTo>
                    <a:pt x="332503" y="191809"/>
                  </a:lnTo>
                  <a:lnTo>
                    <a:pt x="333199" y="186577"/>
                  </a:lnTo>
                  <a:lnTo>
                    <a:pt x="333729" y="181326"/>
                  </a:lnTo>
                  <a:lnTo>
                    <a:pt x="334094" y="176060"/>
                  </a:lnTo>
                  <a:lnTo>
                    <a:pt x="334292" y="170786"/>
                  </a:lnTo>
                  <a:lnTo>
                    <a:pt x="334323" y="165508"/>
                  </a:lnTo>
                  <a:lnTo>
                    <a:pt x="334188" y="160232"/>
                  </a:lnTo>
                  <a:lnTo>
                    <a:pt x="333886" y="154962"/>
                  </a:lnTo>
                  <a:lnTo>
                    <a:pt x="333418" y="149705"/>
                  </a:lnTo>
                  <a:lnTo>
                    <a:pt x="332785" y="144465"/>
                  </a:lnTo>
                  <a:lnTo>
                    <a:pt x="331986" y="139248"/>
                  </a:lnTo>
                  <a:lnTo>
                    <a:pt x="331023" y="134058"/>
                  </a:lnTo>
                  <a:lnTo>
                    <a:pt x="329897" y="128902"/>
                  </a:lnTo>
                  <a:lnTo>
                    <a:pt x="328608" y="123784"/>
                  </a:lnTo>
                  <a:lnTo>
                    <a:pt x="327158" y="118709"/>
                  </a:lnTo>
                  <a:lnTo>
                    <a:pt x="325549" y="113682"/>
                  </a:lnTo>
                  <a:lnTo>
                    <a:pt x="323782" y="108708"/>
                  </a:lnTo>
                  <a:lnTo>
                    <a:pt x="321859" y="103793"/>
                  </a:lnTo>
                  <a:lnTo>
                    <a:pt x="319782" y="98941"/>
                  </a:lnTo>
                  <a:lnTo>
                    <a:pt x="317553" y="94157"/>
                  </a:lnTo>
                  <a:lnTo>
                    <a:pt x="315173" y="89445"/>
                  </a:lnTo>
                  <a:lnTo>
                    <a:pt x="312646" y="84812"/>
                  </a:lnTo>
                  <a:lnTo>
                    <a:pt x="309974" y="80260"/>
                  </a:lnTo>
                  <a:lnTo>
                    <a:pt x="307160" y="75795"/>
                  </a:lnTo>
                  <a:lnTo>
                    <a:pt x="304206" y="71420"/>
                  </a:lnTo>
                  <a:lnTo>
                    <a:pt x="301116" y="67142"/>
                  </a:lnTo>
                  <a:lnTo>
                    <a:pt x="297892" y="62963"/>
                  </a:lnTo>
                  <a:lnTo>
                    <a:pt x="294537" y="58888"/>
                  </a:lnTo>
                  <a:lnTo>
                    <a:pt x="291056" y="54921"/>
                  </a:lnTo>
                  <a:lnTo>
                    <a:pt x="287451" y="51065"/>
                  </a:lnTo>
                  <a:lnTo>
                    <a:pt x="283727" y="47326"/>
                  </a:lnTo>
                  <a:lnTo>
                    <a:pt x="279886" y="43706"/>
                  </a:lnTo>
                  <a:lnTo>
                    <a:pt x="275932" y="40209"/>
                  </a:lnTo>
                  <a:lnTo>
                    <a:pt x="271871" y="36838"/>
                  </a:lnTo>
                  <a:lnTo>
                    <a:pt x="267704" y="33597"/>
                  </a:lnTo>
                  <a:lnTo>
                    <a:pt x="263438" y="30490"/>
                  </a:lnTo>
                  <a:lnTo>
                    <a:pt x="259076" y="27519"/>
                  </a:lnTo>
                  <a:lnTo>
                    <a:pt x="254622" y="24687"/>
                  </a:lnTo>
                  <a:lnTo>
                    <a:pt x="250081" y="21997"/>
                  </a:lnTo>
                  <a:lnTo>
                    <a:pt x="245457" y="19451"/>
                  </a:lnTo>
                  <a:lnTo>
                    <a:pt x="240755" y="17053"/>
                  </a:lnTo>
                  <a:lnTo>
                    <a:pt x="235980" y="14805"/>
                  </a:lnTo>
                  <a:lnTo>
                    <a:pt x="231136" y="12708"/>
                  </a:lnTo>
                  <a:lnTo>
                    <a:pt x="226229" y="10766"/>
                  </a:lnTo>
                  <a:lnTo>
                    <a:pt x="221262" y="8979"/>
                  </a:lnTo>
                  <a:lnTo>
                    <a:pt x="216242" y="7350"/>
                  </a:lnTo>
                  <a:lnTo>
                    <a:pt x="211172" y="5880"/>
                  </a:lnTo>
                  <a:lnTo>
                    <a:pt x="206059" y="4571"/>
                  </a:lnTo>
                  <a:lnTo>
                    <a:pt x="200907" y="3425"/>
                  </a:lnTo>
                  <a:lnTo>
                    <a:pt x="195722" y="2441"/>
                  </a:lnTo>
                  <a:lnTo>
                    <a:pt x="190508" y="1621"/>
                  </a:lnTo>
                  <a:lnTo>
                    <a:pt x="185270" y="967"/>
                  </a:lnTo>
                  <a:lnTo>
                    <a:pt x="180015" y="478"/>
                  </a:lnTo>
                  <a:lnTo>
                    <a:pt x="174747" y="156"/>
                  </a:lnTo>
                  <a:lnTo>
                    <a:pt x="169471" y="0"/>
                  </a:lnTo>
                  <a:lnTo>
                    <a:pt x="167164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83779" y="3170392"/>
              <a:ext cx="2306" cy="167167"/>
            </a:xfrm>
            <a:custGeom>
              <a:avLst/>
              <a:pathLst>
                <a:path w="2306" h="167167">
                  <a:moveTo>
                    <a:pt x="2306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304" y="2633064"/>
              <a:ext cx="35706" cy="167167"/>
            </a:xfrm>
            <a:custGeom>
              <a:avLst/>
              <a:pathLst>
                <a:path w="35706" h="167167">
                  <a:moveTo>
                    <a:pt x="35706" y="0"/>
                  </a:moveTo>
                  <a:lnTo>
                    <a:pt x="28512" y="154"/>
                  </a:lnTo>
                  <a:lnTo>
                    <a:pt x="21331" y="619"/>
                  </a:lnTo>
                  <a:lnTo>
                    <a:pt x="14176" y="1392"/>
                  </a:lnTo>
                  <a:lnTo>
                    <a:pt x="7061" y="2472"/>
                  </a:lnTo>
                  <a:lnTo>
                    <a:pt x="0" y="3858"/>
                  </a:lnTo>
                  <a:lnTo>
                    <a:pt x="357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883304" y="2636922"/>
              <a:ext cx="35706" cy="163309"/>
            </a:xfrm>
            <a:custGeom>
              <a:avLst/>
              <a:pathLst>
                <a:path w="35706" h="163309">
                  <a:moveTo>
                    <a:pt x="0" y="0"/>
                  </a:moveTo>
                  <a:lnTo>
                    <a:pt x="35706" y="1633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1851" y="2636922"/>
              <a:ext cx="334320" cy="330473"/>
            </a:xfrm>
            <a:custGeom>
              <a:avLst/>
              <a:pathLst>
                <a:path w="334320" h="330473">
                  <a:moveTo>
                    <a:pt x="131453" y="0"/>
                  </a:moveTo>
                  <a:lnTo>
                    <a:pt x="126289" y="1215"/>
                  </a:lnTo>
                  <a:lnTo>
                    <a:pt x="121166" y="2593"/>
                  </a:lnTo>
                  <a:lnTo>
                    <a:pt x="116089" y="4134"/>
                  </a:lnTo>
                  <a:lnTo>
                    <a:pt x="111063" y="5835"/>
                  </a:lnTo>
                  <a:lnTo>
                    <a:pt x="106095" y="7694"/>
                  </a:lnTo>
                  <a:lnTo>
                    <a:pt x="101187" y="9710"/>
                  </a:lnTo>
                  <a:lnTo>
                    <a:pt x="96347" y="11881"/>
                  </a:lnTo>
                  <a:lnTo>
                    <a:pt x="91577" y="14204"/>
                  </a:lnTo>
                  <a:lnTo>
                    <a:pt x="86884" y="16678"/>
                  </a:lnTo>
                  <a:lnTo>
                    <a:pt x="82271" y="19299"/>
                  </a:lnTo>
                  <a:lnTo>
                    <a:pt x="77744" y="22065"/>
                  </a:lnTo>
                  <a:lnTo>
                    <a:pt x="73307" y="24974"/>
                  </a:lnTo>
                  <a:lnTo>
                    <a:pt x="68964" y="28022"/>
                  </a:lnTo>
                  <a:lnTo>
                    <a:pt x="64721" y="31206"/>
                  </a:lnTo>
                  <a:lnTo>
                    <a:pt x="60581" y="34523"/>
                  </a:lnTo>
                  <a:lnTo>
                    <a:pt x="56548" y="37970"/>
                  </a:lnTo>
                  <a:lnTo>
                    <a:pt x="52626" y="41543"/>
                  </a:lnTo>
                  <a:lnTo>
                    <a:pt x="48820" y="45239"/>
                  </a:lnTo>
                  <a:lnTo>
                    <a:pt x="45133" y="49054"/>
                  </a:lnTo>
                  <a:lnTo>
                    <a:pt x="41568" y="52983"/>
                  </a:lnTo>
                  <a:lnTo>
                    <a:pt x="38131" y="57024"/>
                  </a:lnTo>
                  <a:lnTo>
                    <a:pt x="34823" y="61172"/>
                  </a:lnTo>
                  <a:lnTo>
                    <a:pt x="31649" y="65423"/>
                  </a:lnTo>
                  <a:lnTo>
                    <a:pt x="28611" y="69772"/>
                  </a:lnTo>
                  <a:lnTo>
                    <a:pt x="25712" y="74216"/>
                  </a:lnTo>
                  <a:lnTo>
                    <a:pt x="22956" y="78749"/>
                  </a:lnTo>
                  <a:lnTo>
                    <a:pt x="20346" y="83368"/>
                  </a:lnTo>
                  <a:lnTo>
                    <a:pt x="17883" y="88067"/>
                  </a:lnTo>
                  <a:lnTo>
                    <a:pt x="15570" y="92842"/>
                  </a:lnTo>
                  <a:lnTo>
                    <a:pt x="13411" y="97688"/>
                  </a:lnTo>
                  <a:lnTo>
                    <a:pt x="11406" y="102600"/>
                  </a:lnTo>
                  <a:lnTo>
                    <a:pt x="9558" y="107573"/>
                  </a:lnTo>
                  <a:lnTo>
                    <a:pt x="7868" y="112602"/>
                  </a:lnTo>
                  <a:lnTo>
                    <a:pt x="6340" y="117682"/>
                  </a:lnTo>
                  <a:lnTo>
                    <a:pt x="4973" y="122808"/>
                  </a:lnTo>
                  <a:lnTo>
                    <a:pt x="3769" y="127975"/>
                  </a:lnTo>
                  <a:lnTo>
                    <a:pt x="2730" y="133178"/>
                  </a:lnTo>
                  <a:lnTo>
                    <a:pt x="1857" y="138411"/>
                  </a:lnTo>
                  <a:lnTo>
                    <a:pt x="1150" y="143669"/>
                  </a:lnTo>
                  <a:lnTo>
                    <a:pt x="611" y="148947"/>
                  </a:lnTo>
                  <a:lnTo>
                    <a:pt x="239" y="154239"/>
                  </a:lnTo>
                  <a:lnTo>
                    <a:pt x="35" y="159540"/>
                  </a:lnTo>
                  <a:lnTo>
                    <a:pt x="0" y="164846"/>
                  </a:lnTo>
                  <a:lnTo>
                    <a:pt x="132" y="170149"/>
                  </a:lnTo>
                  <a:lnTo>
                    <a:pt x="434" y="175446"/>
                  </a:lnTo>
                  <a:lnTo>
                    <a:pt x="903" y="180731"/>
                  </a:lnTo>
                  <a:lnTo>
                    <a:pt x="1539" y="185998"/>
                  </a:lnTo>
                  <a:lnTo>
                    <a:pt x="2343" y="191242"/>
                  </a:lnTo>
                  <a:lnTo>
                    <a:pt x="3312" y="196458"/>
                  </a:lnTo>
                  <a:lnTo>
                    <a:pt x="4446" y="201640"/>
                  </a:lnTo>
                  <a:lnTo>
                    <a:pt x="5745" y="206784"/>
                  </a:lnTo>
                  <a:lnTo>
                    <a:pt x="7206" y="211885"/>
                  </a:lnTo>
                  <a:lnTo>
                    <a:pt x="8828" y="216936"/>
                  </a:lnTo>
                  <a:lnTo>
                    <a:pt x="10609" y="221933"/>
                  </a:lnTo>
                  <a:lnTo>
                    <a:pt x="12548" y="226871"/>
                  </a:lnTo>
                  <a:lnTo>
                    <a:pt x="14643" y="231746"/>
                  </a:lnTo>
                  <a:lnTo>
                    <a:pt x="16892" y="236551"/>
                  </a:lnTo>
                  <a:lnTo>
                    <a:pt x="19291" y="241282"/>
                  </a:lnTo>
                  <a:lnTo>
                    <a:pt x="21840" y="245935"/>
                  </a:lnTo>
                  <a:lnTo>
                    <a:pt x="24535" y="250505"/>
                  </a:lnTo>
                  <a:lnTo>
                    <a:pt x="27374" y="254987"/>
                  </a:lnTo>
                  <a:lnTo>
                    <a:pt x="30354" y="259377"/>
                  </a:lnTo>
                  <a:lnTo>
                    <a:pt x="33471" y="263670"/>
                  </a:lnTo>
                  <a:lnTo>
                    <a:pt x="36723" y="267861"/>
                  </a:lnTo>
                  <a:lnTo>
                    <a:pt x="40107" y="271948"/>
                  </a:lnTo>
                  <a:lnTo>
                    <a:pt x="43618" y="275925"/>
                  </a:lnTo>
                  <a:lnTo>
                    <a:pt x="47254" y="279788"/>
                  </a:lnTo>
                  <a:lnTo>
                    <a:pt x="51010" y="283535"/>
                  </a:lnTo>
                  <a:lnTo>
                    <a:pt x="54884" y="287160"/>
                  </a:lnTo>
                  <a:lnTo>
                    <a:pt x="58871" y="290660"/>
                  </a:lnTo>
                  <a:lnTo>
                    <a:pt x="62966" y="294032"/>
                  </a:lnTo>
                  <a:lnTo>
                    <a:pt x="67167" y="297273"/>
                  </a:lnTo>
                  <a:lnTo>
                    <a:pt x="71468" y="300378"/>
                  </a:lnTo>
                  <a:lnTo>
                    <a:pt x="75866" y="303346"/>
                  </a:lnTo>
                  <a:lnTo>
                    <a:pt x="80356" y="306172"/>
                  </a:lnTo>
                  <a:lnTo>
                    <a:pt x="84933" y="308855"/>
                  </a:lnTo>
                  <a:lnTo>
                    <a:pt x="89593" y="311391"/>
                  </a:lnTo>
                  <a:lnTo>
                    <a:pt x="94331" y="313778"/>
                  </a:lnTo>
                  <a:lnTo>
                    <a:pt x="99142" y="316013"/>
                  </a:lnTo>
                  <a:lnTo>
                    <a:pt x="104022" y="318095"/>
                  </a:lnTo>
                  <a:lnTo>
                    <a:pt x="108966" y="320020"/>
                  </a:lnTo>
                  <a:lnTo>
                    <a:pt x="113968" y="321788"/>
                  </a:lnTo>
                  <a:lnTo>
                    <a:pt x="119024" y="323396"/>
                  </a:lnTo>
                  <a:lnTo>
                    <a:pt x="124128" y="324843"/>
                  </a:lnTo>
                  <a:lnTo>
                    <a:pt x="129276" y="326127"/>
                  </a:lnTo>
                  <a:lnTo>
                    <a:pt x="134461" y="327247"/>
                  </a:lnTo>
                  <a:lnTo>
                    <a:pt x="139680" y="328202"/>
                  </a:lnTo>
                  <a:lnTo>
                    <a:pt x="144926" y="328991"/>
                  </a:lnTo>
                  <a:lnTo>
                    <a:pt x="150195" y="329613"/>
                  </a:lnTo>
                  <a:lnTo>
                    <a:pt x="155481" y="330068"/>
                  </a:lnTo>
                  <a:lnTo>
                    <a:pt x="160778" y="330355"/>
                  </a:lnTo>
                  <a:lnTo>
                    <a:pt x="166082" y="330473"/>
                  </a:lnTo>
                  <a:lnTo>
                    <a:pt x="171387" y="330423"/>
                  </a:lnTo>
                  <a:lnTo>
                    <a:pt x="176688" y="330205"/>
                  </a:lnTo>
                  <a:lnTo>
                    <a:pt x="181980" y="329818"/>
                  </a:lnTo>
                  <a:lnTo>
                    <a:pt x="187256" y="329264"/>
                  </a:lnTo>
                  <a:lnTo>
                    <a:pt x="192512" y="328543"/>
                  </a:lnTo>
                  <a:lnTo>
                    <a:pt x="197742" y="327655"/>
                  </a:lnTo>
                  <a:lnTo>
                    <a:pt x="202942" y="326602"/>
                  </a:lnTo>
                  <a:lnTo>
                    <a:pt x="208106" y="325384"/>
                  </a:lnTo>
                  <a:lnTo>
                    <a:pt x="213228" y="324003"/>
                  </a:lnTo>
                  <a:lnTo>
                    <a:pt x="218304" y="322460"/>
                  </a:lnTo>
                  <a:lnTo>
                    <a:pt x="223329" y="320757"/>
                  </a:lnTo>
                  <a:lnTo>
                    <a:pt x="228297" y="318896"/>
                  </a:lnTo>
                  <a:lnTo>
                    <a:pt x="233203" y="316877"/>
                  </a:lnTo>
                  <a:lnTo>
                    <a:pt x="238043" y="314704"/>
                  </a:lnTo>
                  <a:lnTo>
                    <a:pt x="242812" y="312379"/>
                  </a:lnTo>
                  <a:lnTo>
                    <a:pt x="247504" y="309903"/>
                  </a:lnTo>
                  <a:lnTo>
                    <a:pt x="252115" y="307280"/>
                  </a:lnTo>
                  <a:lnTo>
                    <a:pt x="256641" y="304511"/>
                  </a:lnTo>
                  <a:lnTo>
                    <a:pt x="261077" y="301601"/>
                  </a:lnTo>
                  <a:lnTo>
                    <a:pt x="265418" y="298551"/>
                  </a:lnTo>
                  <a:lnTo>
                    <a:pt x="269660" y="295365"/>
                  </a:lnTo>
                  <a:lnTo>
                    <a:pt x="273799" y="292046"/>
                  </a:lnTo>
                  <a:lnTo>
                    <a:pt x="277830" y="288597"/>
                  </a:lnTo>
                  <a:lnTo>
                    <a:pt x="281750" y="285022"/>
                  </a:lnTo>
                  <a:lnTo>
                    <a:pt x="285555" y="281324"/>
                  </a:lnTo>
                  <a:lnTo>
                    <a:pt x="289240" y="277508"/>
                  </a:lnTo>
                  <a:lnTo>
                    <a:pt x="292802" y="273577"/>
                  </a:lnTo>
                  <a:lnTo>
                    <a:pt x="296238" y="269534"/>
                  </a:lnTo>
                  <a:lnTo>
                    <a:pt x="299544" y="265385"/>
                  </a:lnTo>
                  <a:lnTo>
                    <a:pt x="302716" y="261132"/>
                  </a:lnTo>
                  <a:lnTo>
                    <a:pt x="305752" y="256781"/>
                  </a:lnTo>
                  <a:lnTo>
                    <a:pt x="308649" y="252336"/>
                  </a:lnTo>
                  <a:lnTo>
                    <a:pt x="311402" y="247802"/>
                  </a:lnTo>
                  <a:lnTo>
                    <a:pt x="314011" y="243182"/>
                  </a:lnTo>
                  <a:lnTo>
                    <a:pt x="316472" y="238482"/>
                  </a:lnTo>
                  <a:lnTo>
                    <a:pt x="318782" y="233706"/>
                  </a:lnTo>
                  <a:lnTo>
                    <a:pt x="320939" y="228859"/>
                  </a:lnTo>
                  <a:lnTo>
                    <a:pt x="322942" y="223946"/>
                  </a:lnTo>
                  <a:lnTo>
                    <a:pt x="324788" y="218972"/>
                  </a:lnTo>
                  <a:lnTo>
                    <a:pt x="326475" y="213942"/>
                  </a:lnTo>
                  <a:lnTo>
                    <a:pt x="328001" y="208862"/>
                  </a:lnTo>
                  <a:lnTo>
                    <a:pt x="329366" y="203735"/>
                  </a:lnTo>
                  <a:lnTo>
                    <a:pt x="330567" y="198567"/>
                  </a:lnTo>
                  <a:lnTo>
                    <a:pt x="331603" y="193364"/>
                  </a:lnTo>
                  <a:lnTo>
                    <a:pt x="332474" y="188131"/>
                  </a:lnTo>
                  <a:lnTo>
                    <a:pt x="333179" y="182872"/>
                  </a:lnTo>
                  <a:lnTo>
                    <a:pt x="333716" y="177594"/>
                  </a:lnTo>
                  <a:lnTo>
                    <a:pt x="334085" y="172302"/>
                  </a:lnTo>
                  <a:lnTo>
                    <a:pt x="334287" y="167000"/>
                  </a:lnTo>
                  <a:lnTo>
                    <a:pt x="334320" y="161695"/>
                  </a:lnTo>
                  <a:lnTo>
                    <a:pt x="334184" y="156391"/>
                  </a:lnTo>
                  <a:lnTo>
                    <a:pt x="333881" y="151095"/>
                  </a:lnTo>
                  <a:lnTo>
                    <a:pt x="333409" y="145811"/>
                  </a:lnTo>
                  <a:lnTo>
                    <a:pt x="332770" y="140544"/>
                  </a:lnTo>
                  <a:lnTo>
                    <a:pt x="331964" y="135300"/>
                  </a:lnTo>
                  <a:lnTo>
                    <a:pt x="330992" y="130085"/>
                  </a:lnTo>
                  <a:lnTo>
                    <a:pt x="329856" y="124902"/>
                  </a:lnTo>
                  <a:lnTo>
                    <a:pt x="328555" y="119759"/>
                  </a:lnTo>
                  <a:lnTo>
                    <a:pt x="327092" y="114659"/>
                  </a:lnTo>
                  <a:lnTo>
                    <a:pt x="325467" y="109609"/>
                  </a:lnTo>
                  <a:lnTo>
                    <a:pt x="323684" y="104612"/>
                  </a:lnTo>
                  <a:lnTo>
                    <a:pt x="321742" y="99675"/>
                  </a:lnTo>
                  <a:lnTo>
                    <a:pt x="319645" y="94802"/>
                  </a:lnTo>
                  <a:lnTo>
                    <a:pt x="317394" y="89998"/>
                  </a:lnTo>
                  <a:lnTo>
                    <a:pt x="314992" y="85267"/>
                  </a:lnTo>
                  <a:lnTo>
                    <a:pt x="312441" y="80615"/>
                  </a:lnTo>
                  <a:lnTo>
                    <a:pt x="309744" y="76047"/>
                  </a:lnTo>
                  <a:lnTo>
                    <a:pt x="306903" y="71566"/>
                  </a:lnTo>
                  <a:lnTo>
                    <a:pt x="303922" y="67178"/>
                  </a:lnTo>
                  <a:lnTo>
                    <a:pt x="300802" y="62887"/>
                  </a:lnTo>
                  <a:lnTo>
                    <a:pt x="297548" y="58696"/>
                  </a:lnTo>
                  <a:lnTo>
                    <a:pt x="294163" y="54611"/>
                  </a:lnTo>
                  <a:lnTo>
                    <a:pt x="290650" y="50636"/>
                  </a:lnTo>
                  <a:lnTo>
                    <a:pt x="287012" y="46774"/>
                  </a:lnTo>
                  <a:lnTo>
                    <a:pt x="283254" y="43030"/>
                  </a:lnTo>
                  <a:lnTo>
                    <a:pt x="279379" y="39406"/>
                  </a:lnTo>
                  <a:lnTo>
                    <a:pt x="275390" y="35908"/>
                  </a:lnTo>
                  <a:lnTo>
                    <a:pt x="271293" y="32537"/>
                  </a:lnTo>
                  <a:lnTo>
                    <a:pt x="267091" y="29299"/>
                  </a:lnTo>
                  <a:lnTo>
                    <a:pt x="262788" y="26195"/>
                  </a:lnTo>
                  <a:lnTo>
                    <a:pt x="258389" y="23230"/>
                  </a:lnTo>
                  <a:lnTo>
                    <a:pt x="253898" y="20405"/>
                  </a:lnTo>
                  <a:lnTo>
                    <a:pt x="249320" y="17725"/>
                  </a:lnTo>
                  <a:lnTo>
                    <a:pt x="244659" y="15191"/>
                  </a:lnTo>
                  <a:lnTo>
                    <a:pt x="239919" y="12806"/>
                  </a:lnTo>
                  <a:lnTo>
                    <a:pt x="235107" y="10573"/>
                  </a:lnTo>
                  <a:lnTo>
                    <a:pt x="230226" y="8494"/>
                  </a:lnTo>
                  <a:lnTo>
                    <a:pt x="225282" y="6571"/>
                  </a:lnTo>
                  <a:lnTo>
                    <a:pt x="220279" y="4805"/>
                  </a:lnTo>
                  <a:lnTo>
                    <a:pt x="215222" y="3200"/>
                  </a:lnTo>
                  <a:lnTo>
                    <a:pt x="210117" y="1755"/>
                  </a:lnTo>
                  <a:lnTo>
                    <a:pt x="167160" y="1633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9011" y="2633064"/>
              <a:ext cx="42957" cy="167167"/>
            </a:xfrm>
            <a:custGeom>
              <a:avLst/>
              <a:pathLst>
                <a:path w="42957" h="167167">
                  <a:moveTo>
                    <a:pt x="42957" y="5613"/>
                  </a:moveTo>
                  <a:lnTo>
                    <a:pt x="36931" y="4130"/>
                  </a:lnTo>
                  <a:lnTo>
                    <a:pt x="30854" y="2872"/>
                  </a:lnTo>
                  <a:lnTo>
                    <a:pt x="24734" y="1840"/>
                  </a:lnTo>
                  <a:lnTo>
                    <a:pt x="18580" y="1035"/>
                  </a:lnTo>
                  <a:lnTo>
                    <a:pt x="12401" y="460"/>
                  </a:lnTo>
                  <a:lnTo>
                    <a:pt x="6204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792" y="2126963"/>
              <a:ext cx="6679" cy="167167"/>
            </a:xfrm>
            <a:custGeom>
              <a:avLst/>
              <a:pathLst>
                <a:path w="6679" h="167167">
                  <a:moveTo>
                    <a:pt x="6679" y="0"/>
                  </a:moveTo>
                  <a:lnTo>
                    <a:pt x="0" y="133"/>
                  </a:lnTo>
                  <a:lnTo>
                    <a:pt x="66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1792" y="2127097"/>
              <a:ext cx="6679" cy="167033"/>
            </a:xfrm>
            <a:custGeom>
              <a:avLst/>
              <a:pathLst>
                <a:path w="6679" h="167033">
                  <a:moveTo>
                    <a:pt x="0" y="0"/>
                  </a:moveTo>
                  <a:lnTo>
                    <a:pt x="6679" y="167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561311" y="2127097"/>
              <a:ext cx="167160" cy="333043"/>
            </a:xfrm>
            <a:custGeom>
              <a:avLst/>
              <a:pathLst>
                <a:path w="167160" h="333043">
                  <a:moveTo>
                    <a:pt x="160480" y="0"/>
                  </a:moveTo>
                  <a:lnTo>
                    <a:pt x="155125" y="300"/>
                  </a:lnTo>
                  <a:lnTo>
                    <a:pt x="149783" y="772"/>
                  </a:lnTo>
                  <a:lnTo>
                    <a:pt x="144458" y="1415"/>
                  </a:lnTo>
                  <a:lnTo>
                    <a:pt x="139157" y="2228"/>
                  </a:lnTo>
                  <a:lnTo>
                    <a:pt x="133885" y="3211"/>
                  </a:lnTo>
                  <a:lnTo>
                    <a:pt x="128646" y="4363"/>
                  </a:lnTo>
                  <a:lnTo>
                    <a:pt x="123448" y="5682"/>
                  </a:lnTo>
                  <a:lnTo>
                    <a:pt x="118294" y="7167"/>
                  </a:lnTo>
                  <a:lnTo>
                    <a:pt x="113191" y="8817"/>
                  </a:lnTo>
                  <a:lnTo>
                    <a:pt x="108144" y="10630"/>
                  </a:lnTo>
                  <a:lnTo>
                    <a:pt x="103157" y="12604"/>
                  </a:lnTo>
                  <a:lnTo>
                    <a:pt x="98236" y="14736"/>
                  </a:lnTo>
                  <a:lnTo>
                    <a:pt x="93386" y="17026"/>
                  </a:lnTo>
                  <a:lnTo>
                    <a:pt x="88611" y="19470"/>
                  </a:lnTo>
                  <a:lnTo>
                    <a:pt x="83918" y="22065"/>
                  </a:lnTo>
                  <a:lnTo>
                    <a:pt x="79311" y="24810"/>
                  </a:lnTo>
                  <a:lnTo>
                    <a:pt x="74793" y="27702"/>
                  </a:lnTo>
                  <a:lnTo>
                    <a:pt x="70371" y="30736"/>
                  </a:lnTo>
                  <a:lnTo>
                    <a:pt x="66049" y="33911"/>
                  </a:lnTo>
                  <a:lnTo>
                    <a:pt x="61830" y="37223"/>
                  </a:lnTo>
                  <a:lnTo>
                    <a:pt x="57720" y="40669"/>
                  </a:lnTo>
                  <a:lnTo>
                    <a:pt x="53723" y="44245"/>
                  </a:lnTo>
                  <a:lnTo>
                    <a:pt x="49842" y="47947"/>
                  </a:lnTo>
                  <a:lnTo>
                    <a:pt x="46083" y="51772"/>
                  </a:lnTo>
                  <a:lnTo>
                    <a:pt x="42447" y="55715"/>
                  </a:lnTo>
                  <a:lnTo>
                    <a:pt x="38941" y="59773"/>
                  </a:lnTo>
                  <a:lnTo>
                    <a:pt x="35566" y="63941"/>
                  </a:lnTo>
                  <a:lnTo>
                    <a:pt x="32326" y="68216"/>
                  </a:lnTo>
                  <a:lnTo>
                    <a:pt x="29226" y="72592"/>
                  </a:lnTo>
                  <a:lnTo>
                    <a:pt x="26267" y="77065"/>
                  </a:lnTo>
                  <a:lnTo>
                    <a:pt x="23454" y="81631"/>
                  </a:lnTo>
                  <a:lnTo>
                    <a:pt x="20788" y="86285"/>
                  </a:lnTo>
                  <a:lnTo>
                    <a:pt x="18273" y="91022"/>
                  </a:lnTo>
                  <a:lnTo>
                    <a:pt x="15911" y="95838"/>
                  </a:lnTo>
                  <a:lnTo>
                    <a:pt x="13705" y="100726"/>
                  </a:lnTo>
                  <a:lnTo>
                    <a:pt x="11657" y="105683"/>
                  </a:lnTo>
                  <a:lnTo>
                    <a:pt x="9769" y="110703"/>
                  </a:lnTo>
                  <a:lnTo>
                    <a:pt x="8043" y="115781"/>
                  </a:lnTo>
                  <a:lnTo>
                    <a:pt x="6481" y="120912"/>
                  </a:lnTo>
                  <a:lnTo>
                    <a:pt x="5084" y="126090"/>
                  </a:lnTo>
                  <a:lnTo>
                    <a:pt x="3854" y="131310"/>
                  </a:lnTo>
                  <a:lnTo>
                    <a:pt x="2792" y="136567"/>
                  </a:lnTo>
                  <a:lnTo>
                    <a:pt x="1899" y="141856"/>
                  </a:lnTo>
                  <a:lnTo>
                    <a:pt x="1177" y="147170"/>
                  </a:lnTo>
                  <a:lnTo>
                    <a:pt x="625" y="152505"/>
                  </a:lnTo>
                  <a:lnTo>
                    <a:pt x="245" y="157855"/>
                  </a:lnTo>
                  <a:lnTo>
                    <a:pt x="36" y="163214"/>
                  </a:lnTo>
                  <a:lnTo>
                    <a:pt x="0" y="168577"/>
                  </a:lnTo>
                  <a:lnTo>
                    <a:pt x="135" y="173938"/>
                  </a:lnTo>
                  <a:lnTo>
                    <a:pt x="443" y="179293"/>
                  </a:lnTo>
                  <a:lnTo>
                    <a:pt x="922" y="184635"/>
                  </a:lnTo>
                  <a:lnTo>
                    <a:pt x="1572" y="189958"/>
                  </a:lnTo>
                  <a:lnTo>
                    <a:pt x="2392" y="195259"/>
                  </a:lnTo>
                  <a:lnTo>
                    <a:pt x="3383" y="200530"/>
                  </a:lnTo>
                  <a:lnTo>
                    <a:pt x="4541" y="205766"/>
                  </a:lnTo>
                  <a:lnTo>
                    <a:pt x="5868" y="210963"/>
                  </a:lnTo>
                  <a:lnTo>
                    <a:pt x="7360" y="216114"/>
                  </a:lnTo>
                  <a:lnTo>
                    <a:pt x="9017" y="221215"/>
                  </a:lnTo>
                  <a:lnTo>
                    <a:pt x="10836" y="226261"/>
                  </a:lnTo>
                  <a:lnTo>
                    <a:pt x="12817" y="231245"/>
                  </a:lnTo>
                  <a:lnTo>
                    <a:pt x="14956" y="236163"/>
                  </a:lnTo>
                  <a:lnTo>
                    <a:pt x="17252" y="241010"/>
                  </a:lnTo>
                  <a:lnTo>
                    <a:pt x="19702" y="245781"/>
                  </a:lnTo>
                  <a:lnTo>
                    <a:pt x="22304" y="250471"/>
                  </a:lnTo>
                  <a:lnTo>
                    <a:pt x="25055" y="255075"/>
                  </a:lnTo>
                  <a:lnTo>
                    <a:pt x="27953" y="259588"/>
                  </a:lnTo>
                  <a:lnTo>
                    <a:pt x="30993" y="264006"/>
                  </a:lnTo>
                  <a:lnTo>
                    <a:pt x="34174" y="268324"/>
                  </a:lnTo>
                  <a:lnTo>
                    <a:pt x="37492" y="272538"/>
                  </a:lnTo>
                  <a:lnTo>
                    <a:pt x="40943" y="276643"/>
                  </a:lnTo>
                  <a:lnTo>
                    <a:pt x="44524" y="280636"/>
                  </a:lnTo>
                  <a:lnTo>
                    <a:pt x="48232" y="284511"/>
                  </a:lnTo>
                  <a:lnTo>
                    <a:pt x="52061" y="288266"/>
                  </a:lnTo>
                  <a:lnTo>
                    <a:pt x="56010" y="291896"/>
                  </a:lnTo>
                  <a:lnTo>
                    <a:pt x="60072" y="295397"/>
                  </a:lnTo>
                  <a:lnTo>
                    <a:pt x="64245" y="298766"/>
                  </a:lnTo>
                  <a:lnTo>
                    <a:pt x="68524" y="302000"/>
                  </a:lnTo>
                  <a:lnTo>
                    <a:pt x="72905" y="305095"/>
                  </a:lnTo>
                  <a:lnTo>
                    <a:pt x="77382" y="308047"/>
                  </a:lnTo>
                  <a:lnTo>
                    <a:pt x="81952" y="310855"/>
                  </a:lnTo>
                  <a:lnTo>
                    <a:pt x="86609" y="313514"/>
                  </a:lnTo>
                  <a:lnTo>
                    <a:pt x="91350" y="316023"/>
                  </a:lnTo>
                  <a:lnTo>
                    <a:pt x="96168" y="318378"/>
                  </a:lnTo>
                  <a:lnTo>
                    <a:pt x="101060" y="320577"/>
                  </a:lnTo>
                  <a:lnTo>
                    <a:pt x="106019" y="322619"/>
                  </a:lnTo>
                  <a:lnTo>
                    <a:pt x="111042" y="324500"/>
                  </a:lnTo>
                  <a:lnTo>
                    <a:pt x="116122" y="326219"/>
                  </a:lnTo>
                  <a:lnTo>
                    <a:pt x="121255" y="327774"/>
                  </a:lnTo>
                  <a:lnTo>
                    <a:pt x="126435" y="329164"/>
                  </a:lnTo>
                  <a:lnTo>
                    <a:pt x="131657" y="330387"/>
                  </a:lnTo>
                  <a:lnTo>
                    <a:pt x="136915" y="331442"/>
                  </a:lnTo>
                  <a:lnTo>
                    <a:pt x="142205" y="332328"/>
                  </a:lnTo>
                  <a:lnTo>
                    <a:pt x="147520" y="333043"/>
                  </a:lnTo>
                  <a:lnTo>
                    <a:pt x="167160" y="167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08832" y="2126963"/>
              <a:ext cx="186804" cy="334326"/>
            </a:xfrm>
            <a:custGeom>
              <a:avLst/>
              <a:pathLst>
                <a:path w="186804" h="334326">
                  <a:moveTo>
                    <a:pt x="0" y="333177"/>
                  </a:moveTo>
                  <a:lnTo>
                    <a:pt x="5313" y="333719"/>
                  </a:lnTo>
                  <a:lnTo>
                    <a:pt x="10642" y="334092"/>
                  </a:lnTo>
                  <a:lnTo>
                    <a:pt x="15980" y="334294"/>
                  </a:lnTo>
                  <a:lnTo>
                    <a:pt x="21321" y="334326"/>
                  </a:lnTo>
                  <a:lnTo>
                    <a:pt x="26661" y="334187"/>
                  </a:lnTo>
                  <a:lnTo>
                    <a:pt x="31993" y="333877"/>
                  </a:lnTo>
                  <a:lnTo>
                    <a:pt x="37313" y="333397"/>
                  </a:lnTo>
                  <a:lnTo>
                    <a:pt x="42615" y="332748"/>
                  </a:lnTo>
                  <a:lnTo>
                    <a:pt x="47893" y="331929"/>
                  </a:lnTo>
                  <a:lnTo>
                    <a:pt x="53143" y="330943"/>
                  </a:lnTo>
                  <a:lnTo>
                    <a:pt x="58358" y="329788"/>
                  </a:lnTo>
                  <a:lnTo>
                    <a:pt x="63534" y="328468"/>
                  </a:lnTo>
                  <a:lnTo>
                    <a:pt x="68665" y="326984"/>
                  </a:lnTo>
                  <a:lnTo>
                    <a:pt x="73746" y="325336"/>
                  </a:lnTo>
                  <a:lnTo>
                    <a:pt x="78772" y="323526"/>
                  </a:lnTo>
                  <a:lnTo>
                    <a:pt x="83737" y="321557"/>
                  </a:lnTo>
                  <a:lnTo>
                    <a:pt x="88637" y="319431"/>
                  </a:lnTo>
                  <a:lnTo>
                    <a:pt x="93466" y="317148"/>
                  </a:lnTo>
                  <a:lnTo>
                    <a:pt x="98221" y="314713"/>
                  </a:lnTo>
                  <a:lnTo>
                    <a:pt x="102894" y="312127"/>
                  </a:lnTo>
                  <a:lnTo>
                    <a:pt x="107483" y="309393"/>
                  </a:lnTo>
                  <a:lnTo>
                    <a:pt x="111982" y="306514"/>
                  </a:lnTo>
                  <a:lnTo>
                    <a:pt x="116387" y="303493"/>
                  </a:lnTo>
                  <a:lnTo>
                    <a:pt x="120693" y="300332"/>
                  </a:lnTo>
                  <a:lnTo>
                    <a:pt x="124896" y="297036"/>
                  </a:lnTo>
                  <a:lnTo>
                    <a:pt x="128992" y="293607"/>
                  </a:lnTo>
                  <a:lnTo>
                    <a:pt x="132975" y="290048"/>
                  </a:lnTo>
                  <a:lnTo>
                    <a:pt x="136843" y="286365"/>
                  </a:lnTo>
                  <a:lnTo>
                    <a:pt x="140592" y="282559"/>
                  </a:lnTo>
                  <a:lnTo>
                    <a:pt x="144217" y="278636"/>
                  </a:lnTo>
                  <a:lnTo>
                    <a:pt x="147714" y="274599"/>
                  </a:lnTo>
                  <a:lnTo>
                    <a:pt x="151081" y="270452"/>
                  </a:lnTo>
                  <a:lnTo>
                    <a:pt x="154314" y="266200"/>
                  </a:lnTo>
                  <a:lnTo>
                    <a:pt x="157409" y="261847"/>
                  </a:lnTo>
                  <a:lnTo>
                    <a:pt x="160364" y="257397"/>
                  </a:lnTo>
                  <a:lnTo>
                    <a:pt x="163175" y="252855"/>
                  </a:lnTo>
                  <a:lnTo>
                    <a:pt x="165839" y="248225"/>
                  </a:lnTo>
                  <a:lnTo>
                    <a:pt x="168354" y="243513"/>
                  </a:lnTo>
                  <a:lnTo>
                    <a:pt x="170718" y="238722"/>
                  </a:lnTo>
                  <a:lnTo>
                    <a:pt x="172927" y="233859"/>
                  </a:lnTo>
                  <a:lnTo>
                    <a:pt x="174979" y="228928"/>
                  </a:lnTo>
                  <a:lnTo>
                    <a:pt x="176873" y="223933"/>
                  </a:lnTo>
                  <a:lnTo>
                    <a:pt x="178606" y="218881"/>
                  </a:lnTo>
                  <a:lnTo>
                    <a:pt x="180177" y="213776"/>
                  </a:lnTo>
                  <a:lnTo>
                    <a:pt x="181585" y="208623"/>
                  </a:lnTo>
                  <a:lnTo>
                    <a:pt x="182826" y="203428"/>
                  </a:lnTo>
                  <a:lnTo>
                    <a:pt x="183902" y="198195"/>
                  </a:lnTo>
                  <a:lnTo>
                    <a:pt x="184809" y="192932"/>
                  </a:lnTo>
                  <a:lnTo>
                    <a:pt x="185548" y="187641"/>
                  </a:lnTo>
                  <a:lnTo>
                    <a:pt x="186117" y="182330"/>
                  </a:lnTo>
                  <a:lnTo>
                    <a:pt x="186517" y="177004"/>
                  </a:lnTo>
                  <a:lnTo>
                    <a:pt x="186746" y="171667"/>
                  </a:lnTo>
                  <a:lnTo>
                    <a:pt x="186804" y="166326"/>
                  </a:lnTo>
                  <a:lnTo>
                    <a:pt x="186692" y="160986"/>
                  </a:lnTo>
                  <a:lnTo>
                    <a:pt x="186409" y="155652"/>
                  </a:lnTo>
                  <a:lnTo>
                    <a:pt x="185956" y="150329"/>
                  </a:lnTo>
                  <a:lnTo>
                    <a:pt x="185333" y="145024"/>
                  </a:lnTo>
                  <a:lnTo>
                    <a:pt x="184541" y="139742"/>
                  </a:lnTo>
                  <a:lnTo>
                    <a:pt x="183581" y="134487"/>
                  </a:lnTo>
                  <a:lnTo>
                    <a:pt x="182453" y="129266"/>
                  </a:lnTo>
                  <a:lnTo>
                    <a:pt x="181159" y="124084"/>
                  </a:lnTo>
                  <a:lnTo>
                    <a:pt x="179700" y="118945"/>
                  </a:lnTo>
                  <a:lnTo>
                    <a:pt x="178078" y="113856"/>
                  </a:lnTo>
                  <a:lnTo>
                    <a:pt x="176294" y="108822"/>
                  </a:lnTo>
                  <a:lnTo>
                    <a:pt x="174350" y="103846"/>
                  </a:lnTo>
                  <a:lnTo>
                    <a:pt x="172248" y="98936"/>
                  </a:lnTo>
                  <a:lnTo>
                    <a:pt x="169990" y="94095"/>
                  </a:lnTo>
                  <a:lnTo>
                    <a:pt x="167579" y="89329"/>
                  </a:lnTo>
                  <a:lnTo>
                    <a:pt x="165016" y="84642"/>
                  </a:lnTo>
                  <a:lnTo>
                    <a:pt x="162306" y="80039"/>
                  </a:lnTo>
                  <a:lnTo>
                    <a:pt x="159449" y="75526"/>
                  </a:lnTo>
                  <a:lnTo>
                    <a:pt x="156450" y="71106"/>
                  </a:lnTo>
                  <a:lnTo>
                    <a:pt x="153311" y="66784"/>
                  </a:lnTo>
                  <a:lnTo>
                    <a:pt x="150036" y="62564"/>
                  </a:lnTo>
                  <a:lnTo>
                    <a:pt x="146627" y="58452"/>
                  </a:lnTo>
                  <a:lnTo>
                    <a:pt x="143089" y="54450"/>
                  </a:lnTo>
                  <a:lnTo>
                    <a:pt x="139425" y="50564"/>
                  </a:lnTo>
                  <a:lnTo>
                    <a:pt x="135638" y="46796"/>
                  </a:lnTo>
                  <a:lnTo>
                    <a:pt x="131733" y="43152"/>
                  </a:lnTo>
                  <a:lnTo>
                    <a:pt x="127714" y="39634"/>
                  </a:lnTo>
                  <a:lnTo>
                    <a:pt x="123584" y="36246"/>
                  </a:lnTo>
                  <a:lnTo>
                    <a:pt x="119348" y="32992"/>
                  </a:lnTo>
                  <a:lnTo>
                    <a:pt x="115011" y="29875"/>
                  </a:lnTo>
                  <a:lnTo>
                    <a:pt x="110576" y="26898"/>
                  </a:lnTo>
                  <a:lnTo>
                    <a:pt x="106048" y="24064"/>
                  </a:lnTo>
                  <a:lnTo>
                    <a:pt x="101432" y="21376"/>
                  </a:lnTo>
                  <a:lnTo>
                    <a:pt x="96732" y="18838"/>
                  </a:lnTo>
                  <a:lnTo>
                    <a:pt x="91954" y="16450"/>
                  </a:lnTo>
                  <a:lnTo>
                    <a:pt x="87102" y="14217"/>
                  </a:lnTo>
                  <a:lnTo>
                    <a:pt x="82180" y="12139"/>
                  </a:lnTo>
                  <a:lnTo>
                    <a:pt x="77196" y="10220"/>
                  </a:lnTo>
                  <a:lnTo>
                    <a:pt x="72152" y="8462"/>
                  </a:lnTo>
                  <a:lnTo>
                    <a:pt x="67055" y="6865"/>
                  </a:lnTo>
                  <a:lnTo>
                    <a:pt x="61909" y="5432"/>
                  </a:lnTo>
                  <a:lnTo>
                    <a:pt x="56720" y="4164"/>
                  </a:lnTo>
                  <a:lnTo>
                    <a:pt x="51493" y="3063"/>
                  </a:lnTo>
                  <a:lnTo>
                    <a:pt x="46234" y="2129"/>
                  </a:lnTo>
                  <a:lnTo>
                    <a:pt x="40948" y="1363"/>
                  </a:lnTo>
                  <a:lnTo>
                    <a:pt x="35640" y="767"/>
                  </a:lnTo>
                  <a:lnTo>
                    <a:pt x="30315" y="341"/>
                  </a:lnTo>
                  <a:lnTo>
                    <a:pt x="24980" y="85"/>
                  </a:lnTo>
                  <a:lnTo>
                    <a:pt x="19639" y="0"/>
                  </a:lnTo>
                  <a:lnTo>
                    <a:pt x="196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6961" y="1681503"/>
              <a:ext cx="16273" cy="167167"/>
            </a:xfrm>
            <a:custGeom>
              <a:avLst/>
              <a:pathLst>
                <a:path w="16273" h="167167">
                  <a:moveTo>
                    <a:pt x="16273" y="0"/>
                  </a:moveTo>
                  <a:lnTo>
                    <a:pt x="8127" y="198"/>
                  </a:lnTo>
                  <a:lnTo>
                    <a:pt x="0" y="793"/>
                  </a:lnTo>
                  <a:lnTo>
                    <a:pt x="1627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06961" y="1682297"/>
              <a:ext cx="16273" cy="166373"/>
            </a:xfrm>
            <a:custGeom>
              <a:avLst/>
              <a:pathLst>
                <a:path w="16273" h="166373">
                  <a:moveTo>
                    <a:pt x="0" y="0"/>
                  </a:moveTo>
                  <a:lnTo>
                    <a:pt x="16273" y="166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56086" y="1682297"/>
              <a:ext cx="334301" cy="333540"/>
            </a:xfrm>
            <a:custGeom>
              <a:avLst/>
              <a:pathLst>
                <a:path w="334301" h="333540">
                  <a:moveTo>
                    <a:pt x="150874" y="0"/>
                  </a:moveTo>
                  <a:lnTo>
                    <a:pt x="145610" y="599"/>
                  </a:lnTo>
                  <a:lnTo>
                    <a:pt x="140366" y="1365"/>
                  </a:lnTo>
                  <a:lnTo>
                    <a:pt x="135150" y="2296"/>
                  </a:lnTo>
                  <a:lnTo>
                    <a:pt x="129966" y="3393"/>
                  </a:lnTo>
                  <a:lnTo>
                    <a:pt x="124819" y="4653"/>
                  </a:lnTo>
                  <a:lnTo>
                    <a:pt x="119715" y="6076"/>
                  </a:lnTo>
                  <a:lnTo>
                    <a:pt x="114659" y="7660"/>
                  </a:lnTo>
                  <a:lnTo>
                    <a:pt x="109655" y="9403"/>
                  </a:lnTo>
                  <a:lnTo>
                    <a:pt x="104709" y="11304"/>
                  </a:lnTo>
                  <a:lnTo>
                    <a:pt x="99826" y="13361"/>
                  </a:lnTo>
                  <a:lnTo>
                    <a:pt x="95010" y="15571"/>
                  </a:lnTo>
                  <a:lnTo>
                    <a:pt x="90267" y="17933"/>
                  </a:lnTo>
                  <a:lnTo>
                    <a:pt x="85601" y="20445"/>
                  </a:lnTo>
                  <a:lnTo>
                    <a:pt x="81017" y="23102"/>
                  </a:lnTo>
                  <a:lnTo>
                    <a:pt x="76520" y="25904"/>
                  </a:lnTo>
                  <a:lnTo>
                    <a:pt x="72113" y="28847"/>
                  </a:lnTo>
                  <a:lnTo>
                    <a:pt x="67802" y="31928"/>
                  </a:lnTo>
                  <a:lnTo>
                    <a:pt x="63591" y="35144"/>
                  </a:lnTo>
                  <a:lnTo>
                    <a:pt x="59484" y="38492"/>
                  </a:lnTo>
                  <a:lnTo>
                    <a:pt x="55485" y="41969"/>
                  </a:lnTo>
                  <a:lnTo>
                    <a:pt x="51599" y="45570"/>
                  </a:lnTo>
                  <a:lnTo>
                    <a:pt x="47828" y="49293"/>
                  </a:lnTo>
                  <a:lnTo>
                    <a:pt x="44177" y="53133"/>
                  </a:lnTo>
                  <a:lnTo>
                    <a:pt x="40650" y="57088"/>
                  </a:lnTo>
                  <a:lnTo>
                    <a:pt x="37250" y="61152"/>
                  </a:lnTo>
                  <a:lnTo>
                    <a:pt x="33980" y="65321"/>
                  </a:lnTo>
                  <a:lnTo>
                    <a:pt x="30845" y="69593"/>
                  </a:lnTo>
                  <a:lnTo>
                    <a:pt x="27846" y="73961"/>
                  </a:lnTo>
                  <a:lnTo>
                    <a:pt x="24987" y="78422"/>
                  </a:lnTo>
                  <a:lnTo>
                    <a:pt x="22271" y="82972"/>
                  </a:lnTo>
                  <a:lnTo>
                    <a:pt x="19701" y="87606"/>
                  </a:lnTo>
                  <a:lnTo>
                    <a:pt x="17278" y="92318"/>
                  </a:lnTo>
                  <a:lnTo>
                    <a:pt x="15006" y="97105"/>
                  </a:lnTo>
                  <a:lnTo>
                    <a:pt x="12888" y="101962"/>
                  </a:lnTo>
                  <a:lnTo>
                    <a:pt x="10924" y="106883"/>
                  </a:lnTo>
                  <a:lnTo>
                    <a:pt x="9117" y="111865"/>
                  </a:lnTo>
                  <a:lnTo>
                    <a:pt x="7469" y="116900"/>
                  </a:lnTo>
                  <a:lnTo>
                    <a:pt x="5981" y="121986"/>
                  </a:lnTo>
                  <a:lnTo>
                    <a:pt x="4655" y="127116"/>
                  </a:lnTo>
                  <a:lnTo>
                    <a:pt x="3493" y="132286"/>
                  </a:lnTo>
                  <a:lnTo>
                    <a:pt x="2494" y="137490"/>
                  </a:lnTo>
                  <a:lnTo>
                    <a:pt x="1662" y="142723"/>
                  </a:lnTo>
                  <a:lnTo>
                    <a:pt x="995" y="147979"/>
                  </a:lnTo>
                  <a:lnTo>
                    <a:pt x="496" y="153255"/>
                  </a:lnTo>
                  <a:lnTo>
                    <a:pt x="164" y="158543"/>
                  </a:lnTo>
                  <a:lnTo>
                    <a:pt x="0" y="163839"/>
                  </a:lnTo>
                  <a:lnTo>
                    <a:pt x="3" y="169138"/>
                  </a:lnTo>
                  <a:lnTo>
                    <a:pt x="175" y="174434"/>
                  </a:lnTo>
                  <a:lnTo>
                    <a:pt x="514" y="179722"/>
                  </a:lnTo>
                  <a:lnTo>
                    <a:pt x="1021" y="184996"/>
                  </a:lnTo>
                  <a:lnTo>
                    <a:pt x="1695" y="190252"/>
                  </a:lnTo>
                  <a:lnTo>
                    <a:pt x="2535" y="195484"/>
                  </a:lnTo>
                  <a:lnTo>
                    <a:pt x="3540" y="200686"/>
                  </a:lnTo>
                  <a:lnTo>
                    <a:pt x="4710" y="205854"/>
                  </a:lnTo>
                  <a:lnTo>
                    <a:pt x="6042" y="210983"/>
                  </a:lnTo>
                  <a:lnTo>
                    <a:pt x="7537" y="216066"/>
                  </a:lnTo>
                  <a:lnTo>
                    <a:pt x="9192" y="221100"/>
                  </a:lnTo>
                  <a:lnTo>
                    <a:pt x="11006" y="226078"/>
                  </a:lnTo>
                  <a:lnTo>
                    <a:pt x="12977" y="230997"/>
                  </a:lnTo>
                  <a:lnTo>
                    <a:pt x="15102" y="235851"/>
                  </a:lnTo>
                  <a:lnTo>
                    <a:pt x="17381" y="240635"/>
                  </a:lnTo>
                  <a:lnTo>
                    <a:pt x="19810" y="245344"/>
                  </a:lnTo>
                  <a:lnTo>
                    <a:pt x="22386" y="249974"/>
                  </a:lnTo>
                  <a:lnTo>
                    <a:pt x="25109" y="254520"/>
                  </a:lnTo>
                  <a:lnTo>
                    <a:pt x="27974" y="258977"/>
                  </a:lnTo>
                  <a:lnTo>
                    <a:pt x="30979" y="263342"/>
                  </a:lnTo>
                  <a:lnTo>
                    <a:pt x="34120" y="267609"/>
                  </a:lnTo>
                  <a:lnTo>
                    <a:pt x="37396" y="271774"/>
                  </a:lnTo>
                  <a:lnTo>
                    <a:pt x="40801" y="275833"/>
                  </a:lnTo>
                  <a:lnTo>
                    <a:pt x="44334" y="279783"/>
                  </a:lnTo>
                  <a:lnTo>
                    <a:pt x="47990" y="283618"/>
                  </a:lnTo>
                  <a:lnTo>
                    <a:pt x="51766" y="287336"/>
                  </a:lnTo>
                  <a:lnTo>
                    <a:pt x="55657" y="290932"/>
                  </a:lnTo>
                  <a:lnTo>
                    <a:pt x="59661" y="294403"/>
                  </a:lnTo>
                  <a:lnTo>
                    <a:pt x="63773" y="297745"/>
                  </a:lnTo>
                  <a:lnTo>
                    <a:pt x="67988" y="300955"/>
                  </a:lnTo>
                  <a:lnTo>
                    <a:pt x="72303" y="304030"/>
                  </a:lnTo>
                  <a:lnTo>
                    <a:pt x="76714" y="306967"/>
                  </a:lnTo>
                  <a:lnTo>
                    <a:pt x="81215" y="309762"/>
                  </a:lnTo>
                  <a:lnTo>
                    <a:pt x="85803" y="312414"/>
                  </a:lnTo>
                  <a:lnTo>
                    <a:pt x="90472" y="314919"/>
                  </a:lnTo>
                  <a:lnTo>
                    <a:pt x="95219" y="317274"/>
                  </a:lnTo>
                  <a:lnTo>
                    <a:pt x="100037" y="319478"/>
                  </a:lnTo>
                  <a:lnTo>
                    <a:pt x="104923" y="321528"/>
                  </a:lnTo>
                  <a:lnTo>
                    <a:pt x="109872" y="323422"/>
                  </a:lnTo>
                  <a:lnTo>
                    <a:pt x="114878" y="325159"/>
                  </a:lnTo>
                  <a:lnTo>
                    <a:pt x="119937" y="326735"/>
                  </a:lnTo>
                  <a:lnTo>
                    <a:pt x="125043" y="328151"/>
                  </a:lnTo>
                  <a:lnTo>
                    <a:pt x="130192" y="329404"/>
                  </a:lnTo>
                  <a:lnTo>
                    <a:pt x="135377" y="330494"/>
                  </a:lnTo>
                  <a:lnTo>
                    <a:pt x="140595" y="331418"/>
                  </a:lnTo>
                  <a:lnTo>
                    <a:pt x="145839" y="332177"/>
                  </a:lnTo>
                  <a:lnTo>
                    <a:pt x="151104" y="332769"/>
                  </a:lnTo>
                  <a:lnTo>
                    <a:pt x="156386" y="333194"/>
                  </a:lnTo>
                  <a:lnTo>
                    <a:pt x="161679" y="333451"/>
                  </a:lnTo>
                  <a:lnTo>
                    <a:pt x="166977" y="333540"/>
                  </a:lnTo>
                  <a:lnTo>
                    <a:pt x="172275" y="333462"/>
                  </a:lnTo>
                  <a:lnTo>
                    <a:pt x="177568" y="333215"/>
                  </a:lnTo>
                  <a:lnTo>
                    <a:pt x="182850" y="332801"/>
                  </a:lnTo>
                  <a:lnTo>
                    <a:pt x="188117" y="332220"/>
                  </a:lnTo>
                  <a:lnTo>
                    <a:pt x="193363" y="331472"/>
                  </a:lnTo>
                  <a:lnTo>
                    <a:pt x="198582" y="330558"/>
                  </a:lnTo>
                  <a:lnTo>
                    <a:pt x="203770" y="329480"/>
                  </a:lnTo>
                  <a:lnTo>
                    <a:pt x="208921" y="328237"/>
                  </a:lnTo>
                  <a:lnTo>
                    <a:pt x="214030" y="326832"/>
                  </a:lnTo>
                  <a:lnTo>
                    <a:pt x="219092" y="325265"/>
                  </a:lnTo>
                  <a:lnTo>
                    <a:pt x="224102" y="323539"/>
                  </a:lnTo>
                  <a:lnTo>
                    <a:pt x="229054" y="321655"/>
                  </a:lnTo>
                  <a:lnTo>
                    <a:pt x="233944" y="319615"/>
                  </a:lnTo>
                  <a:lnTo>
                    <a:pt x="238768" y="317421"/>
                  </a:lnTo>
                  <a:lnTo>
                    <a:pt x="243519" y="315075"/>
                  </a:lnTo>
                  <a:lnTo>
                    <a:pt x="248193" y="312580"/>
                  </a:lnTo>
                  <a:lnTo>
                    <a:pt x="252786" y="309938"/>
                  </a:lnTo>
                  <a:lnTo>
                    <a:pt x="257293" y="307152"/>
                  </a:lnTo>
                  <a:lnTo>
                    <a:pt x="261710" y="304224"/>
                  </a:lnTo>
                  <a:lnTo>
                    <a:pt x="266031" y="301158"/>
                  </a:lnTo>
                  <a:lnTo>
                    <a:pt x="270253" y="297956"/>
                  </a:lnTo>
                  <a:lnTo>
                    <a:pt x="274372" y="294622"/>
                  </a:lnTo>
                  <a:lnTo>
                    <a:pt x="278383" y="291160"/>
                  </a:lnTo>
                  <a:lnTo>
                    <a:pt x="282282" y="287572"/>
                  </a:lnTo>
                  <a:lnTo>
                    <a:pt x="286065" y="283862"/>
                  </a:lnTo>
                  <a:lnTo>
                    <a:pt x="289729" y="280034"/>
                  </a:lnTo>
                  <a:lnTo>
                    <a:pt x="293270" y="276092"/>
                  </a:lnTo>
                  <a:lnTo>
                    <a:pt x="296684" y="272039"/>
                  </a:lnTo>
                  <a:lnTo>
                    <a:pt x="299967" y="267881"/>
                  </a:lnTo>
                  <a:lnTo>
                    <a:pt x="303118" y="263620"/>
                  </a:lnTo>
                  <a:lnTo>
                    <a:pt x="306132" y="259262"/>
                  </a:lnTo>
                  <a:lnTo>
                    <a:pt x="309006" y="254811"/>
                  </a:lnTo>
                  <a:lnTo>
                    <a:pt x="311737" y="250270"/>
                  </a:lnTo>
                  <a:lnTo>
                    <a:pt x="314324" y="245646"/>
                  </a:lnTo>
                  <a:lnTo>
                    <a:pt x="316762" y="240941"/>
                  </a:lnTo>
                  <a:lnTo>
                    <a:pt x="319050" y="236162"/>
                  </a:lnTo>
                  <a:lnTo>
                    <a:pt x="321186" y="231313"/>
                  </a:lnTo>
                  <a:lnTo>
                    <a:pt x="323167" y="226398"/>
                  </a:lnTo>
                  <a:lnTo>
                    <a:pt x="324991" y="221423"/>
                  </a:lnTo>
                  <a:lnTo>
                    <a:pt x="326656" y="216393"/>
                  </a:lnTo>
                  <a:lnTo>
                    <a:pt x="328161" y="211313"/>
                  </a:lnTo>
                  <a:lnTo>
                    <a:pt x="329505" y="206187"/>
                  </a:lnTo>
                  <a:lnTo>
                    <a:pt x="330685" y="201021"/>
                  </a:lnTo>
                  <a:lnTo>
                    <a:pt x="331701" y="195821"/>
                  </a:lnTo>
                  <a:lnTo>
                    <a:pt x="332552" y="190591"/>
                  </a:lnTo>
                  <a:lnTo>
                    <a:pt x="333236" y="185336"/>
                  </a:lnTo>
                  <a:lnTo>
                    <a:pt x="333754" y="180063"/>
                  </a:lnTo>
                  <a:lnTo>
                    <a:pt x="334104" y="174776"/>
                  </a:lnTo>
                  <a:lnTo>
                    <a:pt x="334286" y="169480"/>
                  </a:lnTo>
                  <a:lnTo>
                    <a:pt x="334301" y="164182"/>
                  </a:lnTo>
                  <a:lnTo>
                    <a:pt x="334147" y="158885"/>
                  </a:lnTo>
                  <a:lnTo>
                    <a:pt x="333826" y="153596"/>
                  </a:lnTo>
                  <a:lnTo>
                    <a:pt x="333338" y="148320"/>
                  </a:lnTo>
                  <a:lnTo>
                    <a:pt x="332682" y="143062"/>
                  </a:lnTo>
                  <a:lnTo>
                    <a:pt x="331860" y="137827"/>
                  </a:lnTo>
                  <a:lnTo>
                    <a:pt x="330872" y="132621"/>
                  </a:lnTo>
                  <a:lnTo>
                    <a:pt x="329720" y="127449"/>
                  </a:lnTo>
                  <a:lnTo>
                    <a:pt x="328405" y="122316"/>
                  </a:lnTo>
                  <a:lnTo>
                    <a:pt x="326928" y="117228"/>
                  </a:lnTo>
                  <a:lnTo>
                    <a:pt x="325290" y="112188"/>
                  </a:lnTo>
                  <a:lnTo>
                    <a:pt x="323493" y="107204"/>
                  </a:lnTo>
                  <a:lnTo>
                    <a:pt x="321539" y="102278"/>
                  </a:lnTo>
                  <a:lnTo>
                    <a:pt x="319431" y="97417"/>
                  </a:lnTo>
                  <a:lnTo>
                    <a:pt x="317169" y="92625"/>
                  </a:lnTo>
                  <a:lnTo>
                    <a:pt x="314756" y="87908"/>
                  </a:lnTo>
                  <a:lnTo>
                    <a:pt x="312195" y="83269"/>
                  </a:lnTo>
                  <a:lnTo>
                    <a:pt x="309488" y="78714"/>
                  </a:lnTo>
                  <a:lnTo>
                    <a:pt x="306639" y="74247"/>
                  </a:lnTo>
                  <a:lnTo>
                    <a:pt x="303649" y="69872"/>
                  </a:lnTo>
                  <a:lnTo>
                    <a:pt x="300522" y="65594"/>
                  </a:lnTo>
                  <a:lnTo>
                    <a:pt x="297261" y="61418"/>
                  </a:lnTo>
                  <a:lnTo>
                    <a:pt x="293869" y="57347"/>
                  </a:lnTo>
                  <a:lnTo>
                    <a:pt x="290350" y="53385"/>
                  </a:lnTo>
                  <a:lnTo>
                    <a:pt x="286707" y="49538"/>
                  </a:lnTo>
                  <a:lnTo>
                    <a:pt x="282944" y="45807"/>
                  </a:lnTo>
                  <a:lnTo>
                    <a:pt x="279065" y="42198"/>
                  </a:lnTo>
                  <a:lnTo>
                    <a:pt x="275073" y="38713"/>
                  </a:lnTo>
                  <a:lnTo>
                    <a:pt x="270973" y="35357"/>
                  </a:lnTo>
                  <a:lnTo>
                    <a:pt x="266768" y="32132"/>
                  </a:lnTo>
                  <a:lnTo>
                    <a:pt x="262464" y="29042"/>
                  </a:lnTo>
                  <a:lnTo>
                    <a:pt x="258063" y="26090"/>
                  </a:lnTo>
                  <a:lnTo>
                    <a:pt x="253572" y="23279"/>
                  </a:lnTo>
                  <a:lnTo>
                    <a:pt x="248993" y="20612"/>
                  </a:lnTo>
                  <a:lnTo>
                    <a:pt x="244332" y="18091"/>
                  </a:lnTo>
                  <a:lnTo>
                    <a:pt x="239594" y="15719"/>
                  </a:lnTo>
                  <a:lnTo>
                    <a:pt x="234783" y="13499"/>
                  </a:lnTo>
                  <a:lnTo>
                    <a:pt x="229904" y="11432"/>
                  </a:lnTo>
                  <a:lnTo>
                    <a:pt x="224962" y="9521"/>
                  </a:lnTo>
                  <a:lnTo>
                    <a:pt x="219962" y="7768"/>
                  </a:lnTo>
                  <a:lnTo>
                    <a:pt x="214908" y="6173"/>
                  </a:lnTo>
                  <a:lnTo>
                    <a:pt x="209807" y="4740"/>
                  </a:lnTo>
                  <a:lnTo>
                    <a:pt x="204663" y="3469"/>
                  </a:lnTo>
                  <a:lnTo>
                    <a:pt x="199481" y="2362"/>
                  </a:lnTo>
                  <a:lnTo>
                    <a:pt x="167148" y="1663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23235" y="1681503"/>
              <a:ext cx="32333" cy="167167"/>
            </a:xfrm>
            <a:custGeom>
              <a:avLst/>
              <a:pathLst>
                <a:path w="32333" h="167167">
                  <a:moveTo>
                    <a:pt x="32333" y="3156"/>
                  </a:moveTo>
                  <a:lnTo>
                    <a:pt x="25925" y="2022"/>
                  </a:lnTo>
                  <a:lnTo>
                    <a:pt x="19478" y="1138"/>
                  </a:lnTo>
                  <a:lnTo>
                    <a:pt x="13002" y="506"/>
                  </a:lnTo>
                  <a:lnTo>
                    <a:pt x="6506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853885" y="1322571"/>
              <a:ext cx="167153" cy="330438"/>
            </a:xfrm>
            <a:custGeom>
              <a:avLst/>
              <a:pathLst>
                <a:path w="167153" h="330438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49" y="1350"/>
                  </a:lnTo>
                  <a:lnTo>
                    <a:pt x="140689" y="2108"/>
                  </a:lnTo>
                  <a:lnTo>
                    <a:pt x="135455" y="3032"/>
                  </a:lnTo>
                  <a:lnTo>
                    <a:pt x="130253" y="4123"/>
                  </a:lnTo>
                  <a:lnTo>
                    <a:pt x="125088" y="5379"/>
                  </a:lnTo>
                  <a:lnTo>
                    <a:pt x="119966" y="6798"/>
                  </a:lnTo>
                  <a:lnTo>
                    <a:pt x="114891" y="8379"/>
                  </a:lnTo>
                  <a:lnTo>
                    <a:pt x="109870" y="10121"/>
                  </a:lnTo>
                  <a:lnTo>
                    <a:pt x="104906" y="12021"/>
                  </a:lnTo>
                  <a:lnTo>
                    <a:pt x="100005" y="14078"/>
                  </a:lnTo>
                  <a:lnTo>
                    <a:pt x="95172" y="16290"/>
                  </a:lnTo>
                  <a:lnTo>
                    <a:pt x="90412" y="18655"/>
                  </a:lnTo>
                  <a:lnTo>
                    <a:pt x="85730" y="21170"/>
                  </a:lnTo>
                  <a:lnTo>
                    <a:pt x="81130" y="23832"/>
                  </a:lnTo>
                  <a:lnTo>
                    <a:pt x="76616" y="26639"/>
                  </a:lnTo>
                  <a:lnTo>
                    <a:pt x="72195" y="29589"/>
                  </a:lnTo>
                  <a:lnTo>
                    <a:pt x="67869" y="32677"/>
                  </a:lnTo>
                  <a:lnTo>
                    <a:pt x="63643" y="35901"/>
                  </a:lnTo>
                  <a:lnTo>
                    <a:pt x="59523" y="39258"/>
                  </a:lnTo>
                  <a:lnTo>
                    <a:pt x="55511" y="42745"/>
                  </a:lnTo>
                  <a:lnTo>
                    <a:pt x="51612" y="46357"/>
                  </a:lnTo>
                  <a:lnTo>
                    <a:pt x="47829" y="50091"/>
                  </a:lnTo>
                  <a:lnTo>
                    <a:pt x="44168" y="53944"/>
                  </a:lnTo>
                  <a:lnTo>
                    <a:pt x="40630" y="57911"/>
                  </a:lnTo>
                  <a:lnTo>
                    <a:pt x="37221" y="61988"/>
                  </a:lnTo>
                  <a:lnTo>
                    <a:pt x="33943" y="66172"/>
                  </a:lnTo>
                  <a:lnTo>
                    <a:pt x="30800" y="70458"/>
                  </a:lnTo>
                  <a:lnTo>
                    <a:pt x="27794" y="74842"/>
                  </a:lnTo>
                  <a:lnTo>
                    <a:pt x="24929" y="79319"/>
                  </a:lnTo>
                  <a:lnTo>
                    <a:pt x="22209" y="83885"/>
                  </a:lnTo>
                  <a:lnTo>
                    <a:pt x="19634" y="88535"/>
                  </a:lnTo>
                  <a:lnTo>
                    <a:pt x="17209" y="93264"/>
                  </a:lnTo>
                  <a:lnTo>
                    <a:pt x="14935" y="98068"/>
                  </a:lnTo>
                  <a:lnTo>
                    <a:pt x="12815" y="102942"/>
                  </a:lnTo>
                  <a:lnTo>
                    <a:pt x="10852" y="107881"/>
                  </a:lnTo>
                  <a:lnTo>
                    <a:pt x="9046" y="112880"/>
                  </a:lnTo>
                  <a:lnTo>
                    <a:pt x="7400" y="117934"/>
                  </a:lnTo>
                  <a:lnTo>
                    <a:pt x="5916" y="123038"/>
                  </a:lnTo>
                  <a:lnTo>
                    <a:pt x="4594" y="128186"/>
                  </a:lnTo>
                  <a:lnTo>
                    <a:pt x="3437" y="133374"/>
                  </a:lnTo>
                  <a:lnTo>
                    <a:pt x="2446" y="138595"/>
                  </a:lnTo>
                  <a:lnTo>
                    <a:pt x="1621" y="143846"/>
                  </a:lnTo>
                  <a:lnTo>
                    <a:pt x="963" y="149120"/>
                  </a:lnTo>
                  <a:lnTo>
                    <a:pt x="473" y="154413"/>
                  </a:lnTo>
                  <a:lnTo>
                    <a:pt x="152" y="159718"/>
                  </a:lnTo>
                  <a:lnTo>
                    <a:pt x="0" y="165031"/>
                  </a:lnTo>
                  <a:lnTo>
                    <a:pt x="16" y="170346"/>
                  </a:lnTo>
                  <a:lnTo>
                    <a:pt x="202" y="175658"/>
                  </a:lnTo>
                  <a:lnTo>
                    <a:pt x="556" y="180961"/>
                  </a:lnTo>
                  <a:lnTo>
                    <a:pt x="1079" y="186250"/>
                  </a:lnTo>
                  <a:lnTo>
                    <a:pt x="1769" y="191520"/>
                  </a:lnTo>
                  <a:lnTo>
                    <a:pt x="2627" y="196766"/>
                  </a:lnTo>
                  <a:lnTo>
                    <a:pt x="3651" y="201981"/>
                  </a:lnTo>
                  <a:lnTo>
                    <a:pt x="4841" y="207162"/>
                  </a:lnTo>
                  <a:lnTo>
                    <a:pt x="6194" y="212301"/>
                  </a:lnTo>
                  <a:lnTo>
                    <a:pt x="7710" y="217396"/>
                  </a:lnTo>
                  <a:lnTo>
                    <a:pt x="9388" y="222439"/>
                  </a:lnTo>
                  <a:lnTo>
                    <a:pt x="11225" y="227427"/>
                  </a:lnTo>
                  <a:lnTo>
                    <a:pt x="13219" y="232353"/>
                  </a:lnTo>
                  <a:lnTo>
                    <a:pt x="15369" y="237214"/>
                  </a:lnTo>
                  <a:lnTo>
                    <a:pt x="17673" y="242004"/>
                  </a:lnTo>
                  <a:lnTo>
                    <a:pt x="20128" y="246718"/>
                  </a:lnTo>
                  <a:lnTo>
                    <a:pt x="22731" y="251352"/>
                  </a:lnTo>
                  <a:lnTo>
                    <a:pt x="25480" y="255901"/>
                  </a:lnTo>
                  <a:lnTo>
                    <a:pt x="28373" y="260360"/>
                  </a:lnTo>
                  <a:lnTo>
                    <a:pt x="31406" y="264725"/>
                  </a:lnTo>
                  <a:lnTo>
                    <a:pt x="34576" y="268991"/>
                  </a:lnTo>
                  <a:lnTo>
                    <a:pt x="37880" y="273154"/>
                  </a:lnTo>
                  <a:lnTo>
                    <a:pt x="41315" y="277211"/>
                  </a:lnTo>
                  <a:lnTo>
                    <a:pt x="44877" y="281155"/>
                  </a:lnTo>
                  <a:lnTo>
                    <a:pt x="48562" y="284985"/>
                  </a:lnTo>
                  <a:lnTo>
                    <a:pt x="52368" y="288696"/>
                  </a:lnTo>
                  <a:lnTo>
                    <a:pt x="56289" y="292283"/>
                  </a:lnTo>
                  <a:lnTo>
                    <a:pt x="60323" y="295745"/>
                  </a:lnTo>
                  <a:lnTo>
                    <a:pt x="64465" y="299076"/>
                  </a:lnTo>
                  <a:lnTo>
                    <a:pt x="68710" y="302274"/>
                  </a:lnTo>
                  <a:lnTo>
                    <a:pt x="73055" y="305335"/>
                  </a:lnTo>
                  <a:lnTo>
                    <a:pt x="77495" y="308257"/>
                  </a:lnTo>
                  <a:lnTo>
                    <a:pt x="82026" y="311036"/>
                  </a:lnTo>
                  <a:lnTo>
                    <a:pt x="86642" y="313669"/>
                  </a:lnTo>
                  <a:lnTo>
                    <a:pt x="91340" y="316155"/>
                  </a:lnTo>
                  <a:lnTo>
                    <a:pt x="96115" y="318490"/>
                  </a:lnTo>
                  <a:lnTo>
                    <a:pt x="100962" y="320672"/>
                  </a:lnTo>
                  <a:lnTo>
                    <a:pt x="105875" y="322698"/>
                  </a:lnTo>
                  <a:lnTo>
                    <a:pt x="110851" y="324568"/>
                  </a:lnTo>
                  <a:lnTo>
                    <a:pt x="115883" y="326278"/>
                  </a:lnTo>
                  <a:lnTo>
                    <a:pt x="120967" y="327828"/>
                  </a:lnTo>
                  <a:lnTo>
                    <a:pt x="126098" y="329215"/>
                  </a:lnTo>
                  <a:lnTo>
                    <a:pt x="131271" y="33043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85156" y="1489739"/>
              <a:ext cx="35882" cy="163270"/>
            </a:xfrm>
            <a:custGeom>
              <a:avLst/>
              <a:pathLst>
                <a:path w="35882" h="163270">
                  <a:moveTo>
                    <a:pt x="0" y="163270"/>
                  </a:moveTo>
                  <a:lnTo>
                    <a:pt x="358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85156" y="1325534"/>
              <a:ext cx="203047" cy="331367"/>
            </a:xfrm>
            <a:custGeom>
              <a:avLst/>
              <a:pathLst>
                <a:path w="203047" h="331367">
                  <a:moveTo>
                    <a:pt x="0" y="327475"/>
                  </a:moveTo>
                  <a:lnTo>
                    <a:pt x="5244" y="328540"/>
                  </a:lnTo>
                  <a:lnTo>
                    <a:pt x="10520" y="329436"/>
                  </a:lnTo>
                  <a:lnTo>
                    <a:pt x="15822" y="330164"/>
                  </a:lnTo>
                  <a:lnTo>
                    <a:pt x="21144" y="330721"/>
                  </a:lnTo>
                  <a:lnTo>
                    <a:pt x="26481" y="331107"/>
                  </a:lnTo>
                  <a:lnTo>
                    <a:pt x="31829" y="331322"/>
                  </a:lnTo>
                  <a:lnTo>
                    <a:pt x="37180" y="331367"/>
                  </a:lnTo>
                  <a:lnTo>
                    <a:pt x="42530" y="331239"/>
                  </a:lnTo>
                  <a:lnTo>
                    <a:pt x="47873" y="330941"/>
                  </a:lnTo>
                  <a:lnTo>
                    <a:pt x="53204" y="330472"/>
                  </a:lnTo>
                  <a:lnTo>
                    <a:pt x="58517" y="329832"/>
                  </a:lnTo>
                  <a:lnTo>
                    <a:pt x="63807" y="329023"/>
                  </a:lnTo>
                  <a:lnTo>
                    <a:pt x="69068" y="328044"/>
                  </a:lnTo>
                  <a:lnTo>
                    <a:pt x="74295" y="326898"/>
                  </a:lnTo>
                  <a:lnTo>
                    <a:pt x="79483" y="325585"/>
                  </a:lnTo>
                  <a:lnTo>
                    <a:pt x="84626" y="324107"/>
                  </a:lnTo>
                  <a:lnTo>
                    <a:pt x="89720" y="322465"/>
                  </a:lnTo>
                  <a:lnTo>
                    <a:pt x="94758" y="320661"/>
                  </a:lnTo>
                  <a:lnTo>
                    <a:pt x="99735" y="318696"/>
                  </a:lnTo>
                  <a:lnTo>
                    <a:pt x="104648" y="316573"/>
                  </a:lnTo>
                  <a:lnTo>
                    <a:pt x="109490" y="314294"/>
                  </a:lnTo>
                  <a:lnTo>
                    <a:pt x="114256" y="311861"/>
                  </a:lnTo>
                  <a:lnTo>
                    <a:pt x="118942" y="309276"/>
                  </a:lnTo>
                  <a:lnTo>
                    <a:pt x="123543" y="306544"/>
                  </a:lnTo>
                  <a:lnTo>
                    <a:pt x="128054" y="303665"/>
                  </a:lnTo>
                  <a:lnTo>
                    <a:pt x="132471" y="300643"/>
                  </a:lnTo>
                  <a:lnTo>
                    <a:pt x="136789" y="297481"/>
                  </a:lnTo>
                  <a:lnTo>
                    <a:pt x="141003" y="294183"/>
                  </a:lnTo>
                  <a:lnTo>
                    <a:pt x="145109" y="290752"/>
                  </a:lnTo>
                  <a:lnTo>
                    <a:pt x="149104" y="287191"/>
                  </a:lnTo>
                  <a:lnTo>
                    <a:pt x="152983" y="283504"/>
                  </a:lnTo>
                  <a:lnTo>
                    <a:pt x="156741" y="279694"/>
                  </a:lnTo>
                  <a:lnTo>
                    <a:pt x="160376" y="275767"/>
                  </a:lnTo>
                  <a:lnTo>
                    <a:pt x="163883" y="271725"/>
                  </a:lnTo>
                  <a:lnTo>
                    <a:pt x="167259" y="267573"/>
                  </a:lnTo>
                  <a:lnTo>
                    <a:pt x="170500" y="263314"/>
                  </a:lnTo>
                  <a:lnTo>
                    <a:pt x="173604" y="258955"/>
                  </a:lnTo>
                  <a:lnTo>
                    <a:pt x="176566" y="254498"/>
                  </a:lnTo>
                  <a:lnTo>
                    <a:pt x="179384" y="249949"/>
                  </a:lnTo>
                  <a:lnTo>
                    <a:pt x="182055" y="245311"/>
                  </a:lnTo>
                  <a:lnTo>
                    <a:pt x="184576" y="240591"/>
                  </a:lnTo>
                  <a:lnTo>
                    <a:pt x="186945" y="235792"/>
                  </a:lnTo>
                  <a:lnTo>
                    <a:pt x="189159" y="230920"/>
                  </a:lnTo>
                  <a:lnTo>
                    <a:pt x="191216" y="225980"/>
                  </a:lnTo>
                  <a:lnTo>
                    <a:pt x="193114" y="220976"/>
                  </a:lnTo>
                  <a:lnTo>
                    <a:pt x="194851" y="215915"/>
                  </a:lnTo>
                  <a:lnTo>
                    <a:pt x="196424" y="210800"/>
                  </a:lnTo>
                  <a:lnTo>
                    <a:pt x="197833" y="205637"/>
                  </a:lnTo>
                  <a:lnTo>
                    <a:pt x="199077" y="200432"/>
                  </a:lnTo>
                  <a:lnTo>
                    <a:pt x="200153" y="195190"/>
                  </a:lnTo>
                  <a:lnTo>
                    <a:pt x="201060" y="189916"/>
                  </a:lnTo>
                  <a:lnTo>
                    <a:pt x="201799" y="184616"/>
                  </a:lnTo>
                  <a:lnTo>
                    <a:pt x="202367" y="179295"/>
                  </a:lnTo>
                  <a:lnTo>
                    <a:pt x="202765" y="173958"/>
                  </a:lnTo>
                  <a:lnTo>
                    <a:pt x="202991" y="168611"/>
                  </a:lnTo>
                  <a:lnTo>
                    <a:pt x="203047" y="163260"/>
                  </a:lnTo>
                  <a:lnTo>
                    <a:pt x="202931" y="157910"/>
                  </a:lnTo>
                  <a:lnTo>
                    <a:pt x="202644" y="152566"/>
                  </a:lnTo>
                  <a:lnTo>
                    <a:pt x="202186" y="147234"/>
                  </a:lnTo>
                  <a:lnTo>
                    <a:pt x="201558" y="141920"/>
                  </a:lnTo>
                  <a:lnTo>
                    <a:pt x="200759" y="136628"/>
                  </a:lnTo>
                  <a:lnTo>
                    <a:pt x="199792" y="131365"/>
                  </a:lnTo>
                  <a:lnTo>
                    <a:pt x="198657" y="126135"/>
                  </a:lnTo>
                  <a:lnTo>
                    <a:pt x="197355" y="120945"/>
                  </a:lnTo>
                  <a:lnTo>
                    <a:pt x="195888" y="115798"/>
                  </a:lnTo>
                  <a:lnTo>
                    <a:pt x="194256" y="110702"/>
                  </a:lnTo>
                  <a:lnTo>
                    <a:pt x="192463" y="105660"/>
                  </a:lnTo>
                  <a:lnTo>
                    <a:pt x="190509" y="100678"/>
                  </a:lnTo>
                  <a:lnTo>
                    <a:pt x="188396" y="95761"/>
                  </a:lnTo>
                  <a:lnTo>
                    <a:pt x="186127" y="90914"/>
                  </a:lnTo>
                  <a:lnTo>
                    <a:pt x="183704" y="86143"/>
                  </a:lnTo>
                  <a:lnTo>
                    <a:pt x="181130" y="81451"/>
                  </a:lnTo>
                  <a:lnTo>
                    <a:pt x="178407" y="76845"/>
                  </a:lnTo>
                  <a:lnTo>
                    <a:pt x="175537" y="72327"/>
                  </a:lnTo>
                  <a:lnTo>
                    <a:pt x="172525" y="67904"/>
                  </a:lnTo>
                  <a:lnTo>
                    <a:pt x="169373" y="63580"/>
                  </a:lnTo>
                  <a:lnTo>
                    <a:pt x="166083" y="59359"/>
                  </a:lnTo>
                  <a:lnTo>
                    <a:pt x="162661" y="55245"/>
                  </a:lnTo>
                  <a:lnTo>
                    <a:pt x="159108" y="51243"/>
                  </a:lnTo>
                  <a:lnTo>
                    <a:pt x="155429" y="47356"/>
                  </a:lnTo>
                  <a:lnTo>
                    <a:pt x="151628" y="43590"/>
                  </a:lnTo>
                  <a:lnTo>
                    <a:pt x="147708" y="39947"/>
                  </a:lnTo>
                  <a:lnTo>
                    <a:pt x="143673" y="36431"/>
                  </a:lnTo>
                  <a:lnTo>
                    <a:pt x="139528" y="33046"/>
                  </a:lnTo>
                  <a:lnTo>
                    <a:pt x="135277" y="29796"/>
                  </a:lnTo>
                  <a:lnTo>
                    <a:pt x="130924" y="26683"/>
                  </a:lnTo>
                  <a:lnTo>
                    <a:pt x="126473" y="23712"/>
                  </a:lnTo>
                  <a:lnTo>
                    <a:pt x="121930" y="20884"/>
                  </a:lnTo>
                  <a:lnTo>
                    <a:pt x="117298" y="18203"/>
                  </a:lnTo>
                  <a:lnTo>
                    <a:pt x="112583" y="15672"/>
                  </a:lnTo>
                  <a:lnTo>
                    <a:pt x="107790" y="13293"/>
                  </a:lnTo>
                  <a:lnTo>
                    <a:pt x="102923" y="11069"/>
                  </a:lnTo>
                  <a:lnTo>
                    <a:pt x="97987" y="9001"/>
                  </a:lnTo>
                  <a:lnTo>
                    <a:pt x="92987" y="7093"/>
                  </a:lnTo>
                  <a:lnTo>
                    <a:pt x="87929" y="5345"/>
                  </a:lnTo>
                  <a:lnTo>
                    <a:pt x="82817" y="3761"/>
                  </a:lnTo>
                  <a:lnTo>
                    <a:pt x="77658" y="2341"/>
                  </a:lnTo>
                  <a:lnTo>
                    <a:pt x="72455" y="1087"/>
                  </a:lnTo>
                  <a:lnTo>
                    <a:pt x="67216" y="0"/>
                  </a:lnTo>
                  <a:lnTo>
                    <a:pt x="35882" y="1642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31333" cy="167167"/>
            </a:xfrm>
            <a:custGeom>
              <a:avLst/>
              <a:pathLst>
                <a:path w="31333" h="167167">
                  <a:moveTo>
                    <a:pt x="31333" y="2962"/>
                  </a:moveTo>
                  <a:lnTo>
                    <a:pt x="25120" y="1898"/>
                  </a:lnTo>
                  <a:lnTo>
                    <a:pt x="18871" y="1068"/>
                  </a:lnTo>
                  <a:lnTo>
                    <a:pt x="12596" y="475"/>
                  </a:lnTo>
                  <a:lnTo>
                    <a:pt x="6302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378100" y="1071028"/>
              <a:ext cx="167158" cy="305669"/>
            </a:xfrm>
            <a:custGeom>
              <a:avLst/>
              <a:pathLst>
                <a:path w="167158" h="305669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4"/>
                  </a:lnTo>
                  <a:lnTo>
                    <a:pt x="140656" y="2114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7"/>
                  </a:lnTo>
                  <a:lnTo>
                    <a:pt x="114825" y="8402"/>
                  </a:lnTo>
                  <a:lnTo>
                    <a:pt x="109797" y="10149"/>
                  </a:lnTo>
                  <a:lnTo>
                    <a:pt x="104828" y="12054"/>
                  </a:lnTo>
                  <a:lnTo>
                    <a:pt x="99921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0" y="21228"/>
                  </a:lnTo>
                  <a:lnTo>
                    <a:pt x="81026" y="23897"/>
                  </a:lnTo>
                  <a:lnTo>
                    <a:pt x="76508" y="26712"/>
                  </a:lnTo>
                  <a:lnTo>
                    <a:pt x="72083" y="29669"/>
                  </a:lnTo>
                  <a:lnTo>
                    <a:pt x="67754" y="32765"/>
                  </a:lnTo>
                  <a:lnTo>
                    <a:pt x="63525" y="35998"/>
                  </a:lnTo>
                  <a:lnTo>
                    <a:pt x="59402" y="39364"/>
                  </a:lnTo>
                  <a:lnTo>
                    <a:pt x="55388" y="42859"/>
                  </a:lnTo>
                  <a:lnTo>
                    <a:pt x="51487" y="46480"/>
                  </a:lnTo>
                  <a:lnTo>
                    <a:pt x="47704" y="50224"/>
                  </a:lnTo>
                  <a:lnTo>
                    <a:pt x="44041" y="54086"/>
                  </a:lnTo>
                  <a:lnTo>
                    <a:pt x="40504" y="58063"/>
                  </a:lnTo>
                  <a:lnTo>
                    <a:pt x="37095" y="62150"/>
                  </a:lnTo>
                  <a:lnTo>
                    <a:pt x="33817" y="66344"/>
                  </a:lnTo>
                  <a:lnTo>
                    <a:pt x="30675" y="70640"/>
                  </a:lnTo>
                  <a:lnTo>
                    <a:pt x="27671" y="75034"/>
                  </a:lnTo>
                  <a:lnTo>
                    <a:pt x="24809" y="79521"/>
                  </a:lnTo>
                  <a:lnTo>
                    <a:pt x="22091" y="84097"/>
                  </a:lnTo>
                  <a:lnTo>
                    <a:pt x="19520" y="88757"/>
                  </a:lnTo>
                  <a:lnTo>
                    <a:pt x="17098" y="93497"/>
                  </a:lnTo>
                  <a:lnTo>
                    <a:pt x="14829" y="98312"/>
                  </a:lnTo>
                  <a:lnTo>
                    <a:pt x="12714" y="103196"/>
                  </a:lnTo>
                  <a:lnTo>
                    <a:pt x="10756" y="108145"/>
                  </a:lnTo>
                  <a:lnTo>
                    <a:pt x="8956" y="113154"/>
                  </a:lnTo>
                  <a:lnTo>
                    <a:pt x="7317" y="118218"/>
                  </a:lnTo>
                  <a:lnTo>
                    <a:pt x="5840" y="123331"/>
                  </a:lnTo>
                  <a:lnTo>
                    <a:pt x="4526" y="128489"/>
                  </a:lnTo>
                  <a:lnTo>
                    <a:pt x="3377" y="133686"/>
                  </a:lnTo>
                  <a:lnTo>
                    <a:pt x="2394" y="138917"/>
                  </a:lnTo>
                  <a:lnTo>
                    <a:pt x="1579" y="144177"/>
                  </a:lnTo>
                  <a:lnTo>
                    <a:pt x="931" y="149460"/>
                  </a:lnTo>
                  <a:lnTo>
                    <a:pt x="451" y="154761"/>
                  </a:lnTo>
                  <a:lnTo>
                    <a:pt x="141" y="160074"/>
                  </a:lnTo>
                  <a:lnTo>
                    <a:pt x="0" y="165395"/>
                  </a:lnTo>
                  <a:lnTo>
                    <a:pt x="28" y="170717"/>
                  </a:lnTo>
                  <a:lnTo>
                    <a:pt x="226" y="176036"/>
                  </a:lnTo>
                  <a:lnTo>
                    <a:pt x="593" y="181346"/>
                  </a:lnTo>
                  <a:lnTo>
                    <a:pt x="1128" y="186641"/>
                  </a:lnTo>
                  <a:lnTo>
                    <a:pt x="1832" y="191917"/>
                  </a:lnTo>
                  <a:lnTo>
                    <a:pt x="2704" y="197168"/>
                  </a:lnTo>
                  <a:lnTo>
                    <a:pt x="3743" y="202388"/>
                  </a:lnTo>
                  <a:lnTo>
                    <a:pt x="4947" y="207572"/>
                  </a:lnTo>
                  <a:lnTo>
                    <a:pt x="6315" y="212716"/>
                  </a:lnTo>
                  <a:lnTo>
                    <a:pt x="7847" y="217813"/>
                  </a:lnTo>
                  <a:lnTo>
                    <a:pt x="9540" y="222859"/>
                  </a:lnTo>
                  <a:lnTo>
                    <a:pt x="11393" y="227849"/>
                  </a:lnTo>
                  <a:lnTo>
                    <a:pt x="13404" y="232777"/>
                  </a:lnTo>
                  <a:lnTo>
                    <a:pt x="15570" y="237639"/>
                  </a:lnTo>
                  <a:lnTo>
                    <a:pt x="17891" y="242429"/>
                  </a:lnTo>
                  <a:lnTo>
                    <a:pt x="20362" y="247142"/>
                  </a:lnTo>
                  <a:lnTo>
                    <a:pt x="22983" y="251775"/>
                  </a:lnTo>
                  <a:lnTo>
                    <a:pt x="25749" y="256322"/>
                  </a:lnTo>
                  <a:lnTo>
                    <a:pt x="28659" y="260779"/>
                  </a:lnTo>
                  <a:lnTo>
                    <a:pt x="31710" y="265140"/>
                  </a:lnTo>
                  <a:lnTo>
                    <a:pt x="34897" y="269403"/>
                  </a:lnTo>
                  <a:lnTo>
                    <a:pt x="38219" y="273562"/>
                  </a:lnTo>
                  <a:lnTo>
                    <a:pt x="41672" y="277612"/>
                  </a:lnTo>
                  <a:lnTo>
                    <a:pt x="45251" y="281551"/>
                  </a:lnTo>
                  <a:lnTo>
                    <a:pt x="48954" y="285374"/>
                  </a:lnTo>
                  <a:lnTo>
                    <a:pt x="52778" y="289077"/>
                  </a:lnTo>
                  <a:lnTo>
                    <a:pt x="56717" y="292657"/>
                  </a:lnTo>
                  <a:lnTo>
                    <a:pt x="60768" y="296109"/>
                  </a:lnTo>
                  <a:lnTo>
                    <a:pt x="64926" y="299431"/>
                  </a:lnTo>
                  <a:lnTo>
                    <a:pt x="69189" y="302618"/>
                  </a:lnTo>
                  <a:lnTo>
                    <a:pt x="73551" y="30566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451651" y="1238196"/>
              <a:ext cx="93606" cy="138501"/>
            </a:xfrm>
            <a:custGeom>
              <a:avLst/>
              <a:pathLst>
                <a:path w="93606" h="138501">
                  <a:moveTo>
                    <a:pt x="0" y="138501"/>
                  </a:moveTo>
                  <a:lnTo>
                    <a:pt x="936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451651" y="1119673"/>
              <a:ext cx="260771" cy="285683"/>
            </a:xfrm>
            <a:custGeom>
              <a:avLst/>
              <a:pathLst>
                <a:path w="260771" h="285683">
                  <a:moveTo>
                    <a:pt x="0" y="257024"/>
                  </a:moveTo>
                  <a:lnTo>
                    <a:pt x="4444" y="259926"/>
                  </a:lnTo>
                  <a:lnTo>
                    <a:pt x="8979" y="262686"/>
                  </a:lnTo>
                  <a:lnTo>
                    <a:pt x="13598" y="265300"/>
                  </a:lnTo>
                  <a:lnTo>
                    <a:pt x="18299" y="267766"/>
                  </a:lnTo>
                  <a:lnTo>
                    <a:pt x="23075" y="270082"/>
                  </a:lnTo>
                  <a:lnTo>
                    <a:pt x="27923" y="272245"/>
                  </a:lnTo>
                  <a:lnTo>
                    <a:pt x="32837" y="274253"/>
                  </a:lnTo>
                  <a:lnTo>
                    <a:pt x="37812" y="276103"/>
                  </a:lnTo>
                  <a:lnTo>
                    <a:pt x="42843" y="277796"/>
                  </a:lnTo>
                  <a:lnTo>
                    <a:pt x="47925" y="279327"/>
                  </a:lnTo>
                  <a:lnTo>
                    <a:pt x="53054" y="280696"/>
                  </a:lnTo>
                  <a:lnTo>
                    <a:pt x="58223" y="281902"/>
                  </a:lnTo>
                  <a:lnTo>
                    <a:pt x="63428" y="282943"/>
                  </a:lnTo>
                  <a:lnTo>
                    <a:pt x="68664" y="283818"/>
                  </a:lnTo>
                  <a:lnTo>
                    <a:pt x="73925" y="284527"/>
                  </a:lnTo>
                  <a:lnTo>
                    <a:pt x="79205" y="285068"/>
                  </a:lnTo>
                  <a:lnTo>
                    <a:pt x="84500" y="285441"/>
                  </a:lnTo>
                  <a:lnTo>
                    <a:pt x="89804" y="285646"/>
                  </a:lnTo>
                  <a:lnTo>
                    <a:pt x="95112" y="285683"/>
                  </a:lnTo>
                  <a:lnTo>
                    <a:pt x="100419" y="285551"/>
                  </a:lnTo>
                  <a:lnTo>
                    <a:pt x="105719" y="285250"/>
                  </a:lnTo>
                  <a:lnTo>
                    <a:pt x="111006" y="284782"/>
                  </a:lnTo>
                  <a:lnTo>
                    <a:pt x="116276" y="284145"/>
                  </a:lnTo>
                  <a:lnTo>
                    <a:pt x="121523" y="283342"/>
                  </a:lnTo>
                  <a:lnTo>
                    <a:pt x="126742" y="282373"/>
                  </a:lnTo>
                  <a:lnTo>
                    <a:pt x="131928" y="281238"/>
                  </a:lnTo>
                  <a:lnTo>
                    <a:pt x="137074" y="279939"/>
                  </a:lnTo>
                  <a:lnTo>
                    <a:pt x="142177" y="278478"/>
                  </a:lnTo>
                  <a:lnTo>
                    <a:pt x="147232" y="276855"/>
                  </a:lnTo>
                  <a:lnTo>
                    <a:pt x="152231" y="275073"/>
                  </a:lnTo>
                  <a:lnTo>
                    <a:pt x="157172" y="273132"/>
                  </a:lnTo>
                  <a:lnTo>
                    <a:pt x="162049" y="271036"/>
                  </a:lnTo>
                  <a:lnTo>
                    <a:pt x="166857" y="268786"/>
                  </a:lnTo>
                  <a:lnTo>
                    <a:pt x="171591" y="266385"/>
                  </a:lnTo>
                  <a:lnTo>
                    <a:pt x="176246" y="263834"/>
                  </a:lnTo>
                  <a:lnTo>
                    <a:pt x="180818" y="261137"/>
                  </a:lnTo>
                  <a:lnTo>
                    <a:pt x="185302" y="258296"/>
                  </a:lnTo>
                  <a:lnTo>
                    <a:pt x="189694" y="255315"/>
                  </a:lnTo>
                  <a:lnTo>
                    <a:pt x="193988" y="252195"/>
                  </a:lnTo>
                  <a:lnTo>
                    <a:pt x="198182" y="248940"/>
                  </a:lnTo>
                  <a:lnTo>
                    <a:pt x="202270" y="245554"/>
                  </a:lnTo>
                  <a:lnTo>
                    <a:pt x="206248" y="242040"/>
                  </a:lnTo>
                  <a:lnTo>
                    <a:pt x="210113" y="238402"/>
                  </a:lnTo>
                  <a:lnTo>
                    <a:pt x="213861" y="234642"/>
                  </a:lnTo>
                  <a:lnTo>
                    <a:pt x="217487" y="230766"/>
                  </a:lnTo>
                  <a:lnTo>
                    <a:pt x="220988" y="226776"/>
                  </a:lnTo>
                  <a:lnTo>
                    <a:pt x="224361" y="222677"/>
                  </a:lnTo>
                  <a:lnTo>
                    <a:pt x="227602" y="218473"/>
                  </a:lnTo>
                  <a:lnTo>
                    <a:pt x="230708" y="214168"/>
                  </a:lnTo>
                  <a:lnTo>
                    <a:pt x="233675" y="209767"/>
                  </a:lnTo>
                  <a:lnTo>
                    <a:pt x="236502" y="205274"/>
                  </a:lnTo>
                  <a:lnTo>
                    <a:pt x="239184" y="200693"/>
                  </a:lnTo>
                  <a:lnTo>
                    <a:pt x="241719" y="196030"/>
                  </a:lnTo>
                  <a:lnTo>
                    <a:pt x="244106" y="191288"/>
                  </a:lnTo>
                  <a:lnTo>
                    <a:pt x="246340" y="186473"/>
                  </a:lnTo>
                  <a:lnTo>
                    <a:pt x="248420" y="181590"/>
                  </a:lnTo>
                  <a:lnTo>
                    <a:pt x="250345" y="176643"/>
                  </a:lnTo>
                  <a:lnTo>
                    <a:pt x="252111" y="171637"/>
                  </a:lnTo>
                  <a:lnTo>
                    <a:pt x="253718" y="166578"/>
                  </a:lnTo>
                  <a:lnTo>
                    <a:pt x="255163" y="161470"/>
                  </a:lnTo>
                  <a:lnTo>
                    <a:pt x="256445" y="156319"/>
                  </a:lnTo>
                  <a:lnTo>
                    <a:pt x="257563" y="151130"/>
                  </a:lnTo>
                  <a:lnTo>
                    <a:pt x="258515" y="145908"/>
                  </a:lnTo>
                  <a:lnTo>
                    <a:pt x="259302" y="140658"/>
                  </a:lnTo>
                  <a:lnTo>
                    <a:pt x="259921" y="135386"/>
                  </a:lnTo>
                  <a:lnTo>
                    <a:pt x="260373" y="130097"/>
                  </a:lnTo>
                  <a:lnTo>
                    <a:pt x="260656" y="124797"/>
                  </a:lnTo>
                  <a:lnTo>
                    <a:pt x="260771" y="119490"/>
                  </a:lnTo>
                  <a:lnTo>
                    <a:pt x="260717" y="114182"/>
                  </a:lnTo>
                  <a:lnTo>
                    <a:pt x="260495" y="108878"/>
                  </a:lnTo>
                  <a:lnTo>
                    <a:pt x="260105" y="103585"/>
                  </a:lnTo>
                  <a:lnTo>
                    <a:pt x="259547" y="98306"/>
                  </a:lnTo>
                  <a:lnTo>
                    <a:pt x="258821" y="93047"/>
                  </a:lnTo>
                  <a:lnTo>
                    <a:pt x="257929" y="87815"/>
                  </a:lnTo>
                  <a:lnTo>
                    <a:pt x="256871" y="82613"/>
                  </a:lnTo>
                  <a:lnTo>
                    <a:pt x="255649" y="77448"/>
                  </a:lnTo>
                  <a:lnTo>
                    <a:pt x="254263" y="72323"/>
                  </a:lnTo>
                  <a:lnTo>
                    <a:pt x="252715" y="67246"/>
                  </a:lnTo>
                  <a:lnTo>
                    <a:pt x="251007" y="62220"/>
                  </a:lnTo>
                  <a:lnTo>
                    <a:pt x="249140" y="57251"/>
                  </a:lnTo>
                  <a:lnTo>
                    <a:pt x="247117" y="52344"/>
                  </a:lnTo>
                  <a:lnTo>
                    <a:pt x="244938" y="47503"/>
                  </a:lnTo>
                  <a:lnTo>
                    <a:pt x="242607" y="42734"/>
                  </a:lnTo>
                  <a:lnTo>
                    <a:pt x="240126" y="38042"/>
                  </a:lnTo>
                  <a:lnTo>
                    <a:pt x="237496" y="33430"/>
                  </a:lnTo>
                  <a:lnTo>
                    <a:pt x="234722" y="28905"/>
                  </a:lnTo>
                  <a:lnTo>
                    <a:pt x="231806" y="24470"/>
                  </a:lnTo>
                  <a:lnTo>
                    <a:pt x="228750" y="20129"/>
                  </a:lnTo>
                  <a:lnTo>
                    <a:pt x="225558" y="15888"/>
                  </a:lnTo>
                  <a:lnTo>
                    <a:pt x="222233" y="11750"/>
                  </a:lnTo>
                  <a:lnTo>
                    <a:pt x="218778" y="7720"/>
                  </a:lnTo>
                  <a:lnTo>
                    <a:pt x="215197" y="3802"/>
                  </a:lnTo>
                  <a:lnTo>
                    <a:pt x="211493" y="0"/>
                  </a:lnTo>
                  <a:lnTo>
                    <a:pt x="93606" y="118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117887" cy="167167"/>
            </a:xfrm>
            <a:custGeom>
              <a:avLst/>
              <a:pathLst>
                <a:path w="117887" h="167167">
                  <a:moveTo>
                    <a:pt x="117887" y="48644"/>
                  </a:moveTo>
                  <a:lnTo>
                    <a:pt x="113786" y="44702"/>
                  </a:lnTo>
                  <a:lnTo>
                    <a:pt x="109553" y="40901"/>
                  </a:lnTo>
                  <a:lnTo>
                    <a:pt x="105193" y="37247"/>
                  </a:lnTo>
                  <a:lnTo>
                    <a:pt x="100712" y="33743"/>
                  </a:lnTo>
                  <a:lnTo>
                    <a:pt x="96114" y="30394"/>
                  </a:lnTo>
                  <a:lnTo>
                    <a:pt x="91405" y="27203"/>
                  </a:lnTo>
                  <a:lnTo>
                    <a:pt x="86590" y="24174"/>
                  </a:lnTo>
                  <a:lnTo>
                    <a:pt x="81674" y="21310"/>
                  </a:lnTo>
                  <a:lnTo>
                    <a:pt x="76664" y="18616"/>
                  </a:lnTo>
                  <a:lnTo>
                    <a:pt x="71566" y="16093"/>
                  </a:lnTo>
                  <a:lnTo>
                    <a:pt x="66384" y="13746"/>
                  </a:lnTo>
                  <a:lnTo>
                    <a:pt x="61126" y="11576"/>
                  </a:lnTo>
                  <a:lnTo>
                    <a:pt x="55796" y="9586"/>
                  </a:lnTo>
                  <a:lnTo>
                    <a:pt x="50402" y="7779"/>
                  </a:lnTo>
                  <a:lnTo>
                    <a:pt x="44950" y="6156"/>
                  </a:lnTo>
                  <a:lnTo>
                    <a:pt x="39446" y="4720"/>
                  </a:lnTo>
                  <a:lnTo>
                    <a:pt x="33896" y="3472"/>
                  </a:lnTo>
                  <a:lnTo>
                    <a:pt x="28307" y="2414"/>
                  </a:lnTo>
                  <a:lnTo>
                    <a:pt x="22685" y="1546"/>
                  </a:lnTo>
                  <a:lnTo>
                    <a:pt x="17036" y="870"/>
                  </a:lnTo>
                  <a:lnTo>
                    <a:pt x="11368" y="387"/>
                  </a:lnTo>
                  <a:lnTo>
                    <a:pt x="568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829" y="941493"/>
              <a:ext cx="84714" cy="167167"/>
            </a:xfrm>
            <a:custGeom>
              <a:avLst/>
              <a:pathLst>
                <a:path w="84714" h="167167">
                  <a:moveTo>
                    <a:pt x="84714" y="0"/>
                  </a:moveTo>
                  <a:lnTo>
                    <a:pt x="78792" y="104"/>
                  </a:lnTo>
                  <a:lnTo>
                    <a:pt x="72879" y="419"/>
                  </a:lnTo>
                  <a:lnTo>
                    <a:pt x="66980" y="943"/>
                  </a:lnTo>
                  <a:lnTo>
                    <a:pt x="61103" y="1675"/>
                  </a:lnTo>
                  <a:lnTo>
                    <a:pt x="55256" y="2615"/>
                  </a:lnTo>
                  <a:lnTo>
                    <a:pt x="49446" y="3762"/>
                  </a:lnTo>
                  <a:lnTo>
                    <a:pt x="43680" y="5114"/>
                  </a:lnTo>
                  <a:lnTo>
                    <a:pt x="37966" y="6669"/>
                  </a:lnTo>
                  <a:lnTo>
                    <a:pt x="32310" y="8426"/>
                  </a:lnTo>
                  <a:lnTo>
                    <a:pt x="26720" y="10381"/>
                  </a:lnTo>
                  <a:lnTo>
                    <a:pt x="21203" y="12534"/>
                  </a:lnTo>
                  <a:lnTo>
                    <a:pt x="15766" y="14881"/>
                  </a:lnTo>
                  <a:lnTo>
                    <a:pt x="10415" y="17418"/>
                  </a:lnTo>
                  <a:lnTo>
                    <a:pt x="5157" y="20144"/>
                  </a:lnTo>
                  <a:lnTo>
                    <a:pt x="0" y="23054"/>
                  </a:lnTo>
                  <a:lnTo>
                    <a:pt x="8471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856381" y="950280"/>
              <a:ext cx="334325" cy="325542"/>
            </a:xfrm>
            <a:custGeom>
              <a:avLst/>
              <a:pathLst>
                <a:path w="334325" h="325542">
                  <a:moveTo>
                    <a:pt x="82448" y="14268"/>
                  </a:moveTo>
                  <a:lnTo>
                    <a:pt x="77918" y="17028"/>
                  </a:lnTo>
                  <a:lnTo>
                    <a:pt x="73479" y="19930"/>
                  </a:lnTo>
                  <a:lnTo>
                    <a:pt x="69133" y="22972"/>
                  </a:lnTo>
                  <a:lnTo>
                    <a:pt x="64887" y="26150"/>
                  </a:lnTo>
                  <a:lnTo>
                    <a:pt x="60743" y="29462"/>
                  </a:lnTo>
                  <a:lnTo>
                    <a:pt x="56706" y="32903"/>
                  </a:lnTo>
                  <a:lnTo>
                    <a:pt x="52781" y="36471"/>
                  </a:lnTo>
                  <a:lnTo>
                    <a:pt x="48971" y="40161"/>
                  </a:lnTo>
                  <a:lnTo>
                    <a:pt x="45280" y="43970"/>
                  </a:lnTo>
                  <a:lnTo>
                    <a:pt x="41711" y="47895"/>
                  </a:lnTo>
                  <a:lnTo>
                    <a:pt x="38269" y="51930"/>
                  </a:lnTo>
                  <a:lnTo>
                    <a:pt x="34957" y="56073"/>
                  </a:lnTo>
                  <a:lnTo>
                    <a:pt x="31778" y="60319"/>
                  </a:lnTo>
                  <a:lnTo>
                    <a:pt x="28735" y="64664"/>
                  </a:lnTo>
                  <a:lnTo>
                    <a:pt x="25831" y="69102"/>
                  </a:lnTo>
                  <a:lnTo>
                    <a:pt x="23070" y="73631"/>
                  </a:lnTo>
                  <a:lnTo>
                    <a:pt x="20453" y="78245"/>
                  </a:lnTo>
                  <a:lnTo>
                    <a:pt x="17985" y="82940"/>
                  </a:lnTo>
                  <a:lnTo>
                    <a:pt x="15667" y="87711"/>
                  </a:lnTo>
                  <a:lnTo>
                    <a:pt x="13501" y="92553"/>
                  </a:lnTo>
                  <a:lnTo>
                    <a:pt x="11490" y="97461"/>
                  </a:lnTo>
                  <a:lnTo>
                    <a:pt x="9635" y="102431"/>
                  </a:lnTo>
                  <a:lnTo>
                    <a:pt x="7940" y="107457"/>
                  </a:lnTo>
                  <a:lnTo>
                    <a:pt x="6404" y="112534"/>
                  </a:lnTo>
                  <a:lnTo>
                    <a:pt x="5031" y="117657"/>
                  </a:lnTo>
                  <a:lnTo>
                    <a:pt x="3820" y="122822"/>
                  </a:lnTo>
                  <a:lnTo>
                    <a:pt x="2774" y="128022"/>
                  </a:lnTo>
                  <a:lnTo>
                    <a:pt x="1894" y="133252"/>
                  </a:lnTo>
                  <a:lnTo>
                    <a:pt x="1180" y="138508"/>
                  </a:lnTo>
                  <a:lnTo>
                    <a:pt x="633" y="143784"/>
                  </a:lnTo>
                  <a:lnTo>
                    <a:pt x="254" y="149075"/>
                  </a:lnTo>
                  <a:lnTo>
                    <a:pt x="42" y="154375"/>
                  </a:lnTo>
                  <a:lnTo>
                    <a:pt x="0" y="159679"/>
                  </a:lnTo>
                  <a:lnTo>
                    <a:pt x="125" y="164982"/>
                  </a:lnTo>
                  <a:lnTo>
                    <a:pt x="418" y="170278"/>
                  </a:lnTo>
                  <a:lnTo>
                    <a:pt x="880" y="175562"/>
                  </a:lnTo>
                  <a:lnTo>
                    <a:pt x="1509" y="180829"/>
                  </a:lnTo>
                  <a:lnTo>
                    <a:pt x="2304" y="186073"/>
                  </a:lnTo>
                  <a:lnTo>
                    <a:pt x="3266" y="191290"/>
                  </a:lnTo>
                  <a:lnTo>
                    <a:pt x="4392" y="196473"/>
                  </a:lnTo>
                  <a:lnTo>
                    <a:pt x="5683" y="201618"/>
                  </a:lnTo>
                  <a:lnTo>
                    <a:pt x="7136" y="206719"/>
                  </a:lnTo>
                  <a:lnTo>
                    <a:pt x="8750" y="211772"/>
                  </a:lnTo>
                  <a:lnTo>
                    <a:pt x="10524" y="216771"/>
                  </a:lnTo>
                  <a:lnTo>
                    <a:pt x="12455" y="221711"/>
                  </a:lnTo>
                  <a:lnTo>
                    <a:pt x="14542" y="226587"/>
                  </a:lnTo>
                  <a:lnTo>
                    <a:pt x="16783" y="231395"/>
                  </a:lnTo>
                  <a:lnTo>
                    <a:pt x="19175" y="236129"/>
                  </a:lnTo>
                  <a:lnTo>
                    <a:pt x="21716" y="240785"/>
                  </a:lnTo>
                  <a:lnTo>
                    <a:pt x="24404" y="245358"/>
                  </a:lnTo>
                  <a:lnTo>
                    <a:pt x="27235" y="249843"/>
                  </a:lnTo>
                  <a:lnTo>
                    <a:pt x="30208" y="254237"/>
                  </a:lnTo>
                  <a:lnTo>
                    <a:pt x="33318" y="258534"/>
                  </a:lnTo>
                  <a:lnTo>
                    <a:pt x="36563" y="262729"/>
                  </a:lnTo>
                  <a:lnTo>
                    <a:pt x="39939" y="266820"/>
                  </a:lnTo>
                  <a:lnTo>
                    <a:pt x="43443" y="270802"/>
                  </a:lnTo>
                  <a:lnTo>
                    <a:pt x="47072" y="274671"/>
                  </a:lnTo>
                  <a:lnTo>
                    <a:pt x="50822" y="278422"/>
                  </a:lnTo>
                  <a:lnTo>
                    <a:pt x="54689" y="282053"/>
                  </a:lnTo>
                  <a:lnTo>
                    <a:pt x="58670" y="285559"/>
                  </a:lnTo>
                  <a:lnTo>
                    <a:pt x="62759" y="288937"/>
                  </a:lnTo>
                  <a:lnTo>
                    <a:pt x="66954" y="292183"/>
                  </a:lnTo>
                  <a:lnTo>
                    <a:pt x="71249" y="295295"/>
                  </a:lnTo>
                  <a:lnTo>
                    <a:pt x="75641" y="298269"/>
                  </a:lnTo>
                  <a:lnTo>
                    <a:pt x="80125" y="301102"/>
                  </a:lnTo>
                  <a:lnTo>
                    <a:pt x="84697" y="303792"/>
                  </a:lnTo>
                  <a:lnTo>
                    <a:pt x="89352" y="306335"/>
                  </a:lnTo>
                  <a:lnTo>
                    <a:pt x="94085" y="308729"/>
                  </a:lnTo>
                  <a:lnTo>
                    <a:pt x="98892" y="310972"/>
                  </a:lnTo>
                  <a:lnTo>
                    <a:pt x="103768" y="313061"/>
                  </a:lnTo>
                  <a:lnTo>
                    <a:pt x="108707" y="314994"/>
                  </a:lnTo>
                  <a:lnTo>
                    <a:pt x="113705" y="316770"/>
                  </a:lnTo>
                  <a:lnTo>
                    <a:pt x="118757" y="318386"/>
                  </a:lnTo>
                  <a:lnTo>
                    <a:pt x="123858" y="319841"/>
                  </a:lnTo>
                  <a:lnTo>
                    <a:pt x="129002" y="321134"/>
                  </a:lnTo>
                  <a:lnTo>
                    <a:pt x="134185" y="322263"/>
                  </a:lnTo>
                  <a:lnTo>
                    <a:pt x="139401" y="323227"/>
                  </a:lnTo>
                  <a:lnTo>
                    <a:pt x="144645" y="324024"/>
                  </a:lnTo>
                  <a:lnTo>
                    <a:pt x="149912" y="324655"/>
                  </a:lnTo>
                  <a:lnTo>
                    <a:pt x="155196" y="325119"/>
                  </a:lnTo>
                  <a:lnTo>
                    <a:pt x="160492" y="325415"/>
                  </a:lnTo>
                  <a:lnTo>
                    <a:pt x="165794" y="325542"/>
                  </a:lnTo>
                  <a:lnTo>
                    <a:pt x="171098" y="325501"/>
                  </a:lnTo>
                  <a:lnTo>
                    <a:pt x="176399" y="325292"/>
                  </a:lnTo>
                  <a:lnTo>
                    <a:pt x="181689" y="324915"/>
                  </a:lnTo>
                  <a:lnTo>
                    <a:pt x="186966" y="324371"/>
                  </a:lnTo>
                  <a:lnTo>
                    <a:pt x="192222" y="323659"/>
                  </a:lnTo>
                  <a:lnTo>
                    <a:pt x="197453" y="322780"/>
                  </a:lnTo>
                  <a:lnTo>
                    <a:pt x="202654" y="321737"/>
                  </a:lnTo>
                  <a:lnTo>
                    <a:pt x="207818" y="320528"/>
                  </a:lnTo>
                  <a:lnTo>
                    <a:pt x="212942" y="319157"/>
                  </a:lnTo>
                  <a:lnTo>
                    <a:pt x="218020" y="317623"/>
                  </a:lnTo>
                  <a:lnTo>
                    <a:pt x="223047" y="315930"/>
                  </a:lnTo>
                  <a:lnTo>
                    <a:pt x="228017" y="314077"/>
                  </a:lnTo>
                  <a:lnTo>
                    <a:pt x="232926" y="312068"/>
                  </a:lnTo>
                  <a:lnTo>
                    <a:pt x="237769" y="309905"/>
                  </a:lnTo>
                  <a:lnTo>
                    <a:pt x="242541" y="307588"/>
                  </a:lnTo>
                  <a:lnTo>
                    <a:pt x="247236" y="305122"/>
                  </a:lnTo>
                  <a:lnTo>
                    <a:pt x="251852" y="302507"/>
                  </a:lnTo>
                  <a:lnTo>
                    <a:pt x="256382" y="299748"/>
                  </a:lnTo>
                  <a:lnTo>
                    <a:pt x="260822" y="296846"/>
                  </a:lnTo>
                  <a:lnTo>
                    <a:pt x="265168" y="293805"/>
                  </a:lnTo>
                  <a:lnTo>
                    <a:pt x="269415" y="290627"/>
                  </a:lnTo>
                  <a:lnTo>
                    <a:pt x="273559" y="287317"/>
                  </a:lnTo>
                  <a:lnTo>
                    <a:pt x="277596" y="283876"/>
                  </a:lnTo>
                  <a:lnTo>
                    <a:pt x="281522" y="280309"/>
                  </a:lnTo>
                  <a:lnTo>
                    <a:pt x="285333" y="276620"/>
                  </a:lnTo>
                  <a:lnTo>
                    <a:pt x="289025" y="272811"/>
                  </a:lnTo>
                  <a:lnTo>
                    <a:pt x="292594" y="268887"/>
                  </a:lnTo>
                  <a:lnTo>
                    <a:pt x="296037" y="264852"/>
                  </a:lnTo>
                  <a:lnTo>
                    <a:pt x="299350" y="260710"/>
                  </a:lnTo>
                  <a:lnTo>
                    <a:pt x="302530" y="256465"/>
                  </a:lnTo>
                  <a:lnTo>
                    <a:pt x="305573" y="252120"/>
                  </a:lnTo>
                  <a:lnTo>
                    <a:pt x="308478" y="247682"/>
                  </a:lnTo>
                  <a:lnTo>
                    <a:pt x="311240" y="243154"/>
                  </a:lnTo>
                  <a:lnTo>
                    <a:pt x="313857" y="238540"/>
                  </a:lnTo>
                  <a:lnTo>
                    <a:pt x="316326" y="233846"/>
                  </a:lnTo>
                  <a:lnTo>
                    <a:pt x="318645" y="229075"/>
                  </a:lnTo>
                  <a:lnTo>
                    <a:pt x="320812" y="224234"/>
                  </a:lnTo>
                  <a:lnTo>
                    <a:pt x="322824" y="219326"/>
                  </a:lnTo>
                  <a:lnTo>
                    <a:pt x="324679" y="214356"/>
                  </a:lnTo>
                  <a:lnTo>
                    <a:pt x="326376" y="209331"/>
                  </a:lnTo>
                  <a:lnTo>
                    <a:pt x="327912" y="204254"/>
                  </a:lnTo>
                  <a:lnTo>
                    <a:pt x="329286" y="199131"/>
                  </a:lnTo>
                  <a:lnTo>
                    <a:pt x="330498" y="193967"/>
                  </a:lnTo>
                  <a:lnTo>
                    <a:pt x="331544" y="188767"/>
                  </a:lnTo>
                  <a:lnTo>
                    <a:pt x="332426" y="183536"/>
                  </a:lnTo>
                  <a:lnTo>
                    <a:pt x="333141" y="178280"/>
                  </a:lnTo>
                  <a:lnTo>
                    <a:pt x="333688" y="173004"/>
                  </a:lnTo>
                  <a:lnTo>
                    <a:pt x="334069" y="167714"/>
                  </a:lnTo>
                  <a:lnTo>
                    <a:pt x="334281" y="162414"/>
                  </a:lnTo>
                  <a:lnTo>
                    <a:pt x="334325" y="157110"/>
                  </a:lnTo>
                  <a:lnTo>
                    <a:pt x="334200" y="151807"/>
                  </a:lnTo>
                  <a:lnTo>
                    <a:pt x="333907" y="146511"/>
                  </a:lnTo>
                  <a:lnTo>
                    <a:pt x="333447" y="141227"/>
                  </a:lnTo>
                  <a:lnTo>
                    <a:pt x="332819" y="135960"/>
                  </a:lnTo>
                  <a:lnTo>
                    <a:pt x="332024" y="130715"/>
                  </a:lnTo>
                  <a:lnTo>
                    <a:pt x="331064" y="125499"/>
                  </a:lnTo>
                  <a:lnTo>
                    <a:pt x="329938" y="120315"/>
                  </a:lnTo>
                  <a:lnTo>
                    <a:pt x="328648" y="115170"/>
                  </a:lnTo>
                  <a:lnTo>
                    <a:pt x="327196" y="110069"/>
                  </a:lnTo>
                  <a:lnTo>
                    <a:pt x="325583" y="105016"/>
                  </a:lnTo>
                  <a:lnTo>
                    <a:pt x="323810" y="100016"/>
                  </a:lnTo>
                  <a:lnTo>
                    <a:pt x="321879" y="95076"/>
                  </a:lnTo>
                  <a:lnTo>
                    <a:pt x="319793" y="90199"/>
                  </a:lnTo>
                  <a:lnTo>
                    <a:pt x="317553" y="85391"/>
                  </a:lnTo>
                  <a:lnTo>
                    <a:pt x="315162" y="80656"/>
                  </a:lnTo>
                  <a:lnTo>
                    <a:pt x="312621" y="76000"/>
                  </a:lnTo>
                  <a:lnTo>
                    <a:pt x="309935" y="71427"/>
                  </a:lnTo>
                  <a:lnTo>
                    <a:pt x="307104" y="66941"/>
                  </a:lnTo>
                  <a:lnTo>
                    <a:pt x="304133" y="62547"/>
                  </a:lnTo>
                  <a:lnTo>
                    <a:pt x="301023" y="58250"/>
                  </a:lnTo>
                  <a:lnTo>
                    <a:pt x="297779" y="54053"/>
                  </a:lnTo>
                  <a:lnTo>
                    <a:pt x="294403" y="49962"/>
                  </a:lnTo>
                  <a:lnTo>
                    <a:pt x="290900" y="45979"/>
                  </a:lnTo>
                  <a:lnTo>
                    <a:pt x="287271" y="42110"/>
                  </a:lnTo>
                  <a:lnTo>
                    <a:pt x="283522" y="38358"/>
                  </a:lnTo>
                  <a:lnTo>
                    <a:pt x="279656" y="34727"/>
                  </a:lnTo>
                  <a:lnTo>
                    <a:pt x="275676" y="31220"/>
                  </a:lnTo>
                  <a:lnTo>
                    <a:pt x="271587" y="27842"/>
                  </a:lnTo>
                  <a:lnTo>
                    <a:pt x="267393" y="24594"/>
                  </a:lnTo>
                  <a:lnTo>
                    <a:pt x="263098" y="21482"/>
                  </a:lnTo>
                  <a:lnTo>
                    <a:pt x="258706" y="18507"/>
                  </a:lnTo>
                  <a:lnTo>
                    <a:pt x="254223" y="15673"/>
                  </a:lnTo>
                  <a:lnTo>
                    <a:pt x="249651" y="12983"/>
                  </a:lnTo>
                  <a:lnTo>
                    <a:pt x="244997" y="10439"/>
                  </a:lnTo>
                  <a:lnTo>
                    <a:pt x="240264" y="8044"/>
                  </a:lnTo>
                  <a:lnTo>
                    <a:pt x="235458" y="5800"/>
                  </a:lnTo>
                  <a:lnTo>
                    <a:pt x="230582" y="3710"/>
                  </a:lnTo>
                  <a:lnTo>
                    <a:pt x="225643" y="1776"/>
                  </a:lnTo>
                  <a:lnTo>
                    <a:pt x="220645" y="0"/>
                  </a:lnTo>
                  <a:lnTo>
                    <a:pt x="167162" y="1583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53483" cy="167167"/>
            </a:xfrm>
            <a:custGeom>
              <a:avLst/>
              <a:pathLst>
                <a:path w="53483" h="167167">
                  <a:moveTo>
                    <a:pt x="53483" y="8786"/>
                  </a:moveTo>
                  <a:lnTo>
                    <a:pt x="47718" y="6955"/>
                  </a:lnTo>
                  <a:lnTo>
                    <a:pt x="41891" y="5334"/>
                  </a:lnTo>
                  <a:lnTo>
                    <a:pt x="36009" y="3924"/>
                  </a:lnTo>
                  <a:lnTo>
                    <a:pt x="30080" y="2728"/>
                  </a:lnTo>
                  <a:lnTo>
                    <a:pt x="24111" y="1748"/>
                  </a:lnTo>
                  <a:lnTo>
                    <a:pt x="18111" y="984"/>
                  </a:lnTo>
                  <a:lnTo>
                    <a:pt x="12087" y="437"/>
                  </a:lnTo>
                  <a:lnTo>
                    <a:pt x="604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095" y="941493"/>
              <a:ext cx="167120" cy="167167"/>
            </a:xfrm>
            <a:custGeom>
              <a:avLst/>
              <a:pathLst>
                <a:path w="167120" h="167167">
                  <a:moveTo>
                    <a:pt x="167120" y="0"/>
                  </a:moveTo>
                  <a:lnTo>
                    <a:pt x="161733" y="86"/>
                  </a:lnTo>
                  <a:lnTo>
                    <a:pt x="156351" y="347"/>
                  </a:lnTo>
                  <a:lnTo>
                    <a:pt x="150981" y="780"/>
                  </a:lnTo>
                  <a:lnTo>
                    <a:pt x="145627" y="1387"/>
                  </a:lnTo>
                  <a:lnTo>
                    <a:pt x="140296" y="2166"/>
                  </a:lnTo>
                  <a:lnTo>
                    <a:pt x="134992" y="3116"/>
                  </a:lnTo>
                  <a:lnTo>
                    <a:pt x="129722" y="4236"/>
                  </a:lnTo>
                  <a:lnTo>
                    <a:pt x="124491" y="5526"/>
                  </a:lnTo>
                  <a:lnTo>
                    <a:pt x="119304" y="6984"/>
                  </a:lnTo>
                  <a:lnTo>
                    <a:pt x="114167" y="8608"/>
                  </a:lnTo>
                  <a:lnTo>
                    <a:pt x="109085" y="10397"/>
                  </a:lnTo>
                  <a:lnTo>
                    <a:pt x="104063" y="12349"/>
                  </a:lnTo>
                  <a:lnTo>
                    <a:pt x="99106" y="14461"/>
                  </a:lnTo>
                  <a:lnTo>
                    <a:pt x="94220" y="16732"/>
                  </a:lnTo>
                  <a:lnTo>
                    <a:pt x="89410" y="19160"/>
                  </a:lnTo>
                  <a:lnTo>
                    <a:pt x="84681" y="21741"/>
                  </a:lnTo>
                  <a:lnTo>
                    <a:pt x="80037" y="24473"/>
                  </a:lnTo>
                  <a:lnTo>
                    <a:pt x="75484" y="27354"/>
                  </a:lnTo>
                  <a:lnTo>
                    <a:pt x="71026" y="30380"/>
                  </a:lnTo>
                  <a:lnTo>
                    <a:pt x="66667" y="33547"/>
                  </a:lnTo>
                  <a:lnTo>
                    <a:pt x="62413" y="36854"/>
                  </a:lnTo>
                  <a:lnTo>
                    <a:pt x="58268" y="40296"/>
                  </a:lnTo>
                  <a:lnTo>
                    <a:pt x="54236" y="43870"/>
                  </a:lnTo>
                  <a:lnTo>
                    <a:pt x="50321" y="47572"/>
                  </a:lnTo>
                  <a:lnTo>
                    <a:pt x="46528" y="51398"/>
                  </a:lnTo>
                  <a:lnTo>
                    <a:pt x="42860" y="55344"/>
                  </a:lnTo>
                  <a:lnTo>
                    <a:pt x="39321" y="59407"/>
                  </a:lnTo>
                  <a:lnTo>
                    <a:pt x="35914" y="63581"/>
                  </a:lnTo>
                  <a:lnTo>
                    <a:pt x="32644" y="67863"/>
                  </a:lnTo>
                  <a:lnTo>
                    <a:pt x="29514" y="72249"/>
                  </a:lnTo>
                  <a:lnTo>
                    <a:pt x="26527" y="76733"/>
                  </a:lnTo>
                  <a:lnTo>
                    <a:pt x="23685" y="81310"/>
                  </a:lnTo>
                  <a:lnTo>
                    <a:pt x="20993" y="85977"/>
                  </a:lnTo>
                  <a:lnTo>
                    <a:pt x="18452" y="90729"/>
                  </a:lnTo>
                  <a:lnTo>
                    <a:pt x="16066" y="95559"/>
                  </a:lnTo>
                  <a:lnTo>
                    <a:pt x="13837" y="100465"/>
                  </a:lnTo>
                  <a:lnTo>
                    <a:pt x="11767" y="105439"/>
                  </a:lnTo>
                  <a:lnTo>
                    <a:pt x="9858" y="110477"/>
                  </a:lnTo>
                  <a:lnTo>
                    <a:pt x="8113" y="115575"/>
                  </a:lnTo>
                  <a:lnTo>
                    <a:pt x="6533" y="120726"/>
                  </a:lnTo>
                  <a:lnTo>
                    <a:pt x="5120" y="125925"/>
                  </a:lnTo>
                  <a:lnTo>
                    <a:pt x="3875" y="131167"/>
                  </a:lnTo>
                  <a:lnTo>
                    <a:pt x="2800" y="136447"/>
                  </a:lnTo>
                  <a:lnTo>
                    <a:pt x="1895" y="141758"/>
                  </a:lnTo>
                  <a:lnTo>
                    <a:pt x="1162" y="147096"/>
                  </a:lnTo>
                  <a:lnTo>
                    <a:pt x="601" y="152455"/>
                  </a:lnTo>
                  <a:lnTo>
                    <a:pt x="214" y="157829"/>
                  </a:lnTo>
                  <a:lnTo>
                    <a:pt x="0" y="163212"/>
                  </a:lnTo>
                  <a:lnTo>
                    <a:pt x="16712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19095" y="1104706"/>
              <a:ext cx="167120" cy="3954"/>
            </a:xfrm>
            <a:custGeom>
              <a:avLst/>
              <a:pathLst>
                <a:path w="167120" h="3954">
                  <a:moveTo>
                    <a:pt x="0" y="0"/>
                  </a:moveTo>
                  <a:lnTo>
                    <a:pt x="167120" y="39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319054" y="1104706"/>
              <a:ext cx="167161" cy="170084"/>
            </a:xfrm>
            <a:custGeom>
              <a:avLst/>
              <a:pathLst>
                <a:path w="167161" h="170084">
                  <a:moveTo>
                    <a:pt x="40" y="0"/>
                  </a:moveTo>
                  <a:lnTo>
                    <a:pt x="0" y="5388"/>
                  </a:lnTo>
                  <a:lnTo>
                    <a:pt x="133" y="10776"/>
                  </a:lnTo>
                  <a:lnTo>
                    <a:pt x="439" y="16156"/>
                  </a:lnTo>
                  <a:lnTo>
                    <a:pt x="919" y="21524"/>
                  </a:lnTo>
                  <a:lnTo>
                    <a:pt x="1572" y="26873"/>
                  </a:lnTo>
                  <a:lnTo>
                    <a:pt x="2397" y="32198"/>
                  </a:lnTo>
                  <a:lnTo>
                    <a:pt x="3393" y="37495"/>
                  </a:lnTo>
                  <a:lnTo>
                    <a:pt x="4559" y="42756"/>
                  </a:lnTo>
                  <a:lnTo>
                    <a:pt x="5894" y="47977"/>
                  </a:lnTo>
                  <a:lnTo>
                    <a:pt x="7397" y="53152"/>
                  </a:lnTo>
                  <a:lnTo>
                    <a:pt x="9066" y="58276"/>
                  </a:lnTo>
                  <a:lnTo>
                    <a:pt x="10899" y="63344"/>
                  </a:lnTo>
                  <a:lnTo>
                    <a:pt x="12894" y="68350"/>
                  </a:lnTo>
                  <a:lnTo>
                    <a:pt x="15050" y="73289"/>
                  </a:lnTo>
                  <a:lnTo>
                    <a:pt x="17364" y="78156"/>
                  </a:lnTo>
                  <a:lnTo>
                    <a:pt x="19834" y="82945"/>
                  </a:lnTo>
                  <a:lnTo>
                    <a:pt x="22456" y="87653"/>
                  </a:lnTo>
                  <a:lnTo>
                    <a:pt x="25229" y="92274"/>
                  </a:lnTo>
                  <a:lnTo>
                    <a:pt x="28150" y="96803"/>
                  </a:lnTo>
                  <a:lnTo>
                    <a:pt x="31215" y="101235"/>
                  </a:lnTo>
                  <a:lnTo>
                    <a:pt x="34421" y="105567"/>
                  </a:lnTo>
                  <a:lnTo>
                    <a:pt x="37765" y="109793"/>
                  </a:lnTo>
                  <a:lnTo>
                    <a:pt x="41244" y="113908"/>
                  </a:lnTo>
                  <a:lnTo>
                    <a:pt x="44854" y="117910"/>
                  </a:lnTo>
                  <a:lnTo>
                    <a:pt x="48590" y="121793"/>
                  </a:lnTo>
                  <a:lnTo>
                    <a:pt x="52450" y="125554"/>
                  </a:lnTo>
                  <a:lnTo>
                    <a:pt x="56429" y="129188"/>
                  </a:lnTo>
                  <a:lnTo>
                    <a:pt x="60524" y="132692"/>
                  </a:lnTo>
                  <a:lnTo>
                    <a:pt x="64729" y="136062"/>
                  </a:lnTo>
                  <a:lnTo>
                    <a:pt x="69040" y="139295"/>
                  </a:lnTo>
                  <a:lnTo>
                    <a:pt x="73454" y="142388"/>
                  </a:lnTo>
                  <a:lnTo>
                    <a:pt x="77964" y="145336"/>
                  </a:lnTo>
                  <a:lnTo>
                    <a:pt x="82568" y="148138"/>
                  </a:lnTo>
                  <a:lnTo>
                    <a:pt x="87259" y="150790"/>
                  </a:lnTo>
                  <a:lnTo>
                    <a:pt x="92034" y="153289"/>
                  </a:lnTo>
                  <a:lnTo>
                    <a:pt x="96886" y="155633"/>
                  </a:lnTo>
                  <a:lnTo>
                    <a:pt x="101812" y="157819"/>
                  </a:lnTo>
                  <a:lnTo>
                    <a:pt x="106805" y="159846"/>
                  </a:lnTo>
                  <a:lnTo>
                    <a:pt x="111862" y="161710"/>
                  </a:lnTo>
                  <a:lnTo>
                    <a:pt x="116975" y="163411"/>
                  </a:lnTo>
                  <a:lnTo>
                    <a:pt x="122141" y="164945"/>
                  </a:lnTo>
                  <a:lnTo>
                    <a:pt x="127354" y="166313"/>
                  </a:lnTo>
                  <a:lnTo>
                    <a:pt x="132608" y="167512"/>
                  </a:lnTo>
                  <a:lnTo>
                    <a:pt x="137898" y="168540"/>
                  </a:lnTo>
                  <a:lnTo>
                    <a:pt x="143218" y="169398"/>
                  </a:lnTo>
                  <a:lnTo>
                    <a:pt x="148563" y="170084"/>
                  </a:lnTo>
                  <a:lnTo>
                    <a:pt x="167161" y="39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67618" y="941493"/>
              <a:ext cx="185759" cy="334314"/>
            </a:xfrm>
            <a:custGeom>
              <a:avLst/>
              <a:pathLst>
                <a:path w="185759" h="334314">
                  <a:moveTo>
                    <a:pt x="0" y="333297"/>
                  </a:moveTo>
                  <a:lnTo>
                    <a:pt x="5306" y="333805"/>
                  </a:lnTo>
                  <a:lnTo>
                    <a:pt x="10627" y="334144"/>
                  </a:lnTo>
                  <a:lnTo>
                    <a:pt x="15955" y="334314"/>
                  </a:lnTo>
                  <a:lnTo>
                    <a:pt x="21287" y="334313"/>
                  </a:lnTo>
                  <a:lnTo>
                    <a:pt x="26615" y="334142"/>
                  </a:lnTo>
                  <a:lnTo>
                    <a:pt x="31935" y="333801"/>
                  </a:lnTo>
                  <a:lnTo>
                    <a:pt x="37242" y="333291"/>
                  </a:lnTo>
                  <a:lnTo>
                    <a:pt x="42530" y="332612"/>
                  </a:lnTo>
                  <a:lnTo>
                    <a:pt x="47793" y="331765"/>
                  </a:lnTo>
                  <a:lnTo>
                    <a:pt x="53027" y="330750"/>
                  </a:lnTo>
                  <a:lnTo>
                    <a:pt x="58226" y="329569"/>
                  </a:lnTo>
                  <a:lnTo>
                    <a:pt x="63384" y="328223"/>
                  </a:lnTo>
                  <a:lnTo>
                    <a:pt x="68497" y="326713"/>
                  </a:lnTo>
                  <a:lnTo>
                    <a:pt x="73560" y="325041"/>
                  </a:lnTo>
                  <a:lnTo>
                    <a:pt x="78566" y="323208"/>
                  </a:lnTo>
                  <a:lnTo>
                    <a:pt x="83511" y="321216"/>
                  </a:lnTo>
                  <a:lnTo>
                    <a:pt x="88390" y="319068"/>
                  </a:lnTo>
                  <a:lnTo>
                    <a:pt x="93198" y="316765"/>
                  </a:lnTo>
                  <a:lnTo>
                    <a:pt x="97931" y="314310"/>
                  </a:lnTo>
                  <a:lnTo>
                    <a:pt x="102583" y="311706"/>
                  </a:lnTo>
                  <a:lnTo>
                    <a:pt x="107149" y="308954"/>
                  </a:lnTo>
                  <a:lnTo>
                    <a:pt x="111625" y="306058"/>
                  </a:lnTo>
                  <a:lnTo>
                    <a:pt x="116007" y="303021"/>
                  </a:lnTo>
                  <a:lnTo>
                    <a:pt x="120289" y="299846"/>
                  </a:lnTo>
                  <a:lnTo>
                    <a:pt x="124468" y="296536"/>
                  </a:lnTo>
                  <a:lnTo>
                    <a:pt x="128540" y="293094"/>
                  </a:lnTo>
                  <a:lnTo>
                    <a:pt x="132499" y="289524"/>
                  </a:lnTo>
                  <a:lnTo>
                    <a:pt x="136343" y="285830"/>
                  </a:lnTo>
                  <a:lnTo>
                    <a:pt x="140067" y="282015"/>
                  </a:lnTo>
                  <a:lnTo>
                    <a:pt x="143667" y="278083"/>
                  </a:lnTo>
                  <a:lnTo>
                    <a:pt x="147141" y="274039"/>
                  </a:lnTo>
                  <a:lnTo>
                    <a:pt x="150483" y="269885"/>
                  </a:lnTo>
                  <a:lnTo>
                    <a:pt x="153691" y="265628"/>
                  </a:lnTo>
                  <a:lnTo>
                    <a:pt x="156762" y="261270"/>
                  </a:lnTo>
                  <a:lnTo>
                    <a:pt x="159693" y="256816"/>
                  </a:lnTo>
                  <a:lnTo>
                    <a:pt x="162480" y="252271"/>
                  </a:lnTo>
                  <a:lnTo>
                    <a:pt x="165120" y="247640"/>
                  </a:lnTo>
                  <a:lnTo>
                    <a:pt x="167612" y="242927"/>
                  </a:lnTo>
                  <a:lnTo>
                    <a:pt x="169952" y="238137"/>
                  </a:lnTo>
                  <a:lnTo>
                    <a:pt x="172138" y="233274"/>
                  </a:lnTo>
                  <a:lnTo>
                    <a:pt x="174168" y="228345"/>
                  </a:lnTo>
                  <a:lnTo>
                    <a:pt x="176040" y="223353"/>
                  </a:lnTo>
                  <a:lnTo>
                    <a:pt x="177751" y="218304"/>
                  </a:lnTo>
                  <a:lnTo>
                    <a:pt x="179301" y="213203"/>
                  </a:lnTo>
                  <a:lnTo>
                    <a:pt x="180687" y="208055"/>
                  </a:lnTo>
                  <a:lnTo>
                    <a:pt x="181909" y="202865"/>
                  </a:lnTo>
                  <a:lnTo>
                    <a:pt x="182964" y="197640"/>
                  </a:lnTo>
                  <a:lnTo>
                    <a:pt x="183852" y="192383"/>
                  </a:lnTo>
                  <a:lnTo>
                    <a:pt x="184572" y="187100"/>
                  </a:lnTo>
                  <a:lnTo>
                    <a:pt x="185123" y="181798"/>
                  </a:lnTo>
                  <a:lnTo>
                    <a:pt x="185505" y="176480"/>
                  </a:lnTo>
                  <a:lnTo>
                    <a:pt x="185717" y="171153"/>
                  </a:lnTo>
                  <a:lnTo>
                    <a:pt x="185759" y="165822"/>
                  </a:lnTo>
                  <a:lnTo>
                    <a:pt x="185631" y="160493"/>
                  </a:lnTo>
                  <a:lnTo>
                    <a:pt x="185334" y="155170"/>
                  </a:lnTo>
                  <a:lnTo>
                    <a:pt x="184866" y="149859"/>
                  </a:lnTo>
                  <a:lnTo>
                    <a:pt x="184230" y="144566"/>
                  </a:lnTo>
                  <a:lnTo>
                    <a:pt x="183425" y="139296"/>
                  </a:lnTo>
                  <a:lnTo>
                    <a:pt x="182452" y="134054"/>
                  </a:lnTo>
                  <a:lnTo>
                    <a:pt x="181313" y="128846"/>
                  </a:lnTo>
                  <a:lnTo>
                    <a:pt x="180008" y="123677"/>
                  </a:lnTo>
                  <a:lnTo>
                    <a:pt x="178539" y="118552"/>
                  </a:lnTo>
                  <a:lnTo>
                    <a:pt x="176908" y="113476"/>
                  </a:lnTo>
                  <a:lnTo>
                    <a:pt x="175115" y="108456"/>
                  </a:lnTo>
                  <a:lnTo>
                    <a:pt x="173164" y="103494"/>
                  </a:lnTo>
                  <a:lnTo>
                    <a:pt x="171055" y="98598"/>
                  </a:lnTo>
                  <a:lnTo>
                    <a:pt x="168791" y="93771"/>
                  </a:lnTo>
                  <a:lnTo>
                    <a:pt x="166374" y="89020"/>
                  </a:lnTo>
                  <a:lnTo>
                    <a:pt x="163807" y="84347"/>
                  </a:lnTo>
                  <a:lnTo>
                    <a:pt x="161092" y="79759"/>
                  </a:lnTo>
                  <a:lnTo>
                    <a:pt x="158232" y="75259"/>
                  </a:lnTo>
                  <a:lnTo>
                    <a:pt x="155231" y="70854"/>
                  </a:lnTo>
                  <a:lnTo>
                    <a:pt x="152090" y="66546"/>
                  </a:lnTo>
                  <a:lnTo>
                    <a:pt x="148813" y="62340"/>
                  </a:lnTo>
                  <a:lnTo>
                    <a:pt x="145405" y="58241"/>
                  </a:lnTo>
                  <a:lnTo>
                    <a:pt x="141867" y="54253"/>
                  </a:lnTo>
                  <a:lnTo>
                    <a:pt x="138204" y="50380"/>
                  </a:lnTo>
                  <a:lnTo>
                    <a:pt x="134419" y="46625"/>
                  </a:lnTo>
                  <a:lnTo>
                    <a:pt x="130516" y="42993"/>
                  </a:lnTo>
                  <a:lnTo>
                    <a:pt x="126499" y="39487"/>
                  </a:lnTo>
                  <a:lnTo>
                    <a:pt x="122373" y="36112"/>
                  </a:lnTo>
                  <a:lnTo>
                    <a:pt x="118141" y="32869"/>
                  </a:lnTo>
                  <a:lnTo>
                    <a:pt x="113808" y="29763"/>
                  </a:lnTo>
                  <a:lnTo>
                    <a:pt x="109378" y="26797"/>
                  </a:lnTo>
                  <a:lnTo>
                    <a:pt x="104856" y="23974"/>
                  </a:lnTo>
                  <a:lnTo>
                    <a:pt x="100246" y="21296"/>
                  </a:lnTo>
                  <a:lnTo>
                    <a:pt x="95553" y="18766"/>
                  </a:lnTo>
                  <a:lnTo>
                    <a:pt x="90782" y="16388"/>
                  </a:lnTo>
                  <a:lnTo>
                    <a:pt x="85937" y="14163"/>
                  </a:lnTo>
                  <a:lnTo>
                    <a:pt x="81024" y="12093"/>
                  </a:lnTo>
                  <a:lnTo>
                    <a:pt x="76048" y="10182"/>
                  </a:lnTo>
                  <a:lnTo>
                    <a:pt x="71013" y="8429"/>
                  </a:lnTo>
                  <a:lnTo>
                    <a:pt x="65924" y="6839"/>
                  </a:lnTo>
                  <a:lnTo>
                    <a:pt x="60788" y="5411"/>
                  </a:lnTo>
                  <a:lnTo>
                    <a:pt x="55608" y="4148"/>
                  </a:lnTo>
                  <a:lnTo>
                    <a:pt x="50391" y="3051"/>
                  </a:lnTo>
                  <a:lnTo>
                    <a:pt x="45142" y="2120"/>
                  </a:lnTo>
                  <a:lnTo>
                    <a:pt x="39865" y="1358"/>
                  </a:lnTo>
                  <a:lnTo>
                    <a:pt x="34567" y="764"/>
                  </a:lnTo>
                  <a:lnTo>
                    <a:pt x="29253" y="339"/>
                  </a:lnTo>
                  <a:lnTo>
                    <a:pt x="23928" y="85"/>
                  </a:lnTo>
                  <a:lnTo>
                    <a:pt x="18597" y="0"/>
                  </a:lnTo>
                  <a:lnTo>
                    <a:pt x="185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43" y="1071028"/>
              <a:ext cx="167158" cy="197823"/>
            </a:xfrm>
            <a:custGeom>
              <a:avLst/>
              <a:pathLst>
                <a:path w="167158" h="197823">
                  <a:moveTo>
                    <a:pt x="167158" y="0"/>
                  </a:moveTo>
                  <a:lnTo>
                    <a:pt x="161725" y="88"/>
                  </a:lnTo>
                  <a:lnTo>
                    <a:pt x="156298" y="353"/>
                  </a:lnTo>
                  <a:lnTo>
                    <a:pt x="150882" y="794"/>
                  </a:lnTo>
                  <a:lnTo>
                    <a:pt x="145484" y="1410"/>
                  </a:lnTo>
                  <a:lnTo>
                    <a:pt x="140109" y="2202"/>
                  </a:lnTo>
                  <a:lnTo>
                    <a:pt x="134762" y="3169"/>
                  </a:lnTo>
                  <a:lnTo>
                    <a:pt x="129449" y="4308"/>
                  </a:lnTo>
                  <a:lnTo>
                    <a:pt x="124177" y="5619"/>
                  </a:lnTo>
                  <a:lnTo>
                    <a:pt x="118949" y="7102"/>
                  </a:lnTo>
                  <a:lnTo>
                    <a:pt x="113773" y="8753"/>
                  </a:lnTo>
                  <a:lnTo>
                    <a:pt x="108653" y="10571"/>
                  </a:lnTo>
                  <a:lnTo>
                    <a:pt x="103595" y="12555"/>
                  </a:lnTo>
                  <a:lnTo>
                    <a:pt x="98604" y="14703"/>
                  </a:lnTo>
                  <a:lnTo>
                    <a:pt x="93685" y="17011"/>
                  </a:lnTo>
                  <a:lnTo>
                    <a:pt x="88844" y="19478"/>
                  </a:lnTo>
                  <a:lnTo>
                    <a:pt x="84086" y="22101"/>
                  </a:lnTo>
                  <a:lnTo>
                    <a:pt x="79415" y="24878"/>
                  </a:lnTo>
                  <a:lnTo>
                    <a:pt x="74837" y="27804"/>
                  </a:lnTo>
                  <a:lnTo>
                    <a:pt x="70357" y="30878"/>
                  </a:lnTo>
                  <a:lnTo>
                    <a:pt x="65979" y="34096"/>
                  </a:lnTo>
                  <a:lnTo>
                    <a:pt x="61708" y="37455"/>
                  </a:lnTo>
                  <a:lnTo>
                    <a:pt x="57548" y="40950"/>
                  </a:lnTo>
                  <a:lnTo>
                    <a:pt x="53504" y="44579"/>
                  </a:lnTo>
                  <a:lnTo>
                    <a:pt x="49580" y="48337"/>
                  </a:lnTo>
                  <a:lnTo>
                    <a:pt x="45780" y="52221"/>
                  </a:lnTo>
                  <a:lnTo>
                    <a:pt x="42109" y="56226"/>
                  </a:lnTo>
                  <a:lnTo>
                    <a:pt x="38570" y="60349"/>
                  </a:lnTo>
                  <a:lnTo>
                    <a:pt x="35166" y="64584"/>
                  </a:lnTo>
                  <a:lnTo>
                    <a:pt x="31902" y="68928"/>
                  </a:lnTo>
                  <a:lnTo>
                    <a:pt x="28781" y="73375"/>
                  </a:lnTo>
                  <a:lnTo>
                    <a:pt x="25806" y="77922"/>
                  </a:lnTo>
                  <a:lnTo>
                    <a:pt x="22980" y="82563"/>
                  </a:lnTo>
                  <a:lnTo>
                    <a:pt x="20307" y="87293"/>
                  </a:lnTo>
                  <a:lnTo>
                    <a:pt x="17789" y="92108"/>
                  </a:lnTo>
                  <a:lnTo>
                    <a:pt x="15428" y="97002"/>
                  </a:lnTo>
                  <a:lnTo>
                    <a:pt x="13228" y="101970"/>
                  </a:lnTo>
                  <a:lnTo>
                    <a:pt x="11191" y="107006"/>
                  </a:lnTo>
                  <a:lnTo>
                    <a:pt x="9318" y="112107"/>
                  </a:lnTo>
                  <a:lnTo>
                    <a:pt x="7612" y="117266"/>
                  </a:lnTo>
                  <a:lnTo>
                    <a:pt x="6074" y="122477"/>
                  </a:lnTo>
                  <a:lnTo>
                    <a:pt x="4707" y="127735"/>
                  </a:lnTo>
                  <a:lnTo>
                    <a:pt x="3512" y="133036"/>
                  </a:lnTo>
                  <a:lnTo>
                    <a:pt x="2489" y="138372"/>
                  </a:lnTo>
                  <a:lnTo>
                    <a:pt x="1640" y="143739"/>
                  </a:lnTo>
                  <a:lnTo>
                    <a:pt x="966" y="149130"/>
                  </a:lnTo>
                  <a:lnTo>
                    <a:pt x="468" y="154541"/>
                  </a:lnTo>
                  <a:lnTo>
                    <a:pt x="145" y="159964"/>
                  </a:lnTo>
                  <a:lnTo>
                    <a:pt x="0" y="165396"/>
                  </a:lnTo>
                  <a:lnTo>
                    <a:pt x="30" y="170829"/>
                  </a:lnTo>
                  <a:lnTo>
                    <a:pt x="238" y="176259"/>
                  </a:lnTo>
                  <a:lnTo>
                    <a:pt x="621" y="181679"/>
                  </a:lnTo>
                  <a:lnTo>
                    <a:pt x="1181" y="187083"/>
                  </a:lnTo>
                  <a:lnTo>
                    <a:pt x="1916" y="192466"/>
                  </a:lnTo>
                  <a:lnTo>
                    <a:pt x="2825" y="19782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800169" y="1238196"/>
              <a:ext cx="164332" cy="30656"/>
            </a:xfrm>
            <a:custGeom>
              <a:avLst/>
              <a:pathLst>
                <a:path w="164332" h="30656">
                  <a:moveTo>
                    <a:pt x="0" y="30656"/>
                  </a:moveTo>
                  <a:lnTo>
                    <a:pt x="1643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800169" y="1071288"/>
              <a:ext cx="331495" cy="334068"/>
            </a:xfrm>
            <a:custGeom>
              <a:avLst/>
              <a:pathLst>
                <a:path w="331495" h="334068">
                  <a:moveTo>
                    <a:pt x="0" y="197564"/>
                  </a:moveTo>
                  <a:lnTo>
                    <a:pt x="1054" y="202760"/>
                  </a:lnTo>
                  <a:lnTo>
                    <a:pt x="2273" y="207919"/>
                  </a:lnTo>
                  <a:lnTo>
                    <a:pt x="3656" y="213038"/>
                  </a:lnTo>
                  <a:lnTo>
                    <a:pt x="5199" y="218110"/>
                  </a:lnTo>
                  <a:lnTo>
                    <a:pt x="6903" y="223131"/>
                  </a:lnTo>
                  <a:lnTo>
                    <a:pt x="8765" y="228095"/>
                  </a:lnTo>
                  <a:lnTo>
                    <a:pt x="10784" y="232998"/>
                  </a:lnTo>
                  <a:lnTo>
                    <a:pt x="12957" y="237834"/>
                  </a:lnTo>
                  <a:lnTo>
                    <a:pt x="15282" y="242599"/>
                  </a:lnTo>
                  <a:lnTo>
                    <a:pt x="17758" y="247288"/>
                  </a:lnTo>
                  <a:lnTo>
                    <a:pt x="20381" y="251895"/>
                  </a:lnTo>
                  <a:lnTo>
                    <a:pt x="23148" y="256418"/>
                  </a:lnTo>
                  <a:lnTo>
                    <a:pt x="26058" y="260850"/>
                  </a:lnTo>
                  <a:lnTo>
                    <a:pt x="29107" y="265188"/>
                  </a:lnTo>
                  <a:lnTo>
                    <a:pt x="32291" y="269427"/>
                  </a:lnTo>
                  <a:lnTo>
                    <a:pt x="35609" y="273562"/>
                  </a:lnTo>
                  <a:lnTo>
                    <a:pt x="39056" y="277591"/>
                  </a:lnTo>
                  <a:lnTo>
                    <a:pt x="42629" y="281508"/>
                  </a:lnTo>
                  <a:lnTo>
                    <a:pt x="46324" y="285310"/>
                  </a:lnTo>
                  <a:lnTo>
                    <a:pt x="50139" y="288993"/>
                  </a:lnTo>
                  <a:lnTo>
                    <a:pt x="54068" y="292553"/>
                  </a:lnTo>
                  <a:lnTo>
                    <a:pt x="58108" y="295986"/>
                  </a:lnTo>
                  <a:lnTo>
                    <a:pt x="62255" y="299290"/>
                  </a:lnTo>
                  <a:lnTo>
                    <a:pt x="66504" y="302461"/>
                  </a:lnTo>
                  <a:lnTo>
                    <a:pt x="70852" y="305495"/>
                  </a:lnTo>
                  <a:lnTo>
                    <a:pt x="75294" y="308389"/>
                  </a:lnTo>
                  <a:lnTo>
                    <a:pt x="79826" y="311142"/>
                  </a:lnTo>
                  <a:lnTo>
                    <a:pt x="84442" y="313749"/>
                  </a:lnTo>
                  <a:lnTo>
                    <a:pt x="89139" y="316209"/>
                  </a:lnTo>
                  <a:lnTo>
                    <a:pt x="93912" y="318518"/>
                  </a:lnTo>
                  <a:lnTo>
                    <a:pt x="98755" y="320675"/>
                  </a:lnTo>
                  <a:lnTo>
                    <a:pt x="103664" y="322678"/>
                  </a:lnTo>
                  <a:lnTo>
                    <a:pt x="108635" y="324523"/>
                  </a:lnTo>
                  <a:lnTo>
                    <a:pt x="113661" y="326210"/>
                  </a:lnTo>
                  <a:lnTo>
                    <a:pt x="118738" y="327737"/>
                  </a:lnTo>
                  <a:lnTo>
                    <a:pt x="123862" y="329102"/>
                  </a:lnTo>
                  <a:lnTo>
                    <a:pt x="129026" y="330304"/>
                  </a:lnTo>
                  <a:lnTo>
                    <a:pt x="134225" y="331341"/>
                  </a:lnTo>
                  <a:lnTo>
                    <a:pt x="139455" y="332213"/>
                  </a:lnTo>
                  <a:lnTo>
                    <a:pt x="144710" y="332919"/>
                  </a:lnTo>
                  <a:lnTo>
                    <a:pt x="149984" y="333458"/>
                  </a:lnTo>
                  <a:lnTo>
                    <a:pt x="155273" y="333829"/>
                  </a:lnTo>
                  <a:lnTo>
                    <a:pt x="160571" y="334032"/>
                  </a:lnTo>
                  <a:lnTo>
                    <a:pt x="165873" y="334068"/>
                  </a:lnTo>
                  <a:lnTo>
                    <a:pt x="171173" y="333935"/>
                  </a:lnTo>
                  <a:lnTo>
                    <a:pt x="176467" y="333634"/>
                  </a:lnTo>
                  <a:lnTo>
                    <a:pt x="181748" y="333165"/>
                  </a:lnTo>
                  <a:lnTo>
                    <a:pt x="187012" y="332529"/>
                  </a:lnTo>
                  <a:lnTo>
                    <a:pt x="192253" y="331727"/>
                  </a:lnTo>
                  <a:lnTo>
                    <a:pt x="197465" y="330758"/>
                  </a:lnTo>
                  <a:lnTo>
                    <a:pt x="202645" y="329625"/>
                  </a:lnTo>
                  <a:lnTo>
                    <a:pt x="207786" y="328328"/>
                  </a:lnTo>
                  <a:lnTo>
                    <a:pt x="212883" y="326869"/>
                  </a:lnTo>
                  <a:lnTo>
                    <a:pt x="217931" y="325249"/>
                  </a:lnTo>
                  <a:lnTo>
                    <a:pt x="222926" y="323469"/>
                  </a:lnTo>
                  <a:lnTo>
                    <a:pt x="227861" y="321533"/>
                  </a:lnTo>
                  <a:lnTo>
                    <a:pt x="232733" y="319440"/>
                  </a:lnTo>
                  <a:lnTo>
                    <a:pt x="237536" y="317194"/>
                  </a:lnTo>
                  <a:lnTo>
                    <a:pt x="242265" y="314797"/>
                  </a:lnTo>
                  <a:lnTo>
                    <a:pt x="246916" y="312251"/>
                  </a:lnTo>
                  <a:lnTo>
                    <a:pt x="251483" y="309559"/>
                  </a:lnTo>
                  <a:lnTo>
                    <a:pt x="255963" y="306724"/>
                  </a:lnTo>
                  <a:lnTo>
                    <a:pt x="260351" y="303748"/>
                  </a:lnTo>
                  <a:lnTo>
                    <a:pt x="264642" y="300634"/>
                  </a:lnTo>
                  <a:lnTo>
                    <a:pt x="268833" y="297385"/>
                  </a:lnTo>
                  <a:lnTo>
                    <a:pt x="272918" y="294006"/>
                  </a:lnTo>
                  <a:lnTo>
                    <a:pt x="276894" y="290498"/>
                  </a:lnTo>
                  <a:lnTo>
                    <a:pt x="280757" y="286866"/>
                  </a:lnTo>
                  <a:lnTo>
                    <a:pt x="284502" y="283114"/>
                  </a:lnTo>
                  <a:lnTo>
                    <a:pt x="288127" y="279245"/>
                  </a:lnTo>
                  <a:lnTo>
                    <a:pt x="291627" y="275262"/>
                  </a:lnTo>
                  <a:lnTo>
                    <a:pt x="295000" y="271171"/>
                  </a:lnTo>
                  <a:lnTo>
                    <a:pt x="298240" y="266975"/>
                  </a:lnTo>
                  <a:lnTo>
                    <a:pt x="301346" y="262678"/>
                  </a:lnTo>
                  <a:lnTo>
                    <a:pt x="304315" y="258284"/>
                  </a:lnTo>
                  <a:lnTo>
                    <a:pt x="307142" y="253799"/>
                  </a:lnTo>
                  <a:lnTo>
                    <a:pt x="309826" y="249227"/>
                  </a:lnTo>
                  <a:lnTo>
                    <a:pt x="312363" y="244571"/>
                  </a:lnTo>
                  <a:lnTo>
                    <a:pt x="314752" y="239838"/>
                  </a:lnTo>
                  <a:lnTo>
                    <a:pt x="316989" y="235031"/>
                  </a:lnTo>
                  <a:lnTo>
                    <a:pt x="319072" y="230156"/>
                  </a:lnTo>
                  <a:lnTo>
                    <a:pt x="321000" y="225217"/>
                  </a:lnTo>
                  <a:lnTo>
                    <a:pt x="322771" y="220219"/>
                  </a:lnTo>
                  <a:lnTo>
                    <a:pt x="324382" y="215168"/>
                  </a:lnTo>
                  <a:lnTo>
                    <a:pt x="325832" y="210068"/>
                  </a:lnTo>
                  <a:lnTo>
                    <a:pt x="327119" y="204924"/>
                  </a:lnTo>
                  <a:lnTo>
                    <a:pt x="328243" y="199743"/>
                  </a:lnTo>
                  <a:lnTo>
                    <a:pt x="329202" y="194528"/>
                  </a:lnTo>
                  <a:lnTo>
                    <a:pt x="329995" y="189286"/>
                  </a:lnTo>
                  <a:lnTo>
                    <a:pt x="330621" y="184021"/>
                  </a:lnTo>
                  <a:lnTo>
                    <a:pt x="331080" y="178739"/>
                  </a:lnTo>
                  <a:lnTo>
                    <a:pt x="331371" y="173445"/>
                  </a:lnTo>
                  <a:lnTo>
                    <a:pt x="331495" y="168145"/>
                  </a:lnTo>
                  <a:lnTo>
                    <a:pt x="331450" y="162843"/>
                  </a:lnTo>
                  <a:lnTo>
                    <a:pt x="331237" y="157545"/>
                  </a:lnTo>
                  <a:lnTo>
                    <a:pt x="330856" y="152257"/>
                  </a:lnTo>
                  <a:lnTo>
                    <a:pt x="330308" y="146983"/>
                  </a:lnTo>
                  <a:lnTo>
                    <a:pt x="329592" y="141730"/>
                  </a:lnTo>
                  <a:lnTo>
                    <a:pt x="328711" y="136502"/>
                  </a:lnTo>
                  <a:lnTo>
                    <a:pt x="327664" y="131304"/>
                  </a:lnTo>
                  <a:lnTo>
                    <a:pt x="326453" y="126142"/>
                  </a:lnTo>
                  <a:lnTo>
                    <a:pt x="325078" y="121022"/>
                  </a:lnTo>
                  <a:lnTo>
                    <a:pt x="323542" y="115947"/>
                  </a:lnTo>
                  <a:lnTo>
                    <a:pt x="321846" y="110924"/>
                  </a:lnTo>
                  <a:lnTo>
                    <a:pt x="319992" y="105957"/>
                  </a:lnTo>
                  <a:lnTo>
                    <a:pt x="317981" y="101051"/>
                  </a:lnTo>
                  <a:lnTo>
                    <a:pt x="315815" y="96211"/>
                  </a:lnTo>
                  <a:lnTo>
                    <a:pt x="313497" y="91443"/>
                  </a:lnTo>
                  <a:lnTo>
                    <a:pt x="311028" y="86751"/>
                  </a:lnTo>
                  <a:lnTo>
                    <a:pt x="308413" y="82139"/>
                  </a:lnTo>
                  <a:lnTo>
                    <a:pt x="305652" y="77612"/>
                  </a:lnTo>
                  <a:lnTo>
                    <a:pt x="302749" y="73176"/>
                  </a:lnTo>
                  <a:lnTo>
                    <a:pt x="299707" y="68833"/>
                  </a:lnTo>
                  <a:lnTo>
                    <a:pt x="296529" y="64589"/>
                  </a:lnTo>
                  <a:lnTo>
                    <a:pt x="293218" y="60449"/>
                  </a:lnTo>
                  <a:lnTo>
                    <a:pt x="289777" y="56415"/>
                  </a:lnTo>
                  <a:lnTo>
                    <a:pt x="286210" y="52492"/>
                  </a:lnTo>
                  <a:lnTo>
                    <a:pt x="282520" y="48685"/>
                  </a:lnTo>
                  <a:lnTo>
                    <a:pt x="278711" y="44996"/>
                  </a:lnTo>
                  <a:lnTo>
                    <a:pt x="274788" y="41430"/>
                  </a:lnTo>
                  <a:lnTo>
                    <a:pt x="270753" y="37991"/>
                  </a:lnTo>
                  <a:lnTo>
                    <a:pt x="266611" y="34681"/>
                  </a:lnTo>
                  <a:lnTo>
                    <a:pt x="262366" y="31503"/>
                  </a:lnTo>
                  <a:lnTo>
                    <a:pt x="258023" y="28463"/>
                  </a:lnTo>
                  <a:lnTo>
                    <a:pt x="253586" y="25561"/>
                  </a:lnTo>
                  <a:lnTo>
                    <a:pt x="249058" y="22802"/>
                  </a:lnTo>
                  <a:lnTo>
                    <a:pt x="244446" y="20187"/>
                  </a:lnTo>
                  <a:lnTo>
                    <a:pt x="239752" y="17721"/>
                  </a:lnTo>
                  <a:lnTo>
                    <a:pt x="234983" y="15404"/>
                  </a:lnTo>
                  <a:lnTo>
                    <a:pt x="230143" y="13239"/>
                  </a:lnTo>
                  <a:lnTo>
                    <a:pt x="225237" y="11230"/>
                  </a:lnTo>
                  <a:lnTo>
                    <a:pt x="220270" y="9377"/>
                  </a:lnTo>
                  <a:lnTo>
                    <a:pt x="215246" y="7682"/>
                  </a:lnTo>
                  <a:lnTo>
                    <a:pt x="210171" y="6147"/>
                  </a:lnTo>
                  <a:lnTo>
                    <a:pt x="205049" y="4775"/>
                  </a:lnTo>
                  <a:lnTo>
                    <a:pt x="199887" y="3565"/>
                  </a:lnTo>
                  <a:lnTo>
                    <a:pt x="194689" y="2519"/>
                  </a:lnTo>
                  <a:lnTo>
                    <a:pt x="189461" y="1639"/>
                  </a:lnTo>
                  <a:lnTo>
                    <a:pt x="184207" y="926"/>
                  </a:lnTo>
                  <a:lnTo>
                    <a:pt x="178934" y="379"/>
                  </a:lnTo>
                  <a:lnTo>
                    <a:pt x="173645" y="0"/>
                  </a:lnTo>
                  <a:lnTo>
                    <a:pt x="164332" y="166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9313" cy="167167"/>
            </a:xfrm>
            <a:custGeom>
              <a:avLst/>
              <a:pathLst>
                <a:path w="9313" h="167167">
                  <a:moveTo>
                    <a:pt x="9313" y="25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4499" y="1322571"/>
              <a:ext cx="54221" cy="167167"/>
            </a:xfrm>
            <a:custGeom>
              <a:avLst/>
              <a:pathLst>
                <a:path w="54221" h="167167">
                  <a:moveTo>
                    <a:pt x="54221" y="0"/>
                  </a:moveTo>
                  <a:lnTo>
                    <a:pt x="48086" y="112"/>
                  </a:lnTo>
                  <a:lnTo>
                    <a:pt x="41960" y="450"/>
                  </a:lnTo>
                  <a:lnTo>
                    <a:pt x="35851" y="1012"/>
                  </a:lnTo>
                  <a:lnTo>
                    <a:pt x="29766" y="1798"/>
                  </a:lnTo>
                  <a:lnTo>
                    <a:pt x="23715" y="2807"/>
                  </a:lnTo>
                  <a:lnTo>
                    <a:pt x="17704" y="4037"/>
                  </a:lnTo>
                  <a:lnTo>
                    <a:pt x="11743" y="5486"/>
                  </a:lnTo>
                  <a:lnTo>
                    <a:pt x="5839" y="7154"/>
                  </a:lnTo>
                  <a:lnTo>
                    <a:pt x="0" y="9037"/>
                  </a:lnTo>
                  <a:lnTo>
                    <a:pt x="5422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34499" y="1331609"/>
              <a:ext cx="54221" cy="158129"/>
            </a:xfrm>
            <a:custGeom>
              <a:avLst/>
              <a:pathLst>
                <a:path w="54221" h="158129">
                  <a:moveTo>
                    <a:pt x="0" y="0"/>
                  </a:moveTo>
                  <a:lnTo>
                    <a:pt x="54221" y="158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321556" y="1331609"/>
              <a:ext cx="334317" cy="325293"/>
            </a:xfrm>
            <a:custGeom>
              <a:avLst/>
              <a:pathLst>
                <a:path w="334317" h="325293">
                  <a:moveTo>
                    <a:pt x="112943" y="0"/>
                  </a:moveTo>
                  <a:lnTo>
                    <a:pt x="107965" y="1795"/>
                  </a:lnTo>
                  <a:lnTo>
                    <a:pt x="103046" y="3747"/>
                  </a:lnTo>
                  <a:lnTo>
                    <a:pt x="98191" y="5854"/>
                  </a:lnTo>
                  <a:lnTo>
                    <a:pt x="93406" y="8114"/>
                  </a:lnTo>
                  <a:lnTo>
                    <a:pt x="88694" y="10524"/>
                  </a:lnTo>
                  <a:lnTo>
                    <a:pt x="84061" y="13082"/>
                  </a:lnTo>
                  <a:lnTo>
                    <a:pt x="79511" y="15785"/>
                  </a:lnTo>
                  <a:lnTo>
                    <a:pt x="75049" y="18631"/>
                  </a:lnTo>
                  <a:lnTo>
                    <a:pt x="70680" y="21617"/>
                  </a:lnTo>
                  <a:lnTo>
                    <a:pt x="66407" y="24739"/>
                  </a:lnTo>
                  <a:lnTo>
                    <a:pt x="62235" y="27995"/>
                  </a:lnTo>
                  <a:lnTo>
                    <a:pt x="58169" y="31382"/>
                  </a:lnTo>
                  <a:lnTo>
                    <a:pt x="54211" y="34896"/>
                  </a:lnTo>
                  <a:lnTo>
                    <a:pt x="50367" y="38533"/>
                  </a:lnTo>
                  <a:lnTo>
                    <a:pt x="46640" y="42290"/>
                  </a:lnTo>
                  <a:lnTo>
                    <a:pt x="43033" y="46163"/>
                  </a:lnTo>
                  <a:lnTo>
                    <a:pt x="39551" y="50148"/>
                  </a:lnTo>
                  <a:lnTo>
                    <a:pt x="36197" y="54242"/>
                  </a:lnTo>
                  <a:lnTo>
                    <a:pt x="32974" y="58440"/>
                  </a:lnTo>
                  <a:lnTo>
                    <a:pt x="29886" y="62737"/>
                  </a:lnTo>
                  <a:lnTo>
                    <a:pt x="26935" y="67130"/>
                  </a:lnTo>
                  <a:lnTo>
                    <a:pt x="24125" y="71615"/>
                  </a:lnTo>
                  <a:lnTo>
                    <a:pt x="21458" y="76186"/>
                  </a:lnTo>
                  <a:lnTo>
                    <a:pt x="18937" y="80839"/>
                  </a:lnTo>
                  <a:lnTo>
                    <a:pt x="16565" y="85570"/>
                  </a:lnTo>
                  <a:lnTo>
                    <a:pt x="14344" y="90373"/>
                  </a:lnTo>
                  <a:lnTo>
                    <a:pt x="12276" y="95245"/>
                  </a:lnTo>
                  <a:lnTo>
                    <a:pt x="10363" y="100179"/>
                  </a:lnTo>
                  <a:lnTo>
                    <a:pt x="8607" y="105172"/>
                  </a:lnTo>
                  <a:lnTo>
                    <a:pt x="7010" y="110217"/>
                  </a:lnTo>
                  <a:lnTo>
                    <a:pt x="5574" y="115311"/>
                  </a:lnTo>
                  <a:lnTo>
                    <a:pt x="4299" y="120447"/>
                  </a:lnTo>
                  <a:lnTo>
                    <a:pt x="3188" y="125621"/>
                  </a:lnTo>
                  <a:lnTo>
                    <a:pt x="2241" y="130828"/>
                  </a:lnTo>
                  <a:lnTo>
                    <a:pt x="1460" y="136062"/>
                  </a:lnTo>
                  <a:lnTo>
                    <a:pt x="844" y="141319"/>
                  </a:lnTo>
                  <a:lnTo>
                    <a:pt x="395" y="146592"/>
                  </a:lnTo>
                  <a:lnTo>
                    <a:pt x="114" y="151877"/>
                  </a:lnTo>
                  <a:lnTo>
                    <a:pt x="0" y="157167"/>
                  </a:lnTo>
                  <a:lnTo>
                    <a:pt x="53" y="162459"/>
                  </a:lnTo>
                  <a:lnTo>
                    <a:pt x="274" y="167747"/>
                  </a:lnTo>
                  <a:lnTo>
                    <a:pt x="662" y="173025"/>
                  </a:lnTo>
                  <a:lnTo>
                    <a:pt x="1217" y="178288"/>
                  </a:lnTo>
                  <a:lnTo>
                    <a:pt x="1938" y="183531"/>
                  </a:lnTo>
                  <a:lnTo>
                    <a:pt x="2825" y="188748"/>
                  </a:lnTo>
                  <a:lnTo>
                    <a:pt x="3876" y="193935"/>
                  </a:lnTo>
                  <a:lnTo>
                    <a:pt x="5092" y="199086"/>
                  </a:lnTo>
                  <a:lnTo>
                    <a:pt x="6469" y="204195"/>
                  </a:lnTo>
                  <a:lnTo>
                    <a:pt x="8008" y="209259"/>
                  </a:lnTo>
                  <a:lnTo>
                    <a:pt x="9706" y="214271"/>
                  </a:lnTo>
                  <a:lnTo>
                    <a:pt x="11562" y="219227"/>
                  </a:lnTo>
                  <a:lnTo>
                    <a:pt x="13574" y="224122"/>
                  </a:lnTo>
                  <a:lnTo>
                    <a:pt x="15740" y="228951"/>
                  </a:lnTo>
                  <a:lnTo>
                    <a:pt x="18058" y="233709"/>
                  </a:lnTo>
                  <a:lnTo>
                    <a:pt x="20525" y="238391"/>
                  </a:lnTo>
                  <a:lnTo>
                    <a:pt x="23139" y="242992"/>
                  </a:lnTo>
                  <a:lnTo>
                    <a:pt x="25897" y="247508"/>
                  </a:lnTo>
                  <a:lnTo>
                    <a:pt x="28797" y="251935"/>
                  </a:lnTo>
                  <a:lnTo>
                    <a:pt x="31836" y="256268"/>
                  </a:lnTo>
                  <a:lnTo>
                    <a:pt x="35010" y="260503"/>
                  </a:lnTo>
                  <a:lnTo>
                    <a:pt x="38317" y="264635"/>
                  </a:lnTo>
                  <a:lnTo>
                    <a:pt x="41753" y="268660"/>
                  </a:lnTo>
                  <a:lnTo>
                    <a:pt x="45315" y="272574"/>
                  </a:lnTo>
                  <a:lnTo>
                    <a:pt x="48998" y="276374"/>
                  </a:lnTo>
                  <a:lnTo>
                    <a:pt x="52800" y="280055"/>
                  </a:lnTo>
                  <a:lnTo>
                    <a:pt x="56717" y="283614"/>
                  </a:lnTo>
                  <a:lnTo>
                    <a:pt x="60745" y="287047"/>
                  </a:lnTo>
                  <a:lnTo>
                    <a:pt x="64879" y="290351"/>
                  </a:lnTo>
                  <a:lnTo>
                    <a:pt x="69115" y="293523"/>
                  </a:lnTo>
                  <a:lnTo>
                    <a:pt x="73450" y="296559"/>
                  </a:lnTo>
                  <a:lnTo>
                    <a:pt x="77879" y="299456"/>
                  </a:lnTo>
                  <a:lnTo>
                    <a:pt x="82397" y="302211"/>
                  </a:lnTo>
                  <a:lnTo>
                    <a:pt x="87001" y="304822"/>
                  </a:lnTo>
                  <a:lnTo>
                    <a:pt x="91684" y="307286"/>
                  </a:lnTo>
                  <a:lnTo>
                    <a:pt x="96444" y="309601"/>
                  </a:lnTo>
                  <a:lnTo>
                    <a:pt x="101274" y="311763"/>
                  </a:lnTo>
                  <a:lnTo>
                    <a:pt x="106170" y="313772"/>
                  </a:lnTo>
                  <a:lnTo>
                    <a:pt x="111127" y="315625"/>
                  </a:lnTo>
                  <a:lnTo>
                    <a:pt x="116141" y="317320"/>
                  </a:lnTo>
                  <a:lnTo>
                    <a:pt x="121205" y="318855"/>
                  </a:lnTo>
                  <a:lnTo>
                    <a:pt x="126316" y="320229"/>
                  </a:lnTo>
                  <a:lnTo>
                    <a:pt x="131467" y="321441"/>
                  </a:lnTo>
                  <a:lnTo>
                    <a:pt x="136655" y="322489"/>
                  </a:lnTo>
                  <a:lnTo>
                    <a:pt x="141873" y="323372"/>
                  </a:lnTo>
                  <a:lnTo>
                    <a:pt x="147116" y="324090"/>
                  </a:lnTo>
                  <a:lnTo>
                    <a:pt x="152379" y="324642"/>
                  </a:lnTo>
                  <a:lnTo>
                    <a:pt x="157658" y="325026"/>
                  </a:lnTo>
                  <a:lnTo>
                    <a:pt x="162945" y="325244"/>
                  </a:lnTo>
                  <a:lnTo>
                    <a:pt x="168237" y="325293"/>
                  </a:lnTo>
                  <a:lnTo>
                    <a:pt x="173528" y="325176"/>
                  </a:lnTo>
                  <a:lnTo>
                    <a:pt x="178813" y="324890"/>
                  </a:lnTo>
                  <a:lnTo>
                    <a:pt x="184086" y="324438"/>
                  </a:lnTo>
                  <a:lnTo>
                    <a:pt x="189341" y="323819"/>
                  </a:lnTo>
                  <a:lnTo>
                    <a:pt x="194575" y="323034"/>
                  </a:lnTo>
                  <a:lnTo>
                    <a:pt x="199781" y="322084"/>
                  </a:lnTo>
                  <a:lnTo>
                    <a:pt x="204955" y="320969"/>
                  </a:lnTo>
                  <a:lnTo>
                    <a:pt x="210090" y="319691"/>
                  </a:lnTo>
                  <a:lnTo>
                    <a:pt x="215183" y="318252"/>
                  </a:lnTo>
                  <a:lnTo>
                    <a:pt x="220227" y="316651"/>
                  </a:lnTo>
                  <a:lnTo>
                    <a:pt x="225219" y="314892"/>
                  </a:lnTo>
                  <a:lnTo>
                    <a:pt x="230152" y="312976"/>
                  </a:lnTo>
                  <a:lnTo>
                    <a:pt x="235022" y="310905"/>
                  </a:lnTo>
                  <a:lnTo>
                    <a:pt x="239824" y="308680"/>
                  </a:lnTo>
                  <a:lnTo>
                    <a:pt x="244553" y="306305"/>
                  </a:lnTo>
                  <a:lnTo>
                    <a:pt x="249205" y="303781"/>
                  </a:lnTo>
                  <a:lnTo>
                    <a:pt x="253774" y="301111"/>
                  </a:lnTo>
                  <a:lnTo>
                    <a:pt x="258256" y="298298"/>
                  </a:lnTo>
                  <a:lnTo>
                    <a:pt x="262648" y="295344"/>
                  </a:lnTo>
                  <a:lnTo>
                    <a:pt x="266943" y="292253"/>
                  </a:lnTo>
                  <a:lnTo>
                    <a:pt x="271139" y="289027"/>
                  </a:lnTo>
                  <a:lnTo>
                    <a:pt x="275230" y="285670"/>
                  </a:lnTo>
                  <a:lnTo>
                    <a:pt x="279213" y="282186"/>
                  </a:lnTo>
                  <a:lnTo>
                    <a:pt x="283084" y="278577"/>
                  </a:lnTo>
                  <a:lnTo>
                    <a:pt x="286838" y="274847"/>
                  </a:lnTo>
                  <a:lnTo>
                    <a:pt x="290473" y="271000"/>
                  </a:lnTo>
                  <a:lnTo>
                    <a:pt x="293984" y="267040"/>
                  </a:lnTo>
                  <a:lnTo>
                    <a:pt x="297368" y="262972"/>
                  </a:lnTo>
                  <a:lnTo>
                    <a:pt x="300622" y="258798"/>
                  </a:lnTo>
                  <a:lnTo>
                    <a:pt x="303741" y="254523"/>
                  </a:lnTo>
                  <a:lnTo>
                    <a:pt x="306724" y="250151"/>
                  </a:lnTo>
                  <a:lnTo>
                    <a:pt x="309567" y="245687"/>
                  </a:lnTo>
                  <a:lnTo>
                    <a:pt x="312267" y="241136"/>
                  </a:lnTo>
                  <a:lnTo>
                    <a:pt x="314822" y="236501"/>
                  </a:lnTo>
                  <a:lnTo>
                    <a:pt x="317229" y="231788"/>
                  </a:lnTo>
                  <a:lnTo>
                    <a:pt x="319485" y="227001"/>
                  </a:lnTo>
                  <a:lnTo>
                    <a:pt x="321589" y="222145"/>
                  </a:lnTo>
                  <a:lnTo>
                    <a:pt x="323538" y="217224"/>
                  </a:lnTo>
                  <a:lnTo>
                    <a:pt x="325330" y="212245"/>
                  </a:lnTo>
                  <a:lnTo>
                    <a:pt x="326964" y="207211"/>
                  </a:lnTo>
                  <a:lnTo>
                    <a:pt x="328437" y="202128"/>
                  </a:lnTo>
                  <a:lnTo>
                    <a:pt x="329749" y="197001"/>
                  </a:lnTo>
                  <a:lnTo>
                    <a:pt x="330898" y="191835"/>
                  </a:lnTo>
                  <a:lnTo>
                    <a:pt x="331883" y="186636"/>
                  </a:lnTo>
                  <a:lnTo>
                    <a:pt x="332703" y="181407"/>
                  </a:lnTo>
                  <a:lnTo>
                    <a:pt x="333357" y="176156"/>
                  </a:lnTo>
                  <a:lnTo>
                    <a:pt x="333844" y="170886"/>
                  </a:lnTo>
                  <a:lnTo>
                    <a:pt x="334164" y="165603"/>
                  </a:lnTo>
                  <a:lnTo>
                    <a:pt x="334317" y="160313"/>
                  </a:lnTo>
                  <a:lnTo>
                    <a:pt x="334303" y="155021"/>
                  </a:lnTo>
                  <a:lnTo>
                    <a:pt x="334121" y="149732"/>
                  </a:lnTo>
                  <a:lnTo>
                    <a:pt x="333771" y="144452"/>
                  </a:lnTo>
                  <a:lnTo>
                    <a:pt x="333255" y="139185"/>
                  </a:lnTo>
                  <a:lnTo>
                    <a:pt x="332572" y="133937"/>
                  </a:lnTo>
                  <a:lnTo>
                    <a:pt x="331723" y="128713"/>
                  </a:lnTo>
                  <a:lnTo>
                    <a:pt x="330709" y="123519"/>
                  </a:lnTo>
                  <a:lnTo>
                    <a:pt x="329532" y="118359"/>
                  </a:lnTo>
                  <a:lnTo>
                    <a:pt x="328192" y="113239"/>
                  </a:lnTo>
                  <a:lnTo>
                    <a:pt x="326690" y="108165"/>
                  </a:lnTo>
                  <a:lnTo>
                    <a:pt x="325029" y="103140"/>
                  </a:lnTo>
                  <a:lnTo>
                    <a:pt x="323209" y="98171"/>
                  </a:lnTo>
                  <a:lnTo>
                    <a:pt x="321233" y="93261"/>
                  </a:lnTo>
                  <a:lnTo>
                    <a:pt x="319102" y="88417"/>
                  </a:lnTo>
                  <a:lnTo>
                    <a:pt x="316819" y="83642"/>
                  </a:lnTo>
                  <a:lnTo>
                    <a:pt x="314386" y="78942"/>
                  </a:lnTo>
                  <a:lnTo>
                    <a:pt x="311806" y="74322"/>
                  </a:lnTo>
                  <a:lnTo>
                    <a:pt x="309081" y="69785"/>
                  </a:lnTo>
                  <a:lnTo>
                    <a:pt x="306213" y="65337"/>
                  </a:lnTo>
                  <a:lnTo>
                    <a:pt x="303206" y="60983"/>
                  </a:lnTo>
                  <a:lnTo>
                    <a:pt x="300063" y="56725"/>
                  </a:lnTo>
                  <a:lnTo>
                    <a:pt x="296787" y="52569"/>
                  </a:lnTo>
                  <a:lnTo>
                    <a:pt x="293380" y="48519"/>
                  </a:lnTo>
                  <a:lnTo>
                    <a:pt x="289847" y="44578"/>
                  </a:lnTo>
                  <a:lnTo>
                    <a:pt x="286191" y="40752"/>
                  </a:lnTo>
                  <a:lnTo>
                    <a:pt x="282416" y="37043"/>
                  </a:lnTo>
                  <a:lnTo>
                    <a:pt x="278526" y="33455"/>
                  </a:lnTo>
                  <a:lnTo>
                    <a:pt x="274523" y="29993"/>
                  </a:lnTo>
                  <a:lnTo>
                    <a:pt x="270414" y="26659"/>
                  </a:lnTo>
                  <a:lnTo>
                    <a:pt x="266200" y="23456"/>
                  </a:lnTo>
                  <a:lnTo>
                    <a:pt x="261888" y="20389"/>
                  </a:lnTo>
                  <a:lnTo>
                    <a:pt x="257480" y="17460"/>
                  </a:lnTo>
                  <a:lnTo>
                    <a:pt x="252982" y="14671"/>
                  </a:lnTo>
                  <a:lnTo>
                    <a:pt x="248398" y="12027"/>
                  </a:lnTo>
                  <a:lnTo>
                    <a:pt x="243733" y="9528"/>
                  </a:lnTo>
                  <a:lnTo>
                    <a:pt x="238990" y="7179"/>
                  </a:lnTo>
                  <a:lnTo>
                    <a:pt x="234176" y="4981"/>
                  </a:lnTo>
                  <a:lnTo>
                    <a:pt x="229295" y="2937"/>
                  </a:lnTo>
                  <a:lnTo>
                    <a:pt x="224351" y="1048"/>
                  </a:lnTo>
                  <a:lnTo>
                    <a:pt x="167164" y="158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57187" cy="167167"/>
            </a:xfrm>
            <a:custGeom>
              <a:avLst/>
              <a:pathLst>
                <a:path w="57187" h="167167">
                  <a:moveTo>
                    <a:pt x="57187" y="10085"/>
                  </a:moveTo>
                  <a:lnTo>
                    <a:pt x="51668" y="8185"/>
                  </a:lnTo>
                  <a:lnTo>
                    <a:pt x="46087" y="6478"/>
                  </a:lnTo>
                  <a:lnTo>
                    <a:pt x="40450" y="4967"/>
                  </a:lnTo>
                  <a:lnTo>
                    <a:pt x="34763" y="3654"/>
                  </a:lnTo>
                  <a:lnTo>
                    <a:pt x="29034" y="2540"/>
                  </a:lnTo>
                  <a:lnTo>
                    <a:pt x="23270" y="1627"/>
                  </a:lnTo>
                  <a:lnTo>
                    <a:pt x="17477" y="916"/>
                  </a:lnTo>
                  <a:lnTo>
                    <a:pt x="11663" y="407"/>
                  </a:lnTo>
                  <a:lnTo>
                    <a:pt x="5835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7255" y="1681503"/>
              <a:ext cx="39269" cy="167167"/>
            </a:xfrm>
            <a:custGeom>
              <a:avLst/>
              <a:pathLst>
                <a:path w="39269" h="167167">
                  <a:moveTo>
                    <a:pt x="39269" y="0"/>
                  </a:moveTo>
                  <a:lnTo>
                    <a:pt x="32664" y="130"/>
                  </a:lnTo>
                  <a:lnTo>
                    <a:pt x="26069" y="521"/>
                  </a:lnTo>
                  <a:lnTo>
                    <a:pt x="19495" y="1173"/>
                  </a:lnTo>
                  <a:lnTo>
                    <a:pt x="12952" y="2084"/>
                  </a:lnTo>
                  <a:lnTo>
                    <a:pt x="6450" y="3253"/>
                  </a:lnTo>
                  <a:lnTo>
                    <a:pt x="0" y="4677"/>
                  </a:lnTo>
                  <a:lnTo>
                    <a:pt x="3926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47255" y="1686181"/>
              <a:ext cx="39269" cy="162489"/>
            </a:xfrm>
            <a:custGeom>
              <a:avLst/>
              <a:pathLst>
                <a:path w="39269" h="162489">
                  <a:moveTo>
                    <a:pt x="0" y="0"/>
                  </a:moveTo>
                  <a:lnTo>
                    <a:pt x="39269" y="1624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990991" y="1686181"/>
              <a:ext cx="95533" cy="162489"/>
            </a:xfrm>
            <a:custGeom>
              <a:avLst/>
              <a:pathLst>
                <a:path w="95533" h="162489">
                  <a:moveTo>
                    <a:pt x="56264" y="0"/>
                  </a:moveTo>
                  <a:lnTo>
                    <a:pt x="50261" y="1569"/>
                  </a:lnTo>
                  <a:lnTo>
                    <a:pt x="44321" y="3360"/>
                  </a:lnTo>
                  <a:lnTo>
                    <a:pt x="38450" y="5370"/>
                  </a:lnTo>
                  <a:lnTo>
                    <a:pt x="32659" y="7596"/>
                  </a:lnTo>
                  <a:lnTo>
                    <a:pt x="26954" y="10036"/>
                  </a:lnTo>
                  <a:lnTo>
                    <a:pt x="21344" y="12686"/>
                  </a:lnTo>
                  <a:lnTo>
                    <a:pt x="15836" y="15543"/>
                  </a:lnTo>
                  <a:lnTo>
                    <a:pt x="10437" y="18602"/>
                  </a:lnTo>
                  <a:lnTo>
                    <a:pt x="5156" y="21859"/>
                  </a:lnTo>
                  <a:lnTo>
                    <a:pt x="0" y="25310"/>
                  </a:lnTo>
                  <a:lnTo>
                    <a:pt x="95533" y="1624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919368" y="1681503"/>
              <a:ext cx="334306" cy="334334"/>
            </a:xfrm>
            <a:custGeom>
              <a:avLst/>
              <a:pathLst>
                <a:path w="334306" h="334334">
                  <a:moveTo>
                    <a:pt x="71622" y="29987"/>
                  </a:moveTo>
                  <a:lnTo>
                    <a:pt x="67322" y="33085"/>
                  </a:lnTo>
                  <a:lnTo>
                    <a:pt x="63122" y="36316"/>
                  </a:lnTo>
                  <a:lnTo>
                    <a:pt x="59027" y="39680"/>
                  </a:lnTo>
                  <a:lnTo>
                    <a:pt x="55040" y="43171"/>
                  </a:lnTo>
                  <a:lnTo>
                    <a:pt x="51166" y="46788"/>
                  </a:lnTo>
                  <a:lnTo>
                    <a:pt x="47408" y="50525"/>
                  </a:lnTo>
                  <a:lnTo>
                    <a:pt x="43771" y="54379"/>
                  </a:lnTo>
                  <a:lnTo>
                    <a:pt x="40258" y="58347"/>
                  </a:lnTo>
                  <a:lnTo>
                    <a:pt x="36872" y="62424"/>
                  </a:lnTo>
                  <a:lnTo>
                    <a:pt x="33618" y="66606"/>
                  </a:lnTo>
                  <a:lnTo>
                    <a:pt x="30497" y="70890"/>
                  </a:lnTo>
                  <a:lnTo>
                    <a:pt x="27514" y="75270"/>
                  </a:lnTo>
                  <a:lnTo>
                    <a:pt x="24671" y="79742"/>
                  </a:lnTo>
                  <a:lnTo>
                    <a:pt x="21972" y="84303"/>
                  </a:lnTo>
                  <a:lnTo>
                    <a:pt x="19418" y="88946"/>
                  </a:lnTo>
                  <a:lnTo>
                    <a:pt x="17013" y="93669"/>
                  </a:lnTo>
                  <a:lnTo>
                    <a:pt x="14759" y="98465"/>
                  </a:lnTo>
                  <a:lnTo>
                    <a:pt x="12658" y="103330"/>
                  </a:lnTo>
                  <a:lnTo>
                    <a:pt x="10712" y="108259"/>
                  </a:lnTo>
                  <a:lnTo>
                    <a:pt x="8923" y="113248"/>
                  </a:lnTo>
                  <a:lnTo>
                    <a:pt x="7293" y="118291"/>
                  </a:lnTo>
                  <a:lnTo>
                    <a:pt x="5825" y="123383"/>
                  </a:lnTo>
                  <a:lnTo>
                    <a:pt x="4518" y="128518"/>
                  </a:lnTo>
                  <a:lnTo>
                    <a:pt x="3374" y="133693"/>
                  </a:lnTo>
                  <a:lnTo>
                    <a:pt x="2396" y="138902"/>
                  </a:lnTo>
                  <a:lnTo>
                    <a:pt x="1582" y="144138"/>
                  </a:lnTo>
                  <a:lnTo>
                    <a:pt x="936" y="149398"/>
                  </a:lnTo>
                  <a:lnTo>
                    <a:pt x="456" y="154676"/>
                  </a:lnTo>
                  <a:lnTo>
                    <a:pt x="144" y="159966"/>
                  </a:lnTo>
                  <a:lnTo>
                    <a:pt x="0" y="165264"/>
                  </a:lnTo>
                  <a:lnTo>
                    <a:pt x="23" y="170563"/>
                  </a:lnTo>
                  <a:lnTo>
                    <a:pt x="215" y="175859"/>
                  </a:lnTo>
                  <a:lnTo>
                    <a:pt x="574" y="181147"/>
                  </a:lnTo>
                  <a:lnTo>
                    <a:pt x="1101" y="186420"/>
                  </a:lnTo>
                  <a:lnTo>
                    <a:pt x="1795" y="191674"/>
                  </a:lnTo>
                  <a:lnTo>
                    <a:pt x="2655" y="196903"/>
                  </a:lnTo>
                  <a:lnTo>
                    <a:pt x="3680" y="202103"/>
                  </a:lnTo>
                  <a:lnTo>
                    <a:pt x="4869" y="207267"/>
                  </a:lnTo>
                  <a:lnTo>
                    <a:pt x="6222" y="212391"/>
                  </a:lnTo>
                  <a:lnTo>
                    <a:pt x="7736" y="217469"/>
                  </a:lnTo>
                  <a:lnTo>
                    <a:pt x="9411" y="222497"/>
                  </a:lnTo>
                  <a:lnTo>
                    <a:pt x="11244" y="227470"/>
                  </a:lnTo>
                  <a:lnTo>
                    <a:pt x="13234" y="232381"/>
                  </a:lnTo>
                  <a:lnTo>
                    <a:pt x="15379" y="237228"/>
                  </a:lnTo>
                  <a:lnTo>
                    <a:pt x="17676" y="242004"/>
                  </a:lnTo>
                  <a:lnTo>
                    <a:pt x="20123" y="246704"/>
                  </a:lnTo>
                  <a:lnTo>
                    <a:pt x="22718" y="251325"/>
                  </a:lnTo>
                  <a:lnTo>
                    <a:pt x="25458" y="255861"/>
                  </a:lnTo>
                  <a:lnTo>
                    <a:pt x="28341" y="260308"/>
                  </a:lnTo>
                  <a:lnTo>
                    <a:pt x="31363" y="264661"/>
                  </a:lnTo>
                  <a:lnTo>
                    <a:pt x="34521" y="268917"/>
                  </a:lnTo>
                  <a:lnTo>
                    <a:pt x="37813" y="273070"/>
                  </a:lnTo>
                  <a:lnTo>
                    <a:pt x="41235" y="277116"/>
                  </a:lnTo>
                  <a:lnTo>
                    <a:pt x="44784" y="281053"/>
                  </a:lnTo>
                  <a:lnTo>
                    <a:pt x="48455" y="284874"/>
                  </a:lnTo>
                  <a:lnTo>
                    <a:pt x="52246" y="288578"/>
                  </a:lnTo>
                  <a:lnTo>
                    <a:pt x="56152" y="292159"/>
                  </a:lnTo>
                  <a:lnTo>
                    <a:pt x="60170" y="295615"/>
                  </a:lnTo>
                  <a:lnTo>
                    <a:pt x="64295" y="298942"/>
                  </a:lnTo>
                  <a:lnTo>
                    <a:pt x="68524" y="302136"/>
                  </a:lnTo>
                  <a:lnTo>
                    <a:pt x="72851" y="305194"/>
                  </a:lnTo>
                  <a:lnTo>
                    <a:pt x="77274" y="308114"/>
                  </a:lnTo>
                  <a:lnTo>
                    <a:pt x="81787" y="310893"/>
                  </a:lnTo>
                  <a:lnTo>
                    <a:pt x="86386" y="313526"/>
                  </a:lnTo>
                  <a:lnTo>
                    <a:pt x="91066" y="316013"/>
                  </a:lnTo>
                  <a:lnTo>
                    <a:pt x="95822" y="318350"/>
                  </a:lnTo>
                  <a:lnTo>
                    <a:pt x="100650" y="320535"/>
                  </a:lnTo>
                  <a:lnTo>
                    <a:pt x="105545" y="322566"/>
                  </a:lnTo>
                  <a:lnTo>
                    <a:pt x="110502" y="324441"/>
                  </a:lnTo>
                  <a:lnTo>
                    <a:pt x="115515" y="326158"/>
                  </a:lnTo>
                  <a:lnTo>
                    <a:pt x="120581" y="327715"/>
                  </a:lnTo>
                  <a:lnTo>
                    <a:pt x="125693" y="329111"/>
                  </a:lnTo>
                  <a:lnTo>
                    <a:pt x="130847" y="330344"/>
                  </a:lnTo>
                  <a:lnTo>
                    <a:pt x="136038" y="331413"/>
                  </a:lnTo>
                  <a:lnTo>
                    <a:pt x="141260" y="332316"/>
                  </a:lnTo>
                  <a:lnTo>
                    <a:pt x="146508" y="333054"/>
                  </a:lnTo>
                  <a:lnTo>
                    <a:pt x="151776" y="333625"/>
                  </a:lnTo>
                  <a:lnTo>
                    <a:pt x="157061" y="334029"/>
                  </a:lnTo>
                  <a:lnTo>
                    <a:pt x="162355" y="334265"/>
                  </a:lnTo>
                  <a:lnTo>
                    <a:pt x="167654" y="334334"/>
                  </a:lnTo>
                  <a:lnTo>
                    <a:pt x="172952" y="334234"/>
                  </a:lnTo>
                  <a:lnTo>
                    <a:pt x="178245" y="333966"/>
                  </a:lnTo>
                  <a:lnTo>
                    <a:pt x="183527" y="333531"/>
                  </a:lnTo>
                  <a:lnTo>
                    <a:pt x="188792" y="332928"/>
                  </a:lnTo>
                  <a:lnTo>
                    <a:pt x="194035" y="332159"/>
                  </a:lnTo>
                  <a:lnTo>
                    <a:pt x="199252" y="331224"/>
                  </a:lnTo>
                  <a:lnTo>
                    <a:pt x="204436" y="330125"/>
                  </a:lnTo>
                  <a:lnTo>
                    <a:pt x="209583" y="328861"/>
                  </a:lnTo>
                  <a:lnTo>
                    <a:pt x="214687" y="327435"/>
                  </a:lnTo>
                  <a:lnTo>
                    <a:pt x="219743" y="325848"/>
                  </a:lnTo>
                  <a:lnTo>
                    <a:pt x="224746" y="324101"/>
                  </a:lnTo>
                  <a:lnTo>
                    <a:pt x="229692" y="322197"/>
                  </a:lnTo>
                  <a:lnTo>
                    <a:pt x="234575" y="320137"/>
                  </a:lnTo>
                  <a:lnTo>
                    <a:pt x="239390" y="317923"/>
                  </a:lnTo>
                  <a:lnTo>
                    <a:pt x="244132" y="315557"/>
                  </a:lnTo>
                  <a:lnTo>
                    <a:pt x="248797" y="313043"/>
                  </a:lnTo>
                  <a:lnTo>
                    <a:pt x="253380" y="310382"/>
                  </a:lnTo>
                  <a:lnTo>
                    <a:pt x="257876" y="307577"/>
                  </a:lnTo>
                  <a:lnTo>
                    <a:pt x="262281" y="304630"/>
                  </a:lnTo>
                  <a:lnTo>
                    <a:pt x="266591" y="301546"/>
                  </a:lnTo>
                  <a:lnTo>
                    <a:pt x="270800" y="298327"/>
                  </a:lnTo>
                  <a:lnTo>
                    <a:pt x="274906" y="294975"/>
                  </a:lnTo>
                  <a:lnTo>
                    <a:pt x="278903" y="291496"/>
                  </a:lnTo>
                  <a:lnTo>
                    <a:pt x="282787" y="287891"/>
                  </a:lnTo>
                  <a:lnTo>
                    <a:pt x="286556" y="284165"/>
                  </a:lnTo>
                  <a:lnTo>
                    <a:pt x="290205" y="280322"/>
                  </a:lnTo>
                  <a:lnTo>
                    <a:pt x="293730" y="276364"/>
                  </a:lnTo>
                  <a:lnTo>
                    <a:pt x="297127" y="272297"/>
                  </a:lnTo>
                  <a:lnTo>
                    <a:pt x="300394" y="268125"/>
                  </a:lnTo>
                  <a:lnTo>
                    <a:pt x="303528" y="263851"/>
                  </a:lnTo>
                  <a:lnTo>
                    <a:pt x="306524" y="259479"/>
                  </a:lnTo>
                  <a:lnTo>
                    <a:pt x="309380" y="255015"/>
                  </a:lnTo>
                  <a:lnTo>
                    <a:pt x="312093" y="250463"/>
                  </a:lnTo>
                  <a:lnTo>
                    <a:pt x="314660" y="245827"/>
                  </a:lnTo>
                  <a:lnTo>
                    <a:pt x="317080" y="241112"/>
                  </a:lnTo>
                  <a:lnTo>
                    <a:pt x="319348" y="236323"/>
                  </a:lnTo>
                  <a:lnTo>
                    <a:pt x="321464" y="231464"/>
                  </a:lnTo>
                  <a:lnTo>
                    <a:pt x="323424" y="226540"/>
                  </a:lnTo>
                  <a:lnTo>
                    <a:pt x="325228" y="221557"/>
                  </a:lnTo>
                  <a:lnTo>
                    <a:pt x="326873" y="216519"/>
                  </a:lnTo>
                  <a:lnTo>
                    <a:pt x="328357" y="211432"/>
                  </a:lnTo>
                  <a:lnTo>
                    <a:pt x="329679" y="206300"/>
                  </a:lnTo>
                  <a:lnTo>
                    <a:pt x="330837" y="201128"/>
                  </a:lnTo>
                  <a:lnTo>
                    <a:pt x="331832" y="195923"/>
                  </a:lnTo>
                  <a:lnTo>
                    <a:pt x="332660" y="190689"/>
                  </a:lnTo>
                  <a:lnTo>
                    <a:pt x="333323" y="185431"/>
                  </a:lnTo>
                  <a:lnTo>
                    <a:pt x="333818" y="180154"/>
                  </a:lnTo>
                  <a:lnTo>
                    <a:pt x="334146" y="174865"/>
                  </a:lnTo>
                  <a:lnTo>
                    <a:pt x="334306" y="169568"/>
                  </a:lnTo>
                  <a:lnTo>
                    <a:pt x="334298" y="164268"/>
                  </a:lnTo>
                  <a:lnTo>
                    <a:pt x="334123" y="158972"/>
                  </a:lnTo>
                  <a:lnTo>
                    <a:pt x="333779" y="153683"/>
                  </a:lnTo>
                  <a:lnTo>
                    <a:pt x="333268" y="148409"/>
                  </a:lnTo>
                  <a:lnTo>
                    <a:pt x="332590" y="143153"/>
                  </a:lnTo>
                  <a:lnTo>
                    <a:pt x="331745" y="137921"/>
                  </a:lnTo>
                  <a:lnTo>
                    <a:pt x="330736" y="132718"/>
                  </a:lnTo>
                  <a:lnTo>
                    <a:pt x="329561" y="127551"/>
                  </a:lnTo>
                  <a:lnTo>
                    <a:pt x="328224" y="122423"/>
                  </a:lnTo>
                  <a:lnTo>
                    <a:pt x="326725" y="117339"/>
                  </a:lnTo>
                  <a:lnTo>
                    <a:pt x="325065" y="112307"/>
                  </a:lnTo>
                  <a:lnTo>
                    <a:pt x="323247" y="107329"/>
                  </a:lnTo>
                  <a:lnTo>
                    <a:pt x="321272" y="102411"/>
                  </a:lnTo>
                  <a:lnTo>
                    <a:pt x="319142" y="97558"/>
                  </a:lnTo>
                  <a:lnTo>
                    <a:pt x="316859" y="92776"/>
                  </a:lnTo>
                  <a:lnTo>
                    <a:pt x="314426" y="88068"/>
                  </a:lnTo>
                  <a:lnTo>
                    <a:pt x="311844" y="83440"/>
                  </a:lnTo>
                  <a:lnTo>
                    <a:pt x="309118" y="78895"/>
                  </a:lnTo>
                  <a:lnTo>
                    <a:pt x="306248" y="74440"/>
                  </a:lnTo>
                  <a:lnTo>
                    <a:pt x="303239" y="70077"/>
                  </a:lnTo>
                  <a:lnTo>
                    <a:pt x="300093" y="65813"/>
                  </a:lnTo>
                  <a:lnTo>
                    <a:pt x="296814" y="61650"/>
                  </a:lnTo>
                  <a:lnTo>
                    <a:pt x="293404" y="57593"/>
                  </a:lnTo>
                  <a:lnTo>
                    <a:pt x="289867" y="53646"/>
                  </a:lnTo>
                  <a:lnTo>
                    <a:pt x="286207" y="49814"/>
                  </a:lnTo>
                  <a:lnTo>
                    <a:pt x="282427" y="46099"/>
                  </a:lnTo>
                  <a:lnTo>
                    <a:pt x="278532" y="42506"/>
                  </a:lnTo>
                  <a:lnTo>
                    <a:pt x="274525" y="39038"/>
                  </a:lnTo>
                  <a:lnTo>
                    <a:pt x="270409" y="35699"/>
                  </a:lnTo>
                  <a:lnTo>
                    <a:pt x="266190" y="32492"/>
                  </a:lnTo>
                  <a:lnTo>
                    <a:pt x="261871" y="29421"/>
                  </a:lnTo>
                  <a:lnTo>
                    <a:pt x="257457" y="26488"/>
                  </a:lnTo>
                  <a:lnTo>
                    <a:pt x="252953" y="23696"/>
                  </a:lnTo>
                  <a:lnTo>
                    <a:pt x="248362" y="21049"/>
                  </a:lnTo>
                  <a:lnTo>
                    <a:pt x="243690" y="18548"/>
                  </a:lnTo>
                  <a:lnTo>
                    <a:pt x="238940" y="16197"/>
                  </a:lnTo>
                  <a:lnTo>
                    <a:pt x="234119" y="13997"/>
                  </a:lnTo>
                  <a:lnTo>
                    <a:pt x="229230" y="11952"/>
                  </a:lnTo>
                  <a:lnTo>
                    <a:pt x="224279" y="10062"/>
                  </a:lnTo>
                  <a:lnTo>
                    <a:pt x="219270" y="8330"/>
                  </a:lnTo>
                  <a:lnTo>
                    <a:pt x="214209" y="6758"/>
                  </a:lnTo>
                  <a:lnTo>
                    <a:pt x="209101" y="5347"/>
                  </a:lnTo>
                  <a:lnTo>
                    <a:pt x="203951" y="4099"/>
                  </a:lnTo>
                  <a:lnTo>
                    <a:pt x="198763" y="3015"/>
                  </a:lnTo>
                  <a:lnTo>
                    <a:pt x="193544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0778" y="2126963"/>
              <a:ext cx="30509" cy="167167"/>
            </a:xfrm>
            <a:custGeom>
              <a:avLst/>
              <a:pathLst>
                <a:path w="30509" h="167167">
                  <a:moveTo>
                    <a:pt x="30509" y="0"/>
                  </a:moveTo>
                  <a:lnTo>
                    <a:pt x="22841" y="175"/>
                  </a:lnTo>
                  <a:lnTo>
                    <a:pt x="15190" y="703"/>
                  </a:lnTo>
                  <a:lnTo>
                    <a:pt x="7570" y="1581"/>
                  </a:lnTo>
                  <a:lnTo>
                    <a:pt x="0" y="2807"/>
                  </a:lnTo>
                  <a:lnTo>
                    <a:pt x="3050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50778" y="2129771"/>
              <a:ext cx="30509" cy="164359"/>
            </a:xfrm>
            <a:custGeom>
              <a:avLst/>
              <a:pathLst>
                <a:path w="30509" h="164359">
                  <a:moveTo>
                    <a:pt x="0" y="0"/>
                  </a:moveTo>
                  <a:lnTo>
                    <a:pt x="30509" y="1643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614125" y="2128569"/>
              <a:ext cx="334327" cy="332721"/>
            </a:xfrm>
            <a:custGeom>
              <a:avLst/>
              <a:pathLst>
                <a:path w="334327" h="332721">
                  <a:moveTo>
                    <a:pt x="136653" y="1201"/>
                  </a:moveTo>
                  <a:lnTo>
                    <a:pt x="131458" y="2251"/>
                  </a:lnTo>
                  <a:lnTo>
                    <a:pt x="126298" y="3465"/>
                  </a:lnTo>
                  <a:lnTo>
                    <a:pt x="121180" y="4842"/>
                  </a:lnTo>
                  <a:lnTo>
                    <a:pt x="116108" y="6380"/>
                  </a:lnTo>
                  <a:lnTo>
                    <a:pt x="111088" y="8079"/>
                  </a:lnTo>
                  <a:lnTo>
                    <a:pt x="106123" y="9936"/>
                  </a:lnTo>
                  <a:lnTo>
                    <a:pt x="101220" y="11949"/>
                  </a:lnTo>
                  <a:lnTo>
                    <a:pt x="96384" y="14117"/>
                  </a:lnTo>
                  <a:lnTo>
                    <a:pt x="91618" y="16436"/>
                  </a:lnTo>
                  <a:lnTo>
                    <a:pt x="86929" y="18906"/>
                  </a:lnTo>
                  <a:lnTo>
                    <a:pt x="82320" y="21523"/>
                  </a:lnTo>
                  <a:lnTo>
                    <a:pt x="77796" y="24285"/>
                  </a:lnTo>
                  <a:lnTo>
                    <a:pt x="73362" y="27190"/>
                  </a:lnTo>
                  <a:lnTo>
                    <a:pt x="69023" y="30233"/>
                  </a:lnTo>
                  <a:lnTo>
                    <a:pt x="64782" y="33412"/>
                  </a:lnTo>
                  <a:lnTo>
                    <a:pt x="60644" y="36724"/>
                  </a:lnTo>
                  <a:lnTo>
                    <a:pt x="56614" y="40165"/>
                  </a:lnTo>
                  <a:lnTo>
                    <a:pt x="52694" y="43733"/>
                  </a:lnTo>
                  <a:lnTo>
                    <a:pt x="48889" y="47423"/>
                  </a:lnTo>
                  <a:lnTo>
                    <a:pt x="45203" y="51232"/>
                  </a:lnTo>
                  <a:lnTo>
                    <a:pt x="41640" y="55156"/>
                  </a:lnTo>
                  <a:lnTo>
                    <a:pt x="38203" y="59190"/>
                  </a:lnTo>
                  <a:lnTo>
                    <a:pt x="34896" y="63332"/>
                  </a:lnTo>
                  <a:lnTo>
                    <a:pt x="31722" y="67577"/>
                  </a:lnTo>
                  <a:lnTo>
                    <a:pt x="28684" y="71919"/>
                  </a:lnTo>
                  <a:lnTo>
                    <a:pt x="25785" y="76357"/>
                  </a:lnTo>
                  <a:lnTo>
                    <a:pt x="23028" y="80883"/>
                  </a:lnTo>
                  <a:lnTo>
                    <a:pt x="20416" y="85495"/>
                  </a:lnTo>
                  <a:lnTo>
                    <a:pt x="17951" y="90188"/>
                  </a:lnTo>
                  <a:lnTo>
                    <a:pt x="15637" y="94956"/>
                  </a:lnTo>
                  <a:lnTo>
                    <a:pt x="13475" y="99795"/>
                  </a:lnTo>
                  <a:lnTo>
                    <a:pt x="11467" y="104700"/>
                  </a:lnTo>
                  <a:lnTo>
                    <a:pt x="9616" y="109666"/>
                  </a:lnTo>
                  <a:lnTo>
                    <a:pt x="7923" y="114689"/>
                  </a:lnTo>
                  <a:lnTo>
                    <a:pt x="6390" y="119763"/>
                  </a:lnTo>
                  <a:lnTo>
                    <a:pt x="5019" y="124882"/>
                  </a:lnTo>
                  <a:lnTo>
                    <a:pt x="3811" y="130043"/>
                  </a:lnTo>
                  <a:lnTo>
                    <a:pt x="2767" y="135239"/>
                  </a:lnTo>
                  <a:lnTo>
                    <a:pt x="1889" y="140466"/>
                  </a:lnTo>
                  <a:lnTo>
                    <a:pt x="1176" y="145718"/>
                  </a:lnTo>
                  <a:lnTo>
                    <a:pt x="631" y="150990"/>
                  </a:lnTo>
                  <a:lnTo>
                    <a:pt x="252" y="156277"/>
                  </a:lnTo>
                  <a:lnTo>
                    <a:pt x="42" y="161573"/>
                  </a:lnTo>
                  <a:lnTo>
                    <a:pt x="0" y="166873"/>
                  </a:lnTo>
                  <a:lnTo>
                    <a:pt x="125" y="172172"/>
                  </a:lnTo>
                  <a:lnTo>
                    <a:pt x="419" y="177464"/>
                  </a:lnTo>
                  <a:lnTo>
                    <a:pt x="880" y="182744"/>
                  </a:lnTo>
                  <a:lnTo>
                    <a:pt x="1508" y="188006"/>
                  </a:lnTo>
                  <a:lnTo>
                    <a:pt x="2303" y="193247"/>
                  </a:lnTo>
                  <a:lnTo>
                    <a:pt x="3263" y="198459"/>
                  </a:lnTo>
                  <a:lnTo>
                    <a:pt x="4389" y="203638"/>
                  </a:lnTo>
                  <a:lnTo>
                    <a:pt x="5678" y="208779"/>
                  </a:lnTo>
                  <a:lnTo>
                    <a:pt x="7129" y="213877"/>
                  </a:lnTo>
                  <a:lnTo>
                    <a:pt x="8741" y="218926"/>
                  </a:lnTo>
                  <a:lnTo>
                    <a:pt x="10512" y="223921"/>
                  </a:lnTo>
                  <a:lnTo>
                    <a:pt x="12441" y="228858"/>
                  </a:lnTo>
                  <a:lnTo>
                    <a:pt x="14526" y="233731"/>
                  </a:lnTo>
                  <a:lnTo>
                    <a:pt x="16764" y="238536"/>
                  </a:lnTo>
                  <a:lnTo>
                    <a:pt x="19153" y="243267"/>
                  </a:lnTo>
                  <a:lnTo>
                    <a:pt x="21690" y="247920"/>
                  </a:lnTo>
                  <a:lnTo>
                    <a:pt x="24374" y="252490"/>
                  </a:lnTo>
                  <a:lnTo>
                    <a:pt x="27202" y="256973"/>
                  </a:lnTo>
                  <a:lnTo>
                    <a:pt x="30170" y="261364"/>
                  </a:lnTo>
                  <a:lnTo>
                    <a:pt x="33276" y="265659"/>
                  </a:lnTo>
                  <a:lnTo>
                    <a:pt x="36517" y="269853"/>
                  </a:lnTo>
                  <a:lnTo>
                    <a:pt x="39889" y="273942"/>
                  </a:lnTo>
                  <a:lnTo>
                    <a:pt x="43389" y="277923"/>
                  </a:lnTo>
                  <a:lnTo>
                    <a:pt x="47013" y="281790"/>
                  </a:lnTo>
                  <a:lnTo>
                    <a:pt x="50758" y="285541"/>
                  </a:lnTo>
                  <a:lnTo>
                    <a:pt x="54620" y="289170"/>
                  </a:lnTo>
                  <a:lnTo>
                    <a:pt x="58595" y="292676"/>
                  </a:lnTo>
                  <a:lnTo>
                    <a:pt x="62680" y="296054"/>
                  </a:lnTo>
                  <a:lnTo>
                    <a:pt x="66869" y="299301"/>
                  </a:lnTo>
                  <a:lnTo>
                    <a:pt x="71159" y="302413"/>
                  </a:lnTo>
                  <a:lnTo>
                    <a:pt x="75546" y="305388"/>
                  </a:lnTo>
                  <a:lnTo>
                    <a:pt x="80025" y="308222"/>
                  </a:lnTo>
                  <a:lnTo>
                    <a:pt x="84591" y="310912"/>
                  </a:lnTo>
                  <a:lnTo>
                    <a:pt x="89240" y="313457"/>
                  </a:lnTo>
                  <a:lnTo>
                    <a:pt x="93968" y="315853"/>
                  </a:lnTo>
                  <a:lnTo>
                    <a:pt x="98769" y="318098"/>
                  </a:lnTo>
                  <a:lnTo>
                    <a:pt x="103640" y="320189"/>
                  </a:lnTo>
                  <a:lnTo>
                    <a:pt x="108573" y="322125"/>
                  </a:lnTo>
                  <a:lnTo>
                    <a:pt x="113566" y="323904"/>
                  </a:lnTo>
                  <a:lnTo>
                    <a:pt x="118613" y="325523"/>
                  </a:lnTo>
                  <a:lnTo>
                    <a:pt x="123708" y="326982"/>
                  </a:lnTo>
                  <a:lnTo>
                    <a:pt x="128848" y="328278"/>
                  </a:lnTo>
                  <a:lnTo>
                    <a:pt x="134025" y="329411"/>
                  </a:lnTo>
                  <a:lnTo>
                    <a:pt x="139236" y="330379"/>
                  </a:lnTo>
                  <a:lnTo>
                    <a:pt x="144475" y="331182"/>
                  </a:lnTo>
                  <a:lnTo>
                    <a:pt x="149737" y="331818"/>
                  </a:lnTo>
                  <a:lnTo>
                    <a:pt x="155017" y="332287"/>
                  </a:lnTo>
                  <a:lnTo>
                    <a:pt x="160308" y="332588"/>
                  </a:lnTo>
                  <a:lnTo>
                    <a:pt x="165607" y="332721"/>
                  </a:lnTo>
                  <a:lnTo>
                    <a:pt x="170907" y="332686"/>
                  </a:lnTo>
                  <a:lnTo>
                    <a:pt x="176203" y="332484"/>
                  </a:lnTo>
                  <a:lnTo>
                    <a:pt x="181490" y="332113"/>
                  </a:lnTo>
                  <a:lnTo>
                    <a:pt x="186763" y="331575"/>
                  </a:lnTo>
                  <a:lnTo>
                    <a:pt x="192016" y="330870"/>
                  </a:lnTo>
                  <a:lnTo>
                    <a:pt x="197244" y="329999"/>
                  </a:lnTo>
                  <a:lnTo>
                    <a:pt x="202442" y="328963"/>
                  </a:lnTo>
                  <a:lnTo>
                    <a:pt x="207604" y="327763"/>
                  </a:lnTo>
                  <a:lnTo>
                    <a:pt x="212726" y="326399"/>
                  </a:lnTo>
                  <a:lnTo>
                    <a:pt x="217802" y="324874"/>
                  </a:lnTo>
                  <a:lnTo>
                    <a:pt x="222827" y="323188"/>
                  </a:lnTo>
                  <a:lnTo>
                    <a:pt x="227796" y="321344"/>
                  </a:lnTo>
                  <a:lnTo>
                    <a:pt x="232704" y="319344"/>
                  </a:lnTo>
                  <a:lnTo>
                    <a:pt x="237547" y="317189"/>
                  </a:lnTo>
                  <a:lnTo>
                    <a:pt x="242318" y="314881"/>
                  </a:lnTo>
                  <a:lnTo>
                    <a:pt x="247014" y="312423"/>
                  </a:lnTo>
                  <a:lnTo>
                    <a:pt x="251630" y="309818"/>
                  </a:lnTo>
                  <a:lnTo>
                    <a:pt x="256160" y="307068"/>
                  </a:lnTo>
                  <a:lnTo>
                    <a:pt x="260602" y="304175"/>
                  </a:lnTo>
                  <a:lnTo>
                    <a:pt x="264949" y="301143"/>
                  </a:lnTo>
                  <a:lnTo>
                    <a:pt x="269198" y="297975"/>
                  </a:lnTo>
                  <a:lnTo>
                    <a:pt x="273345" y="294674"/>
                  </a:lnTo>
                  <a:lnTo>
                    <a:pt x="277384" y="291243"/>
                  </a:lnTo>
                  <a:lnTo>
                    <a:pt x="281313" y="287685"/>
                  </a:lnTo>
                  <a:lnTo>
                    <a:pt x="285127" y="284005"/>
                  </a:lnTo>
                  <a:lnTo>
                    <a:pt x="288823" y="280206"/>
                  </a:lnTo>
                  <a:lnTo>
                    <a:pt x="292396" y="276292"/>
                  </a:lnTo>
                  <a:lnTo>
                    <a:pt x="295844" y="272266"/>
                  </a:lnTo>
                  <a:lnTo>
                    <a:pt x="299162" y="268133"/>
                  </a:lnTo>
                  <a:lnTo>
                    <a:pt x="302347" y="263896"/>
                  </a:lnTo>
                  <a:lnTo>
                    <a:pt x="305397" y="259561"/>
                  </a:lnTo>
                  <a:lnTo>
                    <a:pt x="308307" y="255132"/>
                  </a:lnTo>
                  <a:lnTo>
                    <a:pt x="311076" y="250612"/>
                  </a:lnTo>
                  <a:lnTo>
                    <a:pt x="313700" y="246007"/>
                  </a:lnTo>
                  <a:lnTo>
                    <a:pt x="316176" y="241321"/>
                  </a:lnTo>
                  <a:lnTo>
                    <a:pt x="318503" y="236559"/>
                  </a:lnTo>
                  <a:lnTo>
                    <a:pt x="320678" y="231726"/>
                  </a:lnTo>
                  <a:lnTo>
                    <a:pt x="322698" y="226826"/>
                  </a:lnTo>
                  <a:lnTo>
                    <a:pt x="324562" y="221864"/>
                  </a:lnTo>
                  <a:lnTo>
                    <a:pt x="326268" y="216846"/>
                  </a:lnTo>
                  <a:lnTo>
                    <a:pt x="327814" y="211776"/>
                  </a:lnTo>
                  <a:lnTo>
                    <a:pt x="329198" y="206660"/>
                  </a:lnTo>
                  <a:lnTo>
                    <a:pt x="330420" y="201503"/>
                  </a:lnTo>
                  <a:lnTo>
                    <a:pt x="331477" y="196309"/>
                  </a:lnTo>
                  <a:lnTo>
                    <a:pt x="332369" y="191085"/>
                  </a:lnTo>
                  <a:lnTo>
                    <a:pt x="333095" y="185834"/>
                  </a:lnTo>
                  <a:lnTo>
                    <a:pt x="333655" y="180564"/>
                  </a:lnTo>
                  <a:lnTo>
                    <a:pt x="334047" y="175278"/>
                  </a:lnTo>
                  <a:lnTo>
                    <a:pt x="334271" y="169983"/>
                  </a:lnTo>
                  <a:lnTo>
                    <a:pt x="334327" y="164683"/>
                  </a:lnTo>
                  <a:lnTo>
                    <a:pt x="334215" y="159384"/>
                  </a:lnTo>
                  <a:lnTo>
                    <a:pt x="333935" y="154091"/>
                  </a:lnTo>
                  <a:lnTo>
                    <a:pt x="333488" y="148810"/>
                  </a:lnTo>
                  <a:lnTo>
                    <a:pt x="332873" y="143545"/>
                  </a:lnTo>
                  <a:lnTo>
                    <a:pt x="332092" y="138303"/>
                  </a:lnTo>
                  <a:lnTo>
                    <a:pt x="331145" y="133088"/>
                  </a:lnTo>
                  <a:lnTo>
                    <a:pt x="330033" y="127906"/>
                  </a:lnTo>
                  <a:lnTo>
                    <a:pt x="328758" y="122762"/>
                  </a:lnTo>
                  <a:lnTo>
                    <a:pt x="327319" y="117660"/>
                  </a:lnTo>
                  <a:lnTo>
                    <a:pt x="325720" y="112607"/>
                  </a:lnTo>
                  <a:lnTo>
                    <a:pt x="323962" y="107607"/>
                  </a:lnTo>
                  <a:lnTo>
                    <a:pt x="322046" y="102665"/>
                  </a:lnTo>
                  <a:lnTo>
                    <a:pt x="319974" y="97787"/>
                  </a:lnTo>
                  <a:lnTo>
                    <a:pt x="317749" y="92977"/>
                  </a:lnTo>
                  <a:lnTo>
                    <a:pt x="315372" y="88239"/>
                  </a:lnTo>
                  <a:lnTo>
                    <a:pt x="312846" y="83580"/>
                  </a:lnTo>
                  <a:lnTo>
                    <a:pt x="310174" y="79002"/>
                  </a:lnTo>
                  <a:lnTo>
                    <a:pt x="307358" y="74512"/>
                  </a:lnTo>
                  <a:lnTo>
                    <a:pt x="304401" y="70113"/>
                  </a:lnTo>
                  <a:lnTo>
                    <a:pt x="301307" y="65811"/>
                  </a:lnTo>
                  <a:lnTo>
                    <a:pt x="298077" y="61608"/>
                  </a:lnTo>
                  <a:lnTo>
                    <a:pt x="294716" y="57510"/>
                  </a:lnTo>
                  <a:lnTo>
                    <a:pt x="291226" y="53521"/>
                  </a:lnTo>
                  <a:lnTo>
                    <a:pt x="287612" y="49644"/>
                  </a:lnTo>
                  <a:lnTo>
                    <a:pt x="283877" y="45884"/>
                  </a:lnTo>
                  <a:lnTo>
                    <a:pt x="280024" y="42244"/>
                  </a:lnTo>
                  <a:lnTo>
                    <a:pt x="276058" y="38728"/>
                  </a:lnTo>
                  <a:lnTo>
                    <a:pt x="271982" y="35340"/>
                  </a:lnTo>
                  <a:lnTo>
                    <a:pt x="267801" y="32082"/>
                  </a:lnTo>
                  <a:lnTo>
                    <a:pt x="263519" y="28959"/>
                  </a:lnTo>
                  <a:lnTo>
                    <a:pt x="259140" y="25973"/>
                  </a:lnTo>
                  <a:lnTo>
                    <a:pt x="254669" y="23127"/>
                  </a:lnTo>
                  <a:lnTo>
                    <a:pt x="250109" y="20424"/>
                  </a:lnTo>
                  <a:lnTo>
                    <a:pt x="245467" y="17868"/>
                  </a:lnTo>
                  <a:lnTo>
                    <a:pt x="240745" y="15460"/>
                  </a:lnTo>
                  <a:lnTo>
                    <a:pt x="235950" y="13202"/>
                  </a:lnTo>
                  <a:lnTo>
                    <a:pt x="231085" y="11098"/>
                  </a:lnTo>
                  <a:lnTo>
                    <a:pt x="226156" y="9149"/>
                  </a:lnTo>
                  <a:lnTo>
                    <a:pt x="221168" y="7358"/>
                  </a:lnTo>
                  <a:lnTo>
                    <a:pt x="216126" y="5725"/>
                  </a:lnTo>
                  <a:lnTo>
                    <a:pt x="211034" y="4253"/>
                  </a:lnTo>
                  <a:lnTo>
                    <a:pt x="205898" y="2943"/>
                  </a:lnTo>
                  <a:lnTo>
                    <a:pt x="200723" y="1797"/>
                  </a:lnTo>
                  <a:lnTo>
                    <a:pt x="195515" y="816"/>
                  </a:lnTo>
                  <a:lnTo>
                    <a:pt x="190278" y="0"/>
                  </a:lnTo>
                  <a:lnTo>
                    <a:pt x="167162" y="1655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23116" cy="167167"/>
            </a:xfrm>
            <a:custGeom>
              <a:avLst/>
              <a:pathLst>
                <a:path w="23116" h="167167">
                  <a:moveTo>
                    <a:pt x="23116" y="1605"/>
                  </a:moveTo>
                  <a:lnTo>
                    <a:pt x="15438" y="714"/>
                  </a:lnTo>
                  <a:lnTo>
                    <a:pt x="7727" y="17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266" y="2633064"/>
              <a:ext cx="5482" cy="167167"/>
            </a:xfrm>
            <a:custGeom>
              <a:avLst/>
              <a:pathLst>
                <a:path w="5482" h="167167">
                  <a:moveTo>
                    <a:pt x="5482" y="0"/>
                  </a:moveTo>
                  <a:lnTo>
                    <a:pt x="0" y="89"/>
                  </a:lnTo>
                  <a:lnTo>
                    <a:pt x="548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423599" y="2633154"/>
              <a:ext cx="334297" cy="334244"/>
            </a:xfrm>
            <a:custGeom>
              <a:avLst/>
              <a:pathLst>
                <a:path w="334297" h="334244">
                  <a:moveTo>
                    <a:pt x="161666" y="0"/>
                  </a:moveTo>
                  <a:lnTo>
                    <a:pt x="156368" y="258"/>
                  </a:lnTo>
                  <a:lnTo>
                    <a:pt x="151081" y="684"/>
                  </a:lnTo>
                  <a:lnTo>
                    <a:pt x="145810" y="1277"/>
                  </a:lnTo>
                  <a:lnTo>
                    <a:pt x="140561" y="2038"/>
                  </a:lnTo>
                  <a:lnTo>
                    <a:pt x="135338" y="2964"/>
                  </a:lnTo>
                  <a:lnTo>
                    <a:pt x="130147" y="4056"/>
                  </a:lnTo>
                  <a:lnTo>
                    <a:pt x="124994" y="5312"/>
                  </a:lnTo>
                  <a:lnTo>
                    <a:pt x="119883" y="6731"/>
                  </a:lnTo>
                  <a:lnTo>
                    <a:pt x="114819" y="8311"/>
                  </a:lnTo>
                  <a:lnTo>
                    <a:pt x="109809" y="10051"/>
                  </a:lnTo>
                  <a:lnTo>
                    <a:pt x="104856" y="11950"/>
                  </a:lnTo>
                  <a:lnTo>
                    <a:pt x="99965" y="14004"/>
                  </a:lnTo>
                  <a:lnTo>
                    <a:pt x="95143" y="16213"/>
                  </a:lnTo>
                  <a:lnTo>
                    <a:pt x="90392" y="18573"/>
                  </a:lnTo>
                  <a:lnTo>
                    <a:pt x="85720" y="21083"/>
                  </a:lnTo>
                  <a:lnTo>
                    <a:pt x="81129" y="23740"/>
                  </a:lnTo>
                  <a:lnTo>
                    <a:pt x="76624" y="26541"/>
                  </a:lnTo>
                  <a:lnTo>
                    <a:pt x="72211" y="29484"/>
                  </a:lnTo>
                  <a:lnTo>
                    <a:pt x="67894" y="32565"/>
                  </a:lnTo>
                  <a:lnTo>
                    <a:pt x="63676" y="35782"/>
                  </a:lnTo>
                  <a:lnTo>
                    <a:pt x="59563" y="39131"/>
                  </a:lnTo>
                  <a:lnTo>
                    <a:pt x="55557" y="42609"/>
                  </a:lnTo>
                  <a:lnTo>
                    <a:pt x="51665" y="46212"/>
                  </a:lnTo>
                  <a:lnTo>
                    <a:pt x="47888" y="49936"/>
                  </a:lnTo>
                  <a:lnTo>
                    <a:pt x="44232" y="53779"/>
                  </a:lnTo>
                  <a:lnTo>
                    <a:pt x="40699" y="57736"/>
                  </a:lnTo>
                  <a:lnTo>
                    <a:pt x="37294" y="61803"/>
                  </a:lnTo>
                  <a:lnTo>
                    <a:pt x="34019" y="65976"/>
                  </a:lnTo>
                  <a:lnTo>
                    <a:pt x="30878" y="70250"/>
                  </a:lnTo>
                  <a:lnTo>
                    <a:pt x="27875" y="74622"/>
                  </a:lnTo>
                  <a:lnTo>
                    <a:pt x="25012" y="79088"/>
                  </a:lnTo>
                  <a:lnTo>
                    <a:pt x="22292" y="83641"/>
                  </a:lnTo>
                  <a:lnTo>
                    <a:pt x="19718" y="88279"/>
                  </a:lnTo>
                  <a:lnTo>
                    <a:pt x="17292" y="92996"/>
                  </a:lnTo>
                  <a:lnTo>
                    <a:pt x="15017" y="97788"/>
                  </a:lnTo>
                  <a:lnTo>
                    <a:pt x="12895" y="102649"/>
                  </a:lnTo>
                  <a:lnTo>
                    <a:pt x="10929" y="107576"/>
                  </a:lnTo>
                  <a:lnTo>
                    <a:pt x="9120" y="112562"/>
                  </a:lnTo>
                  <a:lnTo>
                    <a:pt x="7470" y="117603"/>
                  </a:lnTo>
                  <a:lnTo>
                    <a:pt x="5980" y="122694"/>
                  </a:lnTo>
                  <a:lnTo>
                    <a:pt x="4654" y="127830"/>
                  </a:lnTo>
                  <a:lnTo>
                    <a:pt x="3490" y="133005"/>
                  </a:lnTo>
                  <a:lnTo>
                    <a:pt x="2492" y="138214"/>
                  </a:lnTo>
                  <a:lnTo>
                    <a:pt x="1659" y="143453"/>
                  </a:lnTo>
                  <a:lnTo>
                    <a:pt x="993" y="148715"/>
                  </a:lnTo>
                  <a:lnTo>
                    <a:pt x="494" y="153996"/>
                  </a:lnTo>
                  <a:lnTo>
                    <a:pt x="162" y="159290"/>
                  </a:lnTo>
                  <a:lnTo>
                    <a:pt x="0" y="164592"/>
                  </a:lnTo>
                  <a:lnTo>
                    <a:pt x="5" y="169896"/>
                  </a:lnTo>
                  <a:lnTo>
                    <a:pt x="178" y="175198"/>
                  </a:lnTo>
                  <a:lnTo>
                    <a:pt x="520" y="180491"/>
                  </a:lnTo>
                  <a:lnTo>
                    <a:pt x="1030" y="185771"/>
                  </a:lnTo>
                  <a:lnTo>
                    <a:pt x="1706" y="191032"/>
                  </a:lnTo>
                  <a:lnTo>
                    <a:pt x="2550" y="196269"/>
                  </a:lnTo>
                  <a:lnTo>
                    <a:pt x="3559" y="201476"/>
                  </a:lnTo>
                  <a:lnTo>
                    <a:pt x="4732" y="206649"/>
                  </a:lnTo>
                  <a:lnTo>
                    <a:pt x="6070" y="211782"/>
                  </a:lnTo>
                  <a:lnTo>
                    <a:pt x="7569" y="216870"/>
                  </a:lnTo>
                  <a:lnTo>
                    <a:pt x="9229" y="221908"/>
                  </a:lnTo>
                  <a:lnTo>
                    <a:pt x="11048" y="226890"/>
                  </a:lnTo>
                  <a:lnTo>
                    <a:pt x="13024" y="231813"/>
                  </a:lnTo>
                  <a:lnTo>
                    <a:pt x="15156" y="236670"/>
                  </a:lnTo>
                  <a:lnTo>
                    <a:pt x="17440" y="241457"/>
                  </a:lnTo>
                  <a:lnTo>
                    <a:pt x="19875" y="246169"/>
                  </a:lnTo>
                  <a:lnTo>
                    <a:pt x="22459" y="250802"/>
                  </a:lnTo>
                  <a:lnTo>
                    <a:pt x="25188" y="255350"/>
                  </a:lnTo>
                  <a:lnTo>
                    <a:pt x="28060" y="259810"/>
                  </a:lnTo>
                  <a:lnTo>
                    <a:pt x="31072" y="264176"/>
                  </a:lnTo>
                  <a:lnTo>
                    <a:pt x="34221" y="268444"/>
                  </a:lnTo>
                  <a:lnTo>
                    <a:pt x="37504" y="272611"/>
                  </a:lnTo>
                  <a:lnTo>
                    <a:pt x="40918" y="276671"/>
                  </a:lnTo>
                  <a:lnTo>
                    <a:pt x="44458" y="280620"/>
                  </a:lnTo>
                  <a:lnTo>
                    <a:pt x="48122" y="284456"/>
                  </a:lnTo>
                  <a:lnTo>
                    <a:pt x="51906" y="288173"/>
                  </a:lnTo>
                  <a:lnTo>
                    <a:pt x="55806" y="291768"/>
                  </a:lnTo>
                  <a:lnTo>
                    <a:pt x="59818" y="295238"/>
                  </a:lnTo>
                  <a:lnTo>
                    <a:pt x="63939" y="298579"/>
                  </a:lnTo>
                  <a:lnTo>
                    <a:pt x="68163" y="301787"/>
                  </a:lnTo>
                  <a:lnTo>
                    <a:pt x="72486" y="304860"/>
                  </a:lnTo>
                  <a:lnTo>
                    <a:pt x="76905" y="307794"/>
                  </a:lnTo>
                  <a:lnTo>
                    <a:pt x="81415" y="310586"/>
                  </a:lnTo>
                  <a:lnTo>
                    <a:pt x="86011" y="313234"/>
                  </a:lnTo>
                  <a:lnTo>
                    <a:pt x="90689" y="315734"/>
                  </a:lnTo>
                  <a:lnTo>
                    <a:pt x="95444" y="318085"/>
                  </a:lnTo>
                  <a:lnTo>
                    <a:pt x="100271" y="320284"/>
                  </a:lnTo>
                  <a:lnTo>
                    <a:pt x="105166" y="322329"/>
                  </a:lnTo>
                  <a:lnTo>
                    <a:pt x="110122" y="324217"/>
                  </a:lnTo>
                  <a:lnTo>
                    <a:pt x="115137" y="325947"/>
                  </a:lnTo>
                  <a:lnTo>
                    <a:pt x="120203" y="327517"/>
                  </a:lnTo>
                  <a:lnTo>
                    <a:pt x="125317" y="328926"/>
                  </a:lnTo>
                  <a:lnTo>
                    <a:pt x="130473" y="330172"/>
                  </a:lnTo>
                  <a:lnTo>
                    <a:pt x="135666" y="331253"/>
                  </a:lnTo>
                  <a:lnTo>
                    <a:pt x="140891" y="332169"/>
                  </a:lnTo>
                  <a:lnTo>
                    <a:pt x="146142" y="332919"/>
                  </a:lnTo>
                  <a:lnTo>
                    <a:pt x="151414" y="333502"/>
                  </a:lnTo>
                  <a:lnTo>
                    <a:pt x="156702" y="333918"/>
                  </a:lnTo>
                  <a:lnTo>
                    <a:pt x="162000" y="334165"/>
                  </a:lnTo>
                  <a:lnTo>
                    <a:pt x="167304" y="334244"/>
                  </a:lnTo>
                  <a:lnTo>
                    <a:pt x="172608" y="334155"/>
                  </a:lnTo>
                  <a:lnTo>
                    <a:pt x="177906" y="333898"/>
                  </a:lnTo>
                  <a:lnTo>
                    <a:pt x="183193" y="333473"/>
                  </a:lnTo>
                  <a:lnTo>
                    <a:pt x="188464" y="332880"/>
                  </a:lnTo>
                  <a:lnTo>
                    <a:pt x="193714" y="332120"/>
                  </a:lnTo>
                  <a:lnTo>
                    <a:pt x="198937" y="331194"/>
                  </a:lnTo>
                  <a:lnTo>
                    <a:pt x="204127" y="330103"/>
                  </a:lnTo>
                  <a:lnTo>
                    <a:pt x="209281" y="328848"/>
                  </a:lnTo>
                  <a:lnTo>
                    <a:pt x="214392" y="327430"/>
                  </a:lnTo>
                  <a:lnTo>
                    <a:pt x="219456" y="325850"/>
                  </a:lnTo>
                  <a:lnTo>
                    <a:pt x="224467" y="324111"/>
                  </a:lnTo>
                  <a:lnTo>
                    <a:pt x="229420" y="322213"/>
                  </a:lnTo>
                  <a:lnTo>
                    <a:pt x="234311" y="320159"/>
                  </a:lnTo>
                  <a:lnTo>
                    <a:pt x="239134" y="317951"/>
                  </a:lnTo>
                  <a:lnTo>
                    <a:pt x="243884" y="315592"/>
                  </a:lnTo>
                  <a:lnTo>
                    <a:pt x="248557" y="313082"/>
                  </a:lnTo>
                  <a:lnTo>
                    <a:pt x="253149" y="310426"/>
                  </a:lnTo>
                  <a:lnTo>
                    <a:pt x="257653" y="307625"/>
                  </a:lnTo>
                  <a:lnTo>
                    <a:pt x="262067" y="304683"/>
                  </a:lnTo>
                  <a:lnTo>
                    <a:pt x="266385" y="301602"/>
                  </a:lnTo>
                  <a:lnTo>
                    <a:pt x="270603" y="298386"/>
                  </a:lnTo>
                  <a:lnTo>
                    <a:pt x="274717" y="295038"/>
                  </a:lnTo>
                  <a:lnTo>
                    <a:pt x="278722" y="291561"/>
                  </a:lnTo>
                  <a:lnTo>
                    <a:pt x="282616" y="287958"/>
                  </a:lnTo>
                  <a:lnTo>
                    <a:pt x="286393" y="284234"/>
                  </a:lnTo>
                  <a:lnTo>
                    <a:pt x="290050" y="280392"/>
                  </a:lnTo>
                  <a:lnTo>
                    <a:pt x="293583" y="276436"/>
                  </a:lnTo>
                  <a:lnTo>
                    <a:pt x="296989" y="272369"/>
                  </a:lnTo>
                  <a:lnTo>
                    <a:pt x="300264" y="268197"/>
                  </a:lnTo>
                  <a:lnTo>
                    <a:pt x="303405" y="263923"/>
                  </a:lnTo>
                  <a:lnTo>
                    <a:pt x="306409" y="259551"/>
                  </a:lnTo>
                  <a:lnTo>
                    <a:pt x="309273" y="255086"/>
                  </a:lnTo>
                  <a:lnTo>
                    <a:pt x="311994" y="250533"/>
                  </a:lnTo>
                  <a:lnTo>
                    <a:pt x="314568" y="245895"/>
                  </a:lnTo>
                  <a:lnTo>
                    <a:pt x="316995" y="241178"/>
                  </a:lnTo>
                  <a:lnTo>
                    <a:pt x="319270" y="236387"/>
                  </a:lnTo>
                  <a:lnTo>
                    <a:pt x="321393" y="231526"/>
                  </a:lnTo>
                  <a:lnTo>
                    <a:pt x="323360" y="226600"/>
                  </a:lnTo>
                  <a:lnTo>
                    <a:pt x="325170" y="221614"/>
                  </a:lnTo>
                  <a:lnTo>
                    <a:pt x="326820" y="216573"/>
                  </a:lnTo>
                  <a:lnTo>
                    <a:pt x="328310" y="211482"/>
                  </a:lnTo>
                  <a:lnTo>
                    <a:pt x="329638" y="206346"/>
                  </a:lnTo>
                  <a:lnTo>
                    <a:pt x="330802" y="201171"/>
                  </a:lnTo>
                  <a:lnTo>
                    <a:pt x="331801" y="195962"/>
                  </a:lnTo>
                  <a:lnTo>
                    <a:pt x="332635" y="190724"/>
                  </a:lnTo>
                  <a:lnTo>
                    <a:pt x="333302" y="185462"/>
                  </a:lnTo>
                  <a:lnTo>
                    <a:pt x="333802" y="180181"/>
                  </a:lnTo>
                  <a:lnTo>
                    <a:pt x="334133" y="174887"/>
                  </a:lnTo>
                  <a:lnTo>
                    <a:pt x="334297" y="169585"/>
                  </a:lnTo>
                  <a:lnTo>
                    <a:pt x="334293" y="164281"/>
                  </a:lnTo>
                  <a:lnTo>
                    <a:pt x="334120" y="158979"/>
                  </a:lnTo>
                  <a:lnTo>
                    <a:pt x="333779" y="153686"/>
                  </a:lnTo>
                  <a:lnTo>
                    <a:pt x="333270" y="148406"/>
                  </a:lnTo>
                  <a:lnTo>
                    <a:pt x="332594" y="143145"/>
                  </a:lnTo>
                  <a:lnTo>
                    <a:pt x="331751" y="137908"/>
                  </a:lnTo>
                  <a:lnTo>
                    <a:pt x="330743" y="132700"/>
                  </a:lnTo>
                  <a:lnTo>
                    <a:pt x="329570" y="127527"/>
                  </a:lnTo>
                  <a:lnTo>
                    <a:pt x="328234" y="122394"/>
                  </a:lnTo>
                  <a:lnTo>
                    <a:pt x="326735" y="117306"/>
                  </a:lnTo>
                  <a:lnTo>
                    <a:pt x="325075" y="112268"/>
                  </a:lnTo>
                  <a:lnTo>
                    <a:pt x="323257" y="107285"/>
                  </a:lnTo>
                  <a:lnTo>
                    <a:pt x="321281" y="102362"/>
                  </a:lnTo>
                  <a:lnTo>
                    <a:pt x="319151" y="97505"/>
                  </a:lnTo>
                  <a:lnTo>
                    <a:pt x="316867" y="92717"/>
                  </a:lnTo>
                  <a:lnTo>
                    <a:pt x="314432" y="88005"/>
                  </a:lnTo>
                  <a:lnTo>
                    <a:pt x="311850" y="83372"/>
                  </a:lnTo>
                  <a:lnTo>
                    <a:pt x="309121" y="78823"/>
                  </a:lnTo>
                  <a:lnTo>
                    <a:pt x="306250" y="74363"/>
                  </a:lnTo>
                  <a:lnTo>
                    <a:pt x="303238" y="69997"/>
                  </a:lnTo>
                  <a:lnTo>
                    <a:pt x="300089" y="65728"/>
                  </a:lnTo>
                  <a:lnTo>
                    <a:pt x="296807" y="61561"/>
                  </a:lnTo>
                  <a:lnTo>
                    <a:pt x="293394" y="57501"/>
                  </a:lnTo>
                  <a:lnTo>
                    <a:pt x="289854" y="53551"/>
                  </a:lnTo>
                  <a:lnTo>
                    <a:pt x="286191" y="49715"/>
                  </a:lnTo>
                  <a:lnTo>
                    <a:pt x="282407" y="45997"/>
                  </a:lnTo>
                  <a:lnTo>
                    <a:pt x="278508" y="42401"/>
                  </a:lnTo>
                  <a:lnTo>
                    <a:pt x="274496" y="38931"/>
                  </a:lnTo>
                  <a:lnTo>
                    <a:pt x="270376" y="35590"/>
                  </a:lnTo>
                  <a:lnTo>
                    <a:pt x="266153" y="32381"/>
                  </a:lnTo>
                  <a:lnTo>
                    <a:pt x="261829" y="29307"/>
                  </a:lnTo>
                  <a:lnTo>
                    <a:pt x="257411" y="26373"/>
                  </a:lnTo>
                  <a:lnTo>
                    <a:pt x="252901" y="23580"/>
                  </a:lnTo>
                  <a:lnTo>
                    <a:pt x="248306" y="20932"/>
                  </a:lnTo>
                  <a:lnTo>
                    <a:pt x="243628" y="18430"/>
                  </a:lnTo>
                  <a:lnTo>
                    <a:pt x="238873" y="16079"/>
                  </a:lnTo>
                  <a:lnTo>
                    <a:pt x="234047" y="13879"/>
                  </a:lnTo>
                  <a:lnTo>
                    <a:pt x="229153" y="11834"/>
                  </a:lnTo>
                  <a:lnTo>
                    <a:pt x="224196" y="9945"/>
                  </a:lnTo>
                  <a:lnTo>
                    <a:pt x="219182" y="8214"/>
                  </a:lnTo>
                  <a:lnTo>
                    <a:pt x="167148" y="167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52033" cy="167167"/>
            </a:xfrm>
            <a:custGeom>
              <a:avLst/>
              <a:pathLst>
                <a:path w="52033" h="167167">
                  <a:moveTo>
                    <a:pt x="52033" y="8304"/>
                  </a:moveTo>
                  <a:lnTo>
                    <a:pt x="46415" y="6573"/>
                  </a:lnTo>
                  <a:lnTo>
                    <a:pt x="40739" y="5040"/>
                  </a:lnTo>
                  <a:lnTo>
                    <a:pt x="35013" y="3708"/>
                  </a:lnTo>
                  <a:lnTo>
                    <a:pt x="29244" y="2577"/>
                  </a:lnTo>
                  <a:lnTo>
                    <a:pt x="23439" y="1651"/>
                  </a:lnTo>
                  <a:lnTo>
                    <a:pt x="17604" y="929"/>
                  </a:lnTo>
                  <a:lnTo>
                    <a:pt x="11748" y="413"/>
                  </a:lnTo>
                  <a:lnTo>
                    <a:pt x="5877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0848" y="3170392"/>
              <a:ext cx="25132" cy="167167"/>
            </a:xfrm>
            <a:custGeom>
              <a:avLst/>
              <a:pathLst>
                <a:path w="25132" h="167167">
                  <a:moveTo>
                    <a:pt x="25132" y="0"/>
                  </a:moveTo>
                  <a:lnTo>
                    <a:pt x="16726" y="211"/>
                  </a:lnTo>
                  <a:lnTo>
                    <a:pt x="8342" y="845"/>
                  </a:lnTo>
                  <a:lnTo>
                    <a:pt x="0" y="1900"/>
                  </a:lnTo>
                  <a:lnTo>
                    <a:pt x="251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00848" y="3172292"/>
              <a:ext cx="25132" cy="165267"/>
            </a:xfrm>
            <a:custGeom>
              <a:avLst/>
              <a:pathLst>
                <a:path w="25132" h="165267">
                  <a:moveTo>
                    <a:pt x="0" y="0"/>
                  </a:moveTo>
                  <a:lnTo>
                    <a:pt x="25132" y="1652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358816" y="3172292"/>
              <a:ext cx="334331" cy="332423"/>
            </a:xfrm>
            <a:custGeom>
              <a:avLst/>
              <a:pathLst>
                <a:path w="334331" h="332423">
                  <a:moveTo>
                    <a:pt x="142031" y="0"/>
                  </a:moveTo>
                  <a:lnTo>
                    <a:pt x="136808" y="879"/>
                  </a:lnTo>
                  <a:lnTo>
                    <a:pt x="131614" y="1923"/>
                  </a:lnTo>
                  <a:lnTo>
                    <a:pt x="126456" y="3132"/>
                  </a:lnTo>
                  <a:lnTo>
                    <a:pt x="121339" y="4503"/>
                  </a:lnTo>
                  <a:lnTo>
                    <a:pt x="116269" y="6036"/>
                  </a:lnTo>
                  <a:lnTo>
                    <a:pt x="111249" y="7728"/>
                  </a:lnTo>
                  <a:lnTo>
                    <a:pt x="106285" y="9579"/>
                  </a:lnTo>
                  <a:lnTo>
                    <a:pt x="101383" y="11586"/>
                  </a:lnTo>
                  <a:lnTo>
                    <a:pt x="96546" y="13748"/>
                  </a:lnTo>
                  <a:lnTo>
                    <a:pt x="91781" y="16061"/>
                  </a:lnTo>
                  <a:lnTo>
                    <a:pt x="87091" y="18525"/>
                  </a:lnTo>
                  <a:lnTo>
                    <a:pt x="82482" y="21135"/>
                  </a:lnTo>
                  <a:lnTo>
                    <a:pt x="77957" y="23891"/>
                  </a:lnTo>
                  <a:lnTo>
                    <a:pt x="73522" y="26789"/>
                  </a:lnTo>
                  <a:lnTo>
                    <a:pt x="69182" y="29825"/>
                  </a:lnTo>
                  <a:lnTo>
                    <a:pt x="64939" y="32998"/>
                  </a:lnTo>
                  <a:lnTo>
                    <a:pt x="60800" y="36303"/>
                  </a:lnTo>
                  <a:lnTo>
                    <a:pt x="56767" y="39738"/>
                  </a:lnTo>
                  <a:lnTo>
                    <a:pt x="52845" y="43299"/>
                  </a:lnTo>
                  <a:lnTo>
                    <a:pt x="49038" y="46983"/>
                  </a:lnTo>
                  <a:lnTo>
                    <a:pt x="45349" y="50785"/>
                  </a:lnTo>
                  <a:lnTo>
                    <a:pt x="41783" y="54702"/>
                  </a:lnTo>
                  <a:lnTo>
                    <a:pt x="38343" y="58730"/>
                  </a:lnTo>
                  <a:lnTo>
                    <a:pt x="35032" y="62866"/>
                  </a:lnTo>
                  <a:lnTo>
                    <a:pt x="31853" y="67104"/>
                  </a:lnTo>
                  <a:lnTo>
                    <a:pt x="28811" y="71440"/>
                  </a:lnTo>
                  <a:lnTo>
                    <a:pt x="25907" y="75871"/>
                  </a:lnTo>
                  <a:lnTo>
                    <a:pt x="23146" y="80392"/>
                  </a:lnTo>
                  <a:lnTo>
                    <a:pt x="20529" y="84998"/>
                  </a:lnTo>
                  <a:lnTo>
                    <a:pt x="18059" y="89684"/>
                  </a:lnTo>
                  <a:lnTo>
                    <a:pt x="15739" y="94447"/>
                  </a:lnTo>
                  <a:lnTo>
                    <a:pt x="13571" y="99280"/>
                  </a:lnTo>
                  <a:lnTo>
                    <a:pt x="11557" y="104180"/>
                  </a:lnTo>
                  <a:lnTo>
                    <a:pt x="9700" y="109141"/>
                  </a:lnTo>
                  <a:lnTo>
                    <a:pt x="8001" y="114159"/>
                  </a:lnTo>
                  <a:lnTo>
                    <a:pt x="6461" y="119227"/>
                  </a:lnTo>
                  <a:lnTo>
                    <a:pt x="5083" y="124342"/>
                  </a:lnTo>
                  <a:lnTo>
                    <a:pt x="3868" y="129499"/>
                  </a:lnTo>
                  <a:lnTo>
                    <a:pt x="2816" y="134691"/>
                  </a:lnTo>
                  <a:lnTo>
                    <a:pt x="1930" y="139913"/>
                  </a:lnTo>
                  <a:lnTo>
                    <a:pt x="1210" y="145162"/>
                  </a:lnTo>
                  <a:lnTo>
                    <a:pt x="656" y="150430"/>
                  </a:lnTo>
                  <a:lnTo>
                    <a:pt x="270" y="155713"/>
                  </a:lnTo>
                  <a:lnTo>
                    <a:pt x="51" y="161006"/>
                  </a:lnTo>
                  <a:lnTo>
                    <a:pt x="0" y="166303"/>
                  </a:lnTo>
                  <a:lnTo>
                    <a:pt x="116" y="171600"/>
                  </a:lnTo>
                  <a:lnTo>
                    <a:pt x="401" y="176889"/>
                  </a:lnTo>
                  <a:lnTo>
                    <a:pt x="853" y="182167"/>
                  </a:lnTo>
                  <a:lnTo>
                    <a:pt x="1472" y="187429"/>
                  </a:lnTo>
                  <a:lnTo>
                    <a:pt x="2257" y="192667"/>
                  </a:lnTo>
                  <a:lnTo>
                    <a:pt x="3208" y="197879"/>
                  </a:lnTo>
                  <a:lnTo>
                    <a:pt x="4324" y="203057"/>
                  </a:lnTo>
                  <a:lnTo>
                    <a:pt x="5603" y="208198"/>
                  </a:lnTo>
                  <a:lnTo>
                    <a:pt x="7044" y="213296"/>
                  </a:lnTo>
                  <a:lnTo>
                    <a:pt x="8647" y="218345"/>
                  </a:lnTo>
                  <a:lnTo>
                    <a:pt x="10408" y="223341"/>
                  </a:lnTo>
                  <a:lnTo>
                    <a:pt x="12327" y="228279"/>
                  </a:lnTo>
                  <a:lnTo>
                    <a:pt x="14401" y="233153"/>
                  </a:lnTo>
                  <a:lnTo>
                    <a:pt x="16629" y="237959"/>
                  </a:lnTo>
                  <a:lnTo>
                    <a:pt x="19008" y="242693"/>
                  </a:lnTo>
                  <a:lnTo>
                    <a:pt x="21535" y="247348"/>
                  </a:lnTo>
                  <a:lnTo>
                    <a:pt x="24209" y="251921"/>
                  </a:lnTo>
                  <a:lnTo>
                    <a:pt x="27027" y="256407"/>
                  </a:lnTo>
                  <a:lnTo>
                    <a:pt x="29985" y="260802"/>
                  </a:lnTo>
                  <a:lnTo>
                    <a:pt x="33081" y="265101"/>
                  </a:lnTo>
                  <a:lnTo>
                    <a:pt x="36311" y="269299"/>
                  </a:lnTo>
                  <a:lnTo>
                    <a:pt x="39673" y="273393"/>
                  </a:lnTo>
                  <a:lnTo>
                    <a:pt x="43164" y="277378"/>
                  </a:lnTo>
                  <a:lnTo>
                    <a:pt x="46778" y="281251"/>
                  </a:lnTo>
                  <a:lnTo>
                    <a:pt x="50514" y="285007"/>
                  </a:lnTo>
                  <a:lnTo>
                    <a:pt x="54366" y="288643"/>
                  </a:lnTo>
                  <a:lnTo>
                    <a:pt x="58332" y="292155"/>
                  </a:lnTo>
                  <a:lnTo>
                    <a:pt x="62407" y="295540"/>
                  </a:lnTo>
                  <a:lnTo>
                    <a:pt x="66587" y="298794"/>
                  </a:lnTo>
                  <a:lnTo>
                    <a:pt x="70869" y="301913"/>
                  </a:lnTo>
                  <a:lnTo>
                    <a:pt x="75247" y="304896"/>
                  </a:lnTo>
                  <a:lnTo>
                    <a:pt x="79717" y="307738"/>
                  </a:lnTo>
                  <a:lnTo>
                    <a:pt x="84275" y="310437"/>
                  </a:lnTo>
                  <a:lnTo>
                    <a:pt x="88917" y="312991"/>
                  </a:lnTo>
                  <a:lnTo>
                    <a:pt x="93637" y="315396"/>
                  </a:lnTo>
                  <a:lnTo>
                    <a:pt x="98431" y="317650"/>
                  </a:lnTo>
                  <a:lnTo>
                    <a:pt x="103293" y="319752"/>
                  </a:lnTo>
                  <a:lnTo>
                    <a:pt x="108220" y="321698"/>
                  </a:lnTo>
                  <a:lnTo>
                    <a:pt x="113207" y="323487"/>
                  </a:lnTo>
                  <a:lnTo>
                    <a:pt x="118247" y="325117"/>
                  </a:lnTo>
                  <a:lnTo>
                    <a:pt x="123336" y="326587"/>
                  </a:lnTo>
                  <a:lnTo>
                    <a:pt x="128470" y="327895"/>
                  </a:lnTo>
                  <a:lnTo>
                    <a:pt x="133642" y="329039"/>
                  </a:lnTo>
                  <a:lnTo>
                    <a:pt x="138848" y="330019"/>
                  </a:lnTo>
                  <a:lnTo>
                    <a:pt x="144083" y="330833"/>
                  </a:lnTo>
                  <a:lnTo>
                    <a:pt x="149340" y="331481"/>
                  </a:lnTo>
                  <a:lnTo>
                    <a:pt x="154616" y="331963"/>
                  </a:lnTo>
                  <a:lnTo>
                    <a:pt x="159904" y="332277"/>
                  </a:lnTo>
                  <a:lnTo>
                    <a:pt x="165199" y="332423"/>
                  </a:lnTo>
                  <a:lnTo>
                    <a:pt x="170497" y="332401"/>
                  </a:lnTo>
                  <a:lnTo>
                    <a:pt x="175791" y="332212"/>
                  </a:lnTo>
                  <a:lnTo>
                    <a:pt x="181076" y="331854"/>
                  </a:lnTo>
                  <a:lnTo>
                    <a:pt x="186348" y="331330"/>
                  </a:lnTo>
                  <a:lnTo>
                    <a:pt x="191600" y="330639"/>
                  </a:lnTo>
                  <a:lnTo>
                    <a:pt x="196827" y="329781"/>
                  </a:lnTo>
                  <a:lnTo>
                    <a:pt x="202025" y="328759"/>
                  </a:lnTo>
                  <a:lnTo>
                    <a:pt x="207188" y="327572"/>
                  </a:lnTo>
                  <a:lnTo>
                    <a:pt x="212311" y="326223"/>
                  </a:lnTo>
                  <a:lnTo>
                    <a:pt x="217388" y="324711"/>
                  </a:lnTo>
                  <a:lnTo>
                    <a:pt x="222415" y="323040"/>
                  </a:lnTo>
                  <a:lnTo>
                    <a:pt x="227386" y="321210"/>
                  </a:lnTo>
                  <a:lnTo>
                    <a:pt x="232297" y="319223"/>
                  </a:lnTo>
                  <a:lnTo>
                    <a:pt x="237143" y="317082"/>
                  </a:lnTo>
                  <a:lnTo>
                    <a:pt x="241918" y="314789"/>
                  </a:lnTo>
                  <a:lnTo>
                    <a:pt x="246618" y="312345"/>
                  </a:lnTo>
                  <a:lnTo>
                    <a:pt x="251238" y="309754"/>
                  </a:lnTo>
                  <a:lnTo>
                    <a:pt x="255774" y="307017"/>
                  </a:lnTo>
                  <a:lnTo>
                    <a:pt x="260221" y="304138"/>
                  </a:lnTo>
                  <a:lnTo>
                    <a:pt x="264574" y="301120"/>
                  </a:lnTo>
                  <a:lnTo>
                    <a:pt x="268830" y="297965"/>
                  </a:lnTo>
                  <a:lnTo>
                    <a:pt x="272984" y="294677"/>
                  </a:lnTo>
                  <a:lnTo>
                    <a:pt x="277031" y="291260"/>
                  </a:lnTo>
                  <a:lnTo>
                    <a:pt x="280968" y="287715"/>
                  </a:lnTo>
                  <a:lnTo>
                    <a:pt x="284791" y="284048"/>
                  </a:lnTo>
                  <a:lnTo>
                    <a:pt x="288495" y="280261"/>
                  </a:lnTo>
                  <a:lnTo>
                    <a:pt x="292078" y="276359"/>
                  </a:lnTo>
                  <a:lnTo>
                    <a:pt x="295535" y="272345"/>
                  </a:lnTo>
                  <a:lnTo>
                    <a:pt x="298864" y="268224"/>
                  </a:lnTo>
                  <a:lnTo>
                    <a:pt x="302060" y="263999"/>
                  </a:lnTo>
                  <a:lnTo>
                    <a:pt x="305120" y="259675"/>
                  </a:lnTo>
                  <a:lnTo>
                    <a:pt x="308042" y="255257"/>
                  </a:lnTo>
                  <a:lnTo>
                    <a:pt x="310823" y="250748"/>
                  </a:lnTo>
                  <a:lnTo>
                    <a:pt x="313459" y="246153"/>
                  </a:lnTo>
                  <a:lnTo>
                    <a:pt x="315949" y="241477"/>
                  </a:lnTo>
                  <a:lnTo>
                    <a:pt x="318289" y="236724"/>
                  </a:lnTo>
                  <a:lnTo>
                    <a:pt x="320477" y="231900"/>
                  </a:lnTo>
                  <a:lnTo>
                    <a:pt x="322511" y="227009"/>
                  </a:lnTo>
                  <a:lnTo>
                    <a:pt x="324390" y="222055"/>
                  </a:lnTo>
                  <a:lnTo>
                    <a:pt x="326110" y="217045"/>
                  </a:lnTo>
                  <a:lnTo>
                    <a:pt x="327671" y="211983"/>
                  </a:lnTo>
                  <a:lnTo>
                    <a:pt x="329071" y="206874"/>
                  </a:lnTo>
                  <a:lnTo>
                    <a:pt x="330308" y="201723"/>
                  </a:lnTo>
                  <a:lnTo>
                    <a:pt x="331381" y="196535"/>
                  </a:lnTo>
                  <a:lnTo>
                    <a:pt x="332289" y="191316"/>
                  </a:lnTo>
                  <a:lnTo>
                    <a:pt x="333032" y="186071"/>
                  </a:lnTo>
                  <a:lnTo>
                    <a:pt x="333607" y="180805"/>
                  </a:lnTo>
                  <a:lnTo>
                    <a:pt x="334016" y="175523"/>
                  </a:lnTo>
                  <a:lnTo>
                    <a:pt x="334257" y="170231"/>
                  </a:lnTo>
                  <a:lnTo>
                    <a:pt x="334331" y="164934"/>
                  </a:lnTo>
                  <a:lnTo>
                    <a:pt x="334236" y="159638"/>
                  </a:lnTo>
                  <a:lnTo>
                    <a:pt x="333974" y="154347"/>
                  </a:lnTo>
                  <a:lnTo>
                    <a:pt x="333544" y="149067"/>
                  </a:lnTo>
                  <a:lnTo>
                    <a:pt x="332948" y="143803"/>
                  </a:lnTo>
                  <a:lnTo>
                    <a:pt x="332184" y="138561"/>
                  </a:lnTo>
                  <a:lnTo>
                    <a:pt x="331255" y="133346"/>
                  </a:lnTo>
                  <a:lnTo>
                    <a:pt x="330161" y="128162"/>
                  </a:lnTo>
                  <a:lnTo>
                    <a:pt x="328904" y="123016"/>
                  </a:lnTo>
                  <a:lnTo>
                    <a:pt x="327484" y="117913"/>
                  </a:lnTo>
                  <a:lnTo>
                    <a:pt x="325903" y="112857"/>
                  </a:lnTo>
                  <a:lnTo>
                    <a:pt x="324163" y="107853"/>
                  </a:lnTo>
                  <a:lnTo>
                    <a:pt x="322265" y="102908"/>
                  </a:lnTo>
                  <a:lnTo>
                    <a:pt x="320211" y="98025"/>
                  </a:lnTo>
                  <a:lnTo>
                    <a:pt x="318003" y="93209"/>
                  </a:lnTo>
                  <a:lnTo>
                    <a:pt x="315644" y="88466"/>
                  </a:lnTo>
                  <a:lnTo>
                    <a:pt x="313136" y="83800"/>
                  </a:lnTo>
                  <a:lnTo>
                    <a:pt x="310482" y="79215"/>
                  </a:lnTo>
                  <a:lnTo>
                    <a:pt x="307683" y="74717"/>
                  </a:lnTo>
                  <a:lnTo>
                    <a:pt x="304744" y="70310"/>
                  </a:lnTo>
                  <a:lnTo>
                    <a:pt x="301666" y="65999"/>
                  </a:lnTo>
                  <a:lnTo>
                    <a:pt x="298453" y="61787"/>
                  </a:lnTo>
                  <a:lnTo>
                    <a:pt x="295108" y="57679"/>
                  </a:lnTo>
                  <a:lnTo>
                    <a:pt x="291635" y="53679"/>
                  </a:lnTo>
                  <a:lnTo>
                    <a:pt x="288037" y="49791"/>
                  </a:lnTo>
                  <a:lnTo>
                    <a:pt x="284317" y="46019"/>
                  </a:lnTo>
                  <a:lnTo>
                    <a:pt x="280480" y="42367"/>
                  </a:lnTo>
                  <a:lnTo>
                    <a:pt x="276529" y="38838"/>
                  </a:lnTo>
                  <a:lnTo>
                    <a:pt x="272468" y="35436"/>
                  </a:lnTo>
                  <a:lnTo>
                    <a:pt x="268301" y="32165"/>
                  </a:lnTo>
                  <a:lnTo>
                    <a:pt x="264033" y="29027"/>
                  </a:lnTo>
                  <a:lnTo>
                    <a:pt x="259668" y="26026"/>
                  </a:lnTo>
                  <a:lnTo>
                    <a:pt x="255209" y="23165"/>
                  </a:lnTo>
                  <a:lnTo>
                    <a:pt x="250663" y="20447"/>
                  </a:lnTo>
                  <a:lnTo>
                    <a:pt x="246032" y="17874"/>
                  </a:lnTo>
                  <a:lnTo>
                    <a:pt x="241322" y="15449"/>
                  </a:lnTo>
                  <a:lnTo>
                    <a:pt x="236538" y="13174"/>
                  </a:lnTo>
                  <a:lnTo>
                    <a:pt x="231684" y="11053"/>
                  </a:lnTo>
                  <a:lnTo>
                    <a:pt x="226765" y="9086"/>
                  </a:lnTo>
                  <a:lnTo>
                    <a:pt x="167164" y="1652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59601" cy="167167"/>
            </a:xfrm>
            <a:custGeom>
              <a:avLst/>
              <a:pathLst>
                <a:path w="59601" h="167167">
                  <a:moveTo>
                    <a:pt x="59601" y="10986"/>
                  </a:moveTo>
                  <a:lnTo>
                    <a:pt x="53869" y="8917"/>
                  </a:lnTo>
                  <a:lnTo>
                    <a:pt x="48065" y="7059"/>
                  </a:lnTo>
                  <a:lnTo>
                    <a:pt x="42198" y="5413"/>
                  </a:lnTo>
                  <a:lnTo>
                    <a:pt x="36274" y="3983"/>
                  </a:lnTo>
                  <a:lnTo>
                    <a:pt x="30302" y="2769"/>
                  </a:lnTo>
                  <a:lnTo>
                    <a:pt x="24290" y="1774"/>
                  </a:lnTo>
                  <a:lnTo>
                    <a:pt x="18246" y="998"/>
                  </a:lnTo>
                  <a:lnTo>
                    <a:pt x="12177" y="444"/>
                  </a:lnTo>
                  <a:lnTo>
                    <a:pt x="6092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996" y="3707720"/>
              <a:ext cx="5751" cy="167167"/>
            </a:xfrm>
            <a:custGeom>
              <a:avLst/>
              <a:pathLst>
                <a:path w="5751" h="167167">
                  <a:moveTo>
                    <a:pt x="5751" y="0"/>
                  </a:moveTo>
                  <a:lnTo>
                    <a:pt x="0" y="98"/>
                  </a:lnTo>
                  <a:lnTo>
                    <a:pt x="57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84996" y="3707819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423597" y="3707720"/>
              <a:ext cx="334299" cy="334334"/>
            </a:xfrm>
            <a:custGeom>
              <a:avLst/>
              <a:pathLst>
                <a:path w="334299" h="334334">
                  <a:moveTo>
                    <a:pt x="161399" y="98"/>
                  </a:moveTo>
                  <a:lnTo>
                    <a:pt x="156104" y="365"/>
                  </a:lnTo>
                  <a:lnTo>
                    <a:pt x="150819" y="799"/>
                  </a:lnTo>
                  <a:lnTo>
                    <a:pt x="145551" y="1401"/>
                  </a:lnTo>
                  <a:lnTo>
                    <a:pt x="140305" y="2169"/>
                  </a:lnTo>
                  <a:lnTo>
                    <a:pt x="135086" y="3104"/>
                  </a:lnTo>
                  <a:lnTo>
                    <a:pt x="129899" y="4203"/>
                  </a:lnTo>
                  <a:lnTo>
                    <a:pt x="124749" y="5466"/>
                  </a:lnTo>
                  <a:lnTo>
                    <a:pt x="119642" y="6893"/>
                  </a:lnTo>
                  <a:lnTo>
                    <a:pt x="114583" y="8480"/>
                  </a:lnTo>
                  <a:lnTo>
                    <a:pt x="109577" y="10227"/>
                  </a:lnTo>
                  <a:lnTo>
                    <a:pt x="104629" y="12132"/>
                  </a:lnTo>
                  <a:lnTo>
                    <a:pt x="99743" y="14193"/>
                  </a:lnTo>
                  <a:lnTo>
                    <a:pt x="94926" y="16407"/>
                  </a:lnTo>
                  <a:lnTo>
                    <a:pt x="90181" y="18774"/>
                  </a:lnTo>
                  <a:lnTo>
                    <a:pt x="85513" y="21289"/>
                  </a:lnTo>
                  <a:lnTo>
                    <a:pt x="80928" y="23952"/>
                  </a:lnTo>
                  <a:lnTo>
                    <a:pt x="76429" y="26758"/>
                  </a:lnTo>
                  <a:lnTo>
                    <a:pt x="72022" y="29706"/>
                  </a:lnTo>
                  <a:lnTo>
                    <a:pt x="67710" y="32792"/>
                  </a:lnTo>
                  <a:lnTo>
                    <a:pt x="63499" y="36014"/>
                  </a:lnTo>
                  <a:lnTo>
                    <a:pt x="59392" y="39367"/>
                  </a:lnTo>
                  <a:lnTo>
                    <a:pt x="55393" y="42849"/>
                  </a:lnTo>
                  <a:lnTo>
                    <a:pt x="51506" y="46456"/>
                  </a:lnTo>
                  <a:lnTo>
                    <a:pt x="47736" y="50184"/>
                  </a:lnTo>
                  <a:lnTo>
                    <a:pt x="44086" y="54030"/>
                  </a:lnTo>
                  <a:lnTo>
                    <a:pt x="40560" y="57990"/>
                  </a:lnTo>
                  <a:lnTo>
                    <a:pt x="37161" y="62059"/>
                  </a:lnTo>
                  <a:lnTo>
                    <a:pt x="33893" y="66235"/>
                  </a:lnTo>
                  <a:lnTo>
                    <a:pt x="30759" y="70512"/>
                  </a:lnTo>
                  <a:lnTo>
                    <a:pt x="27762" y="74886"/>
                  </a:lnTo>
                  <a:lnTo>
                    <a:pt x="24906" y="79353"/>
                  </a:lnTo>
                  <a:lnTo>
                    <a:pt x="22192" y="83908"/>
                  </a:lnTo>
                  <a:lnTo>
                    <a:pt x="19625" y="88547"/>
                  </a:lnTo>
                  <a:lnTo>
                    <a:pt x="17206" y="93266"/>
                  </a:lnTo>
                  <a:lnTo>
                    <a:pt x="14937" y="98058"/>
                  </a:lnTo>
                  <a:lnTo>
                    <a:pt x="12822" y="102920"/>
                  </a:lnTo>
                  <a:lnTo>
                    <a:pt x="10862" y="107847"/>
                  </a:lnTo>
                  <a:lnTo>
                    <a:pt x="9060" y="112834"/>
                  </a:lnTo>
                  <a:lnTo>
                    <a:pt x="7416" y="117875"/>
                  </a:lnTo>
                  <a:lnTo>
                    <a:pt x="5933" y="122965"/>
                  </a:lnTo>
                  <a:lnTo>
                    <a:pt x="4612" y="128101"/>
                  </a:lnTo>
                  <a:lnTo>
                    <a:pt x="3455" y="133275"/>
                  </a:lnTo>
                  <a:lnTo>
                    <a:pt x="2463" y="138484"/>
                  </a:lnTo>
                  <a:lnTo>
                    <a:pt x="1636" y="143721"/>
                  </a:lnTo>
                  <a:lnTo>
                    <a:pt x="976" y="148982"/>
                  </a:lnTo>
                  <a:lnTo>
                    <a:pt x="482" y="154261"/>
                  </a:lnTo>
                  <a:lnTo>
                    <a:pt x="157" y="159553"/>
                  </a:lnTo>
                  <a:lnTo>
                    <a:pt x="0" y="164853"/>
                  </a:lnTo>
                  <a:lnTo>
                    <a:pt x="10" y="170156"/>
                  </a:lnTo>
                  <a:lnTo>
                    <a:pt x="189" y="175455"/>
                  </a:lnTo>
                  <a:lnTo>
                    <a:pt x="536" y="180746"/>
                  </a:lnTo>
                  <a:lnTo>
                    <a:pt x="1050" y="186023"/>
                  </a:lnTo>
                  <a:lnTo>
                    <a:pt x="1732" y="191281"/>
                  </a:lnTo>
                  <a:lnTo>
                    <a:pt x="2580" y="196515"/>
                  </a:lnTo>
                  <a:lnTo>
                    <a:pt x="3593" y="201720"/>
                  </a:lnTo>
                  <a:lnTo>
                    <a:pt x="4772" y="206890"/>
                  </a:lnTo>
                  <a:lnTo>
                    <a:pt x="6113" y="212019"/>
                  </a:lnTo>
                  <a:lnTo>
                    <a:pt x="7616" y="217104"/>
                  </a:lnTo>
                  <a:lnTo>
                    <a:pt x="9280" y="222138"/>
                  </a:lnTo>
                  <a:lnTo>
                    <a:pt x="11103" y="227118"/>
                  </a:lnTo>
                  <a:lnTo>
                    <a:pt x="13083" y="232036"/>
                  </a:lnTo>
                  <a:lnTo>
                    <a:pt x="15218" y="236890"/>
                  </a:lnTo>
                  <a:lnTo>
                    <a:pt x="17505" y="241673"/>
                  </a:lnTo>
                  <a:lnTo>
                    <a:pt x="19944" y="246382"/>
                  </a:lnTo>
                  <a:lnTo>
                    <a:pt x="22530" y="251010"/>
                  </a:lnTo>
                  <a:lnTo>
                    <a:pt x="25262" y="255555"/>
                  </a:lnTo>
                  <a:lnTo>
                    <a:pt x="28136" y="260010"/>
                  </a:lnTo>
                  <a:lnTo>
                    <a:pt x="31151" y="264372"/>
                  </a:lnTo>
                  <a:lnTo>
                    <a:pt x="34302" y="268637"/>
                  </a:lnTo>
                  <a:lnTo>
                    <a:pt x="37587" y="272799"/>
                  </a:lnTo>
                  <a:lnTo>
                    <a:pt x="41002" y="276855"/>
                  </a:lnTo>
                  <a:lnTo>
                    <a:pt x="44544" y="280800"/>
                  </a:lnTo>
                  <a:lnTo>
                    <a:pt x="48210" y="284631"/>
                  </a:lnTo>
                  <a:lnTo>
                    <a:pt x="51995" y="288345"/>
                  </a:lnTo>
                  <a:lnTo>
                    <a:pt x="55896" y="291936"/>
                  </a:lnTo>
                  <a:lnTo>
                    <a:pt x="59909" y="295401"/>
                  </a:lnTo>
                  <a:lnTo>
                    <a:pt x="64029" y="298738"/>
                  </a:lnTo>
                  <a:lnTo>
                    <a:pt x="68254" y="301942"/>
                  </a:lnTo>
                  <a:lnTo>
                    <a:pt x="72578" y="305011"/>
                  </a:lnTo>
                  <a:lnTo>
                    <a:pt x="76997" y="307941"/>
                  </a:lnTo>
                  <a:lnTo>
                    <a:pt x="81507" y="310729"/>
                  </a:lnTo>
                  <a:lnTo>
                    <a:pt x="86103" y="313373"/>
                  </a:lnTo>
                  <a:lnTo>
                    <a:pt x="90781" y="315870"/>
                  </a:lnTo>
                  <a:lnTo>
                    <a:pt x="95535" y="318217"/>
                  </a:lnTo>
                  <a:lnTo>
                    <a:pt x="100362" y="320412"/>
                  </a:lnTo>
                  <a:lnTo>
                    <a:pt x="105255" y="322453"/>
                  </a:lnTo>
                  <a:lnTo>
                    <a:pt x="110211" y="324338"/>
                  </a:lnTo>
                  <a:lnTo>
                    <a:pt x="115225" y="326065"/>
                  </a:lnTo>
                  <a:lnTo>
                    <a:pt x="120290" y="327632"/>
                  </a:lnTo>
                  <a:lnTo>
                    <a:pt x="125403" y="329037"/>
                  </a:lnTo>
                  <a:lnTo>
                    <a:pt x="130557" y="330280"/>
                  </a:lnTo>
                  <a:lnTo>
                    <a:pt x="135749" y="331358"/>
                  </a:lnTo>
                  <a:lnTo>
                    <a:pt x="140972" y="332272"/>
                  </a:lnTo>
                  <a:lnTo>
                    <a:pt x="146221" y="333019"/>
                  </a:lnTo>
                  <a:lnTo>
                    <a:pt x="151492" y="333599"/>
                  </a:lnTo>
                  <a:lnTo>
                    <a:pt x="156778" y="334012"/>
                  </a:lnTo>
                  <a:lnTo>
                    <a:pt x="162074" y="334257"/>
                  </a:lnTo>
                  <a:lnTo>
                    <a:pt x="167376" y="334334"/>
                  </a:lnTo>
                  <a:lnTo>
                    <a:pt x="172678" y="334243"/>
                  </a:lnTo>
                  <a:lnTo>
                    <a:pt x="177973" y="333984"/>
                  </a:lnTo>
                  <a:lnTo>
                    <a:pt x="183258" y="333557"/>
                  </a:lnTo>
                  <a:lnTo>
                    <a:pt x="188527" y="332962"/>
                  </a:lnTo>
                  <a:lnTo>
                    <a:pt x="193775" y="332201"/>
                  </a:lnTo>
                  <a:lnTo>
                    <a:pt x="198995" y="331273"/>
                  </a:lnTo>
                  <a:lnTo>
                    <a:pt x="204184" y="330181"/>
                  </a:lnTo>
                  <a:lnTo>
                    <a:pt x="209335" y="328924"/>
                  </a:lnTo>
                  <a:lnTo>
                    <a:pt x="214444" y="327505"/>
                  </a:lnTo>
                  <a:lnTo>
                    <a:pt x="219505" y="325925"/>
                  </a:lnTo>
                  <a:lnTo>
                    <a:pt x="224514" y="324184"/>
                  </a:lnTo>
                  <a:lnTo>
                    <a:pt x="229464" y="322286"/>
                  </a:lnTo>
                  <a:lnTo>
                    <a:pt x="234353" y="320232"/>
                  </a:lnTo>
                  <a:lnTo>
                    <a:pt x="239173" y="318024"/>
                  </a:lnTo>
                  <a:lnTo>
                    <a:pt x="243921" y="315664"/>
                  </a:lnTo>
                  <a:lnTo>
                    <a:pt x="248592" y="313154"/>
                  </a:lnTo>
                  <a:lnTo>
                    <a:pt x="253181" y="310498"/>
                  </a:lnTo>
                  <a:lnTo>
                    <a:pt x="257683" y="307697"/>
                  </a:lnTo>
                  <a:lnTo>
                    <a:pt x="262095" y="304756"/>
                  </a:lnTo>
                  <a:lnTo>
                    <a:pt x="266410" y="301675"/>
                  </a:lnTo>
                  <a:lnTo>
                    <a:pt x="270626" y="298460"/>
                  </a:lnTo>
                  <a:lnTo>
                    <a:pt x="274738" y="295112"/>
                  </a:lnTo>
                  <a:lnTo>
                    <a:pt x="278742" y="291636"/>
                  </a:lnTo>
                  <a:lnTo>
                    <a:pt x="282633" y="288034"/>
                  </a:lnTo>
                  <a:lnTo>
                    <a:pt x="286408" y="284311"/>
                  </a:lnTo>
                  <a:lnTo>
                    <a:pt x="290063" y="280470"/>
                  </a:lnTo>
                  <a:lnTo>
                    <a:pt x="293595" y="276515"/>
                  </a:lnTo>
                  <a:lnTo>
                    <a:pt x="296999" y="272449"/>
                  </a:lnTo>
                  <a:lnTo>
                    <a:pt x="300273" y="268278"/>
                  </a:lnTo>
                  <a:lnTo>
                    <a:pt x="303412" y="264006"/>
                  </a:lnTo>
                  <a:lnTo>
                    <a:pt x="306415" y="259636"/>
                  </a:lnTo>
                  <a:lnTo>
                    <a:pt x="309278" y="255172"/>
                  </a:lnTo>
                  <a:lnTo>
                    <a:pt x="311997" y="250621"/>
                  </a:lnTo>
                  <a:lnTo>
                    <a:pt x="314571" y="245985"/>
                  </a:lnTo>
                  <a:lnTo>
                    <a:pt x="316996" y="241270"/>
                  </a:lnTo>
                  <a:lnTo>
                    <a:pt x="319271" y="236480"/>
                  </a:lnTo>
                  <a:lnTo>
                    <a:pt x="321393" y="231621"/>
                  </a:lnTo>
                  <a:lnTo>
                    <a:pt x="323359" y="226697"/>
                  </a:lnTo>
                  <a:lnTo>
                    <a:pt x="325169" y="221713"/>
                  </a:lnTo>
                  <a:lnTo>
                    <a:pt x="326819" y="216674"/>
                  </a:lnTo>
                  <a:lnTo>
                    <a:pt x="328309" y="211586"/>
                  </a:lnTo>
                  <a:lnTo>
                    <a:pt x="329637" y="206452"/>
                  </a:lnTo>
                  <a:lnTo>
                    <a:pt x="330801" y="201279"/>
                  </a:lnTo>
                  <a:lnTo>
                    <a:pt x="331800" y="196072"/>
                  </a:lnTo>
                  <a:lnTo>
                    <a:pt x="332634" y="190836"/>
                  </a:lnTo>
                  <a:lnTo>
                    <a:pt x="333302" y="185576"/>
                  </a:lnTo>
                  <a:lnTo>
                    <a:pt x="333802" y="180297"/>
                  </a:lnTo>
                  <a:lnTo>
                    <a:pt x="334135" y="175005"/>
                  </a:lnTo>
                  <a:lnTo>
                    <a:pt x="334299" y="169706"/>
                  </a:lnTo>
                  <a:lnTo>
                    <a:pt x="334296" y="164403"/>
                  </a:lnTo>
                  <a:lnTo>
                    <a:pt x="334124" y="159104"/>
                  </a:lnTo>
                  <a:lnTo>
                    <a:pt x="333784" y="153812"/>
                  </a:lnTo>
                  <a:lnTo>
                    <a:pt x="333277" y="148534"/>
                  </a:lnTo>
                  <a:lnTo>
                    <a:pt x="332602" y="143275"/>
                  </a:lnTo>
                  <a:lnTo>
                    <a:pt x="331761" y="138040"/>
                  </a:lnTo>
                  <a:lnTo>
                    <a:pt x="330755" y="132834"/>
                  </a:lnTo>
                  <a:lnTo>
                    <a:pt x="329584" y="127663"/>
                  </a:lnTo>
                  <a:lnTo>
                    <a:pt x="328249" y="122531"/>
                  </a:lnTo>
                  <a:lnTo>
                    <a:pt x="326752" y="117445"/>
                  </a:lnTo>
                  <a:lnTo>
                    <a:pt x="325095" y="112408"/>
                  </a:lnTo>
                  <a:lnTo>
                    <a:pt x="323279" y="107426"/>
                  </a:lnTo>
                  <a:lnTo>
                    <a:pt x="321306" y="102505"/>
                  </a:lnTo>
                  <a:lnTo>
                    <a:pt x="319178" y="97649"/>
                  </a:lnTo>
                  <a:lnTo>
                    <a:pt x="316897" y="92862"/>
                  </a:lnTo>
                  <a:lnTo>
                    <a:pt x="314465" y="88150"/>
                  </a:lnTo>
                  <a:lnTo>
                    <a:pt x="311885" y="83518"/>
                  </a:lnTo>
                  <a:lnTo>
                    <a:pt x="309159" y="78970"/>
                  </a:lnTo>
                  <a:lnTo>
                    <a:pt x="306290" y="74511"/>
                  </a:lnTo>
                  <a:lnTo>
                    <a:pt x="303282" y="70145"/>
                  </a:lnTo>
                  <a:lnTo>
                    <a:pt x="300136" y="65876"/>
                  </a:lnTo>
                  <a:lnTo>
                    <a:pt x="296857" y="61710"/>
                  </a:lnTo>
                  <a:lnTo>
                    <a:pt x="293447" y="57649"/>
                  </a:lnTo>
                  <a:lnTo>
                    <a:pt x="289911" y="53699"/>
                  </a:lnTo>
                  <a:lnTo>
                    <a:pt x="286250" y="49863"/>
                  </a:lnTo>
                  <a:lnTo>
                    <a:pt x="282470" y="46145"/>
                  </a:lnTo>
                  <a:lnTo>
                    <a:pt x="278574" y="42548"/>
                  </a:lnTo>
                  <a:lnTo>
                    <a:pt x="274566" y="39077"/>
                  </a:lnTo>
                  <a:lnTo>
                    <a:pt x="270449" y="35735"/>
                  </a:lnTo>
                  <a:lnTo>
                    <a:pt x="266229" y="32525"/>
                  </a:lnTo>
                  <a:lnTo>
                    <a:pt x="261909" y="29451"/>
                  </a:lnTo>
                  <a:lnTo>
                    <a:pt x="257494" y="26515"/>
                  </a:lnTo>
                  <a:lnTo>
                    <a:pt x="252988" y="23720"/>
                  </a:lnTo>
                  <a:lnTo>
                    <a:pt x="248395" y="21070"/>
                  </a:lnTo>
                  <a:lnTo>
                    <a:pt x="243721" y="18567"/>
                  </a:lnTo>
                  <a:lnTo>
                    <a:pt x="238970" y="16213"/>
                  </a:lnTo>
                  <a:lnTo>
                    <a:pt x="234146" y="14012"/>
                  </a:lnTo>
                  <a:lnTo>
                    <a:pt x="229255" y="11964"/>
                  </a:lnTo>
                  <a:lnTo>
                    <a:pt x="224302" y="10072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5536" y="4213821"/>
              <a:ext cx="5751" cy="167167"/>
            </a:xfrm>
            <a:custGeom>
              <a:avLst/>
              <a:pathLst>
                <a:path w="5751" h="167167">
                  <a:moveTo>
                    <a:pt x="5751" y="0"/>
                  </a:moveTo>
                  <a:lnTo>
                    <a:pt x="0" y="98"/>
                  </a:lnTo>
                  <a:lnTo>
                    <a:pt x="57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75536" y="4213920"/>
              <a:ext cx="5751" cy="167068"/>
            </a:xfrm>
            <a:custGeom>
              <a:avLst/>
              <a:pathLst>
                <a:path w="5751" h="167068">
                  <a:moveTo>
                    <a:pt x="0" y="0"/>
                  </a:moveTo>
                  <a:lnTo>
                    <a:pt x="5751" y="1670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14136" y="4213821"/>
              <a:ext cx="334299" cy="334334"/>
            </a:xfrm>
            <a:custGeom>
              <a:avLst/>
              <a:pathLst>
                <a:path w="334299" h="334334">
                  <a:moveTo>
                    <a:pt x="161399" y="98"/>
                  </a:moveTo>
                  <a:lnTo>
                    <a:pt x="156104" y="365"/>
                  </a:lnTo>
                  <a:lnTo>
                    <a:pt x="150819" y="799"/>
                  </a:lnTo>
                  <a:lnTo>
                    <a:pt x="145551" y="1401"/>
                  </a:lnTo>
                  <a:lnTo>
                    <a:pt x="140305" y="2169"/>
                  </a:lnTo>
                  <a:lnTo>
                    <a:pt x="135086" y="3104"/>
                  </a:lnTo>
                  <a:lnTo>
                    <a:pt x="129899" y="4203"/>
                  </a:lnTo>
                  <a:lnTo>
                    <a:pt x="124749" y="5466"/>
                  </a:lnTo>
                  <a:lnTo>
                    <a:pt x="119642" y="6893"/>
                  </a:lnTo>
                  <a:lnTo>
                    <a:pt x="114583" y="8480"/>
                  </a:lnTo>
                  <a:lnTo>
                    <a:pt x="109577" y="10227"/>
                  </a:lnTo>
                  <a:lnTo>
                    <a:pt x="104629" y="12132"/>
                  </a:lnTo>
                  <a:lnTo>
                    <a:pt x="99743" y="14193"/>
                  </a:lnTo>
                  <a:lnTo>
                    <a:pt x="94926" y="16407"/>
                  </a:lnTo>
                  <a:lnTo>
                    <a:pt x="90181" y="18774"/>
                  </a:lnTo>
                  <a:lnTo>
                    <a:pt x="85513" y="21289"/>
                  </a:lnTo>
                  <a:lnTo>
                    <a:pt x="80928" y="23952"/>
                  </a:lnTo>
                  <a:lnTo>
                    <a:pt x="76429" y="26758"/>
                  </a:lnTo>
                  <a:lnTo>
                    <a:pt x="72022" y="29706"/>
                  </a:lnTo>
                  <a:lnTo>
                    <a:pt x="67710" y="32792"/>
                  </a:lnTo>
                  <a:lnTo>
                    <a:pt x="63499" y="36014"/>
                  </a:lnTo>
                  <a:lnTo>
                    <a:pt x="59392" y="39367"/>
                  </a:lnTo>
                  <a:lnTo>
                    <a:pt x="55393" y="42849"/>
                  </a:lnTo>
                  <a:lnTo>
                    <a:pt x="51506" y="46456"/>
                  </a:lnTo>
                  <a:lnTo>
                    <a:pt x="47736" y="50184"/>
                  </a:lnTo>
                  <a:lnTo>
                    <a:pt x="44086" y="54030"/>
                  </a:lnTo>
                  <a:lnTo>
                    <a:pt x="40560" y="57990"/>
                  </a:lnTo>
                  <a:lnTo>
                    <a:pt x="37161" y="62059"/>
                  </a:lnTo>
                  <a:lnTo>
                    <a:pt x="33893" y="66235"/>
                  </a:lnTo>
                  <a:lnTo>
                    <a:pt x="30759" y="70512"/>
                  </a:lnTo>
                  <a:lnTo>
                    <a:pt x="27762" y="74886"/>
                  </a:lnTo>
                  <a:lnTo>
                    <a:pt x="24906" y="79353"/>
                  </a:lnTo>
                  <a:lnTo>
                    <a:pt x="22192" y="83908"/>
                  </a:lnTo>
                  <a:lnTo>
                    <a:pt x="19625" y="88547"/>
                  </a:lnTo>
                  <a:lnTo>
                    <a:pt x="17206" y="93266"/>
                  </a:lnTo>
                  <a:lnTo>
                    <a:pt x="14937" y="98058"/>
                  </a:lnTo>
                  <a:lnTo>
                    <a:pt x="12822" y="102920"/>
                  </a:lnTo>
                  <a:lnTo>
                    <a:pt x="10862" y="107847"/>
                  </a:lnTo>
                  <a:lnTo>
                    <a:pt x="9060" y="112834"/>
                  </a:lnTo>
                  <a:lnTo>
                    <a:pt x="7416" y="117875"/>
                  </a:lnTo>
                  <a:lnTo>
                    <a:pt x="5933" y="122965"/>
                  </a:lnTo>
                  <a:lnTo>
                    <a:pt x="4612" y="128101"/>
                  </a:lnTo>
                  <a:lnTo>
                    <a:pt x="3455" y="133275"/>
                  </a:lnTo>
                  <a:lnTo>
                    <a:pt x="2463" y="138484"/>
                  </a:lnTo>
                  <a:lnTo>
                    <a:pt x="1636" y="143721"/>
                  </a:lnTo>
                  <a:lnTo>
                    <a:pt x="976" y="148982"/>
                  </a:lnTo>
                  <a:lnTo>
                    <a:pt x="482" y="154261"/>
                  </a:lnTo>
                  <a:lnTo>
                    <a:pt x="157" y="159553"/>
                  </a:lnTo>
                  <a:lnTo>
                    <a:pt x="0" y="164853"/>
                  </a:lnTo>
                  <a:lnTo>
                    <a:pt x="10" y="170156"/>
                  </a:lnTo>
                  <a:lnTo>
                    <a:pt x="189" y="175455"/>
                  </a:lnTo>
                  <a:lnTo>
                    <a:pt x="536" y="180746"/>
                  </a:lnTo>
                  <a:lnTo>
                    <a:pt x="1050" y="186023"/>
                  </a:lnTo>
                  <a:lnTo>
                    <a:pt x="1732" y="191281"/>
                  </a:lnTo>
                  <a:lnTo>
                    <a:pt x="2580" y="196515"/>
                  </a:lnTo>
                  <a:lnTo>
                    <a:pt x="3593" y="201720"/>
                  </a:lnTo>
                  <a:lnTo>
                    <a:pt x="4772" y="206890"/>
                  </a:lnTo>
                  <a:lnTo>
                    <a:pt x="6113" y="212019"/>
                  </a:lnTo>
                  <a:lnTo>
                    <a:pt x="7616" y="217104"/>
                  </a:lnTo>
                  <a:lnTo>
                    <a:pt x="9280" y="222138"/>
                  </a:lnTo>
                  <a:lnTo>
                    <a:pt x="11103" y="227118"/>
                  </a:lnTo>
                  <a:lnTo>
                    <a:pt x="13083" y="232036"/>
                  </a:lnTo>
                  <a:lnTo>
                    <a:pt x="15218" y="236890"/>
                  </a:lnTo>
                  <a:lnTo>
                    <a:pt x="17505" y="241673"/>
                  </a:lnTo>
                  <a:lnTo>
                    <a:pt x="19944" y="246382"/>
                  </a:lnTo>
                  <a:lnTo>
                    <a:pt x="22530" y="251010"/>
                  </a:lnTo>
                  <a:lnTo>
                    <a:pt x="25262" y="255555"/>
                  </a:lnTo>
                  <a:lnTo>
                    <a:pt x="28136" y="260010"/>
                  </a:lnTo>
                  <a:lnTo>
                    <a:pt x="31151" y="264372"/>
                  </a:lnTo>
                  <a:lnTo>
                    <a:pt x="34302" y="268637"/>
                  </a:lnTo>
                  <a:lnTo>
                    <a:pt x="37587" y="272799"/>
                  </a:lnTo>
                  <a:lnTo>
                    <a:pt x="41002" y="276855"/>
                  </a:lnTo>
                  <a:lnTo>
                    <a:pt x="44544" y="280800"/>
                  </a:lnTo>
                  <a:lnTo>
                    <a:pt x="48210" y="284631"/>
                  </a:lnTo>
                  <a:lnTo>
                    <a:pt x="51995" y="288345"/>
                  </a:lnTo>
                  <a:lnTo>
                    <a:pt x="55896" y="291936"/>
                  </a:lnTo>
                  <a:lnTo>
                    <a:pt x="59909" y="295401"/>
                  </a:lnTo>
                  <a:lnTo>
                    <a:pt x="64029" y="298738"/>
                  </a:lnTo>
                  <a:lnTo>
                    <a:pt x="68254" y="301942"/>
                  </a:lnTo>
                  <a:lnTo>
                    <a:pt x="72578" y="305011"/>
                  </a:lnTo>
                  <a:lnTo>
                    <a:pt x="76997" y="307941"/>
                  </a:lnTo>
                  <a:lnTo>
                    <a:pt x="81507" y="310729"/>
                  </a:lnTo>
                  <a:lnTo>
                    <a:pt x="86103" y="313373"/>
                  </a:lnTo>
                  <a:lnTo>
                    <a:pt x="90781" y="315870"/>
                  </a:lnTo>
                  <a:lnTo>
                    <a:pt x="95535" y="318217"/>
                  </a:lnTo>
                  <a:lnTo>
                    <a:pt x="100362" y="320412"/>
                  </a:lnTo>
                  <a:lnTo>
                    <a:pt x="105255" y="322453"/>
                  </a:lnTo>
                  <a:lnTo>
                    <a:pt x="110211" y="324338"/>
                  </a:lnTo>
                  <a:lnTo>
                    <a:pt x="115225" y="326065"/>
                  </a:lnTo>
                  <a:lnTo>
                    <a:pt x="120290" y="327632"/>
                  </a:lnTo>
                  <a:lnTo>
                    <a:pt x="125403" y="329037"/>
                  </a:lnTo>
                  <a:lnTo>
                    <a:pt x="130557" y="330280"/>
                  </a:lnTo>
                  <a:lnTo>
                    <a:pt x="135749" y="331358"/>
                  </a:lnTo>
                  <a:lnTo>
                    <a:pt x="140972" y="332272"/>
                  </a:lnTo>
                  <a:lnTo>
                    <a:pt x="146221" y="333019"/>
                  </a:lnTo>
                  <a:lnTo>
                    <a:pt x="151492" y="333599"/>
                  </a:lnTo>
                  <a:lnTo>
                    <a:pt x="156778" y="334012"/>
                  </a:lnTo>
                  <a:lnTo>
                    <a:pt x="162074" y="334257"/>
                  </a:lnTo>
                  <a:lnTo>
                    <a:pt x="167376" y="334334"/>
                  </a:lnTo>
                  <a:lnTo>
                    <a:pt x="172678" y="334243"/>
                  </a:lnTo>
                  <a:lnTo>
                    <a:pt x="177973" y="333984"/>
                  </a:lnTo>
                  <a:lnTo>
                    <a:pt x="183258" y="333557"/>
                  </a:lnTo>
                  <a:lnTo>
                    <a:pt x="188527" y="332962"/>
                  </a:lnTo>
                  <a:lnTo>
                    <a:pt x="193775" y="332201"/>
                  </a:lnTo>
                  <a:lnTo>
                    <a:pt x="198995" y="331273"/>
                  </a:lnTo>
                  <a:lnTo>
                    <a:pt x="204184" y="330181"/>
                  </a:lnTo>
                  <a:lnTo>
                    <a:pt x="209335" y="328924"/>
                  </a:lnTo>
                  <a:lnTo>
                    <a:pt x="214444" y="327505"/>
                  </a:lnTo>
                  <a:lnTo>
                    <a:pt x="219505" y="325925"/>
                  </a:lnTo>
                  <a:lnTo>
                    <a:pt x="224514" y="324184"/>
                  </a:lnTo>
                  <a:lnTo>
                    <a:pt x="229464" y="322286"/>
                  </a:lnTo>
                  <a:lnTo>
                    <a:pt x="234353" y="320232"/>
                  </a:lnTo>
                  <a:lnTo>
                    <a:pt x="239173" y="318024"/>
                  </a:lnTo>
                  <a:lnTo>
                    <a:pt x="243921" y="315664"/>
                  </a:lnTo>
                  <a:lnTo>
                    <a:pt x="248592" y="313154"/>
                  </a:lnTo>
                  <a:lnTo>
                    <a:pt x="253181" y="310498"/>
                  </a:lnTo>
                  <a:lnTo>
                    <a:pt x="257683" y="307697"/>
                  </a:lnTo>
                  <a:lnTo>
                    <a:pt x="262095" y="304756"/>
                  </a:lnTo>
                  <a:lnTo>
                    <a:pt x="266410" y="301675"/>
                  </a:lnTo>
                  <a:lnTo>
                    <a:pt x="270626" y="298460"/>
                  </a:lnTo>
                  <a:lnTo>
                    <a:pt x="274738" y="295112"/>
                  </a:lnTo>
                  <a:lnTo>
                    <a:pt x="278742" y="291636"/>
                  </a:lnTo>
                  <a:lnTo>
                    <a:pt x="282633" y="288034"/>
                  </a:lnTo>
                  <a:lnTo>
                    <a:pt x="286408" y="284311"/>
                  </a:lnTo>
                  <a:lnTo>
                    <a:pt x="290063" y="280470"/>
                  </a:lnTo>
                  <a:lnTo>
                    <a:pt x="293595" y="276515"/>
                  </a:lnTo>
                  <a:lnTo>
                    <a:pt x="296999" y="272449"/>
                  </a:lnTo>
                  <a:lnTo>
                    <a:pt x="300273" y="268278"/>
                  </a:lnTo>
                  <a:lnTo>
                    <a:pt x="303412" y="264006"/>
                  </a:lnTo>
                  <a:lnTo>
                    <a:pt x="306415" y="259636"/>
                  </a:lnTo>
                  <a:lnTo>
                    <a:pt x="309278" y="255172"/>
                  </a:lnTo>
                  <a:lnTo>
                    <a:pt x="311997" y="250621"/>
                  </a:lnTo>
                  <a:lnTo>
                    <a:pt x="314571" y="245985"/>
                  </a:lnTo>
                  <a:lnTo>
                    <a:pt x="316996" y="241270"/>
                  </a:lnTo>
                  <a:lnTo>
                    <a:pt x="319271" y="236480"/>
                  </a:lnTo>
                  <a:lnTo>
                    <a:pt x="321393" y="231621"/>
                  </a:lnTo>
                  <a:lnTo>
                    <a:pt x="323359" y="226697"/>
                  </a:lnTo>
                  <a:lnTo>
                    <a:pt x="325169" y="221713"/>
                  </a:lnTo>
                  <a:lnTo>
                    <a:pt x="326819" y="216674"/>
                  </a:lnTo>
                  <a:lnTo>
                    <a:pt x="328309" y="211586"/>
                  </a:lnTo>
                  <a:lnTo>
                    <a:pt x="329637" y="206452"/>
                  </a:lnTo>
                  <a:lnTo>
                    <a:pt x="330801" y="201279"/>
                  </a:lnTo>
                  <a:lnTo>
                    <a:pt x="331800" y="196072"/>
                  </a:lnTo>
                  <a:lnTo>
                    <a:pt x="332634" y="190836"/>
                  </a:lnTo>
                  <a:lnTo>
                    <a:pt x="333302" y="185576"/>
                  </a:lnTo>
                  <a:lnTo>
                    <a:pt x="333802" y="180297"/>
                  </a:lnTo>
                  <a:lnTo>
                    <a:pt x="334135" y="175005"/>
                  </a:lnTo>
                  <a:lnTo>
                    <a:pt x="334299" y="169706"/>
                  </a:lnTo>
                  <a:lnTo>
                    <a:pt x="334296" y="164403"/>
                  </a:lnTo>
                  <a:lnTo>
                    <a:pt x="334124" y="159104"/>
                  </a:lnTo>
                  <a:lnTo>
                    <a:pt x="333784" y="153812"/>
                  </a:lnTo>
                  <a:lnTo>
                    <a:pt x="333277" y="148534"/>
                  </a:lnTo>
                  <a:lnTo>
                    <a:pt x="332602" y="143275"/>
                  </a:lnTo>
                  <a:lnTo>
                    <a:pt x="331761" y="138040"/>
                  </a:lnTo>
                  <a:lnTo>
                    <a:pt x="330755" y="132834"/>
                  </a:lnTo>
                  <a:lnTo>
                    <a:pt x="329584" y="127663"/>
                  </a:lnTo>
                  <a:lnTo>
                    <a:pt x="328249" y="122531"/>
                  </a:lnTo>
                  <a:lnTo>
                    <a:pt x="326752" y="117445"/>
                  </a:lnTo>
                  <a:lnTo>
                    <a:pt x="325095" y="112408"/>
                  </a:lnTo>
                  <a:lnTo>
                    <a:pt x="323279" y="107426"/>
                  </a:lnTo>
                  <a:lnTo>
                    <a:pt x="321306" y="102505"/>
                  </a:lnTo>
                  <a:lnTo>
                    <a:pt x="319178" y="97649"/>
                  </a:lnTo>
                  <a:lnTo>
                    <a:pt x="316897" y="92862"/>
                  </a:lnTo>
                  <a:lnTo>
                    <a:pt x="314465" y="88150"/>
                  </a:lnTo>
                  <a:lnTo>
                    <a:pt x="311885" y="83518"/>
                  </a:lnTo>
                  <a:lnTo>
                    <a:pt x="309159" y="78970"/>
                  </a:lnTo>
                  <a:lnTo>
                    <a:pt x="306290" y="74511"/>
                  </a:lnTo>
                  <a:lnTo>
                    <a:pt x="303282" y="70145"/>
                  </a:lnTo>
                  <a:lnTo>
                    <a:pt x="300136" y="65876"/>
                  </a:lnTo>
                  <a:lnTo>
                    <a:pt x="296857" y="61710"/>
                  </a:lnTo>
                  <a:lnTo>
                    <a:pt x="293447" y="57649"/>
                  </a:lnTo>
                  <a:lnTo>
                    <a:pt x="289911" y="53699"/>
                  </a:lnTo>
                  <a:lnTo>
                    <a:pt x="286250" y="49863"/>
                  </a:lnTo>
                  <a:lnTo>
                    <a:pt x="282470" y="46145"/>
                  </a:lnTo>
                  <a:lnTo>
                    <a:pt x="278574" y="42548"/>
                  </a:lnTo>
                  <a:lnTo>
                    <a:pt x="274566" y="39077"/>
                  </a:lnTo>
                  <a:lnTo>
                    <a:pt x="270449" y="35735"/>
                  </a:lnTo>
                  <a:lnTo>
                    <a:pt x="266229" y="32525"/>
                  </a:lnTo>
                  <a:lnTo>
                    <a:pt x="261909" y="29451"/>
                  </a:lnTo>
                  <a:lnTo>
                    <a:pt x="257494" y="26515"/>
                  </a:lnTo>
                  <a:lnTo>
                    <a:pt x="252988" y="23720"/>
                  </a:lnTo>
                  <a:lnTo>
                    <a:pt x="248395" y="21070"/>
                  </a:lnTo>
                  <a:lnTo>
                    <a:pt x="243721" y="18567"/>
                  </a:lnTo>
                  <a:lnTo>
                    <a:pt x="238970" y="16213"/>
                  </a:lnTo>
                  <a:lnTo>
                    <a:pt x="234146" y="14012"/>
                  </a:lnTo>
                  <a:lnTo>
                    <a:pt x="229255" y="11964"/>
                  </a:lnTo>
                  <a:lnTo>
                    <a:pt x="224302" y="10072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116" y="4659281"/>
              <a:ext cx="1408" cy="167167"/>
            </a:xfrm>
            <a:custGeom>
              <a:avLst/>
              <a:pathLst>
                <a:path w="1408" h="167167">
                  <a:moveTo>
                    <a:pt x="1408" y="0"/>
                  </a:moveTo>
                  <a:lnTo>
                    <a:pt x="0" y="5"/>
                  </a:lnTo>
                  <a:lnTo>
                    <a:pt x="140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085116" y="4659287"/>
              <a:ext cx="1408" cy="167161"/>
            </a:xfrm>
            <a:custGeom>
              <a:avLst/>
              <a:pathLst>
                <a:path w="1408" h="167161">
                  <a:moveTo>
                    <a:pt x="0" y="0"/>
                  </a:moveTo>
                  <a:lnTo>
                    <a:pt x="1408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936780" y="4659287"/>
              <a:ext cx="149744" cy="167161"/>
            </a:xfrm>
            <a:custGeom>
              <a:avLst/>
              <a:pathLst>
                <a:path w="149744" h="167161">
                  <a:moveTo>
                    <a:pt x="148335" y="0"/>
                  </a:moveTo>
                  <a:lnTo>
                    <a:pt x="142920" y="133"/>
                  </a:lnTo>
                  <a:lnTo>
                    <a:pt x="137513" y="442"/>
                  </a:lnTo>
                  <a:lnTo>
                    <a:pt x="132117" y="925"/>
                  </a:lnTo>
                  <a:lnTo>
                    <a:pt x="126741" y="1584"/>
                  </a:lnTo>
                  <a:lnTo>
                    <a:pt x="121389" y="2416"/>
                  </a:lnTo>
                  <a:lnTo>
                    <a:pt x="116066" y="3421"/>
                  </a:lnTo>
                  <a:lnTo>
                    <a:pt x="110779" y="4598"/>
                  </a:lnTo>
                  <a:lnTo>
                    <a:pt x="105532" y="5946"/>
                  </a:lnTo>
                  <a:lnTo>
                    <a:pt x="100332" y="7463"/>
                  </a:lnTo>
                  <a:lnTo>
                    <a:pt x="95184" y="9148"/>
                  </a:lnTo>
                  <a:lnTo>
                    <a:pt x="90094" y="10998"/>
                  </a:lnTo>
                  <a:lnTo>
                    <a:pt x="85065" y="13013"/>
                  </a:lnTo>
                  <a:lnTo>
                    <a:pt x="80105" y="15189"/>
                  </a:lnTo>
                  <a:lnTo>
                    <a:pt x="75218" y="17525"/>
                  </a:lnTo>
                  <a:lnTo>
                    <a:pt x="70409" y="20018"/>
                  </a:lnTo>
                  <a:lnTo>
                    <a:pt x="65684" y="22666"/>
                  </a:lnTo>
                  <a:lnTo>
                    <a:pt x="61046" y="25465"/>
                  </a:lnTo>
                  <a:lnTo>
                    <a:pt x="56502" y="28413"/>
                  </a:lnTo>
                  <a:lnTo>
                    <a:pt x="52056" y="31507"/>
                  </a:lnTo>
                  <a:lnTo>
                    <a:pt x="47712" y="34743"/>
                  </a:lnTo>
                  <a:lnTo>
                    <a:pt x="43476" y="38118"/>
                  </a:lnTo>
                  <a:lnTo>
                    <a:pt x="39351" y="41629"/>
                  </a:lnTo>
                  <a:lnTo>
                    <a:pt x="35341" y="45271"/>
                  </a:lnTo>
                  <a:lnTo>
                    <a:pt x="31452" y="49042"/>
                  </a:lnTo>
                  <a:lnTo>
                    <a:pt x="27688" y="52936"/>
                  </a:lnTo>
                  <a:lnTo>
                    <a:pt x="24051" y="56951"/>
                  </a:lnTo>
                  <a:lnTo>
                    <a:pt x="20546" y="61081"/>
                  </a:lnTo>
                  <a:lnTo>
                    <a:pt x="17177" y="65322"/>
                  </a:lnTo>
                  <a:lnTo>
                    <a:pt x="13947" y="69671"/>
                  </a:lnTo>
                  <a:lnTo>
                    <a:pt x="10860" y="74121"/>
                  </a:lnTo>
                  <a:lnTo>
                    <a:pt x="7919" y="78670"/>
                  </a:lnTo>
                  <a:lnTo>
                    <a:pt x="5126" y="83311"/>
                  </a:lnTo>
                  <a:lnTo>
                    <a:pt x="2486" y="88041"/>
                  </a:lnTo>
                  <a:lnTo>
                    <a:pt x="0" y="92853"/>
                  </a:lnTo>
                  <a:lnTo>
                    <a:pt x="149744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919377" y="4659281"/>
              <a:ext cx="334294" cy="334334"/>
            </a:xfrm>
            <a:custGeom>
              <a:avLst/>
              <a:pathLst>
                <a:path w="334294" h="334334">
                  <a:moveTo>
                    <a:pt x="17403" y="92859"/>
                  </a:moveTo>
                  <a:lnTo>
                    <a:pt x="15120" y="97648"/>
                  </a:lnTo>
                  <a:lnTo>
                    <a:pt x="12991" y="102507"/>
                  </a:lnTo>
                  <a:lnTo>
                    <a:pt x="11017" y="107431"/>
                  </a:lnTo>
                  <a:lnTo>
                    <a:pt x="9200" y="112415"/>
                  </a:lnTo>
                  <a:lnTo>
                    <a:pt x="7542" y="117455"/>
                  </a:lnTo>
                  <a:lnTo>
                    <a:pt x="6045" y="122544"/>
                  </a:lnTo>
                  <a:lnTo>
                    <a:pt x="4711" y="127679"/>
                  </a:lnTo>
                  <a:lnTo>
                    <a:pt x="3539" y="132853"/>
                  </a:lnTo>
                  <a:lnTo>
                    <a:pt x="2533" y="138061"/>
                  </a:lnTo>
                  <a:lnTo>
                    <a:pt x="1692" y="143299"/>
                  </a:lnTo>
                  <a:lnTo>
                    <a:pt x="1018" y="148562"/>
                  </a:lnTo>
                  <a:lnTo>
                    <a:pt x="512" y="153842"/>
                  </a:lnTo>
                  <a:lnTo>
                    <a:pt x="173" y="159137"/>
                  </a:lnTo>
                  <a:lnTo>
                    <a:pt x="2" y="164439"/>
                  </a:lnTo>
                  <a:lnTo>
                    <a:pt x="0" y="169744"/>
                  </a:lnTo>
                  <a:lnTo>
                    <a:pt x="165" y="175046"/>
                  </a:lnTo>
                  <a:lnTo>
                    <a:pt x="500" y="180341"/>
                  </a:lnTo>
                  <a:lnTo>
                    <a:pt x="1001" y="185622"/>
                  </a:lnTo>
                  <a:lnTo>
                    <a:pt x="1671" y="190885"/>
                  </a:lnTo>
                  <a:lnTo>
                    <a:pt x="2507" y="196124"/>
                  </a:lnTo>
                  <a:lnTo>
                    <a:pt x="3508" y="201333"/>
                  </a:lnTo>
                  <a:lnTo>
                    <a:pt x="4675" y="206508"/>
                  </a:lnTo>
                  <a:lnTo>
                    <a:pt x="6005" y="211644"/>
                  </a:lnTo>
                  <a:lnTo>
                    <a:pt x="7498" y="216735"/>
                  </a:lnTo>
                  <a:lnTo>
                    <a:pt x="9151" y="221776"/>
                  </a:lnTo>
                  <a:lnTo>
                    <a:pt x="10963" y="226762"/>
                  </a:lnTo>
                  <a:lnTo>
                    <a:pt x="12933" y="231687"/>
                  </a:lnTo>
                  <a:lnTo>
                    <a:pt x="15058" y="236548"/>
                  </a:lnTo>
                  <a:lnTo>
                    <a:pt x="17336" y="241339"/>
                  </a:lnTo>
                  <a:lnTo>
                    <a:pt x="19765" y="246056"/>
                  </a:lnTo>
                  <a:lnTo>
                    <a:pt x="22342" y="250692"/>
                  </a:lnTo>
                  <a:lnTo>
                    <a:pt x="25066" y="255245"/>
                  </a:lnTo>
                  <a:lnTo>
                    <a:pt x="27932" y="259709"/>
                  </a:lnTo>
                  <a:lnTo>
                    <a:pt x="30938" y="264080"/>
                  </a:lnTo>
                  <a:lnTo>
                    <a:pt x="34082" y="268353"/>
                  </a:lnTo>
                  <a:lnTo>
                    <a:pt x="37360" y="272525"/>
                  </a:lnTo>
                  <a:lnTo>
                    <a:pt x="40768" y="276590"/>
                  </a:lnTo>
                  <a:lnTo>
                    <a:pt x="44304" y="280545"/>
                  </a:lnTo>
                  <a:lnTo>
                    <a:pt x="47964" y="284386"/>
                  </a:lnTo>
                  <a:lnTo>
                    <a:pt x="51743" y="288109"/>
                  </a:lnTo>
                  <a:lnTo>
                    <a:pt x="55639" y="291710"/>
                  </a:lnTo>
                  <a:lnTo>
                    <a:pt x="59647" y="295185"/>
                  </a:lnTo>
                  <a:lnTo>
                    <a:pt x="63763" y="298532"/>
                  </a:lnTo>
                  <a:lnTo>
                    <a:pt x="67983" y="301746"/>
                  </a:lnTo>
                  <a:lnTo>
                    <a:pt x="72304" y="304825"/>
                  </a:lnTo>
                  <a:lnTo>
                    <a:pt x="76719" y="307765"/>
                  </a:lnTo>
                  <a:lnTo>
                    <a:pt x="81226" y="310564"/>
                  </a:lnTo>
                  <a:lnTo>
                    <a:pt x="85820" y="313218"/>
                  </a:lnTo>
                  <a:lnTo>
                    <a:pt x="90495" y="315725"/>
                  </a:lnTo>
                  <a:lnTo>
                    <a:pt x="95247" y="318082"/>
                  </a:lnTo>
                  <a:lnTo>
                    <a:pt x="100072" y="320288"/>
                  </a:lnTo>
                  <a:lnTo>
                    <a:pt x="104965" y="322339"/>
                  </a:lnTo>
                  <a:lnTo>
                    <a:pt x="109920" y="324234"/>
                  </a:lnTo>
                  <a:lnTo>
                    <a:pt x="114933" y="325971"/>
                  </a:lnTo>
                  <a:lnTo>
                    <a:pt x="119998" y="327547"/>
                  </a:lnTo>
                  <a:lnTo>
                    <a:pt x="125111" y="328963"/>
                  </a:lnTo>
                  <a:lnTo>
                    <a:pt x="130266" y="330215"/>
                  </a:lnTo>
                  <a:lnTo>
                    <a:pt x="135458" y="331303"/>
                  </a:lnTo>
                  <a:lnTo>
                    <a:pt x="140682" y="332226"/>
                  </a:lnTo>
                  <a:lnTo>
                    <a:pt x="145933" y="332983"/>
                  </a:lnTo>
                  <a:lnTo>
                    <a:pt x="151205" y="333572"/>
                  </a:lnTo>
                  <a:lnTo>
                    <a:pt x="156493" y="333995"/>
                  </a:lnTo>
                  <a:lnTo>
                    <a:pt x="161792" y="334249"/>
                  </a:lnTo>
                  <a:lnTo>
                    <a:pt x="167097" y="334334"/>
                  </a:lnTo>
                  <a:lnTo>
                    <a:pt x="172401" y="334252"/>
                  </a:lnTo>
                  <a:lnTo>
                    <a:pt x="177700" y="334001"/>
                  </a:lnTo>
                  <a:lnTo>
                    <a:pt x="182989" y="333582"/>
                  </a:lnTo>
                  <a:lnTo>
                    <a:pt x="188261" y="332996"/>
                  </a:lnTo>
                  <a:lnTo>
                    <a:pt x="193513" y="332242"/>
                  </a:lnTo>
                  <a:lnTo>
                    <a:pt x="198737" y="331322"/>
                  </a:lnTo>
                  <a:lnTo>
                    <a:pt x="203930" y="330237"/>
                  </a:lnTo>
                  <a:lnTo>
                    <a:pt x="209086" y="328988"/>
                  </a:lnTo>
                  <a:lnTo>
                    <a:pt x="214200" y="327576"/>
                  </a:lnTo>
                  <a:lnTo>
                    <a:pt x="219266" y="326002"/>
                  </a:lnTo>
                  <a:lnTo>
                    <a:pt x="224280" y="324268"/>
                  </a:lnTo>
                  <a:lnTo>
                    <a:pt x="229236" y="322376"/>
                  </a:lnTo>
                  <a:lnTo>
                    <a:pt x="234130" y="320328"/>
                  </a:lnTo>
                  <a:lnTo>
                    <a:pt x="238956" y="318125"/>
                  </a:lnTo>
                  <a:lnTo>
                    <a:pt x="243710" y="315771"/>
                  </a:lnTo>
                  <a:lnTo>
                    <a:pt x="248386" y="313267"/>
                  </a:lnTo>
                  <a:lnTo>
                    <a:pt x="252981" y="310615"/>
                  </a:lnTo>
                  <a:lnTo>
                    <a:pt x="257490" y="307819"/>
                  </a:lnTo>
                  <a:lnTo>
                    <a:pt x="261907" y="304882"/>
                  </a:lnTo>
                  <a:lnTo>
                    <a:pt x="266230" y="301806"/>
                  </a:lnTo>
                  <a:lnTo>
                    <a:pt x="270452" y="298594"/>
                  </a:lnTo>
                  <a:lnTo>
                    <a:pt x="274570" y="295250"/>
                  </a:lnTo>
                  <a:lnTo>
                    <a:pt x="278580" y="291777"/>
                  </a:lnTo>
                  <a:lnTo>
                    <a:pt x="282478" y="288178"/>
                  </a:lnTo>
                  <a:lnTo>
                    <a:pt x="286260" y="284458"/>
                  </a:lnTo>
                  <a:lnTo>
                    <a:pt x="289922" y="280619"/>
                  </a:lnTo>
                  <a:lnTo>
                    <a:pt x="293460" y="276666"/>
                  </a:lnTo>
                  <a:lnTo>
                    <a:pt x="296871" y="272603"/>
                  </a:lnTo>
                  <a:lnTo>
                    <a:pt x="300151" y="268434"/>
                  </a:lnTo>
                  <a:lnTo>
                    <a:pt x="303297" y="264162"/>
                  </a:lnTo>
                  <a:lnTo>
                    <a:pt x="306306" y="259793"/>
                  </a:lnTo>
                  <a:lnTo>
                    <a:pt x="309176" y="255331"/>
                  </a:lnTo>
                  <a:lnTo>
                    <a:pt x="311902" y="250780"/>
                  </a:lnTo>
                  <a:lnTo>
                    <a:pt x="314482" y="246144"/>
                  </a:lnTo>
                  <a:lnTo>
                    <a:pt x="316914" y="241430"/>
                  </a:lnTo>
                  <a:lnTo>
                    <a:pt x="319195" y="236640"/>
                  </a:lnTo>
                  <a:lnTo>
                    <a:pt x="321322" y="231780"/>
                  </a:lnTo>
                  <a:lnTo>
                    <a:pt x="323295" y="226856"/>
                  </a:lnTo>
                  <a:lnTo>
                    <a:pt x="325110" y="221871"/>
                  </a:lnTo>
                  <a:lnTo>
                    <a:pt x="326767" y="216831"/>
                  </a:lnTo>
                  <a:lnTo>
                    <a:pt x="328262" y="211741"/>
                  </a:lnTo>
                  <a:lnTo>
                    <a:pt x="329595" y="206606"/>
                  </a:lnTo>
                  <a:lnTo>
                    <a:pt x="330765" y="201432"/>
                  </a:lnTo>
                  <a:lnTo>
                    <a:pt x="331770" y="196223"/>
                  </a:lnTo>
                  <a:lnTo>
                    <a:pt x="332609" y="190985"/>
                  </a:lnTo>
                  <a:lnTo>
                    <a:pt x="333282" y="185722"/>
                  </a:lnTo>
                  <a:lnTo>
                    <a:pt x="333787" y="180441"/>
                  </a:lnTo>
                  <a:lnTo>
                    <a:pt x="334124" y="175147"/>
                  </a:lnTo>
                  <a:lnTo>
                    <a:pt x="334293" y="169845"/>
                  </a:lnTo>
                  <a:lnTo>
                    <a:pt x="334294" y="164540"/>
                  </a:lnTo>
                  <a:lnTo>
                    <a:pt x="334126" y="159237"/>
                  </a:lnTo>
                  <a:lnTo>
                    <a:pt x="333791" y="153943"/>
                  </a:lnTo>
                  <a:lnTo>
                    <a:pt x="333287" y="148662"/>
                  </a:lnTo>
                  <a:lnTo>
                    <a:pt x="332616" y="143399"/>
                  </a:lnTo>
                  <a:lnTo>
                    <a:pt x="331779" y="138161"/>
                  </a:lnTo>
                  <a:lnTo>
                    <a:pt x="330775" y="132951"/>
                  </a:lnTo>
                  <a:lnTo>
                    <a:pt x="329607" y="127776"/>
                  </a:lnTo>
                  <a:lnTo>
                    <a:pt x="328276" y="122641"/>
                  </a:lnTo>
                  <a:lnTo>
                    <a:pt x="326782" y="117551"/>
                  </a:lnTo>
                  <a:lnTo>
                    <a:pt x="325127" y="112511"/>
                  </a:lnTo>
                  <a:lnTo>
                    <a:pt x="323313" y="107525"/>
                  </a:lnTo>
                  <a:lnTo>
                    <a:pt x="321342" y="102600"/>
                  </a:lnTo>
                  <a:lnTo>
                    <a:pt x="319216" y="97740"/>
                  </a:lnTo>
                  <a:lnTo>
                    <a:pt x="316936" y="92949"/>
                  </a:lnTo>
                  <a:lnTo>
                    <a:pt x="314506" y="88234"/>
                  </a:lnTo>
                  <a:lnTo>
                    <a:pt x="311927" y="83598"/>
                  </a:lnTo>
                  <a:lnTo>
                    <a:pt x="309202" y="79046"/>
                  </a:lnTo>
                  <a:lnTo>
                    <a:pt x="306334" y="74583"/>
                  </a:lnTo>
                  <a:lnTo>
                    <a:pt x="303327" y="70213"/>
                  </a:lnTo>
                  <a:lnTo>
                    <a:pt x="300181" y="65940"/>
                  </a:lnTo>
                  <a:lnTo>
                    <a:pt x="296902" y="61770"/>
                  </a:lnTo>
                  <a:lnTo>
                    <a:pt x="293493" y="57706"/>
                  </a:lnTo>
                  <a:lnTo>
                    <a:pt x="289956" y="53752"/>
                  </a:lnTo>
                  <a:lnTo>
                    <a:pt x="286295" y="49912"/>
                  </a:lnTo>
                  <a:lnTo>
                    <a:pt x="282515" y="46191"/>
                  </a:lnTo>
                  <a:lnTo>
                    <a:pt x="278618" y="42591"/>
                  </a:lnTo>
                  <a:lnTo>
                    <a:pt x="274609" y="39116"/>
                  </a:lnTo>
                  <a:lnTo>
                    <a:pt x="270492" y="35771"/>
                  </a:lnTo>
                  <a:lnTo>
                    <a:pt x="266270" y="32558"/>
                  </a:lnTo>
                  <a:lnTo>
                    <a:pt x="261949" y="29481"/>
                  </a:lnTo>
                  <a:lnTo>
                    <a:pt x="257532" y="26542"/>
                  </a:lnTo>
                  <a:lnTo>
                    <a:pt x="253025" y="23744"/>
                  </a:lnTo>
                  <a:lnTo>
                    <a:pt x="248430" y="21092"/>
                  </a:lnTo>
                  <a:lnTo>
                    <a:pt x="243754" y="18586"/>
                  </a:lnTo>
                  <a:lnTo>
                    <a:pt x="239001" y="16230"/>
                  </a:lnTo>
                  <a:lnTo>
                    <a:pt x="234176" y="14026"/>
                  </a:lnTo>
                  <a:lnTo>
                    <a:pt x="229283" y="11976"/>
                  </a:lnTo>
                  <a:lnTo>
                    <a:pt x="224327" y="10083"/>
                  </a:lnTo>
                  <a:lnTo>
                    <a:pt x="219314" y="8348"/>
                  </a:lnTo>
                  <a:lnTo>
                    <a:pt x="214248" y="6772"/>
                  </a:lnTo>
                  <a:lnTo>
                    <a:pt x="209135" y="5358"/>
                  </a:lnTo>
                  <a:lnTo>
                    <a:pt x="203979" y="4108"/>
                  </a:lnTo>
                  <a:lnTo>
                    <a:pt x="198787" y="3021"/>
                  </a:lnTo>
                  <a:lnTo>
                    <a:pt x="193562" y="2100"/>
                  </a:lnTo>
                  <a:lnTo>
                    <a:pt x="188311" y="1345"/>
                  </a:lnTo>
                  <a:lnTo>
                    <a:pt x="183039" y="757"/>
                  </a:lnTo>
                  <a:lnTo>
                    <a:pt x="177751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359" y="0"/>
                  </a:moveTo>
                  <a:lnTo>
                    <a:pt x="0" y="0"/>
                  </a:lnTo>
                  <a:lnTo>
                    <a:pt x="3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321572" y="5018213"/>
              <a:ext cx="334307" cy="334333"/>
            </a:xfrm>
            <a:custGeom>
              <a:avLst/>
              <a:pathLst>
                <a:path w="334307" h="334333">
                  <a:moveTo>
                    <a:pt x="166788" y="0"/>
                  </a:moveTo>
                  <a:lnTo>
                    <a:pt x="161493" y="95"/>
                  </a:lnTo>
                  <a:lnTo>
                    <a:pt x="156205" y="358"/>
                  </a:lnTo>
                  <a:lnTo>
                    <a:pt x="150927" y="788"/>
                  </a:lnTo>
                  <a:lnTo>
                    <a:pt x="145665" y="1385"/>
                  </a:lnTo>
                  <a:lnTo>
                    <a:pt x="140425" y="2149"/>
                  </a:lnTo>
                  <a:lnTo>
                    <a:pt x="135212" y="3078"/>
                  </a:lnTo>
                  <a:lnTo>
                    <a:pt x="130031" y="4172"/>
                  </a:lnTo>
                  <a:lnTo>
                    <a:pt x="124887" y="5429"/>
                  </a:lnTo>
                  <a:lnTo>
                    <a:pt x="119786" y="6849"/>
                  </a:lnTo>
                  <a:lnTo>
                    <a:pt x="114732" y="8429"/>
                  </a:lnTo>
                  <a:lnTo>
                    <a:pt x="109730" y="10169"/>
                  </a:lnTo>
                  <a:lnTo>
                    <a:pt x="104787" y="12066"/>
                  </a:lnTo>
                  <a:lnTo>
                    <a:pt x="99906" y="14119"/>
                  </a:lnTo>
                  <a:lnTo>
                    <a:pt x="95092" y="16326"/>
                  </a:lnTo>
                  <a:lnTo>
                    <a:pt x="90350" y="18684"/>
                  </a:lnTo>
                  <a:lnTo>
                    <a:pt x="85686" y="21191"/>
                  </a:lnTo>
                  <a:lnTo>
                    <a:pt x="81104" y="23844"/>
                  </a:lnTo>
                  <a:lnTo>
                    <a:pt x="76607" y="26641"/>
                  </a:lnTo>
                  <a:lnTo>
                    <a:pt x="72202" y="29579"/>
                  </a:lnTo>
                  <a:lnTo>
                    <a:pt x="67892" y="32655"/>
                  </a:lnTo>
                  <a:lnTo>
                    <a:pt x="63681" y="35867"/>
                  </a:lnTo>
                  <a:lnTo>
                    <a:pt x="59575" y="39209"/>
                  </a:lnTo>
                  <a:lnTo>
                    <a:pt x="55576" y="42681"/>
                  </a:lnTo>
                  <a:lnTo>
                    <a:pt x="51689" y="46277"/>
                  </a:lnTo>
                  <a:lnTo>
                    <a:pt x="47918" y="49995"/>
                  </a:lnTo>
                  <a:lnTo>
                    <a:pt x="44267" y="53830"/>
                  </a:lnTo>
                  <a:lnTo>
                    <a:pt x="40739" y="57779"/>
                  </a:lnTo>
                  <a:lnTo>
                    <a:pt x="37337" y="61837"/>
                  </a:lnTo>
                  <a:lnTo>
                    <a:pt x="34066" y="66001"/>
                  </a:lnTo>
                  <a:lnTo>
                    <a:pt x="30929" y="70267"/>
                  </a:lnTo>
                  <a:lnTo>
                    <a:pt x="27928" y="74630"/>
                  </a:lnTo>
                  <a:lnTo>
                    <a:pt x="25067" y="79086"/>
                  </a:lnTo>
                  <a:lnTo>
                    <a:pt x="22349" y="83630"/>
                  </a:lnTo>
                  <a:lnTo>
                    <a:pt x="19776" y="88258"/>
                  </a:lnTo>
                  <a:lnTo>
                    <a:pt x="17350" y="92966"/>
                  </a:lnTo>
                  <a:lnTo>
                    <a:pt x="15075" y="97747"/>
                  </a:lnTo>
                  <a:lnTo>
                    <a:pt x="12953" y="102599"/>
                  </a:lnTo>
                  <a:lnTo>
                    <a:pt x="10985" y="107515"/>
                  </a:lnTo>
                  <a:lnTo>
                    <a:pt x="9174" y="112491"/>
                  </a:lnTo>
                  <a:lnTo>
                    <a:pt x="7522" y="117522"/>
                  </a:lnTo>
                  <a:lnTo>
                    <a:pt x="6030" y="122603"/>
                  </a:lnTo>
                  <a:lnTo>
                    <a:pt x="4699" y="127728"/>
                  </a:lnTo>
                  <a:lnTo>
                    <a:pt x="3531" y="132893"/>
                  </a:lnTo>
                  <a:lnTo>
                    <a:pt x="2528" y="138092"/>
                  </a:lnTo>
                  <a:lnTo>
                    <a:pt x="1690" y="143321"/>
                  </a:lnTo>
                  <a:lnTo>
                    <a:pt x="1017" y="148573"/>
                  </a:lnTo>
                  <a:lnTo>
                    <a:pt x="512" y="153844"/>
                  </a:lnTo>
                  <a:lnTo>
                    <a:pt x="173" y="159129"/>
                  </a:lnTo>
                  <a:lnTo>
                    <a:pt x="3" y="164422"/>
                  </a:lnTo>
                  <a:lnTo>
                    <a:pt x="0" y="169717"/>
                  </a:lnTo>
                  <a:lnTo>
                    <a:pt x="164" y="175010"/>
                  </a:lnTo>
                  <a:lnTo>
                    <a:pt x="496" y="180294"/>
                  </a:lnTo>
                  <a:lnTo>
                    <a:pt x="996" y="185566"/>
                  </a:lnTo>
                  <a:lnTo>
                    <a:pt x="1662" y="190819"/>
                  </a:lnTo>
                  <a:lnTo>
                    <a:pt x="2494" y="196049"/>
                  </a:lnTo>
                  <a:lnTo>
                    <a:pt x="3491" y="201250"/>
                  </a:lnTo>
                  <a:lnTo>
                    <a:pt x="4653" y="206416"/>
                  </a:lnTo>
                  <a:lnTo>
                    <a:pt x="5978" y="211543"/>
                  </a:lnTo>
                  <a:lnTo>
                    <a:pt x="7464" y="216625"/>
                  </a:lnTo>
                  <a:lnTo>
                    <a:pt x="9111" y="221658"/>
                  </a:lnTo>
                  <a:lnTo>
                    <a:pt x="10916" y="226636"/>
                  </a:lnTo>
                  <a:lnTo>
                    <a:pt x="12878" y="231555"/>
                  </a:lnTo>
                  <a:lnTo>
                    <a:pt x="14995" y="236408"/>
                  </a:lnTo>
                  <a:lnTo>
                    <a:pt x="17264" y="241193"/>
                  </a:lnTo>
                  <a:lnTo>
                    <a:pt x="19684" y="245903"/>
                  </a:lnTo>
                  <a:lnTo>
                    <a:pt x="22252" y="250534"/>
                  </a:lnTo>
                  <a:lnTo>
                    <a:pt x="24965" y="255081"/>
                  </a:lnTo>
                  <a:lnTo>
                    <a:pt x="27821" y="259541"/>
                  </a:lnTo>
                  <a:lnTo>
                    <a:pt x="30816" y="263907"/>
                  </a:lnTo>
                  <a:lnTo>
                    <a:pt x="33949" y="268177"/>
                  </a:lnTo>
                  <a:lnTo>
                    <a:pt x="37215" y="272345"/>
                  </a:lnTo>
                  <a:lnTo>
                    <a:pt x="40611" y="276407"/>
                  </a:lnTo>
                  <a:lnTo>
                    <a:pt x="44135" y="280360"/>
                  </a:lnTo>
                  <a:lnTo>
                    <a:pt x="47782" y="284200"/>
                  </a:lnTo>
                  <a:lnTo>
                    <a:pt x="51548" y="287921"/>
                  </a:lnTo>
                  <a:lnTo>
                    <a:pt x="55431" y="291522"/>
                  </a:lnTo>
                  <a:lnTo>
                    <a:pt x="59426" y="294998"/>
                  </a:lnTo>
                  <a:lnTo>
                    <a:pt x="63528" y="298346"/>
                  </a:lnTo>
                  <a:lnTo>
                    <a:pt x="67735" y="301562"/>
                  </a:lnTo>
                  <a:lnTo>
                    <a:pt x="72042" y="304643"/>
                  </a:lnTo>
                  <a:lnTo>
                    <a:pt x="76444" y="307587"/>
                  </a:lnTo>
                  <a:lnTo>
                    <a:pt x="80937" y="310389"/>
                  </a:lnTo>
                  <a:lnTo>
                    <a:pt x="85516" y="313048"/>
                  </a:lnTo>
                  <a:lnTo>
                    <a:pt x="90178" y="315560"/>
                  </a:lnTo>
                  <a:lnTo>
                    <a:pt x="94916" y="317923"/>
                  </a:lnTo>
                  <a:lnTo>
                    <a:pt x="99727" y="320135"/>
                  </a:lnTo>
                  <a:lnTo>
                    <a:pt x="104606" y="322194"/>
                  </a:lnTo>
                  <a:lnTo>
                    <a:pt x="109548" y="324097"/>
                  </a:lnTo>
                  <a:lnTo>
                    <a:pt x="114547" y="325843"/>
                  </a:lnTo>
                  <a:lnTo>
                    <a:pt x="119599" y="327429"/>
                  </a:lnTo>
                  <a:lnTo>
                    <a:pt x="124699" y="328855"/>
                  </a:lnTo>
                  <a:lnTo>
                    <a:pt x="129841" y="330118"/>
                  </a:lnTo>
                  <a:lnTo>
                    <a:pt x="135021" y="331218"/>
                  </a:lnTo>
                  <a:lnTo>
                    <a:pt x="140233" y="332153"/>
                  </a:lnTo>
                  <a:lnTo>
                    <a:pt x="145472" y="332923"/>
                  </a:lnTo>
                  <a:lnTo>
                    <a:pt x="150733" y="333526"/>
                  </a:lnTo>
                  <a:lnTo>
                    <a:pt x="156010" y="333963"/>
                  </a:lnTo>
                  <a:lnTo>
                    <a:pt x="161299" y="334232"/>
                  </a:lnTo>
                  <a:lnTo>
                    <a:pt x="166593" y="334333"/>
                  </a:lnTo>
                  <a:lnTo>
                    <a:pt x="171888" y="334267"/>
                  </a:lnTo>
                  <a:lnTo>
                    <a:pt x="177178" y="334033"/>
                  </a:lnTo>
                  <a:lnTo>
                    <a:pt x="182458" y="333631"/>
                  </a:lnTo>
                  <a:lnTo>
                    <a:pt x="187723" y="333063"/>
                  </a:lnTo>
                  <a:lnTo>
                    <a:pt x="192967" y="332328"/>
                  </a:lnTo>
                  <a:lnTo>
                    <a:pt x="198185" y="331427"/>
                  </a:lnTo>
                  <a:lnTo>
                    <a:pt x="203372" y="330362"/>
                  </a:lnTo>
                  <a:lnTo>
                    <a:pt x="208523" y="329133"/>
                  </a:lnTo>
                  <a:lnTo>
                    <a:pt x="213632" y="327741"/>
                  </a:lnTo>
                  <a:lnTo>
                    <a:pt x="218695" y="326188"/>
                  </a:lnTo>
                  <a:lnTo>
                    <a:pt x="223705" y="324476"/>
                  </a:lnTo>
                  <a:lnTo>
                    <a:pt x="228659" y="322605"/>
                  </a:lnTo>
                  <a:lnTo>
                    <a:pt x="233552" y="320579"/>
                  </a:lnTo>
                  <a:lnTo>
                    <a:pt x="238377" y="318399"/>
                  </a:lnTo>
                  <a:lnTo>
                    <a:pt x="243132" y="316067"/>
                  </a:lnTo>
                  <a:lnTo>
                    <a:pt x="247810" y="313586"/>
                  </a:lnTo>
                  <a:lnTo>
                    <a:pt x="252407" y="310957"/>
                  </a:lnTo>
                  <a:lnTo>
                    <a:pt x="256918" y="308185"/>
                  </a:lnTo>
                  <a:lnTo>
                    <a:pt x="261340" y="305271"/>
                  </a:lnTo>
                  <a:lnTo>
                    <a:pt x="265666" y="302218"/>
                  </a:lnTo>
                  <a:lnTo>
                    <a:pt x="269894" y="299030"/>
                  </a:lnTo>
                  <a:lnTo>
                    <a:pt x="274019" y="295710"/>
                  </a:lnTo>
                  <a:lnTo>
                    <a:pt x="278037" y="292260"/>
                  </a:lnTo>
                  <a:lnTo>
                    <a:pt x="281943" y="288685"/>
                  </a:lnTo>
                  <a:lnTo>
                    <a:pt x="285735" y="284989"/>
                  </a:lnTo>
                  <a:lnTo>
                    <a:pt x="289407" y="281173"/>
                  </a:lnTo>
                  <a:lnTo>
                    <a:pt x="292957" y="277244"/>
                  </a:lnTo>
                  <a:lnTo>
                    <a:pt x="296380" y="273204"/>
                  </a:lnTo>
                  <a:lnTo>
                    <a:pt x="299674" y="269058"/>
                  </a:lnTo>
                  <a:lnTo>
                    <a:pt x="302834" y="264809"/>
                  </a:lnTo>
                  <a:lnTo>
                    <a:pt x="305859" y="260463"/>
                  </a:lnTo>
                  <a:lnTo>
                    <a:pt x="308744" y="256022"/>
                  </a:lnTo>
                  <a:lnTo>
                    <a:pt x="311487" y="251493"/>
                  </a:lnTo>
                  <a:lnTo>
                    <a:pt x="314086" y="246879"/>
                  </a:lnTo>
                  <a:lnTo>
                    <a:pt x="316537" y="242185"/>
                  </a:lnTo>
                  <a:lnTo>
                    <a:pt x="318838" y="237416"/>
                  </a:lnTo>
                  <a:lnTo>
                    <a:pt x="320987" y="232576"/>
                  </a:lnTo>
                  <a:lnTo>
                    <a:pt x="322981" y="227671"/>
                  </a:lnTo>
                  <a:lnTo>
                    <a:pt x="324819" y="222705"/>
                  </a:lnTo>
                  <a:lnTo>
                    <a:pt x="326499" y="217683"/>
                  </a:lnTo>
                  <a:lnTo>
                    <a:pt x="328019" y="212611"/>
                  </a:lnTo>
                  <a:lnTo>
                    <a:pt x="329378" y="207493"/>
                  </a:lnTo>
                  <a:lnTo>
                    <a:pt x="330574" y="202334"/>
                  </a:lnTo>
                  <a:lnTo>
                    <a:pt x="331606" y="197140"/>
                  </a:lnTo>
                  <a:lnTo>
                    <a:pt x="332473" y="191916"/>
                  </a:lnTo>
                  <a:lnTo>
                    <a:pt x="333174" y="186668"/>
                  </a:lnTo>
                  <a:lnTo>
                    <a:pt x="333708" y="181399"/>
                  </a:lnTo>
                  <a:lnTo>
                    <a:pt x="334075" y="176117"/>
                  </a:lnTo>
                  <a:lnTo>
                    <a:pt x="334275" y="170825"/>
                  </a:lnTo>
                  <a:lnTo>
                    <a:pt x="334307" y="165530"/>
                  </a:lnTo>
                  <a:lnTo>
                    <a:pt x="334171" y="160236"/>
                  </a:lnTo>
                  <a:lnTo>
                    <a:pt x="333868" y="154950"/>
                  </a:lnTo>
                  <a:lnTo>
                    <a:pt x="333397" y="149675"/>
                  </a:lnTo>
                  <a:lnTo>
                    <a:pt x="332760" y="144419"/>
                  </a:lnTo>
                  <a:lnTo>
                    <a:pt x="331956" y="139185"/>
                  </a:lnTo>
                  <a:lnTo>
                    <a:pt x="330987" y="133979"/>
                  </a:lnTo>
                  <a:lnTo>
                    <a:pt x="329854" y="128806"/>
                  </a:lnTo>
                  <a:lnTo>
                    <a:pt x="328557" y="123672"/>
                  </a:lnTo>
                  <a:lnTo>
                    <a:pt x="327099" y="118582"/>
                  </a:lnTo>
                  <a:lnTo>
                    <a:pt x="325480" y="113540"/>
                  </a:lnTo>
                  <a:lnTo>
                    <a:pt x="323702" y="108552"/>
                  </a:lnTo>
                  <a:lnTo>
                    <a:pt x="321767" y="103623"/>
                  </a:lnTo>
                  <a:lnTo>
                    <a:pt x="319677" y="98757"/>
                  </a:lnTo>
                  <a:lnTo>
                    <a:pt x="317433" y="93961"/>
                  </a:lnTo>
                  <a:lnTo>
                    <a:pt x="315039" y="89238"/>
                  </a:lnTo>
                  <a:lnTo>
                    <a:pt x="312497" y="84592"/>
                  </a:lnTo>
                  <a:lnTo>
                    <a:pt x="309809" y="80030"/>
                  </a:lnTo>
                  <a:lnTo>
                    <a:pt x="306977" y="75556"/>
                  </a:lnTo>
                  <a:lnTo>
                    <a:pt x="304006" y="71173"/>
                  </a:lnTo>
                  <a:lnTo>
                    <a:pt x="300897" y="66886"/>
                  </a:lnTo>
                  <a:lnTo>
                    <a:pt x="297653" y="62700"/>
                  </a:lnTo>
                  <a:lnTo>
                    <a:pt x="294279" y="58619"/>
                  </a:lnTo>
                  <a:lnTo>
                    <a:pt x="290777" y="54647"/>
                  </a:lnTo>
                  <a:lnTo>
                    <a:pt x="287151" y="50788"/>
                  </a:lnTo>
                  <a:lnTo>
                    <a:pt x="283405" y="47045"/>
                  </a:lnTo>
                  <a:lnTo>
                    <a:pt x="279542" y="43423"/>
                  </a:lnTo>
                  <a:lnTo>
                    <a:pt x="275567" y="39926"/>
                  </a:lnTo>
                  <a:lnTo>
                    <a:pt x="271482" y="36556"/>
                  </a:lnTo>
                  <a:lnTo>
                    <a:pt x="267293" y="33317"/>
                  </a:lnTo>
                  <a:lnTo>
                    <a:pt x="263003" y="30212"/>
                  </a:lnTo>
                  <a:lnTo>
                    <a:pt x="258618" y="27245"/>
                  </a:lnTo>
                  <a:lnTo>
                    <a:pt x="254140" y="24418"/>
                  </a:lnTo>
                  <a:lnTo>
                    <a:pt x="249575" y="21734"/>
                  </a:lnTo>
                  <a:lnTo>
                    <a:pt x="244927" y="19196"/>
                  </a:lnTo>
                  <a:lnTo>
                    <a:pt x="240202" y="16807"/>
                  </a:lnTo>
                  <a:lnTo>
                    <a:pt x="235403" y="14569"/>
                  </a:lnTo>
                  <a:lnTo>
                    <a:pt x="230535" y="12483"/>
                  </a:lnTo>
                  <a:lnTo>
                    <a:pt x="225604" y="10553"/>
                  </a:lnTo>
                  <a:lnTo>
                    <a:pt x="220615" y="8780"/>
                  </a:lnTo>
                  <a:lnTo>
                    <a:pt x="215571" y="7166"/>
                  </a:lnTo>
                  <a:lnTo>
                    <a:pt x="210479" y="5713"/>
                  </a:lnTo>
                  <a:lnTo>
                    <a:pt x="205344" y="4421"/>
                  </a:lnTo>
                  <a:lnTo>
                    <a:pt x="200170" y="3293"/>
                  </a:lnTo>
                  <a:lnTo>
                    <a:pt x="194963" y="2330"/>
                  </a:lnTo>
                  <a:lnTo>
                    <a:pt x="189729" y="1531"/>
                  </a:lnTo>
                  <a:lnTo>
                    <a:pt x="184471" y="899"/>
                  </a:lnTo>
                  <a:lnTo>
                    <a:pt x="179196" y="434"/>
                  </a:lnTo>
                  <a:lnTo>
                    <a:pt x="173909" y="136"/>
                  </a:lnTo>
                  <a:lnTo>
                    <a:pt x="168616" y="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1468" cy="167167"/>
            </a:xfrm>
            <a:custGeom>
              <a:avLst/>
              <a:pathLst>
                <a:path w="1468" h="167167">
                  <a:moveTo>
                    <a:pt x="146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810405" y="5269756"/>
              <a:ext cx="154096" cy="167167"/>
            </a:xfrm>
            <a:custGeom>
              <a:avLst/>
              <a:pathLst>
                <a:path w="154096" h="167167">
                  <a:moveTo>
                    <a:pt x="154096" y="0"/>
                  </a:moveTo>
                  <a:lnTo>
                    <a:pt x="148651" y="88"/>
                  </a:lnTo>
                  <a:lnTo>
                    <a:pt x="143212" y="354"/>
                  </a:lnTo>
                  <a:lnTo>
                    <a:pt x="137785" y="797"/>
                  </a:lnTo>
                  <a:lnTo>
                    <a:pt x="132375" y="1417"/>
                  </a:lnTo>
                  <a:lnTo>
                    <a:pt x="126988" y="2212"/>
                  </a:lnTo>
                  <a:lnTo>
                    <a:pt x="121630" y="3182"/>
                  </a:lnTo>
                  <a:lnTo>
                    <a:pt x="116306" y="4327"/>
                  </a:lnTo>
                  <a:lnTo>
                    <a:pt x="111023" y="5644"/>
                  </a:lnTo>
                  <a:lnTo>
                    <a:pt x="105785" y="7133"/>
                  </a:lnTo>
                  <a:lnTo>
                    <a:pt x="100598" y="8791"/>
                  </a:lnTo>
                  <a:lnTo>
                    <a:pt x="95468" y="10617"/>
                  </a:lnTo>
                  <a:lnTo>
                    <a:pt x="90401" y="12610"/>
                  </a:lnTo>
                  <a:lnTo>
                    <a:pt x="85400" y="14766"/>
                  </a:lnTo>
                  <a:lnTo>
                    <a:pt x="80473" y="17085"/>
                  </a:lnTo>
                  <a:lnTo>
                    <a:pt x="75624" y="19562"/>
                  </a:lnTo>
                  <a:lnTo>
                    <a:pt x="70858" y="22196"/>
                  </a:lnTo>
                  <a:lnTo>
                    <a:pt x="66181" y="24984"/>
                  </a:lnTo>
                  <a:lnTo>
                    <a:pt x="61597" y="27923"/>
                  </a:lnTo>
                  <a:lnTo>
                    <a:pt x="57111" y="31010"/>
                  </a:lnTo>
                  <a:lnTo>
                    <a:pt x="52727" y="34241"/>
                  </a:lnTo>
                  <a:lnTo>
                    <a:pt x="48452" y="37613"/>
                  </a:lnTo>
                  <a:lnTo>
                    <a:pt x="44288" y="41122"/>
                  </a:lnTo>
                  <a:lnTo>
                    <a:pt x="40241" y="44766"/>
                  </a:lnTo>
                  <a:lnTo>
                    <a:pt x="36315" y="48539"/>
                  </a:lnTo>
                  <a:lnTo>
                    <a:pt x="32514" y="52438"/>
                  </a:lnTo>
                  <a:lnTo>
                    <a:pt x="28842" y="56459"/>
                  </a:lnTo>
                  <a:lnTo>
                    <a:pt x="25302" y="60597"/>
                  </a:lnTo>
                  <a:lnTo>
                    <a:pt x="21900" y="64848"/>
                  </a:lnTo>
                  <a:lnTo>
                    <a:pt x="18637" y="69208"/>
                  </a:lnTo>
                  <a:lnTo>
                    <a:pt x="15519" y="73672"/>
                  </a:lnTo>
                  <a:lnTo>
                    <a:pt x="12547" y="78235"/>
                  </a:lnTo>
                  <a:lnTo>
                    <a:pt x="9726" y="82892"/>
                  </a:lnTo>
                  <a:lnTo>
                    <a:pt x="7058" y="87639"/>
                  </a:lnTo>
                  <a:lnTo>
                    <a:pt x="4545" y="92470"/>
                  </a:lnTo>
                  <a:lnTo>
                    <a:pt x="2192" y="97381"/>
                  </a:lnTo>
                  <a:lnTo>
                    <a:pt x="0" y="102365"/>
                  </a:lnTo>
                  <a:lnTo>
                    <a:pt x="15409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797351" y="5269756"/>
              <a:ext cx="334297" cy="334334"/>
            </a:xfrm>
            <a:custGeom>
              <a:avLst/>
              <a:pathLst>
                <a:path w="334297" h="334334">
                  <a:moveTo>
                    <a:pt x="13053" y="102365"/>
                  </a:moveTo>
                  <a:lnTo>
                    <a:pt x="11074" y="107288"/>
                  </a:lnTo>
                  <a:lnTo>
                    <a:pt x="9252" y="112272"/>
                  </a:lnTo>
                  <a:lnTo>
                    <a:pt x="7589" y="117311"/>
                  </a:lnTo>
                  <a:lnTo>
                    <a:pt x="6088" y="122400"/>
                  </a:lnTo>
                  <a:lnTo>
                    <a:pt x="4748" y="127534"/>
                  </a:lnTo>
                  <a:lnTo>
                    <a:pt x="3572" y="132708"/>
                  </a:lnTo>
                  <a:lnTo>
                    <a:pt x="2561" y="137917"/>
                  </a:lnTo>
                  <a:lnTo>
                    <a:pt x="1715" y="143155"/>
                  </a:lnTo>
                  <a:lnTo>
                    <a:pt x="1037" y="148417"/>
                  </a:lnTo>
                  <a:lnTo>
                    <a:pt x="525" y="153699"/>
                  </a:lnTo>
                  <a:lnTo>
                    <a:pt x="182" y="158993"/>
                  </a:lnTo>
                  <a:lnTo>
                    <a:pt x="6" y="164297"/>
                  </a:lnTo>
                  <a:lnTo>
                    <a:pt x="0" y="169603"/>
                  </a:lnTo>
                  <a:lnTo>
                    <a:pt x="161" y="174906"/>
                  </a:lnTo>
                  <a:lnTo>
                    <a:pt x="491" y="180202"/>
                  </a:lnTo>
                  <a:lnTo>
                    <a:pt x="988" y="185484"/>
                  </a:lnTo>
                  <a:lnTo>
                    <a:pt x="1653" y="190749"/>
                  </a:lnTo>
                  <a:lnTo>
                    <a:pt x="2485" y="195989"/>
                  </a:lnTo>
                  <a:lnTo>
                    <a:pt x="3483" y="201200"/>
                  </a:lnTo>
                  <a:lnTo>
                    <a:pt x="4645" y="206377"/>
                  </a:lnTo>
                  <a:lnTo>
                    <a:pt x="5972" y="211515"/>
                  </a:lnTo>
                  <a:lnTo>
                    <a:pt x="7460" y="216608"/>
                  </a:lnTo>
                  <a:lnTo>
                    <a:pt x="9110" y="221651"/>
                  </a:lnTo>
                  <a:lnTo>
                    <a:pt x="10919" y="226639"/>
                  </a:lnTo>
                  <a:lnTo>
                    <a:pt x="12885" y="231568"/>
                  </a:lnTo>
                  <a:lnTo>
                    <a:pt x="15006" y="236431"/>
                  </a:lnTo>
                  <a:lnTo>
                    <a:pt x="17281" y="241225"/>
                  </a:lnTo>
                  <a:lnTo>
                    <a:pt x="19707" y="245944"/>
                  </a:lnTo>
                  <a:lnTo>
                    <a:pt x="22281" y="250583"/>
                  </a:lnTo>
                  <a:lnTo>
                    <a:pt x="25002" y="255139"/>
                  </a:lnTo>
                  <a:lnTo>
                    <a:pt x="27865" y="259606"/>
                  </a:lnTo>
                  <a:lnTo>
                    <a:pt x="30869" y="263980"/>
                  </a:lnTo>
                  <a:lnTo>
                    <a:pt x="34010" y="268256"/>
                  </a:lnTo>
                  <a:lnTo>
                    <a:pt x="37286" y="272430"/>
                  </a:lnTo>
                  <a:lnTo>
                    <a:pt x="40692" y="276499"/>
                  </a:lnTo>
                  <a:lnTo>
                    <a:pt x="44225" y="280457"/>
                  </a:lnTo>
                  <a:lnTo>
                    <a:pt x="47883" y="284301"/>
                  </a:lnTo>
                  <a:lnTo>
                    <a:pt x="51660" y="288027"/>
                  </a:lnTo>
                  <a:lnTo>
                    <a:pt x="55554" y="291632"/>
                  </a:lnTo>
                  <a:lnTo>
                    <a:pt x="59560" y="295111"/>
                  </a:lnTo>
                  <a:lnTo>
                    <a:pt x="63675" y="298461"/>
                  </a:lnTo>
                  <a:lnTo>
                    <a:pt x="67894" y="301679"/>
                  </a:lnTo>
                  <a:lnTo>
                    <a:pt x="72213" y="304761"/>
                  </a:lnTo>
                  <a:lnTo>
                    <a:pt x="76628" y="307704"/>
                  </a:lnTo>
                  <a:lnTo>
                    <a:pt x="81133" y="310507"/>
                  </a:lnTo>
                  <a:lnTo>
                    <a:pt x="85726" y="313164"/>
                  </a:lnTo>
                  <a:lnTo>
                    <a:pt x="90400" y="315675"/>
                  </a:lnTo>
                  <a:lnTo>
                    <a:pt x="95152" y="318036"/>
                  </a:lnTo>
                  <a:lnTo>
                    <a:pt x="99976" y="320245"/>
                  </a:lnTo>
                  <a:lnTo>
                    <a:pt x="104868" y="322299"/>
                  </a:lnTo>
                  <a:lnTo>
                    <a:pt x="109823" y="324198"/>
                  </a:lnTo>
                  <a:lnTo>
                    <a:pt x="114836" y="325938"/>
                  </a:lnTo>
                  <a:lnTo>
                    <a:pt x="119901" y="327518"/>
                  </a:lnTo>
                  <a:lnTo>
                    <a:pt x="125014" y="328937"/>
                  </a:lnTo>
                  <a:lnTo>
                    <a:pt x="130169" y="330193"/>
                  </a:lnTo>
                  <a:lnTo>
                    <a:pt x="135362" y="331284"/>
                  </a:lnTo>
                  <a:lnTo>
                    <a:pt x="140586" y="332210"/>
                  </a:lnTo>
                  <a:lnTo>
                    <a:pt x="145837" y="332970"/>
                  </a:lnTo>
                  <a:lnTo>
                    <a:pt x="151110" y="333563"/>
                  </a:lnTo>
                  <a:lnTo>
                    <a:pt x="156399" y="333988"/>
                  </a:lnTo>
                  <a:lnTo>
                    <a:pt x="161699" y="334246"/>
                  </a:lnTo>
                  <a:lnTo>
                    <a:pt x="167004" y="334334"/>
                  </a:lnTo>
                  <a:lnTo>
                    <a:pt x="172310" y="334255"/>
                  </a:lnTo>
                  <a:lnTo>
                    <a:pt x="177610" y="334007"/>
                  </a:lnTo>
                  <a:lnTo>
                    <a:pt x="182900" y="333591"/>
                  </a:lnTo>
                  <a:lnTo>
                    <a:pt x="188173" y="333007"/>
                  </a:lnTo>
                  <a:lnTo>
                    <a:pt x="193426" y="332256"/>
                  </a:lnTo>
                  <a:lnTo>
                    <a:pt x="198652" y="331339"/>
                  </a:lnTo>
                  <a:lnTo>
                    <a:pt x="203847" y="330257"/>
                  </a:lnTo>
                  <a:lnTo>
                    <a:pt x="209004" y="329010"/>
                  </a:lnTo>
                  <a:lnTo>
                    <a:pt x="214119" y="327600"/>
                  </a:lnTo>
                  <a:lnTo>
                    <a:pt x="219187" y="326029"/>
                  </a:lnTo>
                  <a:lnTo>
                    <a:pt x="224203" y="324297"/>
                  </a:lnTo>
                  <a:lnTo>
                    <a:pt x="229161" y="322407"/>
                  </a:lnTo>
                  <a:lnTo>
                    <a:pt x="234056" y="320361"/>
                  </a:lnTo>
                  <a:lnTo>
                    <a:pt x="238885" y="318160"/>
                  </a:lnTo>
                  <a:lnTo>
                    <a:pt x="243640" y="315808"/>
                  </a:lnTo>
                  <a:lnTo>
                    <a:pt x="248319" y="313305"/>
                  </a:lnTo>
                  <a:lnTo>
                    <a:pt x="252916" y="310655"/>
                  </a:lnTo>
                  <a:lnTo>
                    <a:pt x="257427" y="307861"/>
                  </a:lnTo>
                  <a:lnTo>
                    <a:pt x="261847" y="304925"/>
                  </a:lnTo>
                  <a:lnTo>
                    <a:pt x="266171" y="301850"/>
                  </a:lnTo>
                  <a:lnTo>
                    <a:pt x="270395" y="298640"/>
                  </a:lnTo>
                  <a:lnTo>
                    <a:pt x="274516" y="295297"/>
                  </a:lnTo>
                  <a:lnTo>
                    <a:pt x="278528" y="291825"/>
                  </a:lnTo>
                  <a:lnTo>
                    <a:pt x="282428" y="288227"/>
                  </a:lnTo>
                  <a:lnTo>
                    <a:pt x="286212" y="284508"/>
                  </a:lnTo>
                  <a:lnTo>
                    <a:pt x="289876" y="280670"/>
                  </a:lnTo>
                  <a:lnTo>
                    <a:pt x="293417" y="276718"/>
                  </a:lnTo>
                  <a:lnTo>
                    <a:pt x="296830" y="272655"/>
                  </a:lnTo>
                  <a:lnTo>
                    <a:pt x="300113" y="268487"/>
                  </a:lnTo>
                  <a:lnTo>
                    <a:pt x="303261" y="264216"/>
                  </a:lnTo>
                  <a:lnTo>
                    <a:pt x="306273" y="259847"/>
                  </a:lnTo>
                  <a:lnTo>
                    <a:pt x="309144" y="255385"/>
                  </a:lnTo>
                  <a:lnTo>
                    <a:pt x="311872" y="250834"/>
                  </a:lnTo>
                  <a:lnTo>
                    <a:pt x="314455" y="246199"/>
                  </a:lnTo>
                  <a:lnTo>
                    <a:pt x="316889" y="241484"/>
                  </a:lnTo>
                  <a:lnTo>
                    <a:pt x="319172" y="236695"/>
                  </a:lnTo>
                  <a:lnTo>
                    <a:pt x="321302" y="231835"/>
                  </a:lnTo>
                  <a:lnTo>
                    <a:pt x="323276" y="226910"/>
                  </a:lnTo>
                  <a:lnTo>
                    <a:pt x="325094" y="221925"/>
                  </a:lnTo>
                  <a:lnTo>
                    <a:pt x="326752" y="216885"/>
                  </a:lnTo>
                  <a:lnTo>
                    <a:pt x="328250" y="211795"/>
                  </a:lnTo>
                  <a:lnTo>
                    <a:pt x="329585" y="206659"/>
                  </a:lnTo>
                  <a:lnTo>
                    <a:pt x="330756" y="201484"/>
                  </a:lnTo>
                  <a:lnTo>
                    <a:pt x="331763" y="196275"/>
                  </a:lnTo>
                  <a:lnTo>
                    <a:pt x="332604" y="191036"/>
                  </a:lnTo>
                  <a:lnTo>
                    <a:pt x="333278" y="185773"/>
                  </a:lnTo>
                  <a:lnTo>
                    <a:pt x="333785" y="180491"/>
                  </a:lnTo>
                  <a:lnTo>
                    <a:pt x="334124" y="175196"/>
                  </a:lnTo>
                  <a:lnTo>
                    <a:pt x="334294" y="169892"/>
                  </a:lnTo>
                  <a:lnTo>
                    <a:pt x="334297" y="164586"/>
                  </a:lnTo>
                  <a:lnTo>
                    <a:pt x="334131" y="159283"/>
                  </a:lnTo>
                  <a:lnTo>
                    <a:pt x="333796" y="153988"/>
                  </a:lnTo>
                  <a:lnTo>
                    <a:pt x="333294" y="148705"/>
                  </a:lnTo>
                  <a:lnTo>
                    <a:pt x="332624" y="143442"/>
                  </a:lnTo>
                  <a:lnTo>
                    <a:pt x="331788" y="138202"/>
                  </a:lnTo>
                  <a:lnTo>
                    <a:pt x="330786" y="132992"/>
                  </a:lnTo>
                  <a:lnTo>
                    <a:pt x="329619" y="127815"/>
                  </a:lnTo>
                  <a:lnTo>
                    <a:pt x="328288" y="122679"/>
                  </a:lnTo>
                  <a:lnTo>
                    <a:pt x="326795" y="117587"/>
                  </a:lnTo>
                  <a:lnTo>
                    <a:pt x="325141" y="112546"/>
                  </a:lnTo>
                  <a:lnTo>
                    <a:pt x="323328" y="107559"/>
                  </a:lnTo>
                  <a:lnTo>
                    <a:pt x="321358" y="102633"/>
                  </a:lnTo>
                  <a:lnTo>
                    <a:pt x="319232" y="97771"/>
                  </a:lnTo>
                  <a:lnTo>
                    <a:pt x="316953" y="92979"/>
                  </a:lnTo>
                  <a:lnTo>
                    <a:pt x="314523" y="88262"/>
                  </a:lnTo>
                  <a:lnTo>
                    <a:pt x="311945" y="83625"/>
                  </a:lnTo>
                  <a:lnTo>
                    <a:pt x="309220" y="79072"/>
                  </a:lnTo>
                  <a:lnTo>
                    <a:pt x="306353" y="74607"/>
                  </a:lnTo>
                  <a:lnTo>
                    <a:pt x="303345" y="70236"/>
                  </a:lnTo>
                  <a:lnTo>
                    <a:pt x="300200" y="65963"/>
                  </a:lnTo>
                  <a:lnTo>
                    <a:pt x="296921" y="61791"/>
                  </a:lnTo>
                  <a:lnTo>
                    <a:pt x="293512" y="57725"/>
                  </a:lnTo>
                  <a:lnTo>
                    <a:pt x="289975" y="53770"/>
                  </a:lnTo>
                  <a:lnTo>
                    <a:pt x="286314" y="49929"/>
                  </a:lnTo>
                  <a:lnTo>
                    <a:pt x="282533" y="46206"/>
                  </a:lnTo>
                  <a:lnTo>
                    <a:pt x="278636" y="42605"/>
                  </a:lnTo>
                  <a:lnTo>
                    <a:pt x="274627" y="39130"/>
                  </a:lnTo>
                  <a:lnTo>
                    <a:pt x="270509" y="35783"/>
                  </a:lnTo>
                  <a:lnTo>
                    <a:pt x="266288" y="32569"/>
                  </a:lnTo>
                  <a:lnTo>
                    <a:pt x="261966" y="29491"/>
                  </a:lnTo>
                  <a:lnTo>
                    <a:pt x="257549" y="26551"/>
                  </a:lnTo>
                  <a:lnTo>
                    <a:pt x="253041" y="23753"/>
                  </a:lnTo>
                  <a:lnTo>
                    <a:pt x="248446" y="21099"/>
                  </a:lnTo>
                  <a:lnTo>
                    <a:pt x="243769" y="18593"/>
                  </a:lnTo>
                  <a:lnTo>
                    <a:pt x="239015" y="16236"/>
                  </a:lnTo>
                  <a:lnTo>
                    <a:pt x="234189" y="14031"/>
                  </a:lnTo>
                  <a:lnTo>
                    <a:pt x="229295" y="11981"/>
                  </a:lnTo>
                  <a:lnTo>
                    <a:pt x="224339" y="10086"/>
                  </a:lnTo>
                  <a:lnTo>
                    <a:pt x="219325" y="8351"/>
                  </a:lnTo>
                  <a:lnTo>
                    <a:pt x="214258" y="6775"/>
                  </a:lnTo>
                  <a:lnTo>
                    <a:pt x="209144" y="5360"/>
                  </a:lnTo>
                  <a:lnTo>
                    <a:pt x="203988" y="4109"/>
                  </a:lnTo>
                  <a:lnTo>
                    <a:pt x="198794" y="3022"/>
                  </a:lnTo>
                  <a:lnTo>
                    <a:pt x="193569" y="2100"/>
                  </a:lnTo>
                  <a:lnTo>
                    <a:pt x="188317" y="1345"/>
                  </a:lnTo>
                  <a:lnTo>
                    <a:pt x="183044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925" y="5399291"/>
              <a:ext cx="6290" cy="167167"/>
            </a:xfrm>
            <a:custGeom>
              <a:avLst/>
              <a:pathLst>
                <a:path w="6290" h="167167">
                  <a:moveTo>
                    <a:pt x="6290" y="0"/>
                  </a:moveTo>
                  <a:lnTo>
                    <a:pt x="0" y="118"/>
                  </a:lnTo>
                  <a:lnTo>
                    <a:pt x="629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925" y="5399410"/>
              <a:ext cx="6290" cy="167049"/>
            </a:xfrm>
            <a:custGeom>
              <a:avLst/>
              <a:pathLst>
                <a:path w="6290" h="167049">
                  <a:moveTo>
                    <a:pt x="0" y="0"/>
                  </a:moveTo>
                  <a:lnTo>
                    <a:pt x="629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925" y="5399410"/>
              <a:ext cx="6290" cy="167049"/>
            </a:xfrm>
            <a:custGeom>
              <a:avLst/>
              <a:pathLst>
                <a:path w="6290" h="167049">
                  <a:moveTo>
                    <a:pt x="0" y="0"/>
                  </a:moveTo>
                  <a:lnTo>
                    <a:pt x="629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925" y="5399410"/>
              <a:ext cx="6290" cy="167049"/>
            </a:xfrm>
            <a:custGeom>
              <a:avLst/>
              <a:pathLst>
                <a:path w="6290" h="167049">
                  <a:moveTo>
                    <a:pt x="0" y="0"/>
                  </a:moveTo>
                  <a:lnTo>
                    <a:pt x="629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925" y="5399410"/>
              <a:ext cx="6290" cy="167049"/>
            </a:xfrm>
            <a:custGeom>
              <a:avLst/>
              <a:pathLst>
                <a:path w="6290" h="167049">
                  <a:moveTo>
                    <a:pt x="0" y="0"/>
                  </a:moveTo>
                  <a:lnTo>
                    <a:pt x="629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79925" y="5399410"/>
              <a:ext cx="6290" cy="167049"/>
            </a:xfrm>
            <a:custGeom>
              <a:avLst/>
              <a:pathLst>
                <a:path w="6290" h="167049">
                  <a:moveTo>
                    <a:pt x="0" y="0"/>
                  </a:moveTo>
                  <a:lnTo>
                    <a:pt x="6290" y="167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79925" y="5399410"/>
              <a:ext cx="6290" cy="167049"/>
            </a:xfrm>
            <a:custGeom>
              <a:avLst/>
              <a:pathLst>
                <a:path w="6290" h="167049">
                  <a:moveTo>
                    <a:pt x="0" y="0"/>
                  </a:moveTo>
                  <a:lnTo>
                    <a:pt x="6290" y="167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319061" y="5399410"/>
              <a:ext cx="334305" cy="334216"/>
            </a:xfrm>
            <a:custGeom>
              <a:avLst/>
              <a:pathLst>
                <a:path w="334305" h="334216">
                  <a:moveTo>
                    <a:pt x="160863" y="0"/>
                  </a:moveTo>
                  <a:lnTo>
                    <a:pt x="155575" y="283"/>
                  </a:lnTo>
                  <a:lnTo>
                    <a:pt x="150299" y="733"/>
                  </a:lnTo>
                  <a:lnTo>
                    <a:pt x="145039" y="1350"/>
                  </a:lnTo>
                  <a:lnTo>
                    <a:pt x="139802" y="2134"/>
                  </a:lnTo>
                  <a:lnTo>
                    <a:pt x="134592" y="3083"/>
                  </a:lnTo>
                  <a:lnTo>
                    <a:pt x="129415" y="4197"/>
                  </a:lnTo>
                  <a:lnTo>
                    <a:pt x="124276" y="5474"/>
                  </a:lnTo>
                  <a:lnTo>
                    <a:pt x="119179" y="6913"/>
                  </a:lnTo>
                  <a:lnTo>
                    <a:pt x="114131" y="8513"/>
                  </a:lnTo>
                  <a:lnTo>
                    <a:pt x="109136" y="10272"/>
                  </a:lnTo>
                  <a:lnTo>
                    <a:pt x="104199" y="12188"/>
                  </a:lnTo>
                  <a:lnTo>
                    <a:pt x="99326" y="14260"/>
                  </a:lnTo>
                  <a:lnTo>
                    <a:pt x="94520" y="16485"/>
                  </a:lnTo>
                  <a:lnTo>
                    <a:pt x="89788" y="18861"/>
                  </a:lnTo>
                  <a:lnTo>
                    <a:pt x="85133" y="21386"/>
                  </a:lnTo>
                  <a:lnTo>
                    <a:pt x="80560" y="24057"/>
                  </a:lnTo>
                  <a:lnTo>
                    <a:pt x="76075" y="26872"/>
                  </a:lnTo>
                  <a:lnTo>
                    <a:pt x="71680" y="29827"/>
                  </a:lnTo>
                  <a:lnTo>
                    <a:pt x="67382" y="32920"/>
                  </a:lnTo>
                  <a:lnTo>
                    <a:pt x="63183" y="36148"/>
                  </a:lnTo>
                  <a:lnTo>
                    <a:pt x="59089" y="39506"/>
                  </a:lnTo>
                  <a:lnTo>
                    <a:pt x="55104" y="42993"/>
                  </a:lnTo>
                  <a:lnTo>
                    <a:pt x="51230" y="46605"/>
                  </a:lnTo>
                  <a:lnTo>
                    <a:pt x="47474" y="50337"/>
                  </a:lnTo>
                  <a:lnTo>
                    <a:pt x="43837" y="54186"/>
                  </a:lnTo>
                  <a:lnTo>
                    <a:pt x="40324" y="58149"/>
                  </a:lnTo>
                  <a:lnTo>
                    <a:pt x="36938" y="62221"/>
                  </a:lnTo>
                  <a:lnTo>
                    <a:pt x="33683" y="66398"/>
                  </a:lnTo>
                  <a:lnTo>
                    <a:pt x="30562" y="70676"/>
                  </a:lnTo>
                  <a:lnTo>
                    <a:pt x="27578" y="75051"/>
                  </a:lnTo>
                  <a:lnTo>
                    <a:pt x="24734" y="79518"/>
                  </a:lnTo>
                  <a:lnTo>
                    <a:pt x="22033" y="84073"/>
                  </a:lnTo>
                  <a:lnTo>
                    <a:pt x="19478" y="88711"/>
                  </a:lnTo>
                  <a:lnTo>
                    <a:pt x="17070" y="93428"/>
                  </a:lnTo>
                  <a:lnTo>
                    <a:pt x="14814" y="98219"/>
                  </a:lnTo>
                  <a:lnTo>
                    <a:pt x="12710" y="103079"/>
                  </a:lnTo>
                  <a:lnTo>
                    <a:pt x="10761" y="108003"/>
                  </a:lnTo>
                  <a:lnTo>
                    <a:pt x="8970" y="112986"/>
                  </a:lnTo>
                  <a:lnTo>
                    <a:pt x="7337" y="118024"/>
                  </a:lnTo>
                  <a:lnTo>
                    <a:pt x="5864" y="123111"/>
                  </a:lnTo>
                  <a:lnTo>
                    <a:pt x="4553" y="128241"/>
                  </a:lnTo>
                  <a:lnTo>
                    <a:pt x="3406" y="133411"/>
                  </a:lnTo>
                  <a:lnTo>
                    <a:pt x="2422" y="138615"/>
                  </a:lnTo>
                  <a:lnTo>
                    <a:pt x="1604" y="143847"/>
                  </a:lnTo>
                  <a:lnTo>
                    <a:pt x="953" y="149102"/>
                  </a:lnTo>
                  <a:lnTo>
                    <a:pt x="467" y="154375"/>
                  </a:lnTo>
                  <a:lnTo>
                    <a:pt x="150" y="159662"/>
                  </a:lnTo>
                  <a:lnTo>
                    <a:pt x="0" y="164955"/>
                  </a:lnTo>
                  <a:lnTo>
                    <a:pt x="17" y="170251"/>
                  </a:lnTo>
                  <a:lnTo>
                    <a:pt x="202" y="175543"/>
                  </a:lnTo>
                  <a:lnTo>
                    <a:pt x="555" y="180827"/>
                  </a:lnTo>
                  <a:lnTo>
                    <a:pt x="1075" y="186097"/>
                  </a:lnTo>
                  <a:lnTo>
                    <a:pt x="1762" y="191348"/>
                  </a:lnTo>
                  <a:lnTo>
                    <a:pt x="2615" y="196574"/>
                  </a:lnTo>
                  <a:lnTo>
                    <a:pt x="3632" y="201771"/>
                  </a:lnTo>
                  <a:lnTo>
                    <a:pt x="4814" y="206933"/>
                  </a:lnTo>
                  <a:lnTo>
                    <a:pt x="6159" y="212055"/>
                  </a:lnTo>
                  <a:lnTo>
                    <a:pt x="7665" y="217132"/>
                  </a:lnTo>
                  <a:lnTo>
                    <a:pt x="9332" y="222159"/>
                  </a:lnTo>
                  <a:lnTo>
                    <a:pt x="11157" y="227130"/>
                  </a:lnTo>
                  <a:lnTo>
                    <a:pt x="13138" y="232041"/>
                  </a:lnTo>
                  <a:lnTo>
                    <a:pt x="15274" y="236887"/>
                  </a:lnTo>
                  <a:lnTo>
                    <a:pt x="17562" y="241663"/>
                  </a:lnTo>
                  <a:lnTo>
                    <a:pt x="20000" y="246363"/>
                  </a:lnTo>
                  <a:lnTo>
                    <a:pt x="22587" y="250985"/>
                  </a:lnTo>
                  <a:lnTo>
                    <a:pt x="25318" y="255522"/>
                  </a:lnTo>
                  <a:lnTo>
                    <a:pt x="28191" y="259970"/>
                  </a:lnTo>
                  <a:lnTo>
                    <a:pt x="31204" y="264325"/>
                  </a:lnTo>
                  <a:lnTo>
                    <a:pt x="34354" y="268582"/>
                  </a:lnTo>
                  <a:lnTo>
                    <a:pt x="37636" y="272738"/>
                  </a:lnTo>
                  <a:lnTo>
                    <a:pt x="41049" y="276787"/>
                  </a:lnTo>
                  <a:lnTo>
                    <a:pt x="44588" y="280726"/>
                  </a:lnTo>
                  <a:lnTo>
                    <a:pt x="48250" y="284551"/>
                  </a:lnTo>
                  <a:lnTo>
                    <a:pt x="52032" y="288259"/>
                  </a:lnTo>
                  <a:lnTo>
                    <a:pt x="55929" y="291844"/>
                  </a:lnTo>
                  <a:lnTo>
                    <a:pt x="59938" y="295305"/>
                  </a:lnTo>
                  <a:lnTo>
                    <a:pt x="64054" y="298636"/>
                  </a:lnTo>
                  <a:lnTo>
                    <a:pt x="68273" y="301836"/>
                  </a:lnTo>
                  <a:lnTo>
                    <a:pt x="72592" y="304900"/>
                  </a:lnTo>
                  <a:lnTo>
                    <a:pt x="77006" y="307826"/>
                  </a:lnTo>
                  <a:lnTo>
                    <a:pt x="81511" y="310611"/>
                  </a:lnTo>
                  <a:lnTo>
                    <a:pt x="86101" y="313252"/>
                  </a:lnTo>
                  <a:lnTo>
                    <a:pt x="90772" y="315746"/>
                  </a:lnTo>
                  <a:lnTo>
                    <a:pt x="95521" y="318090"/>
                  </a:lnTo>
                  <a:lnTo>
                    <a:pt x="100341" y="320284"/>
                  </a:lnTo>
                  <a:lnTo>
                    <a:pt x="105228" y="322323"/>
                  </a:lnTo>
                  <a:lnTo>
                    <a:pt x="110177" y="324207"/>
                  </a:lnTo>
                  <a:lnTo>
                    <a:pt x="115184" y="325932"/>
                  </a:lnTo>
                  <a:lnTo>
                    <a:pt x="120242" y="327499"/>
                  </a:lnTo>
                  <a:lnTo>
                    <a:pt x="125348" y="328904"/>
                  </a:lnTo>
                  <a:lnTo>
                    <a:pt x="130496" y="330147"/>
                  </a:lnTo>
                  <a:lnTo>
                    <a:pt x="135680" y="331226"/>
                  </a:lnTo>
                  <a:lnTo>
                    <a:pt x="140896" y="332141"/>
                  </a:lnTo>
                  <a:lnTo>
                    <a:pt x="146139" y="332890"/>
                  </a:lnTo>
                  <a:lnTo>
                    <a:pt x="151402" y="333472"/>
                  </a:lnTo>
                  <a:lnTo>
                    <a:pt x="156682" y="333888"/>
                  </a:lnTo>
                  <a:lnTo>
                    <a:pt x="161971" y="334136"/>
                  </a:lnTo>
                  <a:lnTo>
                    <a:pt x="167266" y="334216"/>
                  </a:lnTo>
                  <a:lnTo>
                    <a:pt x="172561" y="334129"/>
                  </a:lnTo>
                  <a:lnTo>
                    <a:pt x="177851" y="333873"/>
                  </a:lnTo>
                  <a:lnTo>
                    <a:pt x="183130" y="333451"/>
                  </a:lnTo>
                  <a:lnTo>
                    <a:pt x="188392" y="332861"/>
                  </a:lnTo>
                  <a:lnTo>
                    <a:pt x="193634" y="332105"/>
                  </a:lnTo>
                  <a:lnTo>
                    <a:pt x="198848" y="331184"/>
                  </a:lnTo>
                  <a:lnTo>
                    <a:pt x="204031" y="330098"/>
                  </a:lnTo>
                  <a:lnTo>
                    <a:pt x="209177" y="328848"/>
                  </a:lnTo>
                  <a:lnTo>
                    <a:pt x="214281" y="327435"/>
                  </a:lnTo>
                  <a:lnTo>
                    <a:pt x="219338" y="325862"/>
                  </a:lnTo>
                  <a:lnTo>
                    <a:pt x="224342" y="324130"/>
                  </a:lnTo>
                  <a:lnTo>
                    <a:pt x="229289" y="322239"/>
                  </a:lnTo>
                  <a:lnTo>
                    <a:pt x="234173" y="320193"/>
                  </a:lnTo>
                  <a:lnTo>
                    <a:pt x="238990" y="317994"/>
                  </a:lnTo>
                  <a:lnTo>
                    <a:pt x="243735" y="315643"/>
                  </a:lnTo>
                  <a:lnTo>
                    <a:pt x="248404" y="313142"/>
                  </a:lnTo>
                  <a:lnTo>
                    <a:pt x="252990" y="310496"/>
                  </a:lnTo>
                  <a:lnTo>
                    <a:pt x="257491" y="307705"/>
                  </a:lnTo>
                  <a:lnTo>
                    <a:pt x="261901" y="304773"/>
                  </a:lnTo>
                  <a:lnTo>
                    <a:pt x="266216" y="301703"/>
                  </a:lnTo>
                  <a:lnTo>
                    <a:pt x="270431" y="298497"/>
                  </a:lnTo>
                  <a:lnTo>
                    <a:pt x="274543" y="295160"/>
                  </a:lnTo>
                  <a:lnTo>
                    <a:pt x="278547" y="291694"/>
                  </a:lnTo>
                  <a:lnTo>
                    <a:pt x="282439" y="288103"/>
                  </a:lnTo>
                  <a:lnTo>
                    <a:pt x="286216" y="284391"/>
                  </a:lnTo>
                  <a:lnTo>
                    <a:pt x="289873" y="280561"/>
                  </a:lnTo>
                  <a:lnTo>
                    <a:pt x="293406" y="276617"/>
                  </a:lnTo>
                  <a:lnTo>
                    <a:pt x="296814" y="272563"/>
                  </a:lnTo>
                  <a:lnTo>
                    <a:pt x="300091" y="268403"/>
                  </a:lnTo>
                  <a:lnTo>
                    <a:pt x="303234" y="264142"/>
                  </a:lnTo>
                  <a:lnTo>
                    <a:pt x="306241" y="259783"/>
                  </a:lnTo>
                  <a:lnTo>
                    <a:pt x="309109" y="255330"/>
                  </a:lnTo>
                  <a:lnTo>
                    <a:pt x="311834" y="250790"/>
                  </a:lnTo>
                  <a:lnTo>
                    <a:pt x="314414" y="246165"/>
                  </a:lnTo>
                  <a:lnTo>
                    <a:pt x="316846" y="241461"/>
                  </a:lnTo>
                  <a:lnTo>
                    <a:pt x="319128" y="236682"/>
                  </a:lnTo>
                  <a:lnTo>
                    <a:pt x="321257" y="231834"/>
                  </a:lnTo>
                  <a:lnTo>
                    <a:pt x="323232" y="226920"/>
                  </a:lnTo>
                  <a:lnTo>
                    <a:pt x="325050" y="221946"/>
                  </a:lnTo>
                  <a:lnTo>
                    <a:pt x="326710" y="216917"/>
                  </a:lnTo>
                  <a:lnTo>
                    <a:pt x="328209" y="211838"/>
                  </a:lnTo>
                  <a:lnTo>
                    <a:pt x="329547" y="206715"/>
                  </a:lnTo>
                  <a:lnTo>
                    <a:pt x="330722" y="201551"/>
                  </a:lnTo>
                  <a:lnTo>
                    <a:pt x="331733" y="196353"/>
                  </a:lnTo>
                  <a:lnTo>
                    <a:pt x="332578" y="191125"/>
                  </a:lnTo>
                  <a:lnTo>
                    <a:pt x="333258" y="185873"/>
                  </a:lnTo>
                  <a:lnTo>
                    <a:pt x="333771" y="180602"/>
                  </a:lnTo>
                  <a:lnTo>
                    <a:pt x="334117" y="175318"/>
                  </a:lnTo>
                  <a:lnTo>
                    <a:pt x="334295" y="170025"/>
                  </a:lnTo>
                  <a:lnTo>
                    <a:pt x="334305" y="164730"/>
                  </a:lnTo>
                  <a:lnTo>
                    <a:pt x="334148" y="159437"/>
                  </a:lnTo>
                  <a:lnTo>
                    <a:pt x="333823" y="154151"/>
                  </a:lnTo>
                  <a:lnTo>
                    <a:pt x="333331" y="148878"/>
                  </a:lnTo>
                  <a:lnTo>
                    <a:pt x="332672" y="143624"/>
                  </a:lnTo>
                  <a:lnTo>
                    <a:pt x="331847" y="138393"/>
                  </a:lnTo>
                  <a:lnTo>
                    <a:pt x="330857" y="133191"/>
                  </a:lnTo>
                  <a:lnTo>
                    <a:pt x="329702" y="128022"/>
                  </a:lnTo>
                  <a:lnTo>
                    <a:pt x="328384" y="122893"/>
                  </a:lnTo>
                  <a:lnTo>
                    <a:pt x="326905" y="117809"/>
                  </a:lnTo>
                  <a:lnTo>
                    <a:pt x="325265" y="112773"/>
                  </a:lnTo>
                  <a:lnTo>
                    <a:pt x="323467" y="107792"/>
                  </a:lnTo>
                  <a:lnTo>
                    <a:pt x="321511" y="102871"/>
                  </a:lnTo>
                  <a:lnTo>
                    <a:pt x="319401" y="98014"/>
                  </a:lnTo>
                  <a:lnTo>
                    <a:pt x="317138" y="93226"/>
                  </a:lnTo>
                  <a:lnTo>
                    <a:pt x="314724" y="88513"/>
                  </a:lnTo>
                  <a:lnTo>
                    <a:pt x="312163" y="83878"/>
                  </a:lnTo>
                  <a:lnTo>
                    <a:pt x="309456" y="79326"/>
                  </a:lnTo>
                  <a:lnTo>
                    <a:pt x="306606" y="74863"/>
                  </a:lnTo>
                  <a:lnTo>
                    <a:pt x="303616" y="70492"/>
                  </a:lnTo>
                  <a:lnTo>
                    <a:pt x="300489" y="66218"/>
                  </a:lnTo>
                  <a:lnTo>
                    <a:pt x="297228" y="62046"/>
                  </a:lnTo>
                  <a:lnTo>
                    <a:pt x="293837" y="57978"/>
                  </a:lnTo>
                  <a:lnTo>
                    <a:pt x="290319" y="54020"/>
                  </a:lnTo>
                  <a:lnTo>
                    <a:pt x="286677" y="50176"/>
                  </a:lnTo>
                  <a:lnTo>
                    <a:pt x="282915" y="46449"/>
                  </a:lnTo>
                  <a:lnTo>
                    <a:pt x="279037" y="42842"/>
                  </a:lnTo>
                  <a:lnTo>
                    <a:pt x="275047" y="39361"/>
                  </a:lnTo>
                  <a:lnTo>
                    <a:pt x="270948" y="36008"/>
                  </a:lnTo>
                  <a:lnTo>
                    <a:pt x="266745" y="32786"/>
                  </a:lnTo>
                  <a:lnTo>
                    <a:pt x="262443" y="29699"/>
                  </a:lnTo>
                  <a:lnTo>
                    <a:pt x="258044" y="26749"/>
                  </a:lnTo>
                  <a:lnTo>
                    <a:pt x="253555" y="23941"/>
                  </a:lnTo>
                  <a:lnTo>
                    <a:pt x="248978" y="21276"/>
                  </a:lnTo>
                  <a:lnTo>
                    <a:pt x="244320" y="18757"/>
                  </a:lnTo>
                  <a:lnTo>
                    <a:pt x="239584" y="16387"/>
                  </a:lnTo>
                  <a:lnTo>
                    <a:pt x="234776" y="14169"/>
                  </a:lnTo>
                  <a:lnTo>
                    <a:pt x="229900" y="12104"/>
                  </a:lnTo>
                  <a:lnTo>
                    <a:pt x="224960" y="10194"/>
                  </a:lnTo>
                  <a:lnTo>
                    <a:pt x="219963" y="8442"/>
                  </a:lnTo>
                  <a:lnTo>
                    <a:pt x="214913" y="6849"/>
                  </a:lnTo>
                  <a:lnTo>
                    <a:pt x="209814" y="5416"/>
                  </a:lnTo>
                  <a:lnTo>
                    <a:pt x="204673" y="4146"/>
                  </a:lnTo>
                  <a:lnTo>
                    <a:pt x="167154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37519" cy="167167"/>
            </a:xfrm>
            <a:custGeom>
              <a:avLst/>
              <a:pathLst>
                <a:path w="37519" h="167167">
                  <a:moveTo>
                    <a:pt x="37519" y="4264"/>
                  </a:moveTo>
                  <a:lnTo>
                    <a:pt x="31348" y="2965"/>
                  </a:lnTo>
                  <a:lnTo>
                    <a:pt x="25132" y="1900"/>
                  </a:lnTo>
                  <a:lnTo>
                    <a:pt x="18880" y="1069"/>
                  </a:lnTo>
                  <a:lnTo>
                    <a:pt x="12601" y="475"/>
                  </a:lnTo>
                  <a:lnTo>
                    <a:pt x="6305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8908" y="5399291"/>
              <a:ext cx="64635" cy="167167"/>
            </a:xfrm>
            <a:custGeom>
              <a:avLst/>
              <a:pathLst>
                <a:path w="64635" h="167167">
                  <a:moveTo>
                    <a:pt x="64635" y="0"/>
                  </a:moveTo>
                  <a:lnTo>
                    <a:pt x="58604" y="108"/>
                  </a:lnTo>
                  <a:lnTo>
                    <a:pt x="52579" y="435"/>
                  </a:lnTo>
                  <a:lnTo>
                    <a:pt x="46571" y="978"/>
                  </a:lnTo>
                  <a:lnTo>
                    <a:pt x="40586" y="1738"/>
                  </a:lnTo>
                  <a:lnTo>
                    <a:pt x="34633" y="2714"/>
                  </a:lnTo>
                  <a:lnTo>
                    <a:pt x="28718" y="3904"/>
                  </a:lnTo>
                  <a:lnTo>
                    <a:pt x="22851" y="5306"/>
                  </a:lnTo>
                  <a:lnTo>
                    <a:pt x="17037" y="6919"/>
                  </a:lnTo>
                  <a:lnTo>
                    <a:pt x="11286" y="8741"/>
                  </a:lnTo>
                  <a:lnTo>
                    <a:pt x="5604" y="10769"/>
                  </a:lnTo>
                  <a:lnTo>
                    <a:pt x="0" y="13001"/>
                  </a:lnTo>
                  <a:lnTo>
                    <a:pt x="646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8908" y="5412293"/>
              <a:ext cx="64635" cy="154165"/>
            </a:xfrm>
            <a:custGeom>
              <a:avLst/>
              <a:pathLst>
                <a:path w="64635" h="154165">
                  <a:moveTo>
                    <a:pt x="0" y="0"/>
                  </a:moveTo>
                  <a:lnTo>
                    <a:pt x="64635" y="154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8908" y="5412293"/>
              <a:ext cx="64635" cy="154165"/>
            </a:xfrm>
            <a:custGeom>
              <a:avLst/>
              <a:pathLst>
                <a:path w="64635" h="154165">
                  <a:moveTo>
                    <a:pt x="0" y="0"/>
                  </a:moveTo>
                  <a:lnTo>
                    <a:pt x="64635" y="154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58908" y="5412293"/>
              <a:ext cx="64635" cy="154165"/>
            </a:xfrm>
            <a:custGeom>
              <a:avLst/>
              <a:pathLst>
                <a:path w="64635" h="154165">
                  <a:moveTo>
                    <a:pt x="0" y="0"/>
                  </a:moveTo>
                  <a:lnTo>
                    <a:pt x="64635" y="154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58908" y="5412293"/>
              <a:ext cx="64635" cy="154165"/>
            </a:xfrm>
            <a:custGeom>
              <a:avLst/>
              <a:pathLst>
                <a:path w="64635" h="154165">
                  <a:moveTo>
                    <a:pt x="0" y="0"/>
                  </a:moveTo>
                  <a:lnTo>
                    <a:pt x="64635" y="154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58908" y="5412293"/>
              <a:ext cx="64635" cy="154165"/>
            </a:xfrm>
            <a:custGeom>
              <a:avLst/>
              <a:pathLst>
                <a:path w="64635" h="154165">
                  <a:moveTo>
                    <a:pt x="0" y="0"/>
                  </a:moveTo>
                  <a:lnTo>
                    <a:pt x="64635" y="154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856382" y="5412293"/>
              <a:ext cx="167161" cy="278573"/>
            </a:xfrm>
            <a:custGeom>
              <a:avLst/>
              <a:pathLst>
                <a:path w="167161" h="278573">
                  <a:moveTo>
                    <a:pt x="102525" y="0"/>
                  </a:moveTo>
                  <a:lnTo>
                    <a:pt x="97632" y="2143"/>
                  </a:lnTo>
                  <a:lnTo>
                    <a:pt x="92811" y="4442"/>
                  </a:lnTo>
                  <a:lnTo>
                    <a:pt x="88065" y="6894"/>
                  </a:lnTo>
                  <a:lnTo>
                    <a:pt x="83401" y="9496"/>
                  </a:lnTo>
                  <a:lnTo>
                    <a:pt x="78821" y="12246"/>
                  </a:lnTo>
                  <a:lnTo>
                    <a:pt x="74332" y="15141"/>
                  </a:lnTo>
                  <a:lnTo>
                    <a:pt x="69938" y="18178"/>
                  </a:lnTo>
                  <a:lnTo>
                    <a:pt x="65643" y="21354"/>
                  </a:lnTo>
                  <a:lnTo>
                    <a:pt x="61451" y="24665"/>
                  </a:lnTo>
                  <a:lnTo>
                    <a:pt x="57368" y="28108"/>
                  </a:lnTo>
                  <a:lnTo>
                    <a:pt x="53396" y="31680"/>
                  </a:lnTo>
                  <a:lnTo>
                    <a:pt x="49541" y="35378"/>
                  </a:lnTo>
                  <a:lnTo>
                    <a:pt x="45806" y="39196"/>
                  </a:lnTo>
                  <a:lnTo>
                    <a:pt x="42195" y="43132"/>
                  </a:lnTo>
                  <a:lnTo>
                    <a:pt x="38711" y="47181"/>
                  </a:lnTo>
                  <a:lnTo>
                    <a:pt x="35359" y="51340"/>
                  </a:lnTo>
                  <a:lnTo>
                    <a:pt x="32141" y="55603"/>
                  </a:lnTo>
                  <a:lnTo>
                    <a:pt x="29061" y="59967"/>
                  </a:lnTo>
                  <a:lnTo>
                    <a:pt x="26122" y="64428"/>
                  </a:lnTo>
                  <a:lnTo>
                    <a:pt x="23327" y="68979"/>
                  </a:lnTo>
                  <a:lnTo>
                    <a:pt x="20678" y="73618"/>
                  </a:lnTo>
                  <a:lnTo>
                    <a:pt x="18180" y="78339"/>
                  </a:lnTo>
                  <a:lnTo>
                    <a:pt x="15833" y="83138"/>
                  </a:lnTo>
                  <a:lnTo>
                    <a:pt x="13641" y="88009"/>
                  </a:lnTo>
                  <a:lnTo>
                    <a:pt x="11606" y="92948"/>
                  </a:lnTo>
                  <a:lnTo>
                    <a:pt x="9730" y="97949"/>
                  </a:lnTo>
                  <a:lnTo>
                    <a:pt x="8014" y="103007"/>
                  </a:lnTo>
                  <a:lnTo>
                    <a:pt x="6461" y="108118"/>
                  </a:lnTo>
                  <a:lnTo>
                    <a:pt x="5071" y="113276"/>
                  </a:lnTo>
                  <a:lnTo>
                    <a:pt x="3848" y="118475"/>
                  </a:lnTo>
                  <a:lnTo>
                    <a:pt x="2791" y="123711"/>
                  </a:lnTo>
                  <a:lnTo>
                    <a:pt x="1902" y="128978"/>
                  </a:lnTo>
                  <a:lnTo>
                    <a:pt x="1181" y="134271"/>
                  </a:lnTo>
                  <a:lnTo>
                    <a:pt x="631" y="139584"/>
                  </a:lnTo>
                  <a:lnTo>
                    <a:pt x="250" y="144912"/>
                  </a:lnTo>
                  <a:lnTo>
                    <a:pt x="39" y="150249"/>
                  </a:lnTo>
                  <a:lnTo>
                    <a:pt x="0" y="155591"/>
                  </a:lnTo>
                  <a:lnTo>
                    <a:pt x="130" y="160931"/>
                  </a:lnTo>
                  <a:lnTo>
                    <a:pt x="432" y="166264"/>
                  </a:lnTo>
                  <a:lnTo>
                    <a:pt x="903" y="171584"/>
                  </a:lnTo>
                  <a:lnTo>
                    <a:pt x="1545" y="176887"/>
                  </a:lnTo>
                  <a:lnTo>
                    <a:pt x="2355" y="182167"/>
                  </a:lnTo>
                  <a:lnTo>
                    <a:pt x="3334" y="187418"/>
                  </a:lnTo>
                  <a:lnTo>
                    <a:pt x="4480" y="192635"/>
                  </a:lnTo>
                  <a:lnTo>
                    <a:pt x="5792" y="197813"/>
                  </a:lnTo>
                  <a:lnTo>
                    <a:pt x="7269" y="202947"/>
                  </a:lnTo>
                  <a:lnTo>
                    <a:pt x="8909" y="208030"/>
                  </a:lnTo>
                  <a:lnTo>
                    <a:pt x="10711" y="213059"/>
                  </a:lnTo>
                  <a:lnTo>
                    <a:pt x="12672" y="218027"/>
                  </a:lnTo>
                  <a:lnTo>
                    <a:pt x="14792" y="222930"/>
                  </a:lnTo>
                  <a:lnTo>
                    <a:pt x="17066" y="227763"/>
                  </a:lnTo>
                  <a:lnTo>
                    <a:pt x="19494" y="232521"/>
                  </a:lnTo>
                  <a:lnTo>
                    <a:pt x="22073" y="237199"/>
                  </a:lnTo>
                  <a:lnTo>
                    <a:pt x="24800" y="241792"/>
                  </a:lnTo>
                  <a:lnTo>
                    <a:pt x="27672" y="246295"/>
                  </a:lnTo>
                  <a:lnTo>
                    <a:pt x="30687" y="250705"/>
                  </a:lnTo>
                  <a:lnTo>
                    <a:pt x="33841" y="255016"/>
                  </a:lnTo>
                  <a:lnTo>
                    <a:pt x="37131" y="259224"/>
                  </a:lnTo>
                  <a:lnTo>
                    <a:pt x="40554" y="263325"/>
                  </a:lnTo>
                  <a:lnTo>
                    <a:pt x="44106" y="267314"/>
                  </a:lnTo>
                  <a:lnTo>
                    <a:pt x="47784" y="271188"/>
                  </a:lnTo>
                  <a:lnTo>
                    <a:pt x="51584" y="274942"/>
                  </a:lnTo>
                  <a:lnTo>
                    <a:pt x="55502" y="278573"/>
                  </a:lnTo>
                  <a:lnTo>
                    <a:pt x="167161" y="154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911884" y="5399291"/>
              <a:ext cx="278807" cy="334334"/>
            </a:xfrm>
            <a:custGeom>
              <a:avLst/>
              <a:pathLst>
                <a:path w="278807" h="334334">
                  <a:moveTo>
                    <a:pt x="0" y="291574"/>
                  </a:moveTo>
                  <a:lnTo>
                    <a:pt x="4005" y="295056"/>
                  </a:lnTo>
                  <a:lnTo>
                    <a:pt x="8118" y="298408"/>
                  </a:lnTo>
                  <a:lnTo>
                    <a:pt x="12336" y="301629"/>
                  </a:lnTo>
                  <a:lnTo>
                    <a:pt x="16654" y="304713"/>
                  </a:lnTo>
                  <a:lnTo>
                    <a:pt x="21068" y="307660"/>
                  </a:lnTo>
                  <a:lnTo>
                    <a:pt x="25573" y="310464"/>
                  </a:lnTo>
                  <a:lnTo>
                    <a:pt x="30164" y="313125"/>
                  </a:lnTo>
                  <a:lnTo>
                    <a:pt x="34838" y="315638"/>
                  </a:lnTo>
                  <a:lnTo>
                    <a:pt x="39590" y="318001"/>
                  </a:lnTo>
                  <a:lnTo>
                    <a:pt x="44414" y="320213"/>
                  </a:lnTo>
                  <a:lnTo>
                    <a:pt x="49305" y="322270"/>
                  </a:lnTo>
                  <a:lnTo>
                    <a:pt x="54260" y="324171"/>
                  </a:lnTo>
                  <a:lnTo>
                    <a:pt x="59272" y="325914"/>
                  </a:lnTo>
                  <a:lnTo>
                    <a:pt x="64337" y="327497"/>
                  </a:lnTo>
                  <a:lnTo>
                    <a:pt x="69450" y="328918"/>
                  </a:lnTo>
                  <a:lnTo>
                    <a:pt x="74606" y="330176"/>
                  </a:lnTo>
                  <a:lnTo>
                    <a:pt x="79798" y="331270"/>
                  </a:lnTo>
                  <a:lnTo>
                    <a:pt x="85023" y="332199"/>
                  </a:lnTo>
                  <a:lnTo>
                    <a:pt x="90275" y="332961"/>
                  </a:lnTo>
                  <a:lnTo>
                    <a:pt x="95548" y="333556"/>
                  </a:lnTo>
                  <a:lnTo>
                    <a:pt x="100838" y="333984"/>
                  </a:lnTo>
                  <a:lnTo>
                    <a:pt x="106138" y="334243"/>
                  </a:lnTo>
                  <a:lnTo>
                    <a:pt x="111444" y="334334"/>
                  </a:lnTo>
                  <a:lnTo>
                    <a:pt x="116750" y="334257"/>
                  </a:lnTo>
                  <a:lnTo>
                    <a:pt x="122051" y="334011"/>
                  </a:lnTo>
                  <a:lnTo>
                    <a:pt x="127342" y="333597"/>
                  </a:lnTo>
                  <a:lnTo>
                    <a:pt x="132616" y="333015"/>
                  </a:lnTo>
                  <a:lnTo>
                    <a:pt x="137870" y="332267"/>
                  </a:lnTo>
                  <a:lnTo>
                    <a:pt x="143097" y="331352"/>
                  </a:lnTo>
                  <a:lnTo>
                    <a:pt x="148293" y="330271"/>
                  </a:lnTo>
                  <a:lnTo>
                    <a:pt x="153451" y="329026"/>
                  </a:lnTo>
                  <a:lnTo>
                    <a:pt x="158568" y="327618"/>
                  </a:lnTo>
                  <a:lnTo>
                    <a:pt x="163637" y="326048"/>
                  </a:lnTo>
                  <a:lnTo>
                    <a:pt x="168654" y="324318"/>
                  </a:lnTo>
                  <a:lnTo>
                    <a:pt x="173613" y="322430"/>
                  </a:lnTo>
                  <a:lnTo>
                    <a:pt x="178510" y="320385"/>
                  </a:lnTo>
                  <a:lnTo>
                    <a:pt x="183340" y="318186"/>
                  </a:lnTo>
                  <a:lnTo>
                    <a:pt x="188097" y="315835"/>
                  </a:lnTo>
                  <a:lnTo>
                    <a:pt x="192778" y="313334"/>
                  </a:lnTo>
                  <a:lnTo>
                    <a:pt x="197376" y="310685"/>
                  </a:lnTo>
                  <a:lnTo>
                    <a:pt x="201888" y="307892"/>
                  </a:lnTo>
                  <a:lnTo>
                    <a:pt x="206310" y="304957"/>
                  </a:lnTo>
                  <a:lnTo>
                    <a:pt x="210636" y="301884"/>
                  </a:lnTo>
                  <a:lnTo>
                    <a:pt x="214862" y="298674"/>
                  </a:lnTo>
                  <a:lnTo>
                    <a:pt x="218984" y="295332"/>
                  </a:lnTo>
                  <a:lnTo>
                    <a:pt x="222998" y="291861"/>
                  </a:lnTo>
                  <a:lnTo>
                    <a:pt x="226900" y="288264"/>
                  </a:lnTo>
                  <a:lnTo>
                    <a:pt x="230685" y="284545"/>
                  </a:lnTo>
                  <a:lnTo>
                    <a:pt x="234351" y="280708"/>
                  </a:lnTo>
                  <a:lnTo>
                    <a:pt x="237893" y="276756"/>
                  </a:lnTo>
                  <a:lnTo>
                    <a:pt x="241308" y="272694"/>
                  </a:lnTo>
                  <a:lnTo>
                    <a:pt x="244592" y="268526"/>
                  </a:lnTo>
                  <a:lnTo>
                    <a:pt x="247742" y="264256"/>
                  </a:lnTo>
                  <a:lnTo>
                    <a:pt x="250756" y="259887"/>
                  </a:lnTo>
                  <a:lnTo>
                    <a:pt x="253628" y="255425"/>
                  </a:lnTo>
                  <a:lnTo>
                    <a:pt x="256358" y="250875"/>
                  </a:lnTo>
                  <a:lnTo>
                    <a:pt x="258942" y="246240"/>
                  </a:lnTo>
                  <a:lnTo>
                    <a:pt x="261378" y="241525"/>
                  </a:lnTo>
                  <a:lnTo>
                    <a:pt x="263663" y="236735"/>
                  </a:lnTo>
                  <a:lnTo>
                    <a:pt x="265794" y="231875"/>
                  </a:lnTo>
                  <a:lnTo>
                    <a:pt x="267771" y="226950"/>
                  </a:lnTo>
                  <a:lnTo>
                    <a:pt x="269590" y="221965"/>
                  </a:lnTo>
                  <a:lnTo>
                    <a:pt x="271249" y="216925"/>
                  </a:lnTo>
                  <a:lnTo>
                    <a:pt x="272748" y="211834"/>
                  </a:lnTo>
                  <a:lnTo>
                    <a:pt x="274085" y="206698"/>
                  </a:lnTo>
                  <a:lnTo>
                    <a:pt x="275258" y="201523"/>
                  </a:lnTo>
                  <a:lnTo>
                    <a:pt x="276266" y="196313"/>
                  </a:lnTo>
                  <a:lnTo>
                    <a:pt x="277108" y="191073"/>
                  </a:lnTo>
                  <a:lnTo>
                    <a:pt x="277783" y="185810"/>
                  </a:lnTo>
                  <a:lnTo>
                    <a:pt x="278291" y="180527"/>
                  </a:lnTo>
                  <a:lnTo>
                    <a:pt x="278632" y="175232"/>
                  </a:lnTo>
                  <a:lnTo>
                    <a:pt x="278803" y="169928"/>
                  </a:lnTo>
                  <a:lnTo>
                    <a:pt x="278807" y="164621"/>
                  </a:lnTo>
                  <a:lnTo>
                    <a:pt x="278642" y="159317"/>
                  </a:lnTo>
                  <a:lnTo>
                    <a:pt x="278309" y="154021"/>
                  </a:lnTo>
                  <a:lnTo>
                    <a:pt x="277807" y="148738"/>
                  </a:lnTo>
                  <a:lnTo>
                    <a:pt x="277139" y="143473"/>
                  </a:lnTo>
                  <a:lnTo>
                    <a:pt x="276303" y="138233"/>
                  </a:lnTo>
                  <a:lnTo>
                    <a:pt x="275302" y="133021"/>
                  </a:lnTo>
                  <a:lnTo>
                    <a:pt x="274136" y="127844"/>
                  </a:lnTo>
                  <a:lnTo>
                    <a:pt x="272806" y="122707"/>
                  </a:lnTo>
                  <a:lnTo>
                    <a:pt x="271313" y="117614"/>
                  </a:lnTo>
                  <a:lnTo>
                    <a:pt x="269660" y="112572"/>
                  </a:lnTo>
                  <a:lnTo>
                    <a:pt x="267847" y="107584"/>
                  </a:lnTo>
                  <a:lnTo>
                    <a:pt x="265877" y="102657"/>
                  </a:lnTo>
                  <a:lnTo>
                    <a:pt x="263752" y="97794"/>
                  </a:lnTo>
                  <a:lnTo>
                    <a:pt x="261473" y="93002"/>
                  </a:lnTo>
                  <a:lnTo>
                    <a:pt x="259044" y="88284"/>
                  </a:lnTo>
                  <a:lnTo>
                    <a:pt x="256466" y="83645"/>
                  </a:lnTo>
                  <a:lnTo>
                    <a:pt x="253742" y="79091"/>
                  </a:lnTo>
                  <a:lnTo>
                    <a:pt x="250875" y="74626"/>
                  </a:lnTo>
                  <a:lnTo>
                    <a:pt x="247867" y="70253"/>
                  </a:lnTo>
                  <a:lnTo>
                    <a:pt x="244722" y="65979"/>
                  </a:lnTo>
                  <a:lnTo>
                    <a:pt x="241444" y="61806"/>
                  </a:lnTo>
                  <a:lnTo>
                    <a:pt x="238034" y="57740"/>
                  </a:lnTo>
                  <a:lnTo>
                    <a:pt x="234497" y="53784"/>
                  </a:lnTo>
                  <a:lnTo>
                    <a:pt x="230836" y="49942"/>
                  </a:lnTo>
                  <a:lnTo>
                    <a:pt x="227055" y="46218"/>
                  </a:lnTo>
                  <a:lnTo>
                    <a:pt x="223158" y="42616"/>
                  </a:lnTo>
                  <a:lnTo>
                    <a:pt x="219149" y="39140"/>
                  </a:lnTo>
                  <a:lnTo>
                    <a:pt x="215031" y="35793"/>
                  </a:lnTo>
                  <a:lnTo>
                    <a:pt x="210809" y="32578"/>
                  </a:lnTo>
                  <a:lnTo>
                    <a:pt x="206487" y="29498"/>
                  </a:lnTo>
                  <a:lnTo>
                    <a:pt x="202069" y="26558"/>
                  </a:lnTo>
                  <a:lnTo>
                    <a:pt x="197561" y="23759"/>
                  </a:lnTo>
                  <a:lnTo>
                    <a:pt x="192965" y="21105"/>
                  </a:lnTo>
                  <a:lnTo>
                    <a:pt x="188288" y="18598"/>
                  </a:lnTo>
                  <a:lnTo>
                    <a:pt x="183534" y="16240"/>
                  </a:lnTo>
                  <a:lnTo>
                    <a:pt x="178707" y="14035"/>
                  </a:lnTo>
                  <a:lnTo>
                    <a:pt x="173813" y="11984"/>
                  </a:lnTo>
                  <a:lnTo>
                    <a:pt x="168856" y="10089"/>
                  </a:lnTo>
                  <a:lnTo>
                    <a:pt x="163841" y="8353"/>
                  </a:lnTo>
                  <a:lnTo>
                    <a:pt x="158774" y="6776"/>
                  </a:lnTo>
                  <a:lnTo>
                    <a:pt x="153659" y="5362"/>
                  </a:lnTo>
                  <a:lnTo>
                    <a:pt x="148502" y="4110"/>
                  </a:lnTo>
                  <a:lnTo>
                    <a:pt x="143308" y="3023"/>
                  </a:lnTo>
                  <a:lnTo>
                    <a:pt x="138082" y="2101"/>
                  </a:lnTo>
                  <a:lnTo>
                    <a:pt x="132830" y="1345"/>
                  </a:lnTo>
                  <a:lnTo>
                    <a:pt x="127556" y="757"/>
                  </a:lnTo>
                  <a:lnTo>
                    <a:pt x="122266" y="336"/>
                  </a:lnTo>
                  <a:lnTo>
                    <a:pt x="116965" y="84"/>
                  </a:lnTo>
                  <a:lnTo>
                    <a:pt x="111659" y="0"/>
                  </a:lnTo>
                  <a:lnTo>
                    <a:pt x="1116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7885" y="5269756"/>
              <a:ext cx="37373" cy="167167"/>
            </a:xfrm>
            <a:custGeom>
              <a:avLst/>
              <a:pathLst>
                <a:path w="37373" h="167167">
                  <a:moveTo>
                    <a:pt x="37373" y="0"/>
                  </a:moveTo>
                  <a:lnTo>
                    <a:pt x="31092" y="118"/>
                  </a:lnTo>
                  <a:lnTo>
                    <a:pt x="24821" y="471"/>
                  </a:lnTo>
                  <a:lnTo>
                    <a:pt x="18567" y="1061"/>
                  </a:lnTo>
                  <a:lnTo>
                    <a:pt x="12339" y="1885"/>
                  </a:lnTo>
                  <a:lnTo>
                    <a:pt x="6147" y="2942"/>
                  </a:lnTo>
                  <a:lnTo>
                    <a:pt x="0" y="4231"/>
                  </a:lnTo>
                  <a:lnTo>
                    <a:pt x="373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7885" y="5273987"/>
              <a:ext cx="37373" cy="162936"/>
            </a:xfrm>
            <a:custGeom>
              <a:avLst/>
              <a:pathLst>
                <a:path w="37373" h="162936">
                  <a:moveTo>
                    <a:pt x="0" y="0"/>
                  </a:moveTo>
                  <a:lnTo>
                    <a:pt x="37373" y="162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7885" y="5273987"/>
              <a:ext cx="37373" cy="162936"/>
            </a:xfrm>
            <a:custGeom>
              <a:avLst/>
              <a:pathLst>
                <a:path w="37373" h="162936">
                  <a:moveTo>
                    <a:pt x="0" y="0"/>
                  </a:moveTo>
                  <a:lnTo>
                    <a:pt x="37373" y="162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07885" y="5273987"/>
              <a:ext cx="37373" cy="162936"/>
            </a:xfrm>
            <a:custGeom>
              <a:avLst/>
              <a:pathLst>
                <a:path w="37373" h="162936">
                  <a:moveTo>
                    <a:pt x="0" y="0"/>
                  </a:moveTo>
                  <a:lnTo>
                    <a:pt x="37373" y="1629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507885" y="5273987"/>
              <a:ext cx="37373" cy="162936"/>
            </a:xfrm>
            <a:custGeom>
              <a:avLst/>
              <a:pathLst>
                <a:path w="37373" h="162936">
                  <a:moveTo>
                    <a:pt x="0" y="0"/>
                  </a:moveTo>
                  <a:lnTo>
                    <a:pt x="37373" y="1629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380483" y="5273987"/>
              <a:ext cx="164775" cy="162936"/>
            </a:xfrm>
            <a:custGeom>
              <a:avLst/>
              <a:pathLst>
                <a:path w="164775" h="162936">
                  <a:moveTo>
                    <a:pt x="127401" y="0"/>
                  </a:moveTo>
                  <a:lnTo>
                    <a:pt x="122100" y="1307"/>
                  </a:lnTo>
                  <a:lnTo>
                    <a:pt x="116844" y="2787"/>
                  </a:lnTo>
                  <a:lnTo>
                    <a:pt x="111639" y="4438"/>
                  </a:lnTo>
                  <a:lnTo>
                    <a:pt x="106491" y="6258"/>
                  </a:lnTo>
                  <a:lnTo>
                    <a:pt x="101405" y="8245"/>
                  </a:lnTo>
                  <a:lnTo>
                    <a:pt x="96387" y="10397"/>
                  </a:lnTo>
                  <a:lnTo>
                    <a:pt x="91442" y="12712"/>
                  </a:lnTo>
                  <a:lnTo>
                    <a:pt x="86574" y="15187"/>
                  </a:lnTo>
                  <a:lnTo>
                    <a:pt x="81791" y="17820"/>
                  </a:lnTo>
                  <a:lnTo>
                    <a:pt x="77096" y="20607"/>
                  </a:lnTo>
                  <a:lnTo>
                    <a:pt x="72494" y="23547"/>
                  </a:lnTo>
                  <a:lnTo>
                    <a:pt x="67991" y="26635"/>
                  </a:lnTo>
                  <a:lnTo>
                    <a:pt x="63591" y="29869"/>
                  </a:lnTo>
                  <a:lnTo>
                    <a:pt x="59299" y="33244"/>
                  </a:lnTo>
                  <a:lnTo>
                    <a:pt x="55120" y="36758"/>
                  </a:lnTo>
                  <a:lnTo>
                    <a:pt x="51057" y="40407"/>
                  </a:lnTo>
                  <a:lnTo>
                    <a:pt x="47116" y="44186"/>
                  </a:lnTo>
                  <a:lnTo>
                    <a:pt x="43301" y="48092"/>
                  </a:lnTo>
                  <a:lnTo>
                    <a:pt x="39615" y="52121"/>
                  </a:lnTo>
                  <a:lnTo>
                    <a:pt x="36063" y="56267"/>
                  </a:lnTo>
                  <a:lnTo>
                    <a:pt x="32648" y="60528"/>
                  </a:lnTo>
                  <a:lnTo>
                    <a:pt x="29373" y="64898"/>
                  </a:lnTo>
                  <a:lnTo>
                    <a:pt x="26244" y="69372"/>
                  </a:lnTo>
                  <a:lnTo>
                    <a:pt x="23262" y="73946"/>
                  </a:lnTo>
                  <a:lnTo>
                    <a:pt x="20431" y="78616"/>
                  </a:lnTo>
                  <a:lnTo>
                    <a:pt x="17754" y="83375"/>
                  </a:lnTo>
                  <a:lnTo>
                    <a:pt x="15234" y="88219"/>
                  </a:lnTo>
                  <a:lnTo>
                    <a:pt x="12874" y="93143"/>
                  </a:lnTo>
                  <a:lnTo>
                    <a:pt x="10676" y="98141"/>
                  </a:lnTo>
                  <a:lnTo>
                    <a:pt x="8642" y="103208"/>
                  </a:lnTo>
                  <a:lnTo>
                    <a:pt x="6774" y="108339"/>
                  </a:lnTo>
                  <a:lnTo>
                    <a:pt x="5075" y="113529"/>
                  </a:lnTo>
                  <a:lnTo>
                    <a:pt x="3547" y="118771"/>
                  </a:lnTo>
                  <a:lnTo>
                    <a:pt x="2191" y="124060"/>
                  </a:lnTo>
                  <a:lnTo>
                    <a:pt x="1008" y="129390"/>
                  </a:lnTo>
                  <a:lnTo>
                    <a:pt x="0" y="134757"/>
                  </a:lnTo>
                  <a:lnTo>
                    <a:pt x="164775" y="1629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378101" y="5269756"/>
              <a:ext cx="334308" cy="334333"/>
            </a:xfrm>
            <a:custGeom>
              <a:avLst/>
              <a:pathLst>
                <a:path w="334308" h="334333">
                  <a:moveTo>
                    <a:pt x="2382" y="138988"/>
                  </a:moveTo>
                  <a:lnTo>
                    <a:pt x="1571" y="144225"/>
                  </a:lnTo>
                  <a:lnTo>
                    <a:pt x="927" y="149484"/>
                  </a:lnTo>
                  <a:lnTo>
                    <a:pt x="451" y="154762"/>
                  </a:lnTo>
                  <a:lnTo>
                    <a:pt x="141" y="160052"/>
                  </a:lnTo>
                  <a:lnTo>
                    <a:pt x="0" y="165349"/>
                  </a:lnTo>
                  <a:lnTo>
                    <a:pt x="26" y="170648"/>
                  </a:lnTo>
                  <a:lnTo>
                    <a:pt x="220" y="175943"/>
                  </a:lnTo>
                  <a:lnTo>
                    <a:pt x="582" y="181230"/>
                  </a:lnTo>
                  <a:lnTo>
                    <a:pt x="1112" y="186502"/>
                  </a:lnTo>
                  <a:lnTo>
                    <a:pt x="1808" y="191755"/>
                  </a:lnTo>
                  <a:lnTo>
                    <a:pt x="2670" y="196983"/>
                  </a:lnTo>
                  <a:lnTo>
                    <a:pt x="3698" y="202182"/>
                  </a:lnTo>
                  <a:lnTo>
                    <a:pt x="4890" y="207345"/>
                  </a:lnTo>
                  <a:lnTo>
                    <a:pt x="6245" y="212468"/>
                  </a:lnTo>
                  <a:lnTo>
                    <a:pt x="7761" y="217545"/>
                  </a:lnTo>
                  <a:lnTo>
                    <a:pt x="9438" y="222572"/>
                  </a:lnTo>
                  <a:lnTo>
                    <a:pt x="11273" y="227543"/>
                  </a:lnTo>
                  <a:lnTo>
                    <a:pt x="13265" y="232453"/>
                  </a:lnTo>
                  <a:lnTo>
                    <a:pt x="15412" y="237298"/>
                  </a:lnTo>
                  <a:lnTo>
                    <a:pt x="17711" y="242072"/>
                  </a:lnTo>
                  <a:lnTo>
                    <a:pt x="20160" y="246771"/>
                  </a:lnTo>
                  <a:lnTo>
                    <a:pt x="22757" y="251390"/>
                  </a:lnTo>
                  <a:lnTo>
                    <a:pt x="25499" y="255924"/>
                  </a:lnTo>
                  <a:lnTo>
                    <a:pt x="28383" y="260369"/>
                  </a:lnTo>
                  <a:lnTo>
                    <a:pt x="31407" y="264721"/>
                  </a:lnTo>
                  <a:lnTo>
                    <a:pt x="34567" y="268975"/>
                  </a:lnTo>
                  <a:lnTo>
                    <a:pt x="37860" y="273126"/>
                  </a:lnTo>
                  <a:lnTo>
                    <a:pt x="41283" y="277171"/>
                  </a:lnTo>
                  <a:lnTo>
                    <a:pt x="44833" y="281105"/>
                  </a:lnTo>
                  <a:lnTo>
                    <a:pt x="48506" y="284924"/>
                  </a:lnTo>
                  <a:lnTo>
                    <a:pt x="52298" y="288626"/>
                  </a:lnTo>
                  <a:lnTo>
                    <a:pt x="56205" y="292205"/>
                  </a:lnTo>
                  <a:lnTo>
                    <a:pt x="60224" y="295659"/>
                  </a:lnTo>
                  <a:lnTo>
                    <a:pt x="64350" y="298984"/>
                  </a:lnTo>
                  <a:lnTo>
                    <a:pt x="68579" y="302176"/>
                  </a:lnTo>
                  <a:lnTo>
                    <a:pt x="72908" y="305232"/>
                  </a:lnTo>
                  <a:lnTo>
                    <a:pt x="77331" y="308150"/>
                  </a:lnTo>
                  <a:lnTo>
                    <a:pt x="81845" y="310926"/>
                  </a:lnTo>
                  <a:lnTo>
                    <a:pt x="86444" y="313558"/>
                  </a:lnTo>
                  <a:lnTo>
                    <a:pt x="91124" y="316043"/>
                  </a:lnTo>
                  <a:lnTo>
                    <a:pt x="95881" y="318378"/>
                  </a:lnTo>
                  <a:lnTo>
                    <a:pt x="100709" y="320561"/>
                  </a:lnTo>
                  <a:lnTo>
                    <a:pt x="105605" y="322590"/>
                  </a:lnTo>
                  <a:lnTo>
                    <a:pt x="110562" y="324463"/>
                  </a:lnTo>
                  <a:lnTo>
                    <a:pt x="115575" y="326177"/>
                  </a:lnTo>
                  <a:lnTo>
                    <a:pt x="120641" y="327732"/>
                  </a:lnTo>
                  <a:lnTo>
                    <a:pt x="125753" y="329126"/>
                  </a:lnTo>
                  <a:lnTo>
                    <a:pt x="130907" y="330357"/>
                  </a:lnTo>
                  <a:lnTo>
                    <a:pt x="136098" y="331424"/>
                  </a:lnTo>
                  <a:lnTo>
                    <a:pt x="141320" y="332326"/>
                  </a:lnTo>
                  <a:lnTo>
                    <a:pt x="146567" y="333062"/>
                  </a:lnTo>
                  <a:lnTo>
                    <a:pt x="151835" y="333631"/>
                  </a:lnTo>
                  <a:lnTo>
                    <a:pt x="157119" y="334033"/>
                  </a:lnTo>
                  <a:lnTo>
                    <a:pt x="162413" y="334267"/>
                  </a:lnTo>
                  <a:lnTo>
                    <a:pt x="167711" y="334333"/>
                  </a:lnTo>
                  <a:lnTo>
                    <a:pt x="173009" y="334232"/>
                  </a:lnTo>
                  <a:lnTo>
                    <a:pt x="178301" y="333962"/>
                  </a:lnTo>
                  <a:lnTo>
                    <a:pt x="183582" y="333525"/>
                  </a:lnTo>
                  <a:lnTo>
                    <a:pt x="188847" y="332921"/>
                  </a:lnTo>
                  <a:lnTo>
                    <a:pt x="194089" y="332151"/>
                  </a:lnTo>
                  <a:lnTo>
                    <a:pt x="199305" y="331214"/>
                  </a:lnTo>
                  <a:lnTo>
                    <a:pt x="204488" y="330113"/>
                  </a:lnTo>
                  <a:lnTo>
                    <a:pt x="209634" y="328848"/>
                  </a:lnTo>
                  <a:lnTo>
                    <a:pt x="214737" y="327420"/>
                  </a:lnTo>
                  <a:lnTo>
                    <a:pt x="219792" y="325832"/>
                  </a:lnTo>
                  <a:lnTo>
                    <a:pt x="224794" y="324084"/>
                  </a:lnTo>
                  <a:lnTo>
                    <a:pt x="229739" y="322178"/>
                  </a:lnTo>
                  <a:lnTo>
                    <a:pt x="234620" y="320117"/>
                  </a:lnTo>
                  <a:lnTo>
                    <a:pt x="239434" y="317902"/>
                  </a:lnTo>
                  <a:lnTo>
                    <a:pt x="244175" y="315535"/>
                  </a:lnTo>
                  <a:lnTo>
                    <a:pt x="248839" y="313020"/>
                  </a:lnTo>
                  <a:lnTo>
                    <a:pt x="253421" y="310357"/>
                  </a:lnTo>
                  <a:lnTo>
                    <a:pt x="257916" y="307551"/>
                  </a:lnTo>
                  <a:lnTo>
                    <a:pt x="262320" y="304604"/>
                  </a:lnTo>
                  <a:lnTo>
                    <a:pt x="266628" y="301519"/>
                  </a:lnTo>
                  <a:lnTo>
                    <a:pt x="270836" y="298299"/>
                  </a:lnTo>
                  <a:lnTo>
                    <a:pt x="274940" y="294947"/>
                  </a:lnTo>
                  <a:lnTo>
                    <a:pt x="278936" y="291467"/>
                  </a:lnTo>
                  <a:lnTo>
                    <a:pt x="282819" y="287862"/>
                  </a:lnTo>
                  <a:lnTo>
                    <a:pt x="286587" y="284135"/>
                  </a:lnTo>
                  <a:lnTo>
                    <a:pt x="290234" y="280291"/>
                  </a:lnTo>
                  <a:lnTo>
                    <a:pt x="293757" y="276333"/>
                  </a:lnTo>
                  <a:lnTo>
                    <a:pt x="297154" y="272266"/>
                  </a:lnTo>
                  <a:lnTo>
                    <a:pt x="300420" y="268093"/>
                  </a:lnTo>
                  <a:lnTo>
                    <a:pt x="303551" y="263819"/>
                  </a:lnTo>
                  <a:lnTo>
                    <a:pt x="306546" y="259447"/>
                  </a:lnTo>
                  <a:lnTo>
                    <a:pt x="309401" y="254983"/>
                  </a:lnTo>
                  <a:lnTo>
                    <a:pt x="312113" y="250430"/>
                  </a:lnTo>
                  <a:lnTo>
                    <a:pt x="314679" y="245794"/>
                  </a:lnTo>
                  <a:lnTo>
                    <a:pt x="317097" y="241079"/>
                  </a:lnTo>
                  <a:lnTo>
                    <a:pt x="319364" y="236290"/>
                  </a:lnTo>
                  <a:lnTo>
                    <a:pt x="321478" y="231431"/>
                  </a:lnTo>
                  <a:lnTo>
                    <a:pt x="323438" y="226508"/>
                  </a:lnTo>
                  <a:lnTo>
                    <a:pt x="325240" y="221524"/>
                  </a:lnTo>
                  <a:lnTo>
                    <a:pt x="326883" y="216487"/>
                  </a:lnTo>
                  <a:lnTo>
                    <a:pt x="328366" y="211400"/>
                  </a:lnTo>
                  <a:lnTo>
                    <a:pt x="329687" y="206268"/>
                  </a:lnTo>
                  <a:lnTo>
                    <a:pt x="330845" y="201097"/>
                  </a:lnTo>
                  <a:lnTo>
                    <a:pt x="331838" y="195892"/>
                  </a:lnTo>
                  <a:lnTo>
                    <a:pt x="332666" y="190658"/>
                  </a:lnTo>
                  <a:lnTo>
                    <a:pt x="333327" y="185401"/>
                  </a:lnTo>
                  <a:lnTo>
                    <a:pt x="333822" y="180125"/>
                  </a:lnTo>
                  <a:lnTo>
                    <a:pt x="334148" y="174836"/>
                  </a:lnTo>
                  <a:lnTo>
                    <a:pt x="334308" y="169539"/>
                  </a:lnTo>
                  <a:lnTo>
                    <a:pt x="334299" y="164240"/>
                  </a:lnTo>
                  <a:lnTo>
                    <a:pt x="334122" y="158944"/>
                  </a:lnTo>
                  <a:lnTo>
                    <a:pt x="333778" y="153657"/>
                  </a:lnTo>
                  <a:lnTo>
                    <a:pt x="333266" y="148382"/>
                  </a:lnTo>
                  <a:lnTo>
                    <a:pt x="332587" y="143127"/>
                  </a:lnTo>
                  <a:lnTo>
                    <a:pt x="331742" y="137896"/>
                  </a:lnTo>
                  <a:lnTo>
                    <a:pt x="330731" y="132694"/>
                  </a:lnTo>
                  <a:lnTo>
                    <a:pt x="329557" y="127527"/>
                  </a:lnTo>
                  <a:lnTo>
                    <a:pt x="328219" y="122400"/>
                  </a:lnTo>
                  <a:lnTo>
                    <a:pt x="326719" y="117318"/>
                  </a:lnTo>
                  <a:lnTo>
                    <a:pt x="325059" y="112286"/>
                  </a:lnTo>
                  <a:lnTo>
                    <a:pt x="323240" y="107308"/>
                  </a:lnTo>
                  <a:lnTo>
                    <a:pt x="321265" y="102392"/>
                  </a:lnTo>
                  <a:lnTo>
                    <a:pt x="319134" y="97540"/>
                  </a:lnTo>
                  <a:lnTo>
                    <a:pt x="316851" y="92758"/>
                  </a:lnTo>
                  <a:lnTo>
                    <a:pt x="314417" y="88051"/>
                  </a:lnTo>
                  <a:lnTo>
                    <a:pt x="311836" y="83423"/>
                  </a:lnTo>
                  <a:lnTo>
                    <a:pt x="309109" y="78880"/>
                  </a:lnTo>
                  <a:lnTo>
                    <a:pt x="306239" y="74425"/>
                  </a:lnTo>
                  <a:lnTo>
                    <a:pt x="303230" y="70064"/>
                  </a:lnTo>
                  <a:lnTo>
                    <a:pt x="300084" y="65800"/>
                  </a:lnTo>
                  <a:lnTo>
                    <a:pt x="296805" y="61637"/>
                  </a:lnTo>
                  <a:lnTo>
                    <a:pt x="293395" y="57581"/>
                  </a:lnTo>
                  <a:lnTo>
                    <a:pt x="289858" y="53635"/>
                  </a:lnTo>
                  <a:lnTo>
                    <a:pt x="286198" y="49803"/>
                  </a:lnTo>
                  <a:lnTo>
                    <a:pt x="282419" y="46089"/>
                  </a:lnTo>
                  <a:lnTo>
                    <a:pt x="278523" y="42497"/>
                  </a:lnTo>
                  <a:lnTo>
                    <a:pt x="274516" y="39030"/>
                  </a:lnTo>
                  <a:lnTo>
                    <a:pt x="270401" y="35692"/>
                  </a:lnTo>
                  <a:lnTo>
                    <a:pt x="266182" y="32486"/>
                  </a:lnTo>
                  <a:lnTo>
                    <a:pt x="261863" y="29415"/>
                  </a:lnTo>
                  <a:lnTo>
                    <a:pt x="257450" y="26482"/>
                  </a:lnTo>
                  <a:lnTo>
                    <a:pt x="252946" y="23691"/>
                  </a:lnTo>
                  <a:lnTo>
                    <a:pt x="248355" y="21044"/>
                  </a:lnTo>
                  <a:lnTo>
                    <a:pt x="243683" y="18544"/>
                  </a:lnTo>
                  <a:lnTo>
                    <a:pt x="238934" y="16193"/>
                  </a:lnTo>
                  <a:lnTo>
                    <a:pt x="234113" y="13994"/>
                  </a:lnTo>
                  <a:lnTo>
                    <a:pt x="229225" y="11949"/>
                  </a:lnTo>
                  <a:lnTo>
                    <a:pt x="224274" y="10060"/>
                  </a:lnTo>
                  <a:lnTo>
                    <a:pt x="219266" y="8329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5344" y="5018213"/>
              <a:ext cx="25694" cy="167167"/>
            </a:xfrm>
            <a:custGeom>
              <a:avLst/>
              <a:pathLst>
                <a:path w="25694" h="167167">
                  <a:moveTo>
                    <a:pt x="25694" y="0"/>
                  </a:moveTo>
                  <a:lnTo>
                    <a:pt x="17099" y="221"/>
                  </a:lnTo>
                  <a:lnTo>
                    <a:pt x="8527" y="883"/>
                  </a:lnTo>
                  <a:lnTo>
                    <a:pt x="0" y="1986"/>
                  </a:lnTo>
                  <a:lnTo>
                    <a:pt x="2569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5344" y="5020199"/>
              <a:ext cx="25694" cy="165180"/>
            </a:xfrm>
            <a:custGeom>
              <a:avLst/>
              <a:pathLst>
                <a:path w="25694" h="165180">
                  <a:moveTo>
                    <a:pt x="0" y="0"/>
                  </a:moveTo>
                  <a:lnTo>
                    <a:pt x="25694" y="1651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995344" y="5020199"/>
              <a:ext cx="25694" cy="165180"/>
            </a:xfrm>
            <a:custGeom>
              <a:avLst/>
              <a:pathLst>
                <a:path w="25694" h="165180">
                  <a:moveTo>
                    <a:pt x="0" y="0"/>
                  </a:moveTo>
                  <a:lnTo>
                    <a:pt x="25694" y="1651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995344" y="5020199"/>
              <a:ext cx="25694" cy="165180"/>
            </a:xfrm>
            <a:custGeom>
              <a:avLst/>
              <a:pathLst>
                <a:path w="25694" h="165180">
                  <a:moveTo>
                    <a:pt x="0" y="0"/>
                  </a:moveTo>
                  <a:lnTo>
                    <a:pt x="25694" y="1651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882169" y="5020199"/>
              <a:ext cx="138869" cy="165180"/>
            </a:xfrm>
            <a:custGeom>
              <a:avLst/>
              <a:pathLst>
                <a:path w="138869" h="165180">
                  <a:moveTo>
                    <a:pt x="113174" y="0"/>
                  </a:moveTo>
                  <a:lnTo>
                    <a:pt x="107731" y="939"/>
                  </a:lnTo>
                  <a:lnTo>
                    <a:pt x="102322" y="2057"/>
                  </a:lnTo>
                  <a:lnTo>
                    <a:pt x="96953" y="3353"/>
                  </a:lnTo>
                  <a:lnTo>
                    <a:pt x="91629" y="4827"/>
                  </a:lnTo>
                  <a:lnTo>
                    <a:pt x="86357" y="6475"/>
                  </a:lnTo>
                  <a:lnTo>
                    <a:pt x="81143" y="8296"/>
                  </a:lnTo>
                  <a:lnTo>
                    <a:pt x="75991" y="10289"/>
                  </a:lnTo>
                  <a:lnTo>
                    <a:pt x="70909" y="12451"/>
                  </a:lnTo>
                  <a:lnTo>
                    <a:pt x="65900" y="14779"/>
                  </a:lnTo>
                  <a:lnTo>
                    <a:pt x="60971" y="17272"/>
                  </a:lnTo>
                  <a:lnTo>
                    <a:pt x="56127" y="19927"/>
                  </a:lnTo>
                  <a:lnTo>
                    <a:pt x="51373" y="22739"/>
                  </a:lnTo>
                  <a:lnTo>
                    <a:pt x="46715" y="25708"/>
                  </a:lnTo>
                  <a:lnTo>
                    <a:pt x="42158" y="28829"/>
                  </a:lnTo>
                  <a:lnTo>
                    <a:pt x="37706" y="32098"/>
                  </a:lnTo>
                  <a:lnTo>
                    <a:pt x="33364" y="35513"/>
                  </a:lnTo>
                  <a:lnTo>
                    <a:pt x="29138" y="39069"/>
                  </a:lnTo>
                  <a:lnTo>
                    <a:pt x="25032" y="42763"/>
                  </a:lnTo>
                  <a:lnTo>
                    <a:pt x="21049" y="46591"/>
                  </a:lnTo>
                  <a:lnTo>
                    <a:pt x="17196" y="50548"/>
                  </a:lnTo>
                  <a:lnTo>
                    <a:pt x="13475" y="54631"/>
                  </a:lnTo>
                  <a:lnTo>
                    <a:pt x="9891" y="58834"/>
                  </a:lnTo>
                  <a:lnTo>
                    <a:pt x="6448" y="63153"/>
                  </a:lnTo>
                  <a:lnTo>
                    <a:pt x="3150" y="67583"/>
                  </a:lnTo>
                  <a:lnTo>
                    <a:pt x="0" y="72120"/>
                  </a:lnTo>
                  <a:lnTo>
                    <a:pt x="138869" y="1651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853885" y="5018213"/>
              <a:ext cx="334302" cy="334334"/>
            </a:xfrm>
            <a:custGeom>
              <a:avLst/>
              <a:pathLst>
                <a:path w="334302" h="334334">
                  <a:moveTo>
                    <a:pt x="28283" y="74107"/>
                  </a:moveTo>
                  <a:lnTo>
                    <a:pt x="25399" y="78563"/>
                  </a:lnTo>
                  <a:lnTo>
                    <a:pt x="22657" y="83108"/>
                  </a:lnTo>
                  <a:lnTo>
                    <a:pt x="20061" y="87738"/>
                  </a:lnTo>
                  <a:lnTo>
                    <a:pt x="17614" y="92447"/>
                  </a:lnTo>
                  <a:lnTo>
                    <a:pt x="15317" y="97233"/>
                  </a:lnTo>
                  <a:lnTo>
                    <a:pt x="13173" y="102088"/>
                  </a:lnTo>
                  <a:lnTo>
                    <a:pt x="11185" y="107010"/>
                  </a:lnTo>
                  <a:lnTo>
                    <a:pt x="9354" y="111992"/>
                  </a:lnTo>
                  <a:lnTo>
                    <a:pt x="7681" y="117029"/>
                  </a:lnTo>
                  <a:lnTo>
                    <a:pt x="6170" y="122117"/>
                  </a:lnTo>
                  <a:lnTo>
                    <a:pt x="4821" y="127251"/>
                  </a:lnTo>
                  <a:lnTo>
                    <a:pt x="3636" y="132425"/>
                  </a:lnTo>
                  <a:lnTo>
                    <a:pt x="2615" y="137634"/>
                  </a:lnTo>
                  <a:lnTo>
                    <a:pt x="1760" y="142872"/>
                  </a:lnTo>
                  <a:lnTo>
                    <a:pt x="1072" y="148135"/>
                  </a:lnTo>
                  <a:lnTo>
                    <a:pt x="552" y="153418"/>
                  </a:lnTo>
                  <a:lnTo>
                    <a:pt x="199" y="158714"/>
                  </a:lnTo>
                  <a:lnTo>
                    <a:pt x="15" y="164018"/>
                  </a:lnTo>
                  <a:lnTo>
                    <a:pt x="0" y="169326"/>
                  </a:lnTo>
                  <a:lnTo>
                    <a:pt x="152" y="174632"/>
                  </a:lnTo>
                  <a:lnTo>
                    <a:pt x="473" y="179930"/>
                  </a:lnTo>
                  <a:lnTo>
                    <a:pt x="963" y="185215"/>
                  </a:lnTo>
                  <a:lnTo>
                    <a:pt x="1619" y="190482"/>
                  </a:lnTo>
                  <a:lnTo>
                    <a:pt x="2443" y="195726"/>
                  </a:lnTo>
                  <a:lnTo>
                    <a:pt x="3433" y="200941"/>
                  </a:lnTo>
                  <a:lnTo>
                    <a:pt x="4588" y="206122"/>
                  </a:lnTo>
                  <a:lnTo>
                    <a:pt x="5906" y="211263"/>
                  </a:lnTo>
                  <a:lnTo>
                    <a:pt x="7388" y="216360"/>
                  </a:lnTo>
                  <a:lnTo>
                    <a:pt x="9030" y="221407"/>
                  </a:lnTo>
                  <a:lnTo>
                    <a:pt x="10832" y="226400"/>
                  </a:lnTo>
                  <a:lnTo>
                    <a:pt x="12791" y="231333"/>
                  </a:lnTo>
                  <a:lnTo>
                    <a:pt x="14906" y="236202"/>
                  </a:lnTo>
                  <a:lnTo>
                    <a:pt x="17174" y="241000"/>
                  </a:lnTo>
                  <a:lnTo>
                    <a:pt x="19594" y="245725"/>
                  </a:lnTo>
                  <a:lnTo>
                    <a:pt x="22162" y="250370"/>
                  </a:lnTo>
                  <a:lnTo>
                    <a:pt x="24877" y="254931"/>
                  </a:lnTo>
                  <a:lnTo>
                    <a:pt x="27735" y="259404"/>
                  </a:lnTo>
                  <a:lnTo>
                    <a:pt x="30734" y="263783"/>
                  </a:lnTo>
                  <a:lnTo>
                    <a:pt x="33870" y="268066"/>
                  </a:lnTo>
                  <a:lnTo>
                    <a:pt x="37140" y="272246"/>
                  </a:lnTo>
                  <a:lnTo>
                    <a:pt x="40542" y="276321"/>
                  </a:lnTo>
                  <a:lnTo>
                    <a:pt x="44071" y="280285"/>
                  </a:lnTo>
                  <a:lnTo>
                    <a:pt x="47724" y="284136"/>
                  </a:lnTo>
                  <a:lnTo>
                    <a:pt x="51498" y="287869"/>
                  </a:lnTo>
                  <a:lnTo>
                    <a:pt x="55388" y="291480"/>
                  </a:lnTo>
                  <a:lnTo>
                    <a:pt x="59391" y="294965"/>
                  </a:lnTo>
                  <a:lnTo>
                    <a:pt x="63503" y="298322"/>
                  </a:lnTo>
                  <a:lnTo>
                    <a:pt x="67719" y="301547"/>
                  </a:lnTo>
                  <a:lnTo>
                    <a:pt x="72036" y="304636"/>
                  </a:lnTo>
                  <a:lnTo>
                    <a:pt x="76448" y="307586"/>
                  </a:lnTo>
                  <a:lnTo>
                    <a:pt x="80952" y="310395"/>
                  </a:lnTo>
                  <a:lnTo>
                    <a:pt x="85542" y="313059"/>
                  </a:lnTo>
                  <a:lnTo>
                    <a:pt x="90215" y="315577"/>
                  </a:lnTo>
                  <a:lnTo>
                    <a:pt x="94966" y="317945"/>
                  </a:lnTo>
                  <a:lnTo>
                    <a:pt x="99789" y="320160"/>
                  </a:lnTo>
                  <a:lnTo>
                    <a:pt x="104680" y="322222"/>
                  </a:lnTo>
                  <a:lnTo>
                    <a:pt x="109634" y="324127"/>
                  </a:lnTo>
                  <a:lnTo>
                    <a:pt x="114646" y="325874"/>
                  </a:lnTo>
                  <a:lnTo>
                    <a:pt x="119711" y="327461"/>
                  </a:lnTo>
                  <a:lnTo>
                    <a:pt x="124824" y="328887"/>
                  </a:lnTo>
                  <a:lnTo>
                    <a:pt x="129980" y="330149"/>
                  </a:lnTo>
                  <a:lnTo>
                    <a:pt x="135173" y="331247"/>
                  </a:lnTo>
                  <a:lnTo>
                    <a:pt x="140398" y="332179"/>
                  </a:lnTo>
                  <a:lnTo>
                    <a:pt x="145651" y="332946"/>
                  </a:lnTo>
                  <a:lnTo>
                    <a:pt x="150925" y="333545"/>
                  </a:lnTo>
                  <a:lnTo>
                    <a:pt x="156215" y="333976"/>
                  </a:lnTo>
                  <a:lnTo>
                    <a:pt x="161516" y="334239"/>
                  </a:lnTo>
                  <a:lnTo>
                    <a:pt x="166823" y="334334"/>
                  </a:lnTo>
                  <a:lnTo>
                    <a:pt x="172131" y="334260"/>
                  </a:lnTo>
                  <a:lnTo>
                    <a:pt x="177433" y="334018"/>
                  </a:lnTo>
                  <a:lnTo>
                    <a:pt x="182725" y="333608"/>
                  </a:lnTo>
                  <a:lnTo>
                    <a:pt x="188001" y="333029"/>
                  </a:lnTo>
                  <a:lnTo>
                    <a:pt x="193256" y="332284"/>
                  </a:lnTo>
                  <a:lnTo>
                    <a:pt x="198485" y="331372"/>
                  </a:lnTo>
                  <a:lnTo>
                    <a:pt x="203683" y="330294"/>
                  </a:lnTo>
                  <a:lnTo>
                    <a:pt x="208843" y="329052"/>
                  </a:lnTo>
                  <a:lnTo>
                    <a:pt x="213962" y="327647"/>
                  </a:lnTo>
                  <a:lnTo>
                    <a:pt x="219033" y="326080"/>
                  </a:lnTo>
                  <a:lnTo>
                    <a:pt x="224052" y="324353"/>
                  </a:lnTo>
                  <a:lnTo>
                    <a:pt x="229014" y="322467"/>
                  </a:lnTo>
                  <a:lnTo>
                    <a:pt x="233913" y="320425"/>
                  </a:lnTo>
                  <a:lnTo>
                    <a:pt x="238745" y="318228"/>
                  </a:lnTo>
                  <a:lnTo>
                    <a:pt x="243505" y="315879"/>
                  </a:lnTo>
                  <a:lnTo>
                    <a:pt x="248188" y="313380"/>
                  </a:lnTo>
                  <a:lnTo>
                    <a:pt x="252789" y="310734"/>
                  </a:lnTo>
                  <a:lnTo>
                    <a:pt x="257303" y="307943"/>
                  </a:lnTo>
                  <a:lnTo>
                    <a:pt x="261727" y="305010"/>
                  </a:lnTo>
                  <a:lnTo>
                    <a:pt x="266056" y="301938"/>
                  </a:lnTo>
                  <a:lnTo>
                    <a:pt x="270285" y="298730"/>
                  </a:lnTo>
                  <a:lnTo>
                    <a:pt x="274410" y="295389"/>
                  </a:lnTo>
                  <a:lnTo>
                    <a:pt x="278426" y="291920"/>
                  </a:lnTo>
                  <a:lnTo>
                    <a:pt x="282331" y="288324"/>
                  </a:lnTo>
                  <a:lnTo>
                    <a:pt x="286119" y="284606"/>
                  </a:lnTo>
                  <a:lnTo>
                    <a:pt x="289788" y="280770"/>
                  </a:lnTo>
                  <a:lnTo>
                    <a:pt x="293333" y="276819"/>
                  </a:lnTo>
                  <a:lnTo>
                    <a:pt x="296750" y="272758"/>
                  </a:lnTo>
                  <a:lnTo>
                    <a:pt x="300037" y="268591"/>
                  </a:lnTo>
                  <a:lnTo>
                    <a:pt x="303190" y="264321"/>
                  </a:lnTo>
                  <a:lnTo>
                    <a:pt x="306206" y="259953"/>
                  </a:lnTo>
                  <a:lnTo>
                    <a:pt x="309082" y="255491"/>
                  </a:lnTo>
                  <a:lnTo>
                    <a:pt x="311814" y="250941"/>
                  </a:lnTo>
                  <a:lnTo>
                    <a:pt x="314401" y="246306"/>
                  </a:lnTo>
                  <a:lnTo>
                    <a:pt x="316839" y="241591"/>
                  </a:lnTo>
                  <a:lnTo>
                    <a:pt x="319127" y="236802"/>
                  </a:lnTo>
                  <a:lnTo>
                    <a:pt x="321261" y="231942"/>
                  </a:lnTo>
                  <a:lnTo>
                    <a:pt x="323239" y="227016"/>
                  </a:lnTo>
                  <a:lnTo>
                    <a:pt x="325061" y="222031"/>
                  </a:lnTo>
                  <a:lnTo>
                    <a:pt x="326723" y="216990"/>
                  </a:lnTo>
                  <a:lnTo>
                    <a:pt x="328224" y="211899"/>
                  </a:lnTo>
                  <a:lnTo>
                    <a:pt x="329563" y="206763"/>
                  </a:lnTo>
                  <a:lnTo>
                    <a:pt x="330739" y="201587"/>
                  </a:lnTo>
                  <a:lnTo>
                    <a:pt x="331749" y="196376"/>
                  </a:lnTo>
                  <a:lnTo>
                    <a:pt x="332593" y="191135"/>
                  </a:lnTo>
                  <a:lnTo>
                    <a:pt x="333271" y="185871"/>
                  </a:lnTo>
                  <a:lnTo>
                    <a:pt x="333781" y="180588"/>
                  </a:lnTo>
                  <a:lnTo>
                    <a:pt x="334123" y="175291"/>
                  </a:lnTo>
                  <a:lnTo>
                    <a:pt x="334297" y="169986"/>
                  </a:lnTo>
                  <a:lnTo>
                    <a:pt x="334302" y="164678"/>
                  </a:lnTo>
                  <a:lnTo>
                    <a:pt x="334139" y="159373"/>
                  </a:lnTo>
                  <a:lnTo>
                    <a:pt x="333807" y="154075"/>
                  </a:lnTo>
                  <a:lnTo>
                    <a:pt x="333307" y="148791"/>
                  </a:lnTo>
                  <a:lnTo>
                    <a:pt x="332640" y="143525"/>
                  </a:lnTo>
                  <a:lnTo>
                    <a:pt x="331806" y="138283"/>
                  </a:lnTo>
                  <a:lnTo>
                    <a:pt x="330806" y="133070"/>
                  </a:lnTo>
                  <a:lnTo>
                    <a:pt x="329641" y="127892"/>
                  </a:lnTo>
                  <a:lnTo>
                    <a:pt x="328312" y="122753"/>
                  </a:lnTo>
                  <a:lnTo>
                    <a:pt x="326821" y="117659"/>
                  </a:lnTo>
                  <a:lnTo>
                    <a:pt x="325169" y="112615"/>
                  </a:lnTo>
                  <a:lnTo>
                    <a:pt x="323357" y="107625"/>
                  </a:lnTo>
                  <a:lnTo>
                    <a:pt x="321388" y="102696"/>
                  </a:lnTo>
                  <a:lnTo>
                    <a:pt x="319264" y="97832"/>
                  </a:lnTo>
                  <a:lnTo>
                    <a:pt x="316986" y="93038"/>
                  </a:lnTo>
                  <a:lnTo>
                    <a:pt x="314557" y="88318"/>
                  </a:lnTo>
                  <a:lnTo>
                    <a:pt x="311979" y="83678"/>
                  </a:lnTo>
                  <a:lnTo>
                    <a:pt x="309256" y="79123"/>
                  </a:lnTo>
                  <a:lnTo>
                    <a:pt x="306389" y="74656"/>
                  </a:lnTo>
                  <a:lnTo>
                    <a:pt x="303382" y="70282"/>
                  </a:lnTo>
                  <a:lnTo>
                    <a:pt x="300237" y="66006"/>
                  </a:lnTo>
                  <a:lnTo>
                    <a:pt x="296958" y="61831"/>
                  </a:lnTo>
                  <a:lnTo>
                    <a:pt x="293549" y="57764"/>
                  </a:lnTo>
                  <a:lnTo>
                    <a:pt x="290012" y="53806"/>
                  </a:lnTo>
                  <a:lnTo>
                    <a:pt x="286351" y="49963"/>
                  </a:lnTo>
                  <a:lnTo>
                    <a:pt x="282570" y="46237"/>
                  </a:lnTo>
                  <a:lnTo>
                    <a:pt x="278672" y="42634"/>
                  </a:lnTo>
                  <a:lnTo>
                    <a:pt x="274662" y="39156"/>
                  </a:lnTo>
                  <a:lnTo>
                    <a:pt x="270544" y="35808"/>
                  </a:lnTo>
                  <a:lnTo>
                    <a:pt x="266322" y="32591"/>
                  </a:lnTo>
                  <a:lnTo>
                    <a:pt x="261999" y="29511"/>
                  </a:lnTo>
                  <a:lnTo>
                    <a:pt x="257581" y="26569"/>
                  </a:lnTo>
                  <a:lnTo>
                    <a:pt x="253072" y="23769"/>
                  </a:lnTo>
                  <a:lnTo>
                    <a:pt x="248476" y="21114"/>
                  </a:lnTo>
                  <a:lnTo>
                    <a:pt x="243798" y="18605"/>
                  </a:lnTo>
                  <a:lnTo>
                    <a:pt x="239043" y="16247"/>
                  </a:lnTo>
                  <a:lnTo>
                    <a:pt x="234215" y="14041"/>
                  </a:lnTo>
                  <a:lnTo>
                    <a:pt x="229320" y="11989"/>
                  </a:lnTo>
                  <a:lnTo>
                    <a:pt x="224362" y="10093"/>
                  </a:lnTo>
                  <a:lnTo>
                    <a:pt x="219346" y="8356"/>
                  </a:lnTo>
                  <a:lnTo>
                    <a:pt x="214278" y="6779"/>
                  </a:lnTo>
                  <a:lnTo>
                    <a:pt x="209163" y="5364"/>
                  </a:lnTo>
                  <a:lnTo>
                    <a:pt x="204004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5509" y="4659281"/>
              <a:ext cx="137725" cy="167167"/>
            </a:xfrm>
            <a:custGeom>
              <a:avLst/>
              <a:pathLst>
                <a:path w="137725" h="167167">
                  <a:moveTo>
                    <a:pt x="137725" y="0"/>
                  </a:moveTo>
                  <a:lnTo>
                    <a:pt x="132145" y="93"/>
                  </a:lnTo>
                  <a:lnTo>
                    <a:pt x="126571" y="372"/>
                  </a:lnTo>
                  <a:lnTo>
                    <a:pt x="121009" y="837"/>
                  </a:lnTo>
                  <a:lnTo>
                    <a:pt x="115466" y="1488"/>
                  </a:lnTo>
                  <a:lnTo>
                    <a:pt x="109948" y="2323"/>
                  </a:lnTo>
                  <a:lnTo>
                    <a:pt x="104461" y="3342"/>
                  </a:lnTo>
                  <a:lnTo>
                    <a:pt x="99011" y="4544"/>
                  </a:lnTo>
                  <a:lnTo>
                    <a:pt x="93604" y="5927"/>
                  </a:lnTo>
                  <a:lnTo>
                    <a:pt x="88247" y="7490"/>
                  </a:lnTo>
                  <a:lnTo>
                    <a:pt x="82944" y="9230"/>
                  </a:lnTo>
                  <a:lnTo>
                    <a:pt x="77703" y="11147"/>
                  </a:lnTo>
                  <a:lnTo>
                    <a:pt x="72528" y="13237"/>
                  </a:lnTo>
                  <a:lnTo>
                    <a:pt x="67426" y="15499"/>
                  </a:lnTo>
                  <a:lnTo>
                    <a:pt x="62402" y="17931"/>
                  </a:lnTo>
                  <a:lnTo>
                    <a:pt x="57463" y="20528"/>
                  </a:lnTo>
                  <a:lnTo>
                    <a:pt x="52613" y="23289"/>
                  </a:lnTo>
                  <a:lnTo>
                    <a:pt x="47857" y="26210"/>
                  </a:lnTo>
                  <a:lnTo>
                    <a:pt x="43202" y="29289"/>
                  </a:lnTo>
                  <a:lnTo>
                    <a:pt x="38652" y="32521"/>
                  </a:lnTo>
                  <a:lnTo>
                    <a:pt x="34213" y="35903"/>
                  </a:lnTo>
                  <a:lnTo>
                    <a:pt x="29889" y="39431"/>
                  </a:lnTo>
                  <a:lnTo>
                    <a:pt x="25685" y="43102"/>
                  </a:lnTo>
                  <a:lnTo>
                    <a:pt x="21606" y="46911"/>
                  </a:lnTo>
                  <a:lnTo>
                    <a:pt x="17657" y="50854"/>
                  </a:lnTo>
                  <a:lnTo>
                    <a:pt x="13841" y="54927"/>
                  </a:lnTo>
                  <a:lnTo>
                    <a:pt x="10164" y="59125"/>
                  </a:lnTo>
                  <a:lnTo>
                    <a:pt x="6628" y="63443"/>
                  </a:lnTo>
                  <a:lnTo>
                    <a:pt x="3239" y="67877"/>
                  </a:lnTo>
                  <a:lnTo>
                    <a:pt x="0" y="72421"/>
                  </a:lnTo>
                  <a:lnTo>
                    <a:pt x="13772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85509" y="4731703"/>
              <a:ext cx="137725" cy="94745"/>
            </a:xfrm>
            <a:custGeom>
              <a:avLst/>
              <a:pathLst>
                <a:path w="137725" h="94745">
                  <a:moveTo>
                    <a:pt x="0" y="0"/>
                  </a:moveTo>
                  <a:lnTo>
                    <a:pt x="137725" y="947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285509" y="4731703"/>
              <a:ext cx="137725" cy="94745"/>
            </a:xfrm>
            <a:custGeom>
              <a:avLst/>
              <a:pathLst>
                <a:path w="137725" h="94745">
                  <a:moveTo>
                    <a:pt x="0" y="0"/>
                  </a:moveTo>
                  <a:lnTo>
                    <a:pt x="137725" y="947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256067" y="4731703"/>
              <a:ext cx="334324" cy="261905"/>
            </a:xfrm>
            <a:custGeom>
              <a:avLst/>
              <a:pathLst>
                <a:path w="334324" h="261905">
                  <a:moveTo>
                    <a:pt x="29441" y="0"/>
                  </a:moveTo>
                  <a:lnTo>
                    <a:pt x="26497" y="4430"/>
                  </a:lnTo>
                  <a:lnTo>
                    <a:pt x="23694" y="8951"/>
                  </a:lnTo>
                  <a:lnTo>
                    <a:pt x="21037" y="13559"/>
                  </a:lnTo>
                  <a:lnTo>
                    <a:pt x="18528" y="18250"/>
                  </a:lnTo>
                  <a:lnTo>
                    <a:pt x="16169" y="23018"/>
                  </a:lnTo>
                  <a:lnTo>
                    <a:pt x="13964" y="27859"/>
                  </a:lnTo>
                  <a:lnTo>
                    <a:pt x="11913" y="32767"/>
                  </a:lnTo>
                  <a:lnTo>
                    <a:pt x="10020" y="37738"/>
                  </a:lnTo>
                  <a:lnTo>
                    <a:pt x="8285" y="42767"/>
                  </a:lnTo>
                  <a:lnTo>
                    <a:pt x="6712" y="47848"/>
                  </a:lnTo>
                  <a:lnTo>
                    <a:pt x="5301" y="52977"/>
                  </a:lnTo>
                  <a:lnTo>
                    <a:pt x="4054" y="58149"/>
                  </a:lnTo>
                  <a:lnTo>
                    <a:pt x="2972" y="63357"/>
                  </a:lnTo>
                  <a:lnTo>
                    <a:pt x="2057" y="68597"/>
                  </a:lnTo>
                  <a:lnTo>
                    <a:pt x="1308" y="73864"/>
                  </a:lnTo>
                  <a:lnTo>
                    <a:pt x="728" y="79151"/>
                  </a:lnTo>
                  <a:lnTo>
                    <a:pt x="316" y="84455"/>
                  </a:lnTo>
                  <a:lnTo>
                    <a:pt x="73" y="89769"/>
                  </a:lnTo>
                  <a:lnTo>
                    <a:pt x="0" y="95088"/>
                  </a:lnTo>
                  <a:lnTo>
                    <a:pt x="95" y="100407"/>
                  </a:lnTo>
                  <a:lnTo>
                    <a:pt x="360" y="105719"/>
                  </a:lnTo>
                  <a:lnTo>
                    <a:pt x="793" y="111021"/>
                  </a:lnTo>
                  <a:lnTo>
                    <a:pt x="1395" y="116307"/>
                  </a:lnTo>
                  <a:lnTo>
                    <a:pt x="2165" y="121570"/>
                  </a:lnTo>
                  <a:lnTo>
                    <a:pt x="3102" y="126806"/>
                  </a:lnTo>
                  <a:lnTo>
                    <a:pt x="4206" y="132010"/>
                  </a:lnTo>
                  <a:lnTo>
                    <a:pt x="5474" y="137176"/>
                  </a:lnTo>
                  <a:lnTo>
                    <a:pt x="6906" y="142299"/>
                  </a:lnTo>
                  <a:lnTo>
                    <a:pt x="8500" y="147374"/>
                  </a:lnTo>
                  <a:lnTo>
                    <a:pt x="10255" y="152396"/>
                  </a:lnTo>
                  <a:lnTo>
                    <a:pt x="12169" y="157360"/>
                  </a:lnTo>
                  <a:lnTo>
                    <a:pt x="14239" y="162259"/>
                  </a:lnTo>
                  <a:lnTo>
                    <a:pt x="16465" y="167091"/>
                  </a:lnTo>
                  <a:lnTo>
                    <a:pt x="18843" y="171849"/>
                  </a:lnTo>
                  <a:lnTo>
                    <a:pt x="21371" y="176530"/>
                  </a:lnTo>
                  <a:lnTo>
                    <a:pt x="24047" y="181127"/>
                  </a:lnTo>
                  <a:lnTo>
                    <a:pt x="26868" y="185637"/>
                  </a:lnTo>
                  <a:lnTo>
                    <a:pt x="29831" y="190055"/>
                  </a:lnTo>
                  <a:lnTo>
                    <a:pt x="32933" y="194376"/>
                  </a:lnTo>
                  <a:lnTo>
                    <a:pt x="36171" y="198597"/>
                  </a:lnTo>
                  <a:lnTo>
                    <a:pt x="39542" y="202712"/>
                  </a:lnTo>
                  <a:lnTo>
                    <a:pt x="43042" y="206718"/>
                  </a:lnTo>
                  <a:lnTo>
                    <a:pt x="46667" y="210611"/>
                  </a:lnTo>
                  <a:lnTo>
                    <a:pt x="50415" y="214386"/>
                  </a:lnTo>
                  <a:lnTo>
                    <a:pt x="54280" y="218040"/>
                  </a:lnTo>
                  <a:lnTo>
                    <a:pt x="58261" y="221569"/>
                  </a:lnTo>
                  <a:lnTo>
                    <a:pt x="62351" y="224970"/>
                  </a:lnTo>
                  <a:lnTo>
                    <a:pt x="66547" y="228239"/>
                  </a:lnTo>
                  <a:lnTo>
                    <a:pt x="70846" y="231373"/>
                  </a:lnTo>
                  <a:lnTo>
                    <a:pt x="75242" y="234369"/>
                  </a:lnTo>
                  <a:lnTo>
                    <a:pt x="79731" y="237223"/>
                  </a:lnTo>
                  <a:lnTo>
                    <a:pt x="84308" y="239933"/>
                  </a:lnTo>
                  <a:lnTo>
                    <a:pt x="88970" y="242496"/>
                  </a:lnTo>
                  <a:lnTo>
                    <a:pt x="93710" y="244909"/>
                  </a:lnTo>
                  <a:lnTo>
                    <a:pt x="98525" y="247170"/>
                  </a:lnTo>
                  <a:lnTo>
                    <a:pt x="103410" y="249277"/>
                  </a:lnTo>
                  <a:lnTo>
                    <a:pt x="108359" y="251227"/>
                  </a:lnTo>
                  <a:lnTo>
                    <a:pt x="113367" y="253019"/>
                  </a:lnTo>
                  <a:lnTo>
                    <a:pt x="118431" y="254651"/>
                  </a:lnTo>
                  <a:lnTo>
                    <a:pt x="123543" y="256120"/>
                  </a:lnTo>
                  <a:lnTo>
                    <a:pt x="128700" y="257426"/>
                  </a:lnTo>
                  <a:lnTo>
                    <a:pt x="133895" y="258568"/>
                  </a:lnTo>
                  <a:lnTo>
                    <a:pt x="139124" y="259544"/>
                  </a:lnTo>
                  <a:lnTo>
                    <a:pt x="144382" y="260353"/>
                  </a:lnTo>
                  <a:lnTo>
                    <a:pt x="149663" y="260994"/>
                  </a:lnTo>
                  <a:lnTo>
                    <a:pt x="154961" y="261466"/>
                  </a:lnTo>
                  <a:lnTo>
                    <a:pt x="160272" y="261770"/>
                  </a:lnTo>
                  <a:lnTo>
                    <a:pt x="165590" y="261905"/>
                  </a:lnTo>
                  <a:lnTo>
                    <a:pt x="170909" y="261871"/>
                  </a:lnTo>
                  <a:lnTo>
                    <a:pt x="176225" y="261667"/>
                  </a:lnTo>
                  <a:lnTo>
                    <a:pt x="181531" y="261294"/>
                  </a:lnTo>
                  <a:lnTo>
                    <a:pt x="186823" y="260753"/>
                  </a:lnTo>
                  <a:lnTo>
                    <a:pt x="192095" y="260043"/>
                  </a:lnTo>
                  <a:lnTo>
                    <a:pt x="197342" y="259167"/>
                  </a:lnTo>
                  <a:lnTo>
                    <a:pt x="202558" y="258123"/>
                  </a:lnTo>
                  <a:lnTo>
                    <a:pt x="207738" y="256914"/>
                  </a:lnTo>
                  <a:lnTo>
                    <a:pt x="212878" y="255541"/>
                  </a:lnTo>
                  <a:lnTo>
                    <a:pt x="217971" y="254006"/>
                  </a:lnTo>
                  <a:lnTo>
                    <a:pt x="223012" y="252309"/>
                  </a:lnTo>
                  <a:lnTo>
                    <a:pt x="227997" y="250452"/>
                  </a:lnTo>
                  <a:lnTo>
                    <a:pt x="232920" y="248438"/>
                  </a:lnTo>
                  <a:lnTo>
                    <a:pt x="237777" y="246268"/>
                  </a:lnTo>
                  <a:lnTo>
                    <a:pt x="242563" y="243944"/>
                  </a:lnTo>
                  <a:lnTo>
                    <a:pt x="247271" y="241470"/>
                  </a:lnTo>
                  <a:lnTo>
                    <a:pt x="251899" y="238847"/>
                  </a:lnTo>
                  <a:lnTo>
                    <a:pt x="256441" y="236078"/>
                  </a:lnTo>
                  <a:lnTo>
                    <a:pt x="260893" y="233166"/>
                  </a:lnTo>
                  <a:lnTo>
                    <a:pt x="265250" y="230114"/>
                  </a:lnTo>
                  <a:lnTo>
                    <a:pt x="269507" y="226924"/>
                  </a:lnTo>
                  <a:lnTo>
                    <a:pt x="273661" y="223601"/>
                  </a:lnTo>
                  <a:lnTo>
                    <a:pt x="277707" y="220148"/>
                  </a:lnTo>
                  <a:lnTo>
                    <a:pt x="281641" y="216567"/>
                  </a:lnTo>
                  <a:lnTo>
                    <a:pt x="285459" y="212863"/>
                  </a:lnTo>
                  <a:lnTo>
                    <a:pt x="289157" y="209040"/>
                  </a:lnTo>
                  <a:lnTo>
                    <a:pt x="292732" y="205100"/>
                  </a:lnTo>
                  <a:lnTo>
                    <a:pt x="296180" y="201049"/>
                  </a:lnTo>
                  <a:lnTo>
                    <a:pt x="299497" y="196891"/>
                  </a:lnTo>
                  <a:lnTo>
                    <a:pt x="302680" y="192628"/>
                  </a:lnTo>
                  <a:lnTo>
                    <a:pt x="305725" y="188267"/>
                  </a:lnTo>
                  <a:lnTo>
                    <a:pt x="308631" y="183811"/>
                  </a:lnTo>
                  <a:lnTo>
                    <a:pt x="311393" y="179265"/>
                  </a:lnTo>
                  <a:lnTo>
                    <a:pt x="314009" y="174633"/>
                  </a:lnTo>
                  <a:lnTo>
                    <a:pt x="316477" y="169921"/>
                  </a:lnTo>
                  <a:lnTo>
                    <a:pt x="318793" y="165132"/>
                  </a:lnTo>
                  <a:lnTo>
                    <a:pt x="320956" y="160272"/>
                  </a:lnTo>
                  <a:lnTo>
                    <a:pt x="322963" y="155346"/>
                  </a:lnTo>
                  <a:lnTo>
                    <a:pt x="324812" y="150358"/>
                  </a:lnTo>
                  <a:lnTo>
                    <a:pt x="326502" y="145314"/>
                  </a:lnTo>
                  <a:lnTo>
                    <a:pt x="328030" y="140219"/>
                  </a:lnTo>
                  <a:lnTo>
                    <a:pt x="329396" y="135078"/>
                  </a:lnTo>
                  <a:lnTo>
                    <a:pt x="330597" y="129895"/>
                  </a:lnTo>
                  <a:lnTo>
                    <a:pt x="331632" y="124678"/>
                  </a:lnTo>
                  <a:lnTo>
                    <a:pt x="332501" y="119430"/>
                  </a:lnTo>
                  <a:lnTo>
                    <a:pt x="333203" y="114157"/>
                  </a:lnTo>
                  <a:lnTo>
                    <a:pt x="333737" y="108864"/>
                  </a:lnTo>
                  <a:lnTo>
                    <a:pt x="334102" y="103557"/>
                  </a:lnTo>
                  <a:lnTo>
                    <a:pt x="334297" y="98241"/>
                  </a:lnTo>
                  <a:lnTo>
                    <a:pt x="334324" y="92922"/>
                  </a:lnTo>
                  <a:lnTo>
                    <a:pt x="334181" y="87604"/>
                  </a:lnTo>
                  <a:lnTo>
                    <a:pt x="333870" y="82294"/>
                  </a:lnTo>
                  <a:lnTo>
                    <a:pt x="333389" y="76996"/>
                  </a:lnTo>
                  <a:lnTo>
                    <a:pt x="332740" y="71716"/>
                  </a:lnTo>
                  <a:lnTo>
                    <a:pt x="331924" y="66460"/>
                  </a:lnTo>
                  <a:lnTo>
                    <a:pt x="330940" y="61232"/>
                  </a:lnTo>
                  <a:lnTo>
                    <a:pt x="329791" y="56038"/>
                  </a:lnTo>
                  <a:lnTo>
                    <a:pt x="328477" y="50884"/>
                  </a:lnTo>
                  <a:lnTo>
                    <a:pt x="327000" y="45773"/>
                  </a:lnTo>
                  <a:lnTo>
                    <a:pt x="325361" y="40713"/>
                  </a:lnTo>
                  <a:lnTo>
                    <a:pt x="323562" y="35707"/>
                  </a:lnTo>
                  <a:lnTo>
                    <a:pt x="321604" y="30760"/>
                  </a:lnTo>
                  <a:lnTo>
                    <a:pt x="319490" y="25879"/>
                  </a:lnTo>
                  <a:lnTo>
                    <a:pt x="167167" y="947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152323" cy="167167"/>
            </a:xfrm>
            <a:custGeom>
              <a:avLst/>
              <a:pathLst>
                <a:path w="152323" h="167167">
                  <a:moveTo>
                    <a:pt x="152323" y="98301"/>
                  </a:moveTo>
                  <a:lnTo>
                    <a:pt x="149986" y="93350"/>
                  </a:lnTo>
                  <a:lnTo>
                    <a:pt x="147489" y="88479"/>
                  </a:lnTo>
                  <a:lnTo>
                    <a:pt x="144833" y="83692"/>
                  </a:lnTo>
                  <a:lnTo>
                    <a:pt x="142023" y="78995"/>
                  </a:lnTo>
                  <a:lnTo>
                    <a:pt x="139060" y="74392"/>
                  </a:lnTo>
                  <a:lnTo>
                    <a:pt x="135947" y="69888"/>
                  </a:lnTo>
                  <a:lnTo>
                    <a:pt x="132689" y="65489"/>
                  </a:lnTo>
                  <a:lnTo>
                    <a:pt x="129289" y="61199"/>
                  </a:lnTo>
                  <a:lnTo>
                    <a:pt x="125750" y="57023"/>
                  </a:lnTo>
                  <a:lnTo>
                    <a:pt x="122076" y="52964"/>
                  </a:lnTo>
                  <a:lnTo>
                    <a:pt x="118271" y="49028"/>
                  </a:lnTo>
                  <a:lnTo>
                    <a:pt x="114340" y="45219"/>
                  </a:lnTo>
                  <a:lnTo>
                    <a:pt x="110286" y="41541"/>
                  </a:lnTo>
                  <a:lnTo>
                    <a:pt x="106113" y="37997"/>
                  </a:lnTo>
                  <a:lnTo>
                    <a:pt x="101827" y="34592"/>
                  </a:lnTo>
                  <a:lnTo>
                    <a:pt x="97431" y="31329"/>
                  </a:lnTo>
                  <a:lnTo>
                    <a:pt x="92931" y="28212"/>
                  </a:lnTo>
                  <a:lnTo>
                    <a:pt x="88332" y="25243"/>
                  </a:lnTo>
                  <a:lnTo>
                    <a:pt x="83638" y="22427"/>
                  </a:lnTo>
                  <a:lnTo>
                    <a:pt x="78854" y="19766"/>
                  </a:lnTo>
                  <a:lnTo>
                    <a:pt x="73985" y="17263"/>
                  </a:lnTo>
                  <a:lnTo>
                    <a:pt x="69037" y="14921"/>
                  </a:lnTo>
                  <a:lnTo>
                    <a:pt x="64015" y="12742"/>
                  </a:lnTo>
                  <a:lnTo>
                    <a:pt x="58925" y="10729"/>
                  </a:lnTo>
                  <a:lnTo>
                    <a:pt x="53771" y="8884"/>
                  </a:lnTo>
                  <a:lnTo>
                    <a:pt x="48559" y="7208"/>
                  </a:lnTo>
                  <a:lnTo>
                    <a:pt x="43296" y="5704"/>
                  </a:lnTo>
                  <a:lnTo>
                    <a:pt x="37986" y="4373"/>
                  </a:lnTo>
                  <a:lnTo>
                    <a:pt x="32635" y="3216"/>
                  </a:lnTo>
                  <a:lnTo>
                    <a:pt x="27250" y="2235"/>
                  </a:lnTo>
                  <a:lnTo>
                    <a:pt x="21835" y="1432"/>
                  </a:lnTo>
                  <a:lnTo>
                    <a:pt x="16396" y="806"/>
                  </a:lnTo>
                  <a:lnTo>
                    <a:pt x="10941" y="358"/>
                  </a:lnTo>
                  <a:lnTo>
                    <a:pt x="547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646458" y="4213821"/>
              <a:ext cx="82013" cy="167167"/>
            </a:xfrm>
            <a:custGeom>
              <a:avLst/>
              <a:pathLst>
                <a:path w="82013" h="167167">
                  <a:moveTo>
                    <a:pt x="82013" y="0"/>
                  </a:moveTo>
                  <a:lnTo>
                    <a:pt x="76299" y="97"/>
                  </a:lnTo>
                  <a:lnTo>
                    <a:pt x="70592" y="390"/>
                  </a:lnTo>
                  <a:lnTo>
                    <a:pt x="64899" y="878"/>
                  </a:lnTo>
                  <a:lnTo>
                    <a:pt x="59225" y="1560"/>
                  </a:lnTo>
                  <a:lnTo>
                    <a:pt x="53578" y="2436"/>
                  </a:lnTo>
                  <a:lnTo>
                    <a:pt x="47964" y="3504"/>
                  </a:lnTo>
                  <a:lnTo>
                    <a:pt x="42390" y="4763"/>
                  </a:lnTo>
                  <a:lnTo>
                    <a:pt x="36863" y="6212"/>
                  </a:lnTo>
                  <a:lnTo>
                    <a:pt x="31388" y="7849"/>
                  </a:lnTo>
                  <a:lnTo>
                    <a:pt x="25972" y="9673"/>
                  </a:lnTo>
                  <a:lnTo>
                    <a:pt x="20622" y="11680"/>
                  </a:lnTo>
                  <a:lnTo>
                    <a:pt x="15343" y="13869"/>
                  </a:lnTo>
                  <a:lnTo>
                    <a:pt x="10143" y="16238"/>
                  </a:lnTo>
                  <a:lnTo>
                    <a:pt x="5026" y="18782"/>
                  </a:lnTo>
                  <a:lnTo>
                    <a:pt x="0" y="21500"/>
                  </a:lnTo>
                  <a:lnTo>
                    <a:pt x="8201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646458" y="4235322"/>
              <a:ext cx="82013" cy="145666"/>
            </a:xfrm>
            <a:custGeom>
              <a:avLst/>
              <a:pathLst>
                <a:path w="82013" h="145666">
                  <a:moveTo>
                    <a:pt x="0" y="0"/>
                  </a:moveTo>
                  <a:lnTo>
                    <a:pt x="82013" y="1456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561305" y="4235322"/>
              <a:ext cx="167167" cy="302323"/>
            </a:xfrm>
            <a:custGeom>
              <a:avLst/>
              <a:pathLst>
                <a:path w="167167" h="302323">
                  <a:moveTo>
                    <a:pt x="85153" y="0"/>
                  </a:moveTo>
                  <a:lnTo>
                    <a:pt x="80534" y="2698"/>
                  </a:lnTo>
                  <a:lnTo>
                    <a:pt x="76004" y="5544"/>
                  </a:lnTo>
                  <a:lnTo>
                    <a:pt x="71567" y="8533"/>
                  </a:lnTo>
                  <a:lnTo>
                    <a:pt x="67227" y="11662"/>
                  </a:lnTo>
                  <a:lnTo>
                    <a:pt x="62991" y="14929"/>
                  </a:lnTo>
                  <a:lnTo>
                    <a:pt x="58860" y="18329"/>
                  </a:lnTo>
                  <a:lnTo>
                    <a:pt x="54841" y="21860"/>
                  </a:lnTo>
                  <a:lnTo>
                    <a:pt x="50937" y="25518"/>
                  </a:lnTo>
                  <a:lnTo>
                    <a:pt x="47152" y="29298"/>
                  </a:lnTo>
                  <a:lnTo>
                    <a:pt x="43490" y="33198"/>
                  </a:lnTo>
                  <a:lnTo>
                    <a:pt x="39954" y="37213"/>
                  </a:lnTo>
                  <a:lnTo>
                    <a:pt x="36549" y="41340"/>
                  </a:lnTo>
                  <a:lnTo>
                    <a:pt x="33278" y="45573"/>
                  </a:lnTo>
                  <a:lnTo>
                    <a:pt x="30143" y="49908"/>
                  </a:lnTo>
                  <a:lnTo>
                    <a:pt x="27149" y="54342"/>
                  </a:lnTo>
                  <a:lnTo>
                    <a:pt x="24299" y="58869"/>
                  </a:lnTo>
                  <a:lnTo>
                    <a:pt x="21595" y="63485"/>
                  </a:lnTo>
                  <a:lnTo>
                    <a:pt x="19039" y="68185"/>
                  </a:lnTo>
                  <a:lnTo>
                    <a:pt x="16636" y="72965"/>
                  </a:lnTo>
                  <a:lnTo>
                    <a:pt x="14387" y="77819"/>
                  </a:lnTo>
                  <a:lnTo>
                    <a:pt x="12294" y="82743"/>
                  </a:lnTo>
                  <a:lnTo>
                    <a:pt x="10360" y="87731"/>
                  </a:lnTo>
                  <a:lnTo>
                    <a:pt x="8586" y="92778"/>
                  </a:lnTo>
                  <a:lnTo>
                    <a:pt x="6975" y="97879"/>
                  </a:lnTo>
                  <a:lnTo>
                    <a:pt x="5528" y="103030"/>
                  </a:lnTo>
                  <a:lnTo>
                    <a:pt x="4246" y="108224"/>
                  </a:lnTo>
                  <a:lnTo>
                    <a:pt x="3132" y="113456"/>
                  </a:lnTo>
                  <a:lnTo>
                    <a:pt x="2185" y="118722"/>
                  </a:lnTo>
                  <a:lnTo>
                    <a:pt x="1407" y="124015"/>
                  </a:lnTo>
                  <a:lnTo>
                    <a:pt x="799" y="129330"/>
                  </a:lnTo>
                  <a:lnTo>
                    <a:pt x="362" y="134662"/>
                  </a:lnTo>
                  <a:lnTo>
                    <a:pt x="95" y="140005"/>
                  </a:lnTo>
                  <a:lnTo>
                    <a:pt x="0" y="145354"/>
                  </a:lnTo>
                  <a:lnTo>
                    <a:pt x="75" y="150704"/>
                  </a:lnTo>
                  <a:lnTo>
                    <a:pt x="322" y="156048"/>
                  </a:lnTo>
                  <a:lnTo>
                    <a:pt x="740" y="161381"/>
                  </a:lnTo>
                  <a:lnTo>
                    <a:pt x="1328" y="166699"/>
                  </a:lnTo>
                  <a:lnTo>
                    <a:pt x="2086" y="171995"/>
                  </a:lnTo>
                  <a:lnTo>
                    <a:pt x="3013" y="177264"/>
                  </a:lnTo>
                  <a:lnTo>
                    <a:pt x="4108" y="182500"/>
                  </a:lnTo>
                  <a:lnTo>
                    <a:pt x="5370" y="187699"/>
                  </a:lnTo>
                  <a:lnTo>
                    <a:pt x="6798" y="192855"/>
                  </a:lnTo>
                  <a:lnTo>
                    <a:pt x="8390" y="197962"/>
                  </a:lnTo>
                  <a:lnTo>
                    <a:pt x="10145" y="203016"/>
                  </a:lnTo>
                  <a:lnTo>
                    <a:pt x="12060" y="208011"/>
                  </a:lnTo>
                  <a:lnTo>
                    <a:pt x="14135" y="212943"/>
                  </a:lnTo>
                  <a:lnTo>
                    <a:pt x="16366" y="217805"/>
                  </a:lnTo>
                  <a:lnTo>
                    <a:pt x="18751" y="222594"/>
                  </a:lnTo>
                  <a:lnTo>
                    <a:pt x="21289" y="227303"/>
                  </a:lnTo>
                  <a:lnTo>
                    <a:pt x="23976" y="231930"/>
                  </a:lnTo>
                  <a:lnTo>
                    <a:pt x="26810" y="236467"/>
                  </a:lnTo>
                  <a:lnTo>
                    <a:pt x="29787" y="240912"/>
                  </a:lnTo>
                  <a:lnTo>
                    <a:pt x="32905" y="245259"/>
                  </a:lnTo>
                  <a:lnTo>
                    <a:pt x="36161" y="249505"/>
                  </a:lnTo>
                  <a:lnTo>
                    <a:pt x="39551" y="253643"/>
                  </a:lnTo>
                  <a:lnTo>
                    <a:pt x="43071" y="257672"/>
                  </a:lnTo>
                  <a:lnTo>
                    <a:pt x="46719" y="261585"/>
                  </a:lnTo>
                  <a:lnTo>
                    <a:pt x="50490" y="265380"/>
                  </a:lnTo>
                  <a:lnTo>
                    <a:pt x="54380" y="269052"/>
                  </a:lnTo>
                  <a:lnTo>
                    <a:pt x="58386" y="272598"/>
                  </a:lnTo>
                  <a:lnTo>
                    <a:pt x="62504" y="276014"/>
                  </a:lnTo>
                  <a:lnTo>
                    <a:pt x="66728" y="279296"/>
                  </a:lnTo>
                  <a:lnTo>
                    <a:pt x="71056" y="282442"/>
                  </a:lnTo>
                  <a:lnTo>
                    <a:pt x="75481" y="285447"/>
                  </a:lnTo>
                  <a:lnTo>
                    <a:pt x="80001" y="288310"/>
                  </a:lnTo>
                  <a:lnTo>
                    <a:pt x="84610" y="291026"/>
                  </a:lnTo>
                  <a:lnTo>
                    <a:pt x="89304" y="293593"/>
                  </a:lnTo>
                  <a:lnTo>
                    <a:pt x="94077" y="296009"/>
                  </a:lnTo>
                  <a:lnTo>
                    <a:pt x="98926" y="298271"/>
                  </a:lnTo>
                  <a:lnTo>
                    <a:pt x="103844" y="300376"/>
                  </a:lnTo>
                  <a:lnTo>
                    <a:pt x="108827" y="302323"/>
                  </a:lnTo>
                  <a:lnTo>
                    <a:pt x="167167" y="1456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670132" y="4213821"/>
              <a:ext cx="225494" cy="334331"/>
            </a:xfrm>
            <a:custGeom>
              <a:avLst/>
              <a:pathLst>
                <a:path w="225494" h="334331">
                  <a:moveTo>
                    <a:pt x="0" y="323824"/>
                  </a:moveTo>
                  <a:lnTo>
                    <a:pt x="5010" y="325600"/>
                  </a:lnTo>
                  <a:lnTo>
                    <a:pt x="10074" y="327215"/>
                  </a:lnTo>
                  <a:lnTo>
                    <a:pt x="15188" y="328669"/>
                  </a:lnTo>
                  <a:lnTo>
                    <a:pt x="20344" y="329959"/>
                  </a:lnTo>
                  <a:lnTo>
                    <a:pt x="25540" y="331085"/>
                  </a:lnTo>
                  <a:lnTo>
                    <a:pt x="30768" y="332045"/>
                  </a:lnTo>
                  <a:lnTo>
                    <a:pt x="36024" y="332838"/>
                  </a:lnTo>
                  <a:lnTo>
                    <a:pt x="41303" y="333464"/>
                  </a:lnTo>
                  <a:lnTo>
                    <a:pt x="46599" y="333922"/>
                  </a:lnTo>
                  <a:lnTo>
                    <a:pt x="51907" y="334211"/>
                  </a:lnTo>
                  <a:lnTo>
                    <a:pt x="57222" y="334331"/>
                  </a:lnTo>
                  <a:lnTo>
                    <a:pt x="62537" y="334282"/>
                  </a:lnTo>
                  <a:lnTo>
                    <a:pt x="67849" y="334064"/>
                  </a:lnTo>
                  <a:lnTo>
                    <a:pt x="73151" y="333677"/>
                  </a:lnTo>
                  <a:lnTo>
                    <a:pt x="78437" y="333122"/>
                  </a:lnTo>
                  <a:lnTo>
                    <a:pt x="83704" y="332399"/>
                  </a:lnTo>
                  <a:lnTo>
                    <a:pt x="88945" y="331509"/>
                  </a:lnTo>
                  <a:lnTo>
                    <a:pt x="94154" y="330453"/>
                  </a:lnTo>
                  <a:lnTo>
                    <a:pt x="99328" y="329231"/>
                  </a:lnTo>
                  <a:lnTo>
                    <a:pt x="104460" y="327846"/>
                  </a:lnTo>
                  <a:lnTo>
                    <a:pt x="109546" y="326299"/>
                  </a:lnTo>
                  <a:lnTo>
                    <a:pt x="114580" y="324590"/>
                  </a:lnTo>
                  <a:lnTo>
                    <a:pt x="119556" y="322722"/>
                  </a:lnTo>
                  <a:lnTo>
                    <a:pt x="124471" y="320697"/>
                  </a:lnTo>
                  <a:lnTo>
                    <a:pt x="129320" y="318517"/>
                  </a:lnTo>
                  <a:lnTo>
                    <a:pt x="134096" y="316183"/>
                  </a:lnTo>
                  <a:lnTo>
                    <a:pt x="138796" y="313699"/>
                  </a:lnTo>
                  <a:lnTo>
                    <a:pt x="143414" y="311067"/>
                  </a:lnTo>
                  <a:lnTo>
                    <a:pt x="147946" y="308289"/>
                  </a:lnTo>
                  <a:lnTo>
                    <a:pt x="152388" y="305369"/>
                  </a:lnTo>
                  <a:lnTo>
                    <a:pt x="156735" y="302309"/>
                  </a:lnTo>
                  <a:lnTo>
                    <a:pt x="160982" y="299112"/>
                  </a:lnTo>
                  <a:lnTo>
                    <a:pt x="165125" y="295782"/>
                  </a:lnTo>
                  <a:lnTo>
                    <a:pt x="169161" y="292321"/>
                  </a:lnTo>
                  <a:lnTo>
                    <a:pt x="173084" y="288734"/>
                  </a:lnTo>
                  <a:lnTo>
                    <a:pt x="176891" y="285025"/>
                  </a:lnTo>
                  <a:lnTo>
                    <a:pt x="180579" y="281196"/>
                  </a:lnTo>
                  <a:lnTo>
                    <a:pt x="184142" y="277251"/>
                  </a:lnTo>
                  <a:lnTo>
                    <a:pt x="187579" y="273196"/>
                  </a:lnTo>
                  <a:lnTo>
                    <a:pt x="190885" y="269033"/>
                  </a:lnTo>
                  <a:lnTo>
                    <a:pt x="194057" y="264767"/>
                  </a:lnTo>
                  <a:lnTo>
                    <a:pt x="197091" y="260402"/>
                  </a:lnTo>
                  <a:lnTo>
                    <a:pt x="199986" y="255944"/>
                  </a:lnTo>
                  <a:lnTo>
                    <a:pt x="202737" y="251395"/>
                  </a:lnTo>
                  <a:lnTo>
                    <a:pt x="205342" y="246761"/>
                  </a:lnTo>
                  <a:lnTo>
                    <a:pt x="207798" y="242047"/>
                  </a:lnTo>
                  <a:lnTo>
                    <a:pt x="210103" y="237257"/>
                  </a:lnTo>
                  <a:lnTo>
                    <a:pt x="212255" y="232396"/>
                  </a:lnTo>
                  <a:lnTo>
                    <a:pt x="214251" y="227469"/>
                  </a:lnTo>
                  <a:lnTo>
                    <a:pt x="216090" y="222482"/>
                  </a:lnTo>
                  <a:lnTo>
                    <a:pt x="217769" y="217438"/>
                  </a:lnTo>
                  <a:lnTo>
                    <a:pt x="219287" y="212343"/>
                  </a:lnTo>
                  <a:lnTo>
                    <a:pt x="220642" y="207203"/>
                  </a:lnTo>
                  <a:lnTo>
                    <a:pt x="221833" y="202022"/>
                  </a:lnTo>
                  <a:lnTo>
                    <a:pt x="222858" y="196807"/>
                  </a:lnTo>
                  <a:lnTo>
                    <a:pt x="223717" y="191561"/>
                  </a:lnTo>
                  <a:lnTo>
                    <a:pt x="224409" y="186290"/>
                  </a:lnTo>
                  <a:lnTo>
                    <a:pt x="224934" y="181000"/>
                  </a:lnTo>
                  <a:lnTo>
                    <a:pt x="225289" y="175696"/>
                  </a:lnTo>
                  <a:lnTo>
                    <a:pt x="225476" y="170384"/>
                  </a:lnTo>
                  <a:lnTo>
                    <a:pt x="225494" y="165068"/>
                  </a:lnTo>
                  <a:lnTo>
                    <a:pt x="225342" y="159754"/>
                  </a:lnTo>
                  <a:lnTo>
                    <a:pt x="225022" y="154448"/>
                  </a:lnTo>
                  <a:lnTo>
                    <a:pt x="224534" y="149155"/>
                  </a:lnTo>
                  <a:lnTo>
                    <a:pt x="223877" y="143879"/>
                  </a:lnTo>
                  <a:lnTo>
                    <a:pt x="223053" y="138628"/>
                  </a:lnTo>
                  <a:lnTo>
                    <a:pt x="222062" y="133405"/>
                  </a:lnTo>
                  <a:lnTo>
                    <a:pt x="220906" y="128217"/>
                  </a:lnTo>
                  <a:lnTo>
                    <a:pt x="219585" y="123067"/>
                  </a:lnTo>
                  <a:lnTo>
                    <a:pt x="218101" y="117963"/>
                  </a:lnTo>
                  <a:lnTo>
                    <a:pt x="216456" y="112908"/>
                  </a:lnTo>
                  <a:lnTo>
                    <a:pt x="214651" y="107908"/>
                  </a:lnTo>
                  <a:lnTo>
                    <a:pt x="212688" y="102968"/>
                  </a:lnTo>
                  <a:lnTo>
                    <a:pt x="210569" y="98093"/>
                  </a:lnTo>
                  <a:lnTo>
                    <a:pt x="208295" y="93288"/>
                  </a:lnTo>
                  <a:lnTo>
                    <a:pt x="205871" y="88557"/>
                  </a:lnTo>
                  <a:lnTo>
                    <a:pt x="203297" y="83906"/>
                  </a:lnTo>
                  <a:lnTo>
                    <a:pt x="200576" y="79339"/>
                  </a:lnTo>
                  <a:lnTo>
                    <a:pt x="197712" y="74861"/>
                  </a:lnTo>
                  <a:lnTo>
                    <a:pt x="194706" y="70476"/>
                  </a:lnTo>
                  <a:lnTo>
                    <a:pt x="191563" y="66189"/>
                  </a:lnTo>
                  <a:lnTo>
                    <a:pt x="188285" y="62005"/>
                  </a:lnTo>
                  <a:lnTo>
                    <a:pt x="184876" y="57926"/>
                  </a:lnTo>
                  <a:lnTo>
                    <a:pt x="181338" y="53958"/>
                  </a:lnTo>
                  <a:lnTo>
                    <a:pt x="177676" y="50104"/>
                  </a:lnTo>
                  <a:lnTo>
                    <a:pt x="173894" y="46369"/>
                  </a:lnTo>
                  <a:lnTo>
                    <a:pt x="169995" y="42756"/>
                  </a:lnTo>
                  <a:lnTo>
                    <a:pt x="165983" y="39269"/>
                  </a:lnTo>
                  <a:lnTo>
                    <a:pt x="161862" y="35911"/>
                  </a:lnTo>
                  <a:lnTo>
                    <a:pt x="157636" y="32686"/>
                  </a:lnTo>
                  <a:lnTo>
                    <a:pt x="153310" y="29597"/>
                  </a:lnTo>
                  <a:lnTo>
                    <a:pt x="148888" y="26647"/>
                  </a:lnTo>
                  <a:lnTo>
                    <a:pt x="144374" y="23839"/>
                  </a:lnTo>
                  <a:lnTo>
                    <a:pt x="139773" y="21176"/>
                  </a:lnTo>
                  <a:lnTo>
                    <a:pt x="135090" y="18660"/>
                  </a:lnTo>
                  <a:lnTo>
                    <a:pt x="130330" y="16295"/>
                  </a:lnTo>
                  <a:lnTo>
                    <a:pt x="125496" y="14082"/>
                  </a:lnTo>
                  <a:lnTo>
                    <a:pt x="120595" y="12024"/>
                  </a:lnTo>
                  <a:lnTo>
                    <a:pt x="115631" y="10123"/>
                  </a:lnTo>
                  <a:lnTo>
                    <a:pt x="110608" y="8381"/>
                  </a:lnTo>
                  <a:lnTo>
                    <a:pt x="105533" y="6800"/>
                  </a:lnTo>
                  <a:lnTo>
                    <a:pt x="100411" y="5380"/>
                  </a:lnTo>
                  <a:lnTo>
                    <a:pt x="95245" y="4124"/>
                  </a:lnTo>
                  <a:lnTo>
                    <a:pt x="90043" y="3033"/>
                  </a:lnTo>
                  <a:lnTo>
                    <a:pt x="84808" y="2108"/>
                  </a:lnTo>
                  <a:lnTo>
                    <a:pt x="79546" y="1350"/>
                  </a:lnTo>
                  <a:lnTo>
                    <a:pt x="74263" y="760"/>
                  </a:lnTo>
                  <a:lnTo>
                    <a:pt x="68964" y="337"/>
                  </a:lnTo>
                  <a:lnTo>
                    <a:pt x="63655" y="84"/>
                  </a:lnTo>
                  <a:lnTo>
                    <a:pt x="58339" y="0"/>
                  </a:lnTo>
                  <a:lnTo>
                    <a:pt x="583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51977" y="3707720"/>
              <a:ext cx="167033" cy="167167"/>
            </a:xfrm>
            <a:custGeom>
              <a:avLst/>
              <a:pathLst>
                <a:path w="167033" h="167167">
                  <a:moveTo>
                    <a:pt x="167033" y="0"/>
                  </a:moveTo>
                  <a:lnTo>
                    <a:pt x="161590" y="88"/>
                  </a:lnTo>
                  <a:lnTo>
                    <a:pt x="156152" y="354"/>
                  </a:lnTo>
                  <a:lnTo>
                    <a:pt x="150725" y="797"/>
                  </a:lnTo>
                  <a:lnTo>
                    <a:pt x="145316" y="1416"/>
                  </a:lnTo>
                  <a:lnTo>
                    <a:pt x="139930" y="2211"/>
                  </a:lnTo>
                  <a:lnTo>
                    <a:pt x="134572" y="3181"/>
                  </a:lnTo>
                  <a:lnTo>
                    <a:pt x="129249" y="4326"/>
                  </a:lnTo>
                  <a:lnTo>
                    <a:pt x="123966" y="5642"/>
                  </a:lnTo>
                  <a:lnTo>
                    <a:pt x="118729" y="7131"/>
                  </a:lnTo>
                  <a:lnTo>
                    <a:pt x="113543" y="8788"/>
                  </a:lnTo>
                  <a:lnTo>
                    <a:pt x="108414" y="10614"/>
                  </a:lnTo>
                  <a:lnTo>
                    <a:pt x="103347" y="12606"/>
                  </a:lnTo>
                  <a:lnTo>
                    <a:pt x="98347" y="14762"/>
                  </a:lnTo>
                  <a:lnTo>
                    <a:pt x="93421" y="17080"/>
                  </a:lnTo>
                  <a:lnTo>
                    <a:pt x="88572" y="19557"/>
                  </a:lnTo>
                  <a:lnTo>
                    <a:pt x="83807" y="22190"/>
                  </a:lnTo>
                  <a:lnTo>
                    <a:pt x="79130" y="24977"/>
                  </a:lnTo>
                  <a:lnTo>
                    <a:pt x="74546" y="27915"/>
                  </a:lnTo>
                  <a:lnTo>
                    <a:pt x="70060" y="31001"/>
                  </a:lnTo>
                  <a:lnTo>
                    <a:pt x="65678" y="34231"/>
                  </a:lnTo>
                  <a:lnTo>
                    <a:pt x="61402" y="37602"/>
                  </a:lnTo>
                  <a:lnTo>
                    <a:pt x="57239" y="41111"/>
                  </a:lnTo>
                  <a:lnTo>
                    <a:pt x="53192" y="44753"/>
                  </a:lnTo>
                  <a:lnTo>
                    <a:pt x="49266" y="48525"/>
                  </a:lnTo>
                  <a:lnTo>
                    <a:pt x="45465" y="52423"/>
                  </a:lnTo>
                  <a:lnTo>
                    <a:pt x="41793" y="56443"/>
                  </a:lnTo>
                  <a:lnTo>
                    <a:pt x="38254" y="60580"/>
                  </a:lnTo>
                  <a:lnTo>
                    <a:pt x="34851" y="64830"/>
                  </a:lnTo>
                  <a:lnTo>
                    <a:pt x="31589" y="69189"/>
                  </a:lnTo>
                  <a:lnTo>
                    <a:pt x="28470" y="73652"/>
                  </a:lnTo>
                  <a:lnTo>
                    <a:pt x="25498" y="78214"/>
                  </a:lnTo>
                  <a:lnTo>
                    <a:pt x="22676" y="82870"/>
                  </a:lnTo>
                  <a:lnTo>
                    <a:pt x="20008" y="87616"/>
                  </a:lnTo>
                  <a:lnTo>
                    <a:pt x="17495" y="92446"/>
                  </a:lnTo>
                  <a:lnTo>
                    <a:pt x="15141" y="97355"/>
                  </a:lnTo>
                  <a:lnTo>
                    <a:pt x="12948" y="102339"/>
                  </a:lnTo>
                  <a:lnTo>
                    <a:pt x="10919" y="107391"/>
                  </a:lnTo>
                  <a:lnTo>
                    <a:pt x="9055" y="112507"/>
                  </a:lnTo>
                  <a:lnTo>
                    <a:pt x="7359" y="117680"/>
                  </a:lnTo>
                  <a:lnTo>
                    <a:pt x="5832" y="122906"/>
                  </a:lnTo>
                  <a:lnTo>
                    <a:pt x="4476" y="128179"/>
                  </a:lnTo>
                  <a:lnTo>
                    <a:pt x="3293" y="133494"/>
                  </a:lnTo>
                  <a:lnTo>
                    <a:pt x="2283" y="138844"/>
                  </a:lnTo>
                  <a:lnTo>
                    <a:pt x="1448" y="144224"/>
                  </a:lnTo>
                  <a:lnTo>
                    <a:pt x="789" y="149628"/>
                  </a:lnTo>
                  <a:lnTo>
                    <a:pt x="306" y="155051"/>
                  </a:lnTo>
                  <a:lnTo>
                    <a:pt x="0" y="160487"/>
                  </a:lnTo>
                  <a:lnTo>
                    <a:pt x="16703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51849" y="3707730"/>
              <a:ext cx="334329" cy="334312"/>
            </a:xfrm>
            <a:custGeom>
              <a:avLst/>
              <a:pathLst>
                <a:path w="334329" h="334312">
                  <a:moveTo>
                    <a:pt x="127" y="160478"/>
                  </a:moveTo>
                  <a:lnTo>
                    <a:pt x="0" y="165796"/>
                  </a:lnTo>
                  <a:lnTo>
                    <a:pt x="41" y="171115"/>
                  </a:lnTo>
                  <a:lnTo>
                    <a:pt x="251" y="176430"/>
                  </a:lnTo>
                  <a:lnTo>
                    <a:pt x="631" y="181736"/>
                  </a:lnTo>
                  <a:lnTo>
                    <a:pt x="1179" y="187027"/>
                  </a:lnTo>
                  <a:lnTo>
                    <a:pt x="1895" y="192298"/>
                  </a:lnTo>
                  <a:lnTo>
                    <a:pt x="2779" y="197544"/>
                  </a:lnTo>
                  <a:lnTo>
                    <a:pt x="3829" y="202759"/>
                  </a:lnTo>
                  <a:lnTo>
                    <a:pt x="5044" y="207938"/>
                  </a:lnTo>
                  <a:lnTo>
                    <a:pt x="6424" y="213075"/>
                  </a:lnTo>
                  <a:lnTo>
                    <a:pt x="7966" y="218166"/>
                  </a:lnTo>
                  <a:lnTo>
                    <a:pt x="9670" y="223206"/>
                  </a:lnTo>
                  <a:lnTo>
                    <a:pt x="11533" y="228188"/>
                  </a:lnTo>
                  <a:lnTo>
                    <a:pt x="13554" y="233109"/>
                  </a:lnTo>
                  <a:lnTo>
                    <a:pt x="15730" y="237963"/>
                  </a:lnTo>
                  <a:lnTo>
                    <a:pt x="18059" y="242745"/>
                  </a:lnTo>
                  <a:lnTo>
                    <a:pt x="20540" y="247451"/>
                  </a:lnTo>
                  <a:lnTo>
                    <a:pt x="23169" y="252076"/>
                  </a:lnTo>
                  <a:lnTo>
                    <a:pt x="25944" y="256614"/>
                  </a:lnTo>
                  <a:lnTo>
                    <a:pt x="28862" y="261062"/>
                  </a:lnTo>
                  <a:lnTo>
                    <a:pt x="31919" y="265415"/>
                  </a:lnTo>
                  <a:lnTo>
                    <a:pt x="35114" y="269668"/>
                  </a:lnTo>
                  <a:lnTo>
                    <a:pt x="38443" y="273818"/>
                  </a:lnTo>
                  <a:lnTo>
                    <a:pt x="41901" y="277859"/>
                  </a:lnTo>
                  <a:lnTo>
                    <a:pt x="45487" y="281789"/>
                  </a:lnTo>
                  <a:lnTo>
                    <a:pt x="49196" y="285602"/>
                  </a:lnTo>
                  <a:lnTo>
                    <a:pt x="53024" y="289295"/>
                  </a:lnTo>
                  <a:lnTo>
                    <a:pt x="56968" y="292865"/>
                  </a:lnTo>
                  <a:lnTo>
                    <a:pt x="61024" y="296307"/>
                  </a:lnTo>
                  <a:lnTo>
                    <a:pt x="65187" y="299619"/>
                  </a:lnTo>
                  <a:lnTo>
                    <a:pt x="69453" y="302797"/>
                  </a:lnTo>
                  <a:lnTo>
                    <a:pt x="73818" y="305837"/>
                  </a:lnTo>
                  <a:lnTo>
                    <a:pt x="78278" y="308736"/>
                  </a:lnTo>
                  <a:lnTo>
                    <a:pt x="82827" y="311493"/>
                  </a:lnTo>
                  <a:lnTo>
                    <a:pt x="87463" y="314103"/>
                  </a:lnTo>
                  <a:lnTo>
                    <a:pt x="92178" y="316564"/>
                  </a:lnTo>
                  <a:lnTo>
                    <a:pt x="96970" y="318875"/>
                  </a:lnTo>
                  <a:lnTo>
                    <a:pt x="101833" y="321031"/>
                  </a:lnTo>
                  <a:lnTo>
                    <a:pt x="106762" y="323032"/>
                  </a:lnTo>
                  <a:lnTo>
                    <a:pt x="111752" y="324875"/>
                  </a:lnTo>
                  <a:lnTo>
                    <a:pt x="116798" y="326558"/>
                  </a:lnTo>
                  <a:lnTo>
                    <a:pt x="121895" y="328079"/>
                  </a:lnTo>
                  <a:lnTo>
                    <a:pt x="127038" y="329438"/>
                  </a:lnTo>
                  <a:lnTo>
                    <a:pt x="132222" y="330633"/>
                  </a:lnTo>
                  <a:lnTo>
                    <a:pt x="137441" y="331662"/>
                  </a:lnTo>
                  <a:lnTo>
                    <a:pt x="142690" y="332524"/>
                  </a:lnTo>
                  <a:lnTo>
                    <a:pt x="147964" y="333219"/>
                  </a:lnTo>
                  <a:lnTo>
                    <a:pt x="153258" y="333746"/>
                  </a:lnTo>
                  <a:lnTo>
                    <a:pt x="158565" y="334104"/>
                  </a:lnTo>
                  <a:lnTo>
                    <a:pt x="163881" y="334293"/>
                  </a:lnTo>
                  <a:lnTo>
                    <a:pt x="169201" y="334312"/>
                  </a:lnTo>
                  <a:lnTo>
                    <a:pt x="174518" y="334163"/>
                  </a:lnTo>
                  <a:lnTo>
                    <a:pt x="179828" y="333844"/>
                  </a:lnTo>
                  <a:lnTo>
                    <a:pt x="185125" y="333357"/>
                  </a:lnTo>
                  <a:lnTo>
                    <a:pt x="190404" y="332701"/>
                  </a:lnTo>
                  <a:lnTo>
                    <a:pt x="195660" y="331878"/>
                  </a:lnTo>
                  <a:lnTo>
                    <a:pt x="200886" y="330888"/>
                  </a:lnTo>
                  <a:lnTo>
                    <a:pt x="206079" y="329732"/>
                  </a:lnTo>
                  <a:lnTo>
                    <a:pt x="211232" y="328411"/>
                  </a:lnTo>
                  <a:lnTo>
                    <a:pt x="216340" y="326927"/>
                  </a:lnTo>
                  <a:lnTo>
                    <a:pt x="221399" y="325282"/>
                  </a:lnTo>
                  <a:lnTo>
                    <a:pt x="226402" y="323476"/>
                  </a:lnTo>
                  <a:lnTo>
                    <a:pt x="231346" y="321512"/>
                  </a:lnTo>
                  <a:lnTo>
                    <a:pt x="236225" y="319391"/>
                  </a:lnTo>
                  <a:lnTo>
                    <a:pt x="241033" y="317117"/>
                  </a:lnTo>
                  <a:lnTo>
                    <a:pt x="245767" y="314691"/>
                  </a:lnTo>
                  <a:lnTo>
                    <a:pt x="250422" y="312115"/>
                  </a:lnTo>
                  <a:lnTo>
                    <a:pt x="254992" y="309392"/>
                  </a:lnTo>
                  <a:lnTo>
                    <a:pt x="259473" y="306526"/>
                  </a:lnTo>
                  <a:lnTo>
                    <a:pt x="263860" y="303518"/>
                  </a:lnTo>
                  <a:lnTo>
                    <a:pt x="268150" y="300372"/>
                  </a:lnTo>
                  <a:lnTo>
                    <a:pt x="272337" y="297092"/>
                  </a:lnTo>
                  <a:lnTo>
                    <a:pt x="276418" y="293679"/>
                  </a:lnTo>
                  <a:lnTo>
                    <a:pt x="280389" y="290139"/>
                  </a:lnTo>
                  <a:lnTo>
                    <a:pt x="284244" y="286474"/>
                  </a:lnTo>
                  <a:lnTo>
                    <a:pt x="287981" y="282689"/>
                  </a:lnTo>
                  <a:lnTo>
                    <a:pt x="291596" y="278786"/>
                  </a:lnTo>
                  <a:lnTo>
                    <a:pt x="295085" y="274770"/>
                  </a:lnTo>
                  <a:lnTo>
                    <a:pt x="298444" y="270645"/>
                  </a:lnTo>
                  <a:lnTo>
                    <a:pt x="301670" y="266416"/>
                  </a:lnTo>
                  <a:lnTo>
                    <a:pt x="304760" y="262086"/>
                  </a:lnTo>
                  <a:lnTo>
                    <a:pt x="307711" y="257660"/>
                  </a:lnTo>
                  <a:lnTo>
                    <a:pt x="310520" y="253142"/>
                  </a:lnTo>
                  <a:lnTo>
                    <a:pt x="313183" y="248537"/>
                  </a:lnTo>
                  <a:lnTo>
                    <a:pt x="315698" y="243850"/>
                  </a:lnTo>
                  <a:lnTo>
                    <a:pt x="318063" y="239085"/>
                  </a:lnTo>
                  <a:lnTo>
                    <a:pt x="320275" y="234247"/>
                  </a:lnTo>
                  <a:lnTo>
                    <a:pt x="322332" y="229342"/>
                  </a:lnTo>
                  <a:lnTo>
                    <a:pt x="324232" y="224373"/>
                  </a:lnTo>
                  <a:lnTo>
                    <a:pt x="325973" y="219347"/>
                  </a:lnTo>
                  <a:lnTo>
                    <a:pt x="327553" y="214267"/>
                  </a:lnTo>
                  <a:lnTo>
                    <a:pt x="328971" y="209140"/>
                  </a:lnTo>
                  <a:lnTo>
                    <a:pt x="330225" y="203970"/>
                  </a:lnTo>
                  <a:lnTo>
                    <a:pt x="331314" y="198763"/>
                  </a:lnTo>
                  <a:lnTo>
                    <a:pt x="332236" y="193525"/>
                  </a:lnTo>
                  <a:lnTo>
                    <a:pt x="332992" y="188259"/>
                  </a:lnTo>
                  <a:lnTo>
                    <a:pt x="333579" y="182972"/>
                  </a:lnTo>
                  <a:lnTo>
                    <a:pt x="333998" y="177669"/>
                  </a:lnTo>
                  <a:lnTo>
                    <a:pt x="334248" y="172355"/>
                  </a:lnTo>
                  <a:lnTo>
                    <a:pt x="334329" y="167036"/>
                  </a:lnTo>
                  <a:lnTo>
                    <a:pt x="334240" y="161718"/>
                  </a:lnTo>
                  <a:lnTo>
                    <a:pt x="333983" y="156404"/>
                  </a:lnTo>
                  <a:lnTo>
                    <a:pt x="333556" y="151102"/>
                  </a:lnTo>
                  <a:lnTo>
                    <a:pt x="332961" y="145816"/>
                  </a:lnTo>
                  <a:lnTo>
                    <a:pt x="332198" y="140551"/>
                  </a:lnTo>
                  <a:lnTo>
                    <a:pt x="331268" y="135314"/>
                  </a:lnTo>
                  <a:lnTo>
                    <a:pt x="330172" y="130108"/>
                  </a:lnTo>
                  <a:lnTo>
                    <a:pt x="328910" y="124941"/>
                  </a:lnTo>
                  <a:lnTo>
                    <a:pt x="327485" y="119816"/>
                  </a:lnTo>
                  <a:lnTo>
                    <a:pt x="325898" y="114738"/>
                  </a:lnTo>
                  <a:lnTo>
                    <a:pt x="324150" y="109714"/>
                  </a:lnTo>
                  <a:lnTo>
                    <a:pt x="322242" y="104748"/>
                  </a:lnTo>
                  <a:lnTo>
                    <a:pt x="320178" y="99846"/>
                  </a:lnTo>
                  <a:lnTo>
                    <a:pt x="317959" y="95011"/>
                  </a:lnTo>
                  <a:lnTo>
                    <a:pt x="315587" y="90250"/>
                  </a:lnTo>
                  <a:lnTo>
                    <a:pt x="313065" y="85566"/>
                  </a:lnTo>
                  <a:lnTo>
                    <a:pt x="310395" y="80965"/>
                  </a:lnTo>
                  <a:lnTo>
                    <a:pt x="307580" y="76452"/>
                  </a:lnTo>
                  <a:lnTo>
                    <a:pt x="304623" y="72030"/>
                  </a:lnTo>
                  <a:lnTo>
                    <a:pt x="301527" y="67704"/>
                  </a:lnTo>
                  <a:lnTo>
                    <a:pt x="298294" y="63479"/>
                  </a:lnTo>
                  <a:lnTo>
                    <a:pt x="294929" y="59360"/>
                  </a:lnTo>
                  <a:lnTo>
                    <a:pt x="291435" y="55349"/>
                  </a:lnTo>
                  <a:lnTo>
                    <a:pt x="287814" y="51451"/>
                  </a:lnTo>
                  <a:lnTo>
                    <a:pt x="284072" y="47671"/>
                  </a:lnTo>
                  <a:lnTo>
                    <a:pt x="280211" y="44012"/>
                  </a:lnTo>
                  <a:lnTo>
                    <a:pt x="276235" y="40477"/>
                  </a:lnTo>
                  <a:lnTo>
                    <a:pt x="272149" y="37071"/>
                  </a:lnTo>
                  <a:lnTo>
                    <a:pt x="267957" y="33796"/>
                  </a:lnTo>
                  <a:lnTo>
                    <a:pt x="263663" y="30657"/>
                  </a:lnTo>
                  <a:lnTo>
                    <a:pt x="259271" y="27655"/>
                  </a:lnTo>
                  <a:lnTo>
                    <a:pt x="254786" y="24795"/>
                  </a:lnTo>
                  <a:lnTo>
                    <a:pt x="250212" y="22079"/>
                  </a:lnTo>
                  <a:lnTo>
                    <a:pt x="245554" y="19510"/>
                  </a:lnTo>
                  <a:lnTo>
                    <a:pt x="240816" y="17091"/>
                  </a:lnTo>
                  <a:lnTo>
                    <a:pt x="236004" y="14823"/>
                  </a:lnTo>
                  <a:lnTo>
                    <a:pt x="231123" y="12710"/>
                  </a:lnTo>
                  <a:lnTo>
                    <a:pt x="226176" y="10753"/>
                  </a:lnTo>
                  <a:lnTo>
                    <a:pt x="221170" y="8955"/>
                  </a:lnTo>
                  <a:lnTo>
                    <a:pt x="216109" y="7316"/>
                  </a:lnTo>
                  <a:lnTo>
                    <a:pt x="210998" y="5840"/>
                  </a:lnTo>
                  <a:lnTo>
                    <a:pt x="205844" y="4527"/>
                  </a:lnTo>
                  <a:lnTo>
                    <a:pt x="200649" y="3378"/>
                  </a:lnTo>
                  <a:lnTo>
                    <a:pt x="195421" y="2396"/>
                  </a:lnTo>
                  <a:lnTo>
                    <a:pt x="190165" y="1580"/>
                  </a:lnTo>
                  <a:lnTo>
                    <a:pt x="184885" y="932"/>
                  </a:lnTo>
                  <a:lnTo>
                    <a:pt x="179587" y="452"/>
                  </a:lnTo>
                  <a:lnTo>
                    <a:pt x="174277" y="141"/>
                  </a:lnTo>
                  <a:lnTo>
                    <a:pt x="168959" y="0"/>
                  </a:lnTo>
                  <a:lnTo>
                    <a:pt x="167161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1797" cy="167167"/>
            </a:xfrm>
            <a:custGeom>
              <a:avLst/>
              <a:pathLst>
                <a:path w="1797" h="167167">
                  <a:moveTo>
                    <a:pt x="1797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tx77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2025-06-05T19:40:23Z</dcterms:modified>
  <cp:category/>
</cp:coreProperties>
</file>