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1244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113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154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32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024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319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459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2816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104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15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1982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379452" y="1556381"/>
              <a:ext cx="2536502" cy="147484"/>
            </a:xfrm>
            <a:custGeom>
              <a:avLst/>
              <a:pathLst>
                <a:path w="2536502" h="147484">
                  <a:moveTo>
                    <a:pt x="2536502" y="0"/>
                  </a:moveTo>
                  <a:lnTo>
                    <a:pt x="0" y="147484"/>
                  </a:lnTo>
                </a:path>
              </a:pathLst>
            </a:custGeom>
            <a:ln w="1637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531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452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90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23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236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107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34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2022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1987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48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141" y="3170392"/>
              <a:ext cx="1637" cy="167167"/>
            </a:xfrm>
            <a:custGeom>
              <a:avLst/>
              <a:pathLst>
                <a:path w="1637" h="167167">
                  <a:moveTo>
                    <a:pt x="1637" y="0"/>
                  </a:moveTo>
                  <a:lnTo>
                    <a:pt x="0" y="8"/>
                  </a:lnTo>
                  <a:lnTo>
                    <a:pt x="163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141" y="3170400"/>
              <a:ext cx="1637" cy="167159"/>
            </a:xfrm>
            <a:custGeom>
              <a:avLst/>
              <a:pathLst>
                <a:path w="1637" h="167159">
                  <a:moveTo>
                    <a:pt x="0" y="0"/>
                  </a:moveTo>
                  <a:lnTo>
                    <a:pt x="1637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16621" y="3170400"/>
              <a:ext cx="334315" cy="334326"/>
            </a:xfrm>
            <a:custGeom>
              <a:avLst/>
              <a:pathLst>
                <a:path w="334315" h="334326">
                  <a:moveTo>
                    <a:pt x="165519" y="0"/>
                  </a:moveTo>
                  <a:lnTo>
                    <a:pt x="160233" y="135"/>
                  </a:lnTo>
                  <a:lnTo>
                    <a:pt x="154954" y="437"/>
                  </a:lnTo>
                  <a:lnTo>
                    <a:pt x="149687" y="907"/>
                  </a:lnTo>
                  <a:lnTo>
                    <a:pt x="144437" y="1543"/>
                  </a:lnTo>
                  <a:lnTo>
                    <a:pt x="139210" y="2344"/>
                  </a:lnTo>
                  <a:lnTo>
                    <a:pt x="134011" y="3310"/>
                  </a:lnTo>
                  <a:lnTo>
                    <a:pt x="128846" y="4441"/>
                  </a:lnTo>
                  <a:lnTo>
                    <a:pt x="123718" y="5734"/>
                  </a:lnTo>
                  <a:lnTo>
                    <a:pt x="118634" y="7189"/>
                  </a:lnTo>
                  <a:lnTo>
                    <a:pt x="113599" y="8803"/>
                  </a:lnTo>
                  <a:lnTo>
                    <a:pt x="108617" y="10576"/>
                  </a:lnTo>
                  <a:lnTo>
                    <a:pt x="103694" y="12506"/>
                  </a:lnTo>
                  <a:lnTo>
                    <a:pt x="98834" y="14591"/>
                  </a:lnTo>
                  <a:lnTo>
                    <a:pt x="94043" y="16828"/>
                  </a:lnTo>
                  <a:lnTo>
                    <a:pt x="89325" y="19216"/>
                  </a:lnTo>
                  <a:lnTo>
                    <a:pt x="84685" y="21752"/>
                  </a:lnTo>
                  <a:lnTo>
                    <a:pt x="80127" y="24433"/>
                  </a:lnTo>
                  <a:lnTo>
                    <a:pt x="75656" y="27257"/>
                  </a:lnTo>
                  <a:lnTo>
                    <a:pt x="71277" y="30221"/>
                  </a:lnTo>
                  <a:lnTo>
                    <a:pt x="66994" y="33322"/>
                  </a:lnTo>
                  <a:lnTo>
                    <a:pt x="62811" y="36557"/>
                  </a:lnTo>
                  <a:lnTo>
                    <a:pt x="58732" y="39923"/>
                  </a:lnTo>
                  <a:lnTo>
                    <a:pt x="54762" y="43416"/>
                  </a:lnTo>
                  <a:lnTo>
                    <a:pt x="50905" y="47032"/>
                  </a:lnTo>
                  <a:lnTo>
                    <a:pt x="47163" y="50769"/>
                  </a:lnTo>
                  <a:lnTo>
                    <a:pt x="43542" y="54623"/>
                  </a:lnTo>
                  <a:lnTo>
                    <a:pt x="40045" y="58589"/>
                  </a:lnTo>
                  <a:lnTo>
                    <a:pt x="36674" y="62664"/>
                  </a:lnTo>
                  <a:lnTo>
                    <a:pt x="33435" y="66843"/>
                  </a:lnTo>
                  <a:lnTo>
                    <a:pt x="30329" y="71122"/>
                  </a:lnTo>
                  <a:lnTo>
                    <a:pt x="27360" y="75498"/>
                  </a:lnTo>
                  <a:lnTo>
                    <a:pt x="24531" y="79966"/>
                  </a:lnTo>
                  <a:lnTo>
                    <a:pt x="21844" y="84520"/>
                  </a:lnTo>
                  <a:lnTo>
                    <a:pt x="19303" y="89158"/>
                  </a:lnTo>
                  <a:lnTo>
                    <a:pt x="16910" y="93873"/>
                  </a:lnTo>
                  <a:lnTo>
                    <a:pt x="14667" y="98662"/>
                  </a:lnTo>
                  <a:lnTo>
                    <a:pt x="12577" y="103519"/>
                  </a:lnTo>
                  <a:lnTo>
                    <a:pt x="10642" y="108440"/>
                  </a:lnTo>
                  <a:lnTo>
                    <a:pt x="8863" y="113420"/>
                  </a:lnTo>
                  <a:lnTo>
                    <a:pt x="7242" y="118453"/>
                  </a:lnTo>
                  <a:lnTo>
                    <a:pt x="5782" y="123536"/>
                  </a:lnTo>
                  <a:lnTo>
                    <a:pt x="4483" y="128661"/>
                  </a:lnTo>
                  <a:lnTo>
                    <a:pt x="3346" y="133826"/>
                  </a:lnTo>
                  <a:lnTo>
                    <a:pt x="2374" y="139024"/>
                  </a:lnTo>
                  <a:lnTo>
                    <a:pt x="1567" y="144250"/>
                  </a:lnTo>
                  <a:lnTo>
                    <a:pt x="925" y="149498"/>
                  </a:lnTo>
                  <a:lnTo>
                    <a:pt x="450" y="154765"/>
                  </a:lnTo>
                  <a:lnTo>
                    <a:pt x="141" y="160044"/>
                  </a:lnTo>
                  <a:lnTo>
                    <a:pt x="0" y="165330"/>
                  </a:lnTo>
                  <a:lnTo>
                    <a:pt x="25" y="170618"/>
                  </a:lnTo>
                  <a:lnTo>
                    <a:pt x="218" y="175902"/>
                  </a:lnTo>
                  <a:lnTo>
                    <a:pt x="578" y="181178"/>
                  </a:lnTo>
                  <a:lnTo>
                    <a:pt x="1105" y="186439"/>
                  </a:lnTo>
                  <a:lnTo>
                    <a:pt x="1798" y="191682"/>
                  </a:lnTo>
                  <a:lnTo>
                    <a:pt x="2656" y="196899"/>
                  </a:lnTo>
                  <a:lnTo>
                    <a:pt x="3679" y="202088"/>
                  </a:lnTo>
                  <a:lnTo>
                    <a:pt x="4866" y="207241"/>
                  </a:lnTo>
                  <a:lnTo>
                    <a:pt x="6215" y="212354"/>
                  </a:lnTo>
                  <a:lnTo>
                    <a:pt x="7725" y="217421"/>
                  </a:lnTo>
                  <a:lnTo>
                    <a:pt x="9394" y="222439"/>
                  </a:lnTo>
                  <a:lnTo>
                    <a:pt x="11222" y="227401"/>
                  </a:lnTo>
                  <a:lnTo>
                    <a:pt x="13205" y="232303"/>
                  </a:lnTo>
                  <a:lnTo>
                    <a:pt x="15342" y="237139"/>
                  </a:lnTo>
                  <a:lnTo>
                    <a:pt x="17632" y="241906"/>
                  </a:lnTo>
                  <a:lnTo>
                    <a:pt x="20071" y="246598"/>
                  </a:lnTo>
                  <a:lnTo>
                    <a:pt x="22657" y="251210"/>
                  </a:lnTo>
                  <a:lnTo>
                    <a:pt x="25387" y="255739"/>
                  </a:lnTo>
                  <a:lnTo>
                    <a:pt x="28260" y="260178"/>
                  </a:lnTo>
                  <a:lnTo>
                    <a:pt x="31272" y="264525"/>
                  </a:lnTo>
                  <a:lnTo>
                    <a:pt x="34419" y="268774"/>
                  </a:lnTo>
                  <a:lnTo>
                    <a:pt x="37699" y="272921"/>
                  </a:lnTo>
                  <a:lnTo>
                    <a:pt x="41109" y="276963"/>
                  </a:lnTo>
                  <a:lnTo>
                    <a:pt x="44645" y="280895"/>
                  </a:lnTo>
                  <a:lnTo>
                    <a:pt x="48304" y="284713"/>
                  </a:lnTo>
                  <a:lnTo>
                    <a:pt x="52081" y="288413"/>
                  </a:lnTo>
                  <a:lnTo>
                    <a:pt x="55974" y="291992"/>
                  </a:lnTo>
                  <a:lnTo>
                    <a:pt x="59978" y="295446"/>
                  </a:lnTo>
                  <a:lnTo>
                    <a:pt x="64089" y="298772"/>
                  </a:lnTo>
                  <a:lnTo>
                    <a:pt x="68304" y="301966"/>
                  </a:lnTo>
                  <a:lnTo>
                    <a:pt x="72617" y="305025"/>
                  </a:lnTo>
                  <a:lnTo>
                    <a:pt x="77025" y="307946"/>
                  </a:lnTo>
                  <a:lnTo>
                    <a:pt x="81523" y="310727"/>
                  </a:lnTo>
                  <a:lnTo>
                    <a:pt x="86106" y="313363"/>
                  </a:lnTo>
                  <a:lnTo>
                    <a:pt x="90771" y="315854"/>
                  </a:lnTo>
                  <a:lnTo>
                    <a:pt x="95512" y="318195"/>
                  </a:lnTo>
                  <a:lnTo>
                    <a:pt x="100325" y="320386"/>
                  </a:lnTo>
                  <a:lnTo>
                    <a:pt x="105205" y="322423"/>
                  </a:lnTo>
                  <a:lnTo>
                    <a:pt x="110147" y="324305"/>
                  </a:lnTo>
                  <a:lnTo>
                    <a:pt x="115145" y="326029"/>
                  </a:lnTo>
                  <a:lnTo>
                    <a:pt x="120196" y="327595"/>
                  </a:lnTo>
                  <a:lnTo>
                    <a:pt x="125294" y="329000"/>
                  </a:lnTo>
                  <a:lnTo>
                    <a:pt x="130434" y="330243"/>
                  </a:lnTo>
                  <a:lnTo>
                    <a:pt x="135610" y="331323"/>
                  </a:lnTo>
                  <a:lnTo>
                    <a:pt x="140818" y="332238"/>
                  </a:lnTo>
                  <a:lnTo>
                    <a:pt x="146053" y="332989"/>
                  </a:lnTo>
                  <a:lnTo>
                    <a:pt x="151308" y="333573"/>
                  </a:lnTo>
                  <a:lnTo>
                    <a:pt x="156580" y="333991"/>
                  </a:lnTo>
                  <a:lnTo>
                    <a:pt x="161862" y="334242"/>
                  </a:lnTo>
                  <a:lnTo>
                    <a:pt x="167149" y="334326"/>
                  </a:lnTo>
                  <a:lnTo>
                    <a:pt x="172436" y="334243"/>
                  </a:lnTo>
                  <a:lnTo>
                    <a:pt x="177718" y="333992"/>
                  </a:lnTo>
                  <a:lnTo>
                    <a:pt x="182990" y="333575"/>
                  </a:lnTo>
                  <a:lnTo>
                    <a:pt x="188245" y="332991"/>
                  </a:lnTo>
                  <a:lnTo>
                    <a:pt x="193480" y="332241"/>
                  </a:lnTo>
                  <a:lnTo>
                    <a:pt x="198688" y="331326"/>
                  </a:lnTo>
                  <a:lnTo>
                    <a:pt x="203864" y="330246"/>
                  </a:lnTo>
                  <a:lnTo>
                    <a:pt x="209004" y="329004"/>
                  </a:lnTo>
                  <a:lnTo>
                    <a:pt x="214102" y="327599"/>
                  </a:lnTo>
                  <a:lnTo>
                    <a:pt x="219153" y="326034"/>
                  </a:lnTo>
                  <a:lnTo>
                    <a:pt x="224152" y="324310"/>
                  </a:lnTo>
                  <a:lnTo>
                    <a:pt x="229094" y="322429"/>
                  </a:lnTo>
                  <a:lnTo>
                    <a:pt x="233974" y="320392"/>
                  </a:lnTo>
                  <a:lnTo>
                    <a:pt x="238787" y="318202"/>
                  </a:lnTo>
                  <a:lnTo>
                    <a:pt x="243529" y="315861"/>
                  </a:lnTo>
                  <a:lnTo>
                    <a:pt x="248194" y="313371"/>
                  </a:lnTo>
                  <a:lnTo>
                    <a:pt x="252778" y="310735"/>
                  </a:lnTo>
                  <a:lnTo>
                    <a:pt x="257276" y="307955"/>
                  </a:lnTo>
                  <a:lnTo>
                    <a:pt x="261684" y="305034"/>
                  </a:lnTo>
                  <a:lnTo>
                    <a:pt x="265997" y="301976"/>
                  </a:lnTo>
                  <a:lnTo>
                    <a:pt x="270212" y="298782"/>
                  </a:lnTo>
                  <a:lnTo>
                    <a:pt x="274323" y="295457"/>
                  </a:lnTo>
                  <a:lnTo>
                    <a:pt x="278328" y="292003"/>
                  </a:lnTo>
                  <a:lnTo>
                    <a:pt x="282221" y="288424"/>
                  </a:lnTo>
                  <a:lnTo>
                    <a:pt x="285999" y="284724"/>
                  </a:lnTo>
                  <a:lnTo>
                    <a:pt x="289658" y="280907"/>
                  </a:lnTo>
                  <a:lnTo>
                    <a:pt x="293194" y="276975"/>
                  </a:lnTo>
                  <a:lnTo>
                    <a:pt x="296604" y="272934"/>
                  </a:lnTo>
                  <a:lnTo>
                    <a:pt x="299885" y="268787"/>
                  </a:lnTo>
                  <a:lnTo>
                    <a:pt x="303033" y="264538"/>
                  </a:lnTo>
                  <a:lnTo>
                    <a:pt x="306045" y="260192"/>
                  </a:lnTo>
                  <a:lnTo>
                    <a:pt x="308918" y="255752"/>
                  </a:lnTo>
                  <a:lnTo>
                    <a:pt x="311649" y="251224"/>
                  </a:lnTo>
                  <a:lnTo>
                    <a:pt x="314236" y="246612"/>
                  </a:lnTo>
                  <a:lnTo>
                    <a:pt x="316675" y="241920"/>
                  </a:lnTo>
                  <a:lnTo>
                    <a:pt x="318965" y="237154"/>
                  </a:lnTo>
                  <a:lnTo>
                    <a:pt x="321103" y="232318"/>
                  </a:lnTo>
                  <a:lnTo>
                    <a:pt x="323087" y="227416"/>
                  </a:lnTo>
                  <a:lnTo>
                    <a:pt x="324914" y="222454"/>
                  </a:lnTo>
                  <a:lnTo>
                    <a:pt x="326584" y="217437"/>
                  </a:lnTo>
                  <a:lnTo>
                    <a:pt x="328095" y="212369"/>
                  </a:lnTo>
                  <a:lnTo>
                    <a:pt x="329444" y="207256"/>
                  </a:lnTo>
                  <a:lnTo>
                    <a:pt x="330631" y="202103"/>
                  </a:lnTo>
                  <a:lnTo>
                    <a:pt x="331655" y="196915"/>
                  </a:lnTo>
                  <a:lnTo>
                    <a:pt x="332514" y="191698"/>
                  </a:lnTo>
                  <a:lnTo>
                    <a:pt x="333207" y="186455"/>
                  </a:lnTo>
                  <a:lnTo>
                    <a:pt x="333734" y="181194"/>
                  </a:lnTo>
                  <a:lnTo>
                    <a:pt x="334095" y="175918"/>
                  </a:lnTo>
                  <a:lnTo>
                    <a:pt x="334288" y="170634"/>
                  </a:lnTo>
                  <a:lnTo>
                    <a:pt x="334315" y="165346"/>
                  </a:lnTo>
                  <a:lnTo>
                    <a:pt x="334174" y="160060"/>
                  </a:lnTo>
                  <a:lnTo>
                    <a:pt x="333865" y="154781"/>
                  </a:lnTo>
                  <a:lnTo>
                    <a:pt x="333391" y="149514"/>
                  </a:lnTo>
                  <a:lnTo>
                    <a:pt x="332749" y="144265"/>
                  </a:lnTo>
                  <a:lnTo>
                    <a:pt x="331942" y="139039"/>
                  </a:lnTo>
                  <a:lnTo>
                    <a:pt x="330971" y="133842"/>
                  </a:lnTo>
                  <a:lnTo>
                    <a:pt x="329835" y="128677"/>
                  </a:lnTo>
                  <a:lnTo>
                    <a:pt x="328536" y="123551"/>
                  </a:lnTo>
                  <a:lnTo>
                    <a:pt x="327076" y="118469"/>
                  </a:lnTo>
                  <a:lnTo>
                    <a:pt x="325456" y="113435"/>
                  </a:lnTo>
                  <a:lnTo>
                    <a:pt x="323678" y="108455"/>
                  </a:lnTo>
                  <a:lnTo>
                    <a:pt x="321743" y="103534"/>
                  </a:lnTo>
                  <a:lnTo>
                    <a:pt x="319653" y="98676"/>
                  </a:lnTo>
                  <a:lnTo>
                    <a:pt x="317411" y="93888"/>
                  </a:lnTo>
                  <a:lnTo>
                    <a:pt x="315018" y="89172"/>
                  </a:lnTo>
                  <a:lnTo>
                    <a:pt x="312478" y="84534"/>
                  </a:lnTo>
                  <a:lnTo>
                    <a:pt x="309792" y="79979"/>
                  </a:lnTo>
                  <a:lnTo>
                    <a:pt x="306963" y="75512"/>
                  </a:lnTo>
                  <a:lnTo>
                    <a:pt x="303994" y="71136"/>
                  </a:lnTo>
                  <a:lnTo>
                    <a:pt x="300889" y="66856"/>
                  </a:lnTo>
                  <a:lnTo>
                    <a:pt x="297649" y="62676"/>
                  </a:lnTo>
                  <a:lnTo>
                    <a:pt x="294280" y="58601"/>
                  </a:lnTo>
                  <a:lnTo>
                    <a:pt x="290782" y="54635"/>
                  </a:lnTo>
                  <a:lnTo>
                    <a:pt x="287162" y="50781"/>
                  </a:lnTo>
                  <a:lnTo>
                    <a:pt x="283421" y="47044"/>
                  </a:lnTo>
                  <a:lnTo>
                    <a:pt x="279563" y="43426"/>
                  </a:lnTo>
                  <a:lnTo>
                    <a:pt x="275594" y="39933"/>
                  </a:lnTo>
                  <a:lnTo>
                    <a:pt x="271515" y="36567"/>
                  </a:lnTo>
                  <a:lnTo>
                    <a:pt x="267333" y="33332"/>
                  </a:lnTo>
                  <a:lnTo>
                    <a:pt x="263050" y="30230"/>
                  </a:lnTo>
                  <a:lnTo>
                    <a:pt x="258671" y="27266"/>
                  </a:lnTo>
                  <a:lnTo>
                    <a:pt x="254201" y="24441"/>
                  </a:lnTo>
                  <a:lnTo>
                    <a:pt x="249643" y="21760"/>
                  </a:lnTo>
                  <a:lnTo>
                    <a:pt x="245003" y="19223"/>
                  </a:lnTo>
                  <a:lnTo>
                    <a:pt x="240285" y="16835"/>
                  </a:lnTo>
                  <a:lnTo>
                    <a:pt x="235494" y="14598"/>
                  </a:lnTo>
                  <a:lnTo>
                    <a:pt x="230635" y="12512"/>
                  </a:lnTo>
                  <a:lnTo>
                    <a:pt x="225712" y="10582"/>
                  </a:lnTo>
                  <a:lnTo>
                    <a:pt x="220730" y="8808"/>
                  </a:lnTo>
                  <a:lnTo>
                    <a:pt x="215695" y="7193"/>
                  </a:lnTo>
                  <a:lnTo>
                    <a:pt x="210611" y="5738"/>
                  </a:lnTo>
                  <a:lnTo>
                    <a:pt x="205484" y="4444"/>
                  </a:lnTo>
                  <a:lnTo>
                    <a:pt x="200318" y="3314"/>
                  </a:lnTo>
                  <a:lnTo>
                    <a:pt x="195120" y="2347"/>
                  </a:lnTo>
                  <a:lnTo>
                    <a:pt x="189893" y="1545"/>
                  </a:lnTo>
                  <a:lnTo>
                    <a:pt x="184643" y="909"/>
                  </a:lnTo>
                  <a:lnTo>
                    <a:pt x="179376" y="439"/>
                  </a:lnTo>
                  <a:lnTo>
                    <a:pt x="167157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3779" y="3170392"/>
              <a:ext cx="12219" cy="167167"/>
            </a:xfrm>
            <a:custGeom>
              <a:avLst/>
              <a:pathLst>
                <a:path w="12219" h="167167">
                  <a:moveTo>
                    <a:pt x="12219" y="44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6270" y="2655501"/>
              <a:ext cx="27224" cy="167167"/>
            </a:xfrm>
            <a:custGeom>
              <a:avLst/>
              <a:pathLst>
                <a:path w="27224" h="167167">
                  <a:moveTo>
                    <a:pt x="27224" y="0"/>
                  </a:moveTo>
                  <a:lnTo>
                    <a:pt x="20389" y="139"/>
                  </a:lnTo>
                  <a:lnTo>
                    <a:pt x="13566" y="558"/>
                  </a:lnTo>
                  <a:lnTo>
                    <a:pt x="6766" y="1256"/>
                  </a:lnTo>
                  <a:lnTo>
                    <a:pt x="0" y="2231"/>
                  </a:lnTo>
                  <a:lnTo>
                    <a:pt x="2722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6270" y="2657733"/>
              <a:ext cx="27224" cy="164935"/>
            </a:xfrm>
            <a:custGeom>
              <a:avLst/>
              <a:pathLst>
                <a:path w="27224" h="164935">
                  <a:moveTo>
                    <a:pt x="0" y="0"/>
                  </a:moveTo>
                  <a:lnTo>
                    <a:pt x="27224" y="1649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56345" y="2657733"/>
              <a:ext cx="334316" cy="332097"/>
            </a:xfrm>
            <a:custGeom>
              <a:avLst/>
              <a:pathLst>
                <a:path w="334316" h="332097">
                  <a:moveTo>
                    <a:pt x="139925" y="0"/>
                  </a:moveTo>
                  <a:lnTo>
                    <a:pt x="134728" y="942"/>
                  </a:lnTo>
                  <a:lnTo>
                    <a:pt x="129563" y="2048"/>
                  </a:lnTo>
                  <a:lnTo>
                    <a:pt x="124436" y="3317"/>
                  </a:lnTo>
                  <a:lnTo>
                    <a:pt x="119351" y="4747"/>
                  </a:lnTo>
                  <a:lnTo>
                    <a:pt x="114314" y="6337"/>
                  </a:lnTo>
                  <a:lnTo>
                    <a:pt x="109330" y="8085"/>
                  </a:lnTo>
                  <a:lnTo>
                    <a:pt x="104404" y="9990"/>
                  </a:lnTo>
                  <a:lnTo>
                    <a:pt x="99540" y="12049"/>
                  </a:lnTo>
                  <a:lnTo>
                    <a:pt x="94744" y="14262"/>
                  </a:lnTo>
                  <a:lnTo>
                    <a:pt x="90020" y="16624"/>
                  </a:lnTo>
                  <a:lnTo>
                    <a:pt x="85373" y="19135"/>
                  </a:lnTo>
                  <a:lnTo>
                    <a:pt x="80808" y="21791"/>
                  </a:lnTo>
                  <a:lnTo>
                    <a:pt x="76329" y="24590"/>
                  </a:lnTo>
                  <a:lnTo>
                    <a:pt x="71941" y="27529"/>
                  </a:lnTo>
                  <a:lnTo>
                    <a:pt x="67647" y="30606"/>
                  </a:lnTo>
                  <a:lnTo>
                    <a:pt x="63453" y="33816"/>
                  </a:lnTo>
                  <a:lnTo>
                    <a:pt x="59363" y="37158"/>
                  </a:lnTo>
                  <a:lnTo>
                    <a:pt x="55380" y="40627"/>
                  </a:lnTo>
                  <a:lnTo>
                    <a:pt x="51509" y="44220"/>
                  </a:lnTo>
                  <a:lnTo>
                    <a:pt x="47753" y="47933"/>
                  </a:lnTo>
                  <a:lnTo>
                    <a:pt x="44116" y="51764"/>
                  </a:lnTo>
                  <a:lnTo>
                    <a:pt x="40602" y="55707"/>
                  </a:lnTo>
                  <a:lnTo>
                    <a:pt x="37214" y="59759"/>
                  </a:lnTo>
                  <a:lnTo>
                    <a:pt x="33957" y="63917"/>
                  </a:lnTo>
                  <a:lnTo>
                    <a:pt x="30832" y="68175"/>
                  </a:lnTo>
                  <a:lnTo>
                    <a:pt x="27843" y="72530"/>
                  </a:lnTo>
                  <a:lnTo>
                    <a:pt x="24993" y="76977"/>
                  </a:lnTo>
                  <a:lnTo>
                    <a:pt x="22285" y="81512"/>
                  </a:lnTo>
                  <a:lnTo>
                    <a:pt x="19722" y="86130"/>
                  </a:lnTo>
                  <a:lnTo>
                    <a:pt x="17306" y="90826"/>
                  </a:lnTo>
                  <a:lnTo>
                    <a:pt x="15040" y="95597"/>
                  </a:lnTo>
                  <a:lnTo>
                    <a:pt x="12925" y="100437"/>
                  </a:lnTo>
                  <a:lnTo>
                    <a:pt x="10965" y="105342"/>
                  </a:lnTo>
                  <a:lnTo>
                    <a:pt x="9160" y="110306"/>
                  </a:lnTo>
                  <a:lnTo>
                    <a:pt x="7513" y="115324"/>
                  </a:lnTo>
                  <a:lnTo>
                    <a:pt x="6025" y="120392"/>
                  </a:lnTo>
                  <a:lnTo>
                    <a:pt x="4698" y="125504"/>
                  </a:lnTo>
                  <a:lnTo>
                    <a:pt x="3534" y="130656"/>
                  </a:lnTo>
                  <a:lnTo>
                    <a:pt x="2533" y="135842"/>
                  </a:lnTo>
                  <a:lnTo>
                    <a:pt x="1696" y="141057"/>
                  </a:lnTo>
                  <a:lnTo>
                    <a:pt x="1024" y="146296"/>
                  </a:lnTo>
                  <a:lnTo>
                    <a:pt x="518" y="151554"/>
                  </a:lnTo>
                  <a:lnTo>
                    <a:pt x="178" y="156824"/>
                  </a:lnTo>
                  <a:lnTo>
                    <a:pt x="6" y="162103"/>
                  </a:lnTo>
                  <a:lnTo>
                    <a:pt x="0" y="167385"/>
                  </a:lnTo>
                  <a:lnTo>
                    <a:pt x="160" y="172664"/>
                  </a:lnTo>
                  <a:lnTo>
                    <a:pt x="488" y="177936"/>
                  </a:lnTo>
                  <a:lnTo>
                    <a:pt x="982" y="183195"/>
                  </a:lnTo>
                  <a:lnTo>
                    <a:pt x="1642" y="188435"/>
                  </a:lnTo>
                  <a:lnTo>
                    <a:pt x="2467" y="193652"/>
                  </a:lnTo>
                  <a:lnTo>
                    <a:pt x="3456" y="198840"/>
                  </a:lnTo>
                  <a:lnTo>
                    <a:pt x="4609" y="203995"/>
                  </a:lnTo>
                  <a:lnTo>
                    <a:pt x="5924" y="209110"/>
                  </a:lnTo>
                  <a:lnTo>
                    <a:pt x="7400" y="214182"/>
                  </a:lnTo>
                  <a:lnTo>
                    <a:pt x="9035" y="219204"/>
                  </a:lnTo>
                  <a:lnTo>
                    <a:pt x="10829" y="224172"/>
                  </a:lnTo>
                  <a:lnTo>
                    <a:pt x="12778" y="229081"/>
                  </a:lnTo>
                  <a:lnTo>
                    <a:pt x="14882" y="233925"/>
                  </a:lnTo>
                  <a:lnTo>
                    <a:pt x="17137" y="238701"/>
                  </a:lnTo>
                  <a:lnTo>
                    <a:pt x="19543" y="243404"/>
                  </a:lnTo>
                  <a:lnTo>
                    <a:pt x="22095" y="248028"/>
                  </a:lnTo>
                  <a:lnTo>
                    <a:pt x="24793" y="252569"/>
                  </a:lnTo>
                  <a:lnTo>
                    <a:pt x="27632" y="257022"/>
                  </a:lnTo>
                  <a:lnTo>
                    <a:pt x="30611" y="261384"/>
                  </a:lnTo>
                  <a:lnTo>
                    <a:pt x="33726" y="265649"/>
                  </a:lnTo>
                  <a:lnTo>
                    <a:pt x="36974" y="269814"/>
                  </a:lnTo>
                  <a:lnTo>
                    <a:pt x="40353" y="273874"/>
                  </a:lnTo>
                  <a:lnTo>
                    <a:pt x="43858" y="277825"/>
                  </a:lnTo>
                  <a:lnTo>
                    <a:pt x="47486" y="281664"/>
                  </a:lnTo>
                  <a:lnTo>
                    <a:pt x="51233" y="285386"/>
                  </a:lnTo>
                  <a:lnTo>
                    <a:pt x="55096" y="288988"/>
                  </a:lnTo>
                  <a:lnTo>
                    <a:pt x="59071" y="292466"/>
                  </a:lnTo>
                  <a:lnTo>
                    <a:pt x="63154" y="295817"/>
                  </a:lnTo>
                  <a:lnTo>
                    <a:pt x="67341" y="299037"/>
                  </a:lnTo>
                  <a:lnTo>
                    <a:pt x="71627" y="302123"/>
                  </a:lnTo>
                  <a:lnTo>
                    <a:pt x="76009" y="305072"/>
                  </a:lnTo>
                  <a:lnTo>
                    <a:pt x="80481" y="307882"/>
                  </a:lnTo>
                  <a:lnTo>
                    <a:pt x="85040" y="310548"/>
                  </a:lnTo>
                  <a:lnTo>
                    <a:pt x="89682" y="313069"/>
                  </a:lnTo>
                  <a:lnTo>
                    <a:pt x="94400" y="315443"/>
                  </a:lnTo>
                  <a:lnTo>
                    <a:pt x="99191" y="317666"/>
                  </a:lnTo>
                  <a:lnTo>
                    <a:pt x="104050" y="319737"/>
                  </a:lnTo>
                  <a:lnTo>
                    <a:pt x="108972" y="321653"/>
                  </a:lnTo>
                  <a:lnTo>
                    <a:pt x="113952" y="323412"/>
                  </a:lnTo>
                  <a:lnTo>
                    <a:pt x="118985" y="325014"/>
                  </a:lnTo>
                  <a:lnTo>
                    <a:pt x="124067" y="326456"/>
                  </a:lnTo>
                  <a:lnTo>
                    <a:pt x="129191" y="327736"/>
                  </a:lnTo>
                  <a:lnTo>
                    <a:pt x="134353" y="328854"/>
                  </a:lnTo>
                  <a:lnTo>
                    <a:pt x="139548" y="329808"/>
                  </a:lnTo>
                  <a:lnTo>
                    <a:pt x="144770" y="330598"/>
                  </a:lnTo>
                  <a:lnTo>
                    <a:pt x="150015" y="331222"/>
                  </a:lnTo>
                  <a:lnTo>
                    <a:pt x="155277" y="331681"/>
                  </a:lnTo>
                  <a:lnTo>
                    <a:pt x="160550" y="331972"/>
                  </a:lnTo>
                  <a:lnTo>
                    <a:pt x="165831" y="332097"/>
                  </a:lnTo>
                  <a:lnTo>
                    <a:pt x="171112" y="332056"/>
                  </a:lnTo>
                  <a:lnTo>
                    <a:pt x="176390" y="331847"/>
                  </a:lnTo>
                  <a:lnTo>
                    <a:pt x="181658" y="331472"/>
                  </a:lnTo>
                  <a:lnTo>
                    <a:pt x="186912" y="330930"/>
                  </a:lnTo>
                  <a:lnTo>
                    <a:pt x="192147" y="330223"/>
                  </a:lnTo>
                  <a:lnTo>
                    <a:pt x="197356" y="329351"/>
                  </a:lnTo>
                  <a:lnTo>
                    <a:pt x="202535" y="328314"/>
                  </a:lnTo>
                  <a:lnTo>
                    <a:pt x="207679" y="327115"/>
                  </a:lnTo>
                  <a:lnTo>
                    <a:pt x="212782" y="325754"/>
                  </a:lnTo>
                  <a:lnTo>
                    <a:pt x="217840" y="324232"/>
                  </a:lnTo>
                  <a:lnTo>
                    <a:pt x="222847" y="322551"/>
                  </a:lnTo>
                  <a:lnTo>
                    <a:pt x="227799" y="320713"/>
                  </a:lnTo>
                  <a:lnTo>
                    <a:pt x="232690" y="318719"/>
                  </a:lnTo>
                  <a:lnTo>
                    <a:pt x="237515" y="316571"/>
                  </a:lnTo>
                  <a:lnTo>
                    <a:pt x="242270" y="314273"/>
                  </a:lnTo>
                  <a:lnTo>
                    <a:pt x="246951" y="311825"/>
                  </a:lnTo>
                  <a:lnTo>
                    <a:pt x="251551" y="309231"/>
                  </a:lnTo>
                  <a:lnTo>
                    <a:pt x="256068" y="306492"/>
                  </a:lnTo>
                  <a:lnTo>
                    <a:pt x="260496" y="303612"/>
                  </a:lnTo>
                  <a:lnTo>
                    <a:pt x="264830" y="300594"/>
                  </a:lnTo>
                  <a:lnTo>
                    <a:pt x="269067" y="297441"/>
                  </a:lnTo>
                  <a:lnTo>
                    <a:pt x="273202" y="294155"/>
                  </a:lnTo>
                  <a:lnTo>
                    <a:pt x="277232" y="290740"/>
                  </a:lnTo>
                  <a:lnTo>
                    <a:pt x="281151" y="287199"/>
                  </a:lnTo>
                  <a:lnTo>
                    <a:pt x="284957" y="283537"/>
                  </a:lnTo>
                  <a:lnTo>
                    <a:pt x="288645" y="279756"/>
                  </a:lnTo>
                  <a:lnTo>
                    <a:pt x="292211" y="275860"/>
                  </a:lnTo>
                  <a:lnTo>
                    <a:pt x="295653" y="271854"/>
                  </a:lnTo>
                  <a:lnTo>
                    <a:pt x="298967" y="267741"/>
                  </a:lnTo>
                  <a:lnTo>
                    <a:pt x="302149" y="263525"/>
                  </a:lnTo>
                  <a:lnTo>
                    <a:pt x="305196" y="259211"/>
                  </a:lnTo>
                  <a:lnTo>
                    <a:pt x="308106" y="254803"/>
                  </a:lnTo>
                  <a:lnTo>
                    <a:pt x="310874" y="250305"/>
                  </a:lnTo>
                  <a:lnTo>
                    <a:pt x="313500" y="245722"/>
                  </a:lnTo>
                  <a:lnTo>
                    <a:pt x="315979" y="241058"/>
                  </a:lnTo>
                  <a:lnTo>
                    <a:pt x="318309" y="236318"/>
                  </a:lnTo>
                  <a:lnTo>
                    <a:pt x="320489" y="231507"/>
                  </a:lnTo>
                  <a:lnTo>
                    <a:pt x="322515" y="226630"/>
                  </a:lnTo>
                  <a:lnTo>
                    <a:pt x="324387" y="221691"/>
                  </a:lnTo>
                  <a:lnTo>
                    <a:pt x="326101" y="216695"/>
                  </a:lnTo>
                  <a:lnTo>
                    <a:pt x="327657" y="211647"/>
                  </a:lnTo>
                  <a:lnTo>
                    <a:pt x="329053" y="206553"/>
                  </a:lnTo>
                  <a:lnTo>
                    <a:pt x="330287" y="201418"/>
                  </a:lnTo>
                  <a:lnTo>
                    <a:pt x="331358" y="196246"/>
                  </a:lnTo>
                  <a:lnTo>
                    <a:pt x="332265" y="191042"/>
                  </a:lnTo>
                  <a:lnTo>
                    <a:pt x="333008" y="185813"/>
                  </a:lnTo>
                  <a:lnTo>
                    <a:pt x="333584" y="180563"/>
                  </a:lnTo>
                  <a:lnTo>
                    <a:pt x="333995" y="175297"/>
                  </a:lnTo>
                  <a:lnTo>
                    <a:pt x="334239" y="170021"/>
                  </a:lnTo>
                  <a:lnTo>
                    <a:pt x="334316" y="164740"/>
                  </a:lnTo>
                  <a:lnTo>
                    <a:pt x="334227" y="159459"/>
                  </a:lnTo>
                  <a:lnTo>
                    <a:pt x="333970" y="154183"/>
                  </a:lnTo>
                  <a:lnTo>
                    <a:pt x="333547" y="148918"/>
                  </a:lnTo>
                  <a:lnTo>
                    <a:pt x="332958" y="143670"/>
                  </a:lnTo>
                  <a:lnTo>
                    <a:pt x="332204" y="138442"/>
                  </a:lnTo>
                  <a:lnTo>
                    <a:pt x="331284" y="133241"/>
                  </a:lnTo>
                  <a:lnTo>
                    <a:pt x="330201" y="128071"/>
                  </a:lnTo>
                  <a:lnTo>
                    <a:pt x="328955" y="122939"/>
                  </a:lnTo>
                  <a:lnTo>
                    <a:pt x="327548" y="117848"/>
                  </a:lnTo>
                  <a:lnTo>
                    <a:pt x="325980" y="112804"/>
                  </a:lnTo>
                  <a:lnTo>
                    <a:pt x="324254" y="107812"/>
                  </a:lnTo>
                  <a:lnTo>
                    <a:pt x="322371" y="102878"/>
                  </a:lnTo>
                  <a:lnTo>
                    <a:pt x="320333" y="98005"/>
                  </a:lnTo>
                  <a:lnTo>
                    <a:pt x="318142" y="93199"/>
                  </a:lnTo>
                  <a:lnTo>
                    <a:pt x="315800" y="88465"/>
                  </a:lnTo>
                  <a:lnTo>
                    <a:pt x="313310" y="83807"/>
                  </a:lnTo>
                  <a:lnTo>
                    <a:pt x="310674" y="79230"/>
                  </a:lnTo>
                  <a:lnTo>
                    <a:pt x="307895" y="74738"/>
                  </a:lnTo>
                  <a:lnTo>
                    <a:pt x="304975" y="70337"/>
                  </a:lnTo>
                  <a:lnTo>
                    <a:pt x="301918" y="66030"/>
                  </a:lnTo>
                  <a:lnTo>
                    <a:pt x="298726" y="61822"/>
                  </a:lnTo>
                  <a:lnTo>
                    <a:pt x="295403" y="57716"/>
                  </a:lnTo>
                  <a:lnTo>
                    <a:pt x="291952" y="53718"/>
                  </a:lnTo>
                  <a:lnTo>
                    <a:pt x="288376" y="49831"/>
                  </a:lnTo>
                  <a:lnTo>
                    <a:pt x="284679" y="46058"/>
                  </a:lnTo>
                  <a:lnTo>
                    <a:pt x="280865" y="42405"/>
                  </a:lnTo>
                  <a:lnTo>
                    <a:pt x="276937" y="38874"/>
                  </a:lnTo>
                  <a:lnTo>
                    <a:pt x="272900" y="35468"/>
                  </a:lnTo>
                  <a:lnTo>
                    <a:pt x="268757" y="32192"/>
                  </a:lnTo>
                  <a:lnTo>
                    <a:pt x="264512" y="29048"/>
                  </a:lnTo>
                  <a:lnTo>
                    <a:pt x="260171" y="26040"/>
                  </a:lnTo>
                  <a:lnTo>
                    <a:pt x="167149" y="1649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3495" y="2655501"/>
              <a:ext cx="93021" cy="167167"/>
            </a:xfrm>
            <a:custGeom>
              <a:avLst/>
              <a:pathLst>
                <a:path w="93021" h="167167">
                  <a:moveTo>
                    <a:pt x="93021" y="28272"/>
                  </a:moveTo>
                  <a:lnTo>
                    <a:pt x="88145" y="25127"/>
                  </a:lnTo>
                  <a:lnTo>
                    <a:pt x="83162" y="22153"/>
                  </a:lnTo>
                  <a:lnTo>
                    <a:pt x="78079" y="19355"/>
                  </a:lnTo>
                  <a:lnTo>
                    <a:pt x="72902" y="16734"/>
                  </a:lnTo>
                  <a:lnTo>
                    <a:pt x="67637" y="14294"/>
                  </a:lnTo>
                  <a:lnTo>
                    <a:pt x="62291" y="12039"/>
                  </a:lnTo>
                  <a:lnTo>
                    <a:pt x="56870" y="9970"/>
                  </a:lnTo>
                  <a:lnTo>
                    <a:pt x="51380" y="8091"/>
                  </a:lnTo>
                  <a:lnTo>
                    <a:pt x="45828" y="6404"/>
                  </a:lnTo>
                  <a:lnTo>
                    <a:pt x="40221" y="4910"/>
                  </a:lnTo>
                  <a:lnTo>
                    <a:pt x="34566" y="3612"/>
                  </a:lnTo>
                  <a:lnTo>
                    <a:pt x="28868" y="2511"/>
                  </a:lnTo>
                  <a:lnTo>
                    <a:pt x="23136" y="1608"/>
                  </a:lnTo>
                  <a:lnTo>
                    <a:pt x="17377" y="905"/>
                  </a:lnTo>
                  <a:lnTo>
                    <a:pt x="11596" y="402"/>
                  </a:lnTo>
                  <a:lnTo>
                    <a:pt x="5801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40059" y="2168369"/>
              <a:ext cx="5833" cy="167167"/>
            </a:xfrm>
            <a:custGeom>
              <a:avLst/>
              <a:pathLst>
                <a:path w="5833" h="167167">
                  <a:moveTo>
                    <a:pt x="5833" y="0"/>
                  </a:moveTo>
                  <a:lnTo>
                    <a:pt x="0" y="101"/>
                  </a:lnTo>
                  <a:lnTo>
                    <a:pt x="583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40059" y="2168470"/>
              <a:ext cx="5833" cy="167065"/>
            </a:xfrm>
            <a:custGeom>
              <a:avLst/>
              <a:pathLst>
                <a:path w="5833" h="167065">
                  <a:moveTo>
                    <a:pt x="0" y="0"/>
                  </a:moveTo>
                  <a:lnTo>
                    <a:pt x="5833" y="167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578735" y="2168470"/>
              <a:ext cx="321871" cy="334229"/>
            </a:xfrm>
            <a:custGeom>
              <a:avLst/>
              <a:pathLst>
                <a:path w="321871" h="334229">
                  <a:moveTo>
                    <a:pt x="161324" y="0"/>
                  </a:moveTo>
                  <a:lnTo>
                    <a:pt x="156020" y="269"/>
                  </a:lnTo>
                  <a:lnTo>
                    <a:pt x="150727" y="707"/>
                  </a:lnTo>
                  <a:lnTo>
                    <a:pt x="145451" y="1313"/>
                  </a:lnTo>
                  <a:lnTo>
                    <a:pt x="140197" y="2086"/>
                  </a:lnTo>
                  <a:lnTo>
                    <a:pt x="134969" y="3026"/>
                  </a:lnTo>
                  <a:lnTo>
                    <a:pt x="129775" y="4131"/>
                  </a:lnTo>
                  <a:lnTo>
                    <a:pt x="124618" y="5401"/>
                  </a:lnTo>
                  <a:lnTo>
                    <a:pt x="119504" y="6834"/>
                  </a:lnTo>
                  <a:lnTo>
                    <a:pt x="114438" y="8428"/>
                  </a:lnTo>
                  <a:lnTo>
                    <a:pt x="109426" y="10183"/>
                  </a:lnTo>
                  <a:lnTo>
                    <a:pt x="104472" y="12096"/>
                  </a:lnTo>
                  <a:lnTo>
                    <a:pt x="99581" y="14165"/>
                  </a:lnTo>
                  <a:lnTo>
                    <a:pt x="94758" y="16389"/>
                  </a:lnTo>
                  <a:lnTo>
                    <a:pt x="90008" y="18765"/>
                  </a:lnTo>
                  <a:lnTo>
                    <a:pt x="85336" y="21290"/>
                  </a:lnTo>
                  <a:lnTo>
                    <a:pt x="80747" y="23963"/>
                  </a:lnTo>
                  <a:lnTo>
                    <a:pt x="76245" y="26780"/>
                  </a:lnTo>
                  <a:lnTo>
                    <a:pt x="71834" y="29739"/>
                  </a:lnTo>
                  <a:lnTo>
                    <a:pt x="67520" y="32836"/>
                  </a:lnTo>
                  <a:lnTo>
                    <a:pt x="63307" y="36069"/>
                  </a:lnTo>
                  <a:lnTo>
                    <a:pt x="59198" y="39434"/>
                  </a:lnTo>
                  <a:lnTo>
                    <a:pt x="55198" y="42927"/>
                  </a:lnTo>
                  <a:lnTo>
                    <a:pt x="51311" y="46547"/>
                  </a:lnTo>
                  <a:lnTo>
                    <a:pt x="47541" y="50287"/>
                  </a:lnTo>
                  <a:lnTo>
                    <a:pt x="43892" y="54146"/>
                  </a:lnTo>
                  <a:lnTo>
                    <a:pt x="40368" y="58118"/>
                  </a:lnTo>
                  <a:lnTo>
                    <a:pt x="36971" y="62201"/>
                  </a:lnTo>
                  <a:lnTo>
                    <a:pt x="33706" y="66389"/>
                  </a:lnTo>
                  <a:lnTo>
                    <a:pt x="30575" y="70679"/>
                  </a:lnTo>
                  <a:lnTo>
                    <a:pt x="27582" y="75066"/>
                  </a:lnTo>
                  <a:lnTo>
                    <a:pt x="24730" y="79546"/>
                  </a:lnTo>
                  <a:lnTo>
                    <a:pt x="22022" y="84115"/>
                  </a:lnTo>
                  <a:lnTo>
                    <a:pt x="19460" y="88767"/>
                  </a:lnTo>
                  <a:lnTo>
                    <a:pt x="17048" y="93498"/>
                  </a:lnTo>
                  <a:lnTo>
                    <a:pt x="14786" y="98304"/>
                  </a:lnTo>
                  <a:lnTo>
                    <a:pt x="12679" y="103178"/>
                  </a:lnTo>
                  <a:lnTo>
                    <a:pt x="10728" y="108118"/>
                  </a:lnTo>
                  <a:lnTo>
                    <a:pt x="8934" y="113117"/>
                  </a:lnTo>
                  <a:lnTo>
                    <a:pt x="7300" y="118170"/>
                  </a:lnTo>
                  <a:lnTo>
                    <a:pt x="5828" y="123272"/>
                  </a:lnTo>
                  <a:lnTo>
                    <a:pt x="4518" y="128419"/>
                  </a:lnTo>
                  <a:lnTo>
                    <a:pt x="3372" y="133605"/>
                  </a:lnTo>
                  <a:lnTo>
                    <a:pt x="2392" y="138825"/>
                  </a:lnTo>
                  <a:lnTo>
                    <a:pt x="1578" y="144073"/>
                  </a:lnTo>
                  <a:lnTo>
                    <a:pt x="932" y="149344"/>
                  </a:lnTo>
                  <a:lnTo>
                    <a:pt x="452" y="154633"/>
                  </a:lnTo>
                  <a:lnTo>
                    <a:pt x="142" y="159935"/>
                  </a:lnTo>
                  <a:lnTo>
                    <a:pt x="0" y="165244"/>
                  </a:lnTo>
                  <a:lnTo>
                    <a:pt x="26" y="170554"/>
                  </a:lnTo>
                  <a:lnTo>
                    <a:pt x="221" y="175862"/>
                  </a:lnTo>
                  <a:lnTo>
                    <a:pt x="585" y="181160"/>
                  </a:lnTo>
                  <a:lnTo>
                    <a:pt x="1117" y="186444"/>
                  </a:lnTo>
                  <a:lnTo>
                    <a:pt x="1816" y="191709"/>
                  </a:lnTo>
                  <a:lnTo>
                    <a:pt x="2682" y="196948"/>
                  </a:lnTo>
                  <a:lnTo>
                    <a:pt x="3715" y="202158"/>
                  </a:lnTo>
                  <a:lnTo>
                    <a:pt x="4912" y="207332"/>
                  </a:lnTo>
                  <a:lnTo>
                    <a:pt x="6273" y="212465"/>
                  </a:lnTo>
                  <a:lnTo>
                    <a:pt x="7796" y="217553"/>
                  </a:lnTo>
                  <a:lnTo>
                    <a:pt x="9480" y="222590"/>
                  </a:lnTo>
                  <a:lnTo>
                    <a:pt x="11324" y="227570"/>
                  </a:lnTo>
                  <a:lnTo>
                    <a:pt x="13324" y="232490"/>
                  </a:lnTo>
                  <a:lnTo>
                    <a:pt x="15480" y="237344"/>
                  </a:lnTo>
                  <a:lnTo>
                    <a:pt x="17789" y="242126"/>
                  </a:lnTo>
                  <a:lnTo>
                    <a:pt x="20249" y="246833"/>
                  </a:lnTo>
                  <a:lnTo>
                    <a:pt x="22857" y="251459"/>
                  </a:lnTo>
                  <a:lnTo>
                    <a:pt x="25610" y="256001"/>
                  </a:lnTo>
                  <a:lnTo>
                    <a:pt x="28507" y="260452"/>
                  </a:lnTo>
                  <a:lnTo>
                    <a:pt x="31543" y="264809"/>
                  </a:lnTo>
                  <a:lnTo>
                    <a:pt x="34717" y="269068"/>
                  </a:lnTo>
                  <a:lnTo>
                    <a:pt x="38024" y="273223"/>
                  </a:lnTo>
                  <a:lnTo>
                    <a:pt x="41461" y="277272"/>
                  </a:lnTo>
                  <a:lnTo>
                    <a:pt x="45025" y="281209"/>
                  </a:lnTo>
                  <a:lnTo>
                    <a:pt x="48713" y="285031"/>
                  </a:lnTo>
                  <a:lnTo>
                    <a:pt x="52520" y="288734"/>
                  </a:lnTo>
                  <a:lnTo>
                    <a:pt x="56442" y="292314"/>
                  </a:lnTo>
                  <a:lnTo>
                    <a:pt x="60477" y="295767"/>
                  </a:lnTo>
                  <a:lnTo>
                    <a:pt x="64619" y="299091"/>
                  </a:lnTo>
                  <a:lnTo>
                    <a:pt x="68865" y="302282"/>
                  </a:lnTo>
                  <a:lnTo>
                    <a:pt x="73209" y="305336"/>
                  </a:lnTo>
                  <a:lnTo>
                    <a:pt x="77649" y="308250"/>
                  </a:lnTo>
                  <a:lnTo>
                    <a:pt x="82179" y="311022"/>
                  </a:lnTo>
                  <a:lnTo>
                    <a:pt x="86795" y="313649"/>
                  </a:lnTo>
                  <a:lnTo>
                    <a:pt x="91492" y="316128"/>
                  </a:lnTo>
                  <a:lnTo>
                    <a:pt x="96265" y="318456"/>
                  </a:lnTo>
                  <a:lnTo>
                    <a:pt x="101110" y="320632"/>
                  </a:lnTo>
                  <a:lnTo>
                    <a:pt x="106021" y="322652"/>
                  </a:lnTo>
                  <a:lnTo>
                    <a:pt x="110994" y="324516"/>
                  </a:lnTo>
                  <a:lnTo>
                    <a:pt x="116024" y="326220"/>
                  </a:lnTo>
                  <a:lnTo>
                    <a:pt x="121105" y="327764"/>
                  </a:lnTo>
                  <a:lnTo>
                    <a:pt x="126233" y="329146"/>
                  </a:lnTo>
                  <a:lnTo>
                    <a:pt x="131403" y="330364"/>
                  </a:lnTo>
                  <a:lnTo>
                    <a:pt x="136608" y="331418"/>
                  </a:lnTo>
                  <a:lnTo>
                    <a:pt x="141844" y="332305"/>
                  </a:lnTo>
                  <a:lnTo>
                    <a:pt x="147106" y="333026"/>
                  </a:lnTo>
                  <a:lnTo>
                    <a:pt x="152388" y="333579"/>
                  </a:lnTo>
                  <a:lnTo>
                    <a:pt x="157684" y="333964"/>
                  </a:lnTo>
                  <a:lnTo>
                    <a:pt x="162991" y="334181"/>
                  </a:lnTo>
                  <a:lnTo>
                    <a:pt x="168301" y="334229"/>
                  </a:lnTo>
                  <a:lnTo>
                    <a:pt x="173611" y="334108"/>
                  </a:lnTo>
                  <a:lnTo>
                    <a:pt x="178914" y="333819"/>
                  </a:lnTo>
                  <a:lnTo>
                    <a:pt x="184205" y="333361"/>
                  </a:lnTo>
                  <a:lnTo>
                    <a:pt x="189479" y="332736"/>
                  </a:lnTo>
                  <a:lnTo>
                    <a:pt x="194730" y="331943"/>
                  </a:lnTo>
                  <a:lnTo>
                    <a:pt x="199954" y="330984"/>
                  </a:lnTo>
                  <a:lnTo>
                    <a:pt x="205144" y="329859"/>
                  </a:lnTo>
                  <a:lnTo>
                    <a:pt x="210296" y="328570"/>
                  </a:lnTo>
                  <a:lnTo>
                    <a:pt x="215405" y="327119"/>
                  </a:lnTo>
                  <a:lnTo>
                    <a:pt x="220464" y="325505"/>
                  </a:lnTo>
                  <a:lnTo>
                    <a:pt x="225470" y="323732"/>
                  </a:lnTo>
                  <a:lnTo>
                    <a:pt x="230418" y="321801"/>
                  </a:lnTo>
                  <a:lnTo>
                    <a:pt x="235301" y="319713"/>
                  </a:lnTo>
                  <a:lnTo>
                    <a:pt x="240115" y="317471"/>
                  </a:lnTo>
                  <a:lnTo>
                    <a:pt x="244856" y="315078"/>
                  </a:lnTo>
                  <a:lnTo>
                    <a:pt x="249519" y="312535"/>
                  </a:lnTo>
                  <a:lnTo>
                    <a:pt x="254098" y="309845"/>
                  </a:lnTo>
                  <a:lnTo>
                    <a:pt x="258590" y="307012"/>
                  </a:lnTo>
                  <a:lnTo>
                    <a:pt x="262989" y="304037"/>
                  </a:lnTo>
                  <a:lnTo>
                    <a:pt x="267292" y="300923"/>
                  </a:lnTo>
                  <a:lnTo>
                    <a:pt x="271493" y="297675"/>
                  </a:lnTo>
                  <a:lnTo>
                    <a:pt x="275589" y="294295"/>
                  </a:lnTo>
                  <a:lnTo>
                    <a:pt x="279576" y="290786"/>
                  </a:lnTo>
                  <a:lnTo>
                    <a:pt x="283449" y="287153"/>
                  </a:lnTo>
                  <a:lnTo>
                    <a:pt x="287205" y="283398"/>
                  </a:lnTo>
                  <a:lnTo>
                    <a:pt x="290840" y="279526"/>
                  </a:lnTo>
                  <a:lnTo>
                    <a:pt x="294350" y="275540"/>
                  </a:lnTo>
                  <a:lnTo>
                    <a:pt x="297732" y="271445"/>
                  </a:lnTo>
                  <a:lnTo>
                    <a:pt x="300982" y="267245"/>
                  </a:lnTo>
                  <a:lnTo>
                    <a:pt x="304096" y="262943"/>
                  </a:lnTo>
                  <a:lnTo>
                    <a:pt x="307073" y="258545"/>
                  </a:lnTo>
                  <a:lnTo>
                    <a:pt x="309908" y="254054"/>
                  </a:lnTo>
                  <a:lnTo>
                    <a:pt x="312599" y="249476"/>
                  </a:lnTo>
                  <a:lnTo>
                    <a:pt x="315144" y="244814"/>
                  </a:lnTo>
                  <a:lnTo>
                    <a:pt x="317539" y="240074"/>
                  </a:lnTo>
                  <a:lnTo>
                    <a:pt x="319782" y="235260"/>
                  </a:lnTo>
                  <a:lnTo>
                    <a:pt x="321871" y="230378"/>
                  </a:lnTo>
                  <a:lnTo>
                    <a:pt x="167157" y="1670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45892" y="2168369"/>
              <a:ext cx="167166" cy="230479"/>
            </a:xfrm>
            <a:custGeom>
              <a:avLst/>
              <a:pathLst>
                <a:path w="167166" h="230479">
                  <a:moveTo>
                    <a:pt x="154714" y="230479"/>
                  </a:moveTo>
                  <a:lnTo>
                    <a:pt x="156667" y="225478"/>
                  </a:lnTo>
                  <a:lnTo>
                    <a:pt x="158459" y="220417"/>
                  </a:lnTo>
                  <a:lnTo>
                    <a:pt x="160087" y="215301"/>
                  </a:lnTo>
                  <a:lnTo>
                    <a:pt x="161550" y="210136"/>
                  </a:lnTo>
                  <a:lnTo>
                    <a:pt x="162847" y="204926"/>
                  </a:lnTo>
                  <a:lnTo>
                    <a:pt x="163975" y="199677"/>
                  </a:lnTo>
                  <a:lnTo>
                    <a:pt x="164935" y="194394"/>
                  </a:lnTo>
                  <a:lnTo>
                    <a:pt x="165724" y="189083"/>
                  </a:lnTo>
                  <a:lnTo>
                    <a:pt x="166342" y="183750"/>
                  </a:lnTo>
                  <a:lnTo>
                    <a:pt x="166789" y="178400"/>
                  </a:lnTo>
                  <a:lnTo>
                    <a:pt x="167064" y="173038"/>
                  </a:lnTo>
                  <a:lnTo>
                    <a:pt x="167166" y="167670"/>
                  </a:lnTo>
                  <a:lnTo>
                    <a:pt x="167096" y="162302"/>
                  </a:lnTo>
                  <a:lnTo>
                    <a:pt x="166854" y="156938"/>
                  </a:lnTo>
                  <a:lnTo>
                    <a:pt x="166439" y="151585"/>
                  </a:lnTo>
                  <a:lnTo>
                    <a:pt x="165853" y="146248"/>
                  </a:lnTo>
                  <a:lnTo>
                    <a:pt x="165096" y="140933"/>
                  </a:lnTo>
                  <a:lnTo>
                    <a:pt x="164168" y="135645"/>
                  </a:lnTo>
                  <a:lnTo>
                    <a:pt x="163071" y="130389"/>
                  </a:lnTo>
                  <a:lnTo>
                    <a:pt x="161806" y="125171"/>
                  </a:lnTo>
                  <a:lnTo>
                    <a:pt x="160374" y="119997"/>
                  </a:lnTo>
                  <a:lnTo>
                    <a:pt x="158776" y="114871"/>
                  </a:lnTo>
                  <a:lnTo>
                    <a:pt x="157015" y="109799"/>
                  </a:lnTo>
                  <a:lnTo>
                    <a:pt x="155092" y="104787"/>
                  </a:lnTo>
                  <a:lnTo>
                    <a:pt x="153009" y="99839"/>
                  </a:lnTo>
                  <a:lnTo>
                    <a:pt x="150768" y="94960"/>
                  </a:lnTo>
                  <a:lnTo>
                    <a:pt x="148371" y="90155"/>
                  </a:lnTo>
                  <a:lnTo>
                    <a:pt x="145822" y="85430"/>
                  </a:lnTo>
                  <a:lnTo>
                    <a:pt x="143122" y="80790"/>
                  </a:lnTo>
                  <a:lnTo>
                    <a:pt x="140274" y="76238"/>
                  </a:lnTo>
                  <a:lnTo>
                    <a:pt x="137282" y="71780"/>
                  </a:lnTo>
                  <a:lnTo>
                    <a:pt x="134148" y="67421"/>
                  </a:lnTo>
                  <a:lnTo>
                    <a:pt x="130875" y="63165"/>
                  </a:lnTo>
                  <a:lnTo>
                    <a:pt x="127468" y="59016"/>
                  </a:lnTo>
                  <a:lnTo>
                    <a:pt x="123929" y="54978"/>
                  </a:lnTo>
                  <a:lnTo>
                    <a:pt x="120263" y="51056"/>
                  </a:lnTo>
                  <a:lnTo>
                    <a:pt x="116472" y="47254"/>
                  </a:lnTo>
                  <a:lnTo>
                    <a:pt x="112561" y="43575"/>
                  </a:lnTo>
                  <a:lnTo>
                    <a:pt x="108534" y="40025"/>
                  </a:lnTo>
                  <a:lnTo>
                    <a:pt x="104395" y="36605"/>
                  </a:lnTo>
                  <a:lnTo>
                    <a:pt x="100149" y="33320"/>
                  </a:lnTo>
                  <a:lnTo>
                    <a:pt x="95799" y="30173"/>
                  </a:lnTo>
                  <a:lnTo>
                    <a:pt x="91350" y="27167"/>
                  </a:lnTo>
                  <a:lnTo>
                    <a:pt x="86807" y="24305"/>
                  </a:lnTo>
                  <a:lnTo>
                    <a:pt x="82175" y="21592"/>
                  </a:lnTo>
                  <a:lnTo>
                    <a:pt x="77457" y="19028"/>
                  </a:lnTo>
                  <a:lnTo>
                    <a:pt x="72660" y="16617"/>
                  </a:lnTo>
                  <a:lnTo>
                    <a:pt x="67788" y="14361"/>
                  </a:lnTo>
                  <a:lnTo>
                    <a:pt x="62846" y="12263"/>
                  </a:lnTo>
                  <a:lnTo>
                    <a:pt x="57839" y="10325"/>
                  </a:lnTo>
                  <a:lnTo>
                    <a:pt x="52773" y="8548"/>
                  </a:lnTo>
                  <a:lnTo>
                    <a:pt x="47652" y="6935"/>
                  </a:lnTo>
                  <a:lnTo>
                    <a:pt x="42482" y="5488"/>
                  </a:lnTo>
                  <a:lnTo>
                    <a:pt x="37268" y="4207"/>
                  </a:lnTo>
                  <a:lnTo>
                    <a:pt x="32015" y="3094"/>
                  </a:lnTo>
                  <a:lnTo>
                    <a:pt x="26730" y="2150"/>
                  </a:lnTo>
                  <a:lnTo>
                    <a:pt x="21417" y="1377"/>
                  </a:lnTo>
                  <a:lnTo>
                    <a:pt x="16082" y="775"/>
                  </a:lnTo>
                  <a:lnTo>
                    <a:pt x="10730" y="344"/>
                  </a:lnTo>
                  <a:lnTo>
                    <a:pt x="536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45090" y="1735255"/>
              <a:ext cx="15456" cy="167167"/>
            </a:xfrm>
            <a:custGeom>
              <a:avLst/>
              <a:pathLst>
                <a:path w="15456" h="167167">
                  <a:moveTo>
                    <a:pt x="15456" y="0"/>
                  </a:moveTo>
                  <a:lnTo>
                    <a:pt x="0" y="716"/>
                  </a:lnTo>
                  <a:lnTo>
                    <a:pt x="1545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5090" y="1735971"/>
              <a:ext cx="15456" cy="166451"/>
            </a:xfrm>
            <a:custGeom>
              <a:avLst/>
              <a:pathLst>
                <a:path w="15456" h="166451">
                  <a:moveTo>
                    <a:pt x="0" y="0"/>
                  </a:moveTo>
                  <a:lnTo>
                    <a:pt x="15456" y="1664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93389" y="1735418"/>
              <a:ext cx="334322" cy="334167"/>
            </a:xfrm>
            <a:custGeom>
              <a:avLst/>
              <a:pathLst>
                <a:path w="334322" h="334167">
                  <a:moveTo>
                    <a:pt x="151700" y="553"/>
                  </a:moveTo>
                  <a:lnTo>
                    <a:pt x="146435" y="1126"/>
                  </a:lnTo>
                  <a:lnTo>
                    <a:pt x="141191" y="1866"/>
                  </a:lnTo>
                  <a:lnTo>
                    <a:pt x="135973" y="2771"/>
                  </a:lnTo>
                  <a:lnTo>
                    <a:pt x="130786" y="3842"/>
                  </a:lnTo>
                  <a:lnTo>
                    <a:pt x="125635" y="5076"/>
                  </a:lnTo>
                  <a:lnTo>
                    <a:pt x="120527" y="6472"/>
                  </a:lnTo>
                  <a:lnTo>
                    <a:pt x="115465" y="8030"/>
                  </a:lnTo>
                  <a:lnTo>
                    <a:pt x="110455" y="9747"/>
                  </a:lnTo>
                  <a:lnTo>
                    <a:pt x="105502" y="11622"/>
                  </a:lnTo>
                  <a:lnTo>
                    <a:pt x="100611" y="13653"/>
                  </a:lnTo>
                  <a:lnTo>
                    <a:pt x="95786" y="15838"/>
                  </a:lnTo>
                  <a:lnTo>
                    <a:pt x="91033" y="18175"/>
                  </a:lnTo>
                  <a:lnTo>
                    <a:pt x="86357" y="20661"/>
                  </a:lnTo>
                  <a:lnTo>
                    <a:pt x="81762" y="23294"/>
                  </a:lnTo>
                  <a:lnTo>
                    <a:pt x="77252" y="26072"/>
                  </a:lnTo>
                  <a:lnTo>
                    <a:pt x="72833" y="28990"/>
                  </a:lnTo>
                  <a:lnTo>
                    <a:pt x="68508" y="32048"/>
                  </a:lnTo>
                  <a:lnTo>
                    <a:pt x="64283" y="35240"/>
                  </a:lnTo>
                  <a:lnTo>
                    <a:pt x="60160" y="38565"/>
                  </a:lnTo>
                  <a:lnTo>
                    <a:pt x="56145" y="42019"/>
                  </a:lnTo>
                  <a:lnTo>
                    <a:pt x="52242" y="45598"/>
                  </a:lnTo>
                  <a:lnTo>
                    <a:pt x="48454" y="49300"/>
                  </a:lnTo>
                  <a:lnTo>
                    <a:pt x="44785" y="53119"/>
                  </a:lnTo>
                  <a:lnTo>
                    <a:pt x="41238" y="57052"/>
                  </a:lnTo>
                  <a:lnTo>
                    <a:pt x="37819" y="61096"/>
                  </a:lnTo>
                  <a:lnTo>
                    <a:pt x="34529" y="65247"/>
                  </a:lnTo>
                  <a:lnTo>
                    <a:pt x="31372" y="69499"/>
                  </a:lnTo>
                  <a:lnTo>
                    <a:pt x="28351" y="73849"/>
                  </a:lnTo>
                  <a:lnTo>
                    <a:pt x="25470" y="78293"/>
                  </a:lnTo>
                  <a:lnTo>
                    <a:pt x="22731" y="82826"/>
                  </a:lnTo>
                  <a:lnTo>
                    <a:pt x="20137" y="87443"/>
                  </a:lnTo>
                  <a:lnTo>
                    <a:pt x="17690" y="92141"/>
                  </a:lnTo>
                  <a:lnTo>
                    <a:pt x="15394" y="96913"/>
                  </a:lnTo>
                  <a:lnTo>
                    <a:pt x="13249" y="101756"/>
                  </a:lnTo>
                  <a:lnTo>
                    <a:pt x="11260" y="106664"/>
                  </a:lnTo>
                  <a:lnTo>
                    <a:pt x="9427" y="111633"/>
                  </a:lnTo>
                  <a:lnTo>
                    <a:pt x="7752" y="116657"/>
                  </a:lnTo>
                  <a:lnTo>
                    <a:pt x="6237" y="121732"/>
                  </a:lnTo>
                  <a:lnTo>
                    <a:pt x="4883" y="126852"/>
                  </a:lnTo>
                  <a:lnTo>
                    <a:pt x="3693" y="132013"/>
                  </a:lnTo>
                  <a:lnTo>
                    <a:pt x="2666" y="137208"/>
                  </a:lnTo>
                  <a:lnTo>
                    <a:pt x="1805" y="142434"/>
                  </a:lnTo>
                  <a:lnTo>
                    <a:pt x="1110" y="147684"/>
                  </a:lnTo>
                  <a:lnTo>
                    <a:pt x="581" y="152954"/>
                  </a:lnTo>
                  <a:lnTo>
                    <a:pt x="220" y="158238"/>
                  </a:lnTo>
                  <a:lnTo>
                    <a:pt x="26" y="163530"/>
                  </a:lnTo>
                  <a:lnTo>
                    <a:pt x="0" y="168827"/>
                  </a:lnTo>
                  <a:lnTo>
                    <a:pt x="141" y="174121"/>
                  </a:lnTo>
                  <a:lnTo>
                    <a:pt x="450" y="179408"/>
                  </a:lnTo>
                  <a:lnTo>
                    <a:pt x="927" y="184683"/>
                  </a:lnTo>
                  <a:lnTo>
                    <a:pt x="1570" y="189939"/>
                  </a:lnTo>
                  <a:lnTo>
                    <a:pt x="2380" y="195173"/>
                  </a:lnTo>
                  <a:lnTo>
                    <a:pt x="3355" y="200379"/>
                  </a:lnTo>
                  <a:lnTo>
                    <a:pt x="4494" y="205551"/>
                  </a:lnTo>
                  <a:lnTo>
                    <a:pt x="5797" y="210685"/>
                  </a:lnTo>
                  <a:lnTo>
                    <a:pt x="7262" y="215774"/>
                  </a:lnTo>
                  <a:lnTo>
                    <a:pt x="8887" y="220815"/>
                  </a:lnTo>
                  <a:lnTo>
                    <a:pt x="10671" y="225801"/>
                  </a:lnTo>
                  <a:lnTo>
                    <a:pt x="12612" y="230729"/>
                  </a:lnTo>
                  <a:lnTo>
                    <a:pt x="14708" y="235593"/>
                  </a:lnTo>
                  <a:lnTo>
                    <a:pt x="16957" y="240387"/>
                  </a:lnTo>
                  <a:lnTo>
                    <a:pt x="19357" y="245109"/>
                  </a:lnTo>
                  <a:lnTo>
                    <a:pt x="21906" y="249751"/>
                  </a:lnTo>
                  <a:lnTo>
                    <a:pt x="24600" y="254311"/>
                  </a:lnTo>
                  <a:lnTo>
                    <a:pt x="27437" y="258783"/>
                  </a:lnTo>
                  <a:lnTo>
                    <a:pt x="30415" y="263163"/>
                  </a:lnTo>
                  <a:lnTo>
                    <a:pt x="33529" y="267446"/>
                  </a:lnTo>
                  <a:lnTo>
                    <a:pt x="36778" y="271629"/>
                  </a:lnTo>
                  <a:lnTo>
                    <a:pt x="40158" y="275707"/>
                  </a:lnTo>
                  <a:lnTo>
                    <a:pt x="43665" y="279675"/>
                  </a:lnTo>
                  <a:lnTo>
                    <a:pt x="47296" y="283531"/>
                  </a:lnTo>
                  <a:lnTo>
                    <a:pt x="51048" y="287269"/>
                  </a:lnTo>
                  <a:lnTo>
                    <a:pt x="54915" y="290887"/>
                  </a:lnTo>
                  <a:lnTo>
                    <a:pt x="58896" y="294380"/>
                  </a:lnTo>
                  <a:lnTo>
                    <a:pt x="62985" y="297746"/>
                  </a:lnTo>
                  <a:lnTo>
                    <a:pt x="67179" y="300980"/>
                  </a:lnTo>
                  <a:lnTo>
                    <a:pt x="71473" y="304080"/>
                  </a:lnTo>
                  <a:lnTo>
                    <a:pt x="75864" y="307042"/>
                  </a:lnTo>
                  <a:lnTo>
                    <a:pt x="80346" y="309864"/>
                  </a:lnTo>
                  <a:lnTo>
                    <a:pt x="84915" y="312542"/>
                  </a:lnTo>
                  <a:lnTo>
                    <a:pt x="89566" y="315074"/>
                  </a:lnTo>
                  <a:lnTo>
                    <a:pt x="94296" y="317458"/>
                  </a:lnTo>
                  <a:lnTo>
                    <a:pt x="99098" y="319690"/>
                  </a:lnTo>
                  <a:lnTo>
                    <a:pt x="103969" y="321770"/>
                  </a:lnTo>
                  <a:lnTo>
                    <a:pt x="108903" y="323694"/>
                  </a:lnTo>
                  <a:lnTo>
                    <a:pt x="113896" y="325460"/>
                  </a:lnTo>
                  <a:lnTo>
                    <a:pt x="118942" y="327068"/>
                  </a:lnTo>
                  <a:lnTo>
                    <a:pt x="124037" y="328515"/>
                  </a:lnTo>
                  <a:lnTo>
                    <a:pt x="129175" y="329800"/>
                  </a:lnTo>
                  <a:lnTo>
                    <a:pt x="134351" y="330921"/>
                  </a:lnTo>
                  <a:lnTo>
                    <a:pt x="139560" y="331878"/>
                  </a:lnTo>
                  <a:lnTo>
                    <a:pt x="144797" y="332670"/>
                  </a:lnTo>
                  <a:lnTo>
                    <a:pt x="150056" y="333295"/>
                  </a:lnTo>
                  <a:lnTo>
                    <a:pt x="155332" y="333753"/>
                  </a:lnTo>
                  <a:lnTo>
                    <a:pt x="160620" y="334044"/>
                  </a:lnTo>
                  <a:lnTo>
                    <a:pt x="165915" y="334167"/>
                  </a:lnTo>
                  <a:lnTo>
                    <a:pt x="171211" y="334123"/>
                  </a:lnTo>
                  <a:lnTo>
                    <a:pt x="176503" y="333910"/>
                  </a:lnTo>
                  <a:lnTo>
                    <a:pt x="181785" y="333531"/>
                  </a:lnTo>
                  <a:lnTo>
                    <a:pt x="187053" y="332984"/>
                  </a:lnTo>
                  <a:lnTo>
                    <a:pt x="192301" y="332270"/>
                  </a:lnTo>
                  <a:lnTo>
                    <a:pt x="197524" y="331391"/>
                  </a:lnTo>
                  <a:lnTo>
                    <a:pt x="202716" y="330346"/>
                  </a:lnTo>
                  <a:lnTo>
                    <a:pt x="207872" y="329138"/>
                  </a:lnTo>
                  <a:lnTo>
                    <a:pt x="212988" y="327767"/>
                  </a:lnTo>
                  <a:lnTo>
                    <a:pt x="218057" y="326234"/>
                  </a:lnTo>
                  <a:lnTo>
                    <a:pt x="223076" y="324542"/>
                  </a:lnTo>
                  <a:lnTo>
                    <a:pt x="228038" y="322691"/>
                  </a:lnTo>
                  <a:lnTo>
                    <a:pt x="232939" y="320685"/>
                  </a:lnTo>
                  <a:lnTo>
                    <a:pt x="237775" y="318524"/>
                  </a:lnTo>
                  <a:lnTo>
                    <a:pt x="242539" y="316211"/>
                  </a:lnTo>
                  <a:lnTo>
                    <a:pt x="247228" y="313748"/>
                  </a:lnTo>
                  <a:lnTo>
                    <a:pt x="251836" y="311138"/>
                  </a:lnTo>
                  <a:lnTo>
                    <a:pt x="256359" y="308383"/>
                  </a:lnTo>
                  <a:lnTo>
                    <a:pt x="260793" y="305486"/>
                  </a:lnTo>
                  <a:lnTo>
                    <a:pt x="265133" y="302451"/>
                  </a:lnTo>
                  <a:lnTo>
                    <a:pt x="269374" y="299279"/>
                  </a:lnTo>
                  <a:lnTo>
                    <a:pt x="273513" y="295975"/>
                  </a:lnTo>
                  <a:lnTo>
                    <a:pt x="277545" y="292541"/>
                  </a:lnTo>
                  <a:lnTo>
                    <a:pt x="281467" y="288981"/>
                  </a:lnTo>
                  <a:lnTo>
                    <a:pt x="285273" y="285299"/>
                  </a:lnTo>
                  <a:lnTo>
                    <a:pt x="288961" y="281498"/>
                  </a:lnTo>
                  <a:lnTo>
                    <a:pt x="292527" y="277582"/>
                  </a:lnTo>
                  <a:lnTo>
                    <a:pt x="295967" y="273555"/>
                  </a:lnTo>
                  <a:lnTo>
                    <a:pt x="299277" y="269421"/>
                  </a:lnTo>
                  <a:lnTo>
                    <a:pt x="302455" y="265184"/>
                  </a:lnTo>
                  <a:lnTo>
                    <a:pt x="305498" y="260849"/>
                  </a:lnTo>
                  <a:lnTo>
                    <a:pt x="308401" y="256420"/>
                  </a:lnTo>
                  <a:lnTo>
                    <a:pt x="311163" y="251901"/>
                  </a:lnTo>
                  <a:lnTo>
                    <a:pt x="313780" y="247296"/>
                  </a:lnTo>
                  <a:lnTo>
                    <a:pt x="316249" y="242611"/>
                  </a:lnTo>
                  <a:lnTo>
                    <a:pt x="318570" y="237850"/>
                  </a:lnTo>
                  <a:lnTo>
                    <a:pt x="320738" y="233018"/>
                  </a:lnTo>
                  <a:lnTo>
                    <a:pt x="322752" y="228120"/>
                  </a:lnTo>
                  <a:lnTo>
                    <a:pt x="324610" y="223161"/>
                  </a:lnTo>
                  <a:lnTo>
                    <a:pt x="326310" y="218145"/>
                  </a:lnTo>
                  <a:lnTo>
                    <a:pt x="327850" y="213078"/>
                  </a:lnTo>
                  <a:lnTo>
                    <a:pt x="329229" y="207964"/>
                  </a:lnTo>
                  <a:lnTo>
                    <a:pt x="330445" y="202809"/>
                  </a:lnTo>
                  <a:lnTo>
                    <a:pt x="331497" y="197619"/>
                  </a:lnTo>
                  <a:lnTo>
                    <a:pt x="332385" y="192398"/>
                  </a:lnTo>
                  <a:lnTo>
                    <a:pt x="333106" y="187151"/>
                  </a:lnTo>
                  <a:lnTo>
                    <a:pt x="333661" y="181884"/>
                  </a:lnTo>
                  <a:lnTo>
                    <a:pt x="334049" y="176602"/>
                  </a:lnTo>
                  <a:lnTo>
                    <a:pt x="334269" y="171310"/>
                  </a:lnTo>
                  <a:lnTo>
                    <a:pt x="334322" y="166014"/>
                  </a:lnTo>
                  <a:lnTo>
                    <a:pt x="334206" y="160720"/>
                  </a:lnTo>
                  <a:lnTo>
                    <a:pt x="333923" y="155431"/>
                  </a:lnTo>
                  <a:lnTo>
                    <a:pt x="333473" y="150154"/>
                  </a:lnTo>
                  <a:lnTo>
                    <a:pt x="332856" y="144894"/>
                  </a:lnTo>
                  <a:lnTo>
                    <a:pt x="332072" y="139656"/>
                  </a:lnTo>
                  <a:lnTo>
                    <a:pt x="331123" y="134446"/>
                  </a:lnTo>
                  <a:lnTo>
                    <a:pt x="330009" y="129268"/>
                  </a:lnTo>
                  <a:lnTo>
                    <a:pt x="328732" y="124128"/>
                  </a:lnTo>
                  <a:lnTo>
                    <a:pt x="327293" y="119031"/>
                  </a:lnTo>
                  <a:lnTo>
                    <a:pt x="325693" y="113983"/>
                  </a:lnTo>
                  <a:lnTo>
                    <a:pt x="323934" y="108987"/>
                  </a:lnTo>
                  <a:lnTo>
                    <a:pt x="322017" y="104050"/>
                  </a:lnTo>
                  <a:lnTo>
                    <a:pt x="319945" y="99176"/>
                  </a:lnTo>
                  <a:lnTo>
                    <a:pt x="317720" y="94370"/>
                  </a:lnTo>
                  <a:lnTo>
                    <a:pt x="315343" y="89637"/>
                  </a:lnTo>
                  <a:lnTo>
                    <a:pt x="312818" y="84982"/>
                  </a:lnTo>
                  <a:lnTo>
                    <a:pt x="310147" y="80409"/>
                  </a:lnTo>
                  <a:lnTo>
                    <a:pt x="307332" y="75922"/>
                  </a:lnTo>
                  <a:lnTo>
                    <a:pt x="304376" y="71528"/>
                  </a:lnTo>
                  <a:lnTo>
                    <a:pt x="301283" y="67229"/>
                  </a:lnTo>
                  <a:lnTo>
                    <a:pt x="298055" y="63030"/>
                  </a:lnTo>
                  <a:lnTo>
                    <a:pt x="294696" y="58936"/>
                  </a:lnTo>
                  <a:lnTo>
                    <a:pt x="291208" y="54950"/>
                  </a:lnTo>
                  <a:lnTo>
                    <a:pt x="287596" y="51076"/>
                  </a:lnTo>
                  <a:lnTo>
                    <a:pt x="283864" y="47319"/>
                  </a:lnTo>
                  <a:lnTo>
                    <a:pt x="280014" y="43682"/>
                  </a:lnTo>
                  <a:lnTo>
                    <a:pt x="276051" y="40169"/>
                  </a:lnTo>
                  <a:lnTo>
                    <a:pt x="271978" y="36784"/>
                  </a:lnTo>
                  <a:lnTo>
                    <a:pt x="267800" y="33528"/>
                  </a:lnTo>
                  <a:lnTo>
                    <a:pt x="263522" y="30407"/>
                  </a:lnTo>
                  <a:lnTo>
                    <a:pt x="259146" y="27423"/>
                  </a:lnTo>
                  <a:lnTo>
                    <a:pt x="254678" y="24579"/>
                  </a:lnTo>
                  <a:lnTo>
                    <a:pt x="250123" y="21878"/>
                  </a:lnTo>
                  <a:lnTo>
                    <a:pt x="245484" y="19323"/>
                  </a:lnTo>
                  <a:lnTo>
                    <a:pt x="240766" y="16916"/>
                  </a:lnTo>
                  <a:lnTo>
                    <a:pt x="235975" y="14659"/>
                  </a:lnTo>
                  <a:lnTo>
                    <a:pt x="231114" y="12556"/>
                  </a:lnTo>
                  <a:lnTo>
                    <a:pt x="226190" y="10607"/>
                  </a:lnTo>
                  <a:lnTo>
                    <a:pt x="221206" y="8816"/>
                  </a:lnTo>
                  <a:lnTo>
                    <a:pt x="216168" y="7183"/>
                  </a:lnTo>
                  <a:lnTo>
                    <a:pt x="211080" y="5711"/>
                  </a:lnTo>
                  <a:lnTo>
                    <a:pt x="205949" y="4400"/>
                  </a:lnTo>
                  <a:lnTo>
                    <a:pt x="200778" y="3253"/>
                  </a:lnTo>
                  <a:lnTo>
                    <a:pt x="195574" y="2270"/>
                  </a:lnTo>
                  <a:lnTo>
                    <a:pt x="190342" y="1453"/>
                  </a:lnTo>
                  <a:lnTo>
                    <a:pt x="185086" y="801"/>
                  </a:lnTo>
                  <a:lnTo>
                    <a:pt x="179812" y="317"/>
                  </a:lnTo>
                  <a:lnTo>
                    <a:pt x="174525" y="0"/>
                  </a:lnTo>
                  <a:lnTo>
                    <a:pt x="167157" y="1670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60546" y="1735255"/>
              <a:ext cx="7368" cy="167167"/>
            </a:xfrm>
            <a:custGeom>
              <a:avLst/>
              <a:pathLst>
                <a:path w="7368" h="167167">
                  <a:moveTo>
                    <a:pt x="7368" y="16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15681" y="1379510"/>
              <a:ext cx="167158" cy="190390"/>
            </a:xfrm>
            <a:custGeom>
              <a:avLst/>
              <a:pathLst>
                <a:path w="167158" h="190390">
                  <a:moveTo>
                    <a:pt x="167158" y="0"/>
                  </a:moveTo>
                  <a:lnTo>
                    <a:pt x="161765" y="87"/>
                  </a:lnTo>
                  <a:lnTo>
                    <a:pt x="156377" y="347"/>
                  </a:lnTo>
                  <a:lnTo>
                    <a:pt x="151001" y="782"/>
                  </a:lnTo>
                  <a:lnTo>
                    <a:pt x="145642" y="1390"/>
                  </a:lnTo>
                  <a:lnTo>
                    <a:pt x="140305" y="2170"/>
                  </a:lnTo>
                  <a:lnTo>
                    <a:pt x="134996" y="3123"/>
                  </a:lnTo>
                  <a:lnTo>
                    <a:pt x="129720" y="4246"/>
                  </a:lnTo>
                  <a:lnTo>
                    <a:pt x="124483" y="5538"/>
                  </a:lnTo>
                  <a:lnTo>
                    <a:pt x="119291" y="6999"/>
                  </a:lnTo>
                  <a:lnTo>
                    <a:pt x="114149" y="8627"/>
                  </a:lnTo>
                  <a:lnTo>
                    <a:pt x="109062" y="10420"/>
                  </a:lnTo>
                  <a:lnTo>
                    <a:pt x="104035" y="12375"/>
                  </a:lnTo>
                  <a:lnTo>
                    <a:pt x="99074" y="14492"/>
                  </a:lnTo>
                  <a:lnTo>
                    <a:pt x="94184" y="16768"/>
                  </a:lnTo>
                  <a:lnTo>
                    <a:pt x="89370" y="19201"/>
                  </a:lnTo>
                  <a:lnTo>
                    <a:pt x="84636" y="21788"/>
                  </a:lnTo>
                  <a:lnTo>
                    <a:pt x="79989" y="24526"/>
                  </a:lnTo>
                  <a:lnTo>
                    <a:pt x="75433" y="27412"/>
                  </a:lnTo>
                  <a:lnTo>
                    <a:pt x="70972" y="30444"/>
                  </a:lnTo>
                  <a:lnTo>
                    <a:pt x="66611" y="33618"/>
                  </a:lnTo>
                  <a:lnTo>
                    <a:pt x="62355" y="36932"/>
                  </a:lnTo>
                  <a:lnTo>
                    <a:pt x="58208" y="40381"/>
                  </a:lnTo>
                  <a:lnTo>
                    <a:pt x="54174" y="43962"/>
                  </a:lnTo>
                  <a:lnTo>
                    <a:pt x="50258" y="47671"/>
                  </a:lnTo>
                  <a:lnTo>
                    <a:pt x="46464" y="51504"/>
                  </a:lnTo>
                  <a:lnTo>
                    <a:pt x="42795" y="55458"/>
                  </a:lnTo>
                  <a:lnTo>
                    <a:pt x="39256" y="59529"/>
                  </a:lnTo>
                  <a:lnTo>
                    <a:pt x="35850" y="63711"/>
                  </a:lnTo>
                  <a:lnTo>
                    <a:pt x="32581" y="68001"/>
                  </a:lnTo>
                  <a:lnTo>
                    <a:pt x="29451" y="72395"/>
                  </a:lnTo>
                  <a:lnTo>
                    <a:pt x="26465" y="76887"/>
                  </a:lnTo>
                  <a:lnTo>
                    <a:pt x="23626" y="81473"/>
                  </a:lnTo>
                  <a:lnTo>
                    <a:pt x="20936" y="86148"/>
                  </a:lnTo>
                  <a:lnTo>
                    <a:pt x="18398" y="90907"/>
                  </a:lnTo>
                  <a:lnTo>
                    <a:pt x="16016" y="95746"/>
                  </a:lnTo>
                  <a:lnTo>
                    <a:pt x="13790" y="100660"/>
                  </a:lnTo>
                  <a:lnTo>
                    <a:pt x="11724" y="105642"/>
                  </a:lnTo>
                  <a:lnTo>
                    <a:pt x="9820" y="110689"/>
                  </a:lnTo>
                  <a:lnTo>
                    <a:pt x="8080" y="115794"/>
                  </a:lnTo>
                  <a:lnTo>
                    <a:pt x="6506" y="120953"/>
                  </a:lnTo>
                  <a:lnTo>
                    <a:pt x="5098" y="126160"/>
                  </a:lnTo>
                  <a:lnTo>
                    <a:pt x="3860" y="131410"/>
                  </a:lnTo>
                  <a:lnTo>
                    <a:pt x="2791" y="136696"/>
                  </a:lnTo>
                  <a:lnTo>
                    <a:pt x="1894" y="142015"/>
                  </a:lnTo>
                  <a:lnTo>
                    <a:pt x="1168" y="147360"/>
                  </a:lnTo>
                  <a:lnTo>
                    <a:pt x="616" y="152725"/>
                  </a:lnTo>
                  <a:lnTo>
                    <a:pt x="236" y="158106"/>
                  </a:lnTo>
                  <a:lnTo>
                    <a:pt x="31" y="163496"/>
                  </a:lnTo>
                  <a:lnTo>
                    <a:pt x="0" y="168889"/>
                  </a:lnTo>
                  <a:lnTo>
                    <a:pt x="142" y="174281"/>
                  </a:lnTo>
                  <a:lnTo>
                    <a:pt x="459" y="179666"/>
                  </a:lnTo>
                  <a:lnTo>
                    <a:pt x="949" y="185037"/>
                  </a:lnTo>
                  <a:lnTo>
                    <a:pt x="1612" y="19039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17293" y="1546678"/>
              <a:ext cx="165546" cy="23223"/>
            </a:xfrm>
            <a:custGeom>
              <a:avLst/>
              <a:pathLst>
                <a:path w="165546" h="23223">
                  <a:moveTo>
                    <a:pt x="0" y="23223"/>
                  </a:moveTo>
                  <a:lnTo>
                    <a:pt x="1655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17293" y="1546678"/>
              <a:ext cx="313956" cy="167164"/>
            </a:xfrm>
            <a:custGeom>
              <a:avLst/>
              <a:pathLst>
                <a:path w="313956" h="167164">
                  <a:moveTo>
                    <a:pt x="0" y="23223"/>
                  </a:moveTo>
                  <a:lnTo>
                    <a:pt x="826" y="28499"/>
                  </a:lnTo>
                  <a:lnTo>
                    <a:pt x="1820" y="33746"/>
                  </a:lnTo>
                  <a:lnTo>
                    <a:pt x="2982" y="38959"/>
                  </a:lnTo>
                  <a:lnTo>
                    <a:pt x="4309" y="44132"/>
                  </a:lnTo>
                  <a:lnTo>
                    <a:pt x="5801" y="49260"/>
                  </a:lnTo>
                  <a:lnTo>
                    <a:pt x="7456" y="54338"/>
                  </a:lnTo>
                  <a:lnTo>
                    <a:pt x="9273" y="59360"/>
                  </a:lnTo>
                  <a:lnTo>
                    <a:pt x="11249" y="64321"/>
                  </a:lnTo>
                  <a:lnTo>
                    <a:pt x="13382" y="69217"/>
                  </a:lnTo>
                  <a:lnTo>
                    <a:pt x="15671" y="74043"/>
                  </a:lnTo>
                  <a:lnTo>
                    <a:pt x="18112" y="78792"/>
                  </a:lnTo>
                  <a:lnTo>
                    <a:pt x="20705" y="83462"/>
                  </a:lnTo>
                  <a:lnTo>
                    <a:pt x="23445" y="88046"/>
                  </a:lnTo>
                  <a:lnTo>
                    <a:pt x="26330" y="92540"/>
                  </a:lnTo>
                  <a:lnTo>
                    <a:pt x="29357" y="96940"/>
                  </a:lnTo>
                  <a:lnTo>
                    <a:pt x="32523" y="101241"/>
                  </a:lnTo>
                  <a:lnTo>
                    <a:pt x="35825" y="105438"/>
                  </a:lnTo>
                  <a:lnTo>
                    <a:pt x="39259" y="109528"/>
                  </a:lnTo>
                  <a:lnTo>
                    <a:pt x="42822" y="113506"/>
                  </a:lnTo>
                  <a:lnTo>
                    <a:pt x="46511" y="117369"/>
                  </a:lnTo>
                  <a:lnTo>
                    <a:pt x="50320" y="121111"/>
                  </a:lnTo>
                  <a:lnTo>
                    <a:pt x="54248" y="124730"/>
                  </a:lnTo>
                  <a:lnTo>
                    <a:pt x="58289" y="128222"/>
                  </a:lnTo>
                  <a:lnTo>
                    <a:pt x="62440" y="131582"/>
                  </a:lnTo>
                  <a:lnTo>
                    <a:pt x="66695" y="134809"/>
                  </a:lnTo>
                  <a:lnTo>
                    <a:pt x="71052" y="137898"/>
                  </a:lnTo>
                  <a:lnTo>
                    <a:pt x="75505" y="140846"/>
                  </a:lnTo>
                  <a:lnTo>
                    <a:pt x="80050" y="143650"/>
                  </a:lnTo>
                  <a:lnTo>
                    <a:pt x="84683" y="146308"/>
                  </a:lnTo>
                  <a:lnTo>
                    <a:pt x="89397" y="148816"/>
                  </a:lnTo>
                  <a:lnTo>
                    <a:pt x="94190" y="151173"/>
                  </a:lnTo>
                  <a:lnTo>
                    <a:pt x="99055" y="153375"/>
                  </a:lnTo>
                  <a:lnTo>
                    <a:pt x="103989" y="155420"/>
                  </a:lnTo>
                  <a:lnTo>
                    <a:pt x="108985" y="157307"/>
                  </a:lnTo>
                  <a:lnTo>
                    <a:pt x="114039" y="159034"/>
                  </a:lnTo>
                  <a:lnTo>
                    <a:pt x="119145" y="160598"/>
                  </a:lnTo>
                  <a:lnTo>
                    <a:pt x="124299" y="161998"/>
                  </a:lnTo>
                  <a:lnTo>
                    <a:pt x="129495" y="163233"/>
                  </a:lnTo>
                  <a:lnTo>
                    <a:pt x="134727" y="164302"/>
                  </a:lnTo>
                  <a:lnTo>
                    <a:pt x="139991" y="165202"/>
                  </a:lnTo>
                  <a:lnTo>
                    <a:pt x="145281" y="165934"/>
                  </a:lnTo>
                  <a:lnTo>
                    <a:pt x="150592" y="166497"/>
                  </a:lnTo>
                  <a:lnTo>
                    <a:pt x="155918" y="166889"/>
                  </a:lnTo>
                  <a:lnTo>
                    <a:pt x="161254" y="167112"/>
                  </a:lnTo>
                  <a:lnTo>
                    <a:pt x="166595" y="167164"/>
                  </a:lnTo>
                  <a:lnTo>
                    <a:pt x="171934" y="167045"/>
                  </a:lnTo>
                  <a:lnTo>
                    <a:pt x="177267" y="166756"/>
                  </a:lnTo>
                  <a:lnTo>
                    <a:pt x="182587" y="166296"/>
                  </a:lnTo>
                  <a:lnTo>
                    <a:pt x="187891" y="165667"/>
                  </a:lnTo>
                  <a:lnTo>
                    <a:pt x="193171" y="164869"/>
                  </a:lnTo>
                  <a:lnTo>
                    <a:pt x="198424" y="163902"/>
                  </a:lnTo>
                  <a:lnTo>
                    <a:pt x="203643" y="162768"/>
                  </a:lnTo>
                  <a:lnTo>
                    <a:pt x="208822" y="161468"/>
                  </a:lnTo>
                  <a:lnTo>
                    <a:pt x="213958" y="160003"/>
                  </a:lnTo>
                  <a:lnTo>
                    <a:pt x="219045" y="158375"/>
                  </a:lnTo>
                  <a:lnTo>
                    <a:pt x="224076" y="156585"/>
                  </a:lnTo>
                  <a:lnTo>
                    <a:pt x="229048" y="154636"/>
                  </a:lnTo>
                  <a:lnTo>
                    <a:pt x="233956" y="152528"/>
                  </a:lnTo>
                  <a:lnTo>
                    <a:pt x="238793" y="150265"/>
                  </a:lnTo>
                  <a:lnTo>
                    <a:pt x="243556" y="147849"/>
                  </a:lnTo>
                  <a:lnTo>
                    <a:pt x="248239" y="145282"/>
                  </a:lnTo>
                  <a:lnTo>
                    <a:pt x="252837" y="142566"/>
                  </a:lnTo>
                  <a:lnTo>
                    <a:pt x="257347" y="139705"/>
                  </a:lnTo>
                  <a:lnTo>
                    <a:pt x="261762" y="136701"/>
                  </a:lnTo>
                  <a:lnTo>
                    <a:pt x="266080" y="133558"/>
                  </a:lnTo>
                  <a:lnTo>
                    <a:pt x="270295" y="130278"/>
                  </a:lnTo>
                  <a:lnTo>
                    <a:pt x="274403" y="126866"/>
                  </a:lnTo>
                  <a:lnTo>
                    <a:pt x="278400" y="123324"/>
                  </a:lnTo>
                  <a:lnTo>
                    <a:pt x="282282" y="119656"/>
                  </a:lnTo>
                  <a:lnTo>
                    <a:pt x="286045" y="115866"/>
                  </a:lnTo>
                  <a:lnTo>
                    <a:pt x="289684" y="111958"/>
                  </a:lnTo>
                  <a:lnTo>
                    <a:pt x="293197" y="107935"/>
                  </a:lnTo>
                  <a:lnTo>
                    <a:pt x="296580" y="103802"/>
                  </a:lnTo>
                  <a:lnTo>
                    <a:pt x="299829" y="99564"/>
                  </a:lnTo>
                  <a:lnTo>
                    <a:pt x="302941" y="95224"/>
                  </a:lnTo>
                  <a:lnTo>
                    <a:pt x="305912" y="90786"/>
                  </a:lnTo>
                  <a:lnTo>
                    <a:pt x="308741" y="86256"/>
                  </a:lnTo>
                  <a:lnTo>
                    <a:pt x="311423" y="81638"/>
                  </a:lnTo>
                  <a:lnTo>
                    <a:pt x="313956" y="76936"/>
                  </a:lnTo>
                  <a:lnTo>
                    <a:pt x="1655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82840" y="1379510"/>
              <a:ext cx="167167" cy="244104"/>
            </a:xfrm>
            <a:custGeom>
              <a:avLst/>
              <a:pathLst>
                <a:path w="167167" h="244104">
                  <a:moveTo>
                    <a:pt x="148410" y="244104"/>
                  </a:moveTo>
                  <a:lnTo>
                    <a:pt x="150797" y="239314"/>
                  </a:lnTo>
                  <a:lnTo>
                    <a:pt x="153029" y="234449"/>
                  </a:lnTo>
                  <a:lnTo>
                    <a:pt x="155104" y="229516"/>
                  </a:lnTo>
                  <a:lnTo>
                    <a:pt x="157021" y="224519"/>
                  </a:lnTo>
                  <a:lnTo>
                    <a:pt x="158776" y="219464"/>
                  </a:lnTo>
                  <a:lnTo>
                    <a:pt x="160369" y="214354"/>
                  </a:lnTo>
                  <a:lnTo>
                    <a:pt x="161797" y="209196"/>
                  </a:lnTo>
                  <a:lnTo>
                    <a:pt x="163060" y="203995"/>
                  </a:lnTo>
                  <a:lnTo>
                    <a:pt x="164155" y="198757"/>
                  </a:lnTo>
                  <a:lnTo>
                    <a:pt x="165082" y="193486"/>
                  </a:lnTo>
                  <a:lnTo>
                    <a:pt x="165840" y="188188"/>
                  </a:lnTo>
                  <a:lnTo>
                    <a:pt x="166428" y="182868"/>
                  </a:lnTo>
                  <a:lnTo>
                    <a:pt x="166845" y="177533"/>
                  </a:lnTo>
                  <a:lnTo>
                    <a:pt x="167092" y="172187"/>
                  </a:lnTo>
                  <a:lnTo>
                    <a:pt x="167167" y="166835"/>
                  </a:lnTo>
                  <a:lnTo>
                    <a:pt x="167070" y="161484"/>
                  </a:lnTo>
                  <a:lnTo>
                    <a:pt x="166803" y="156139"/>
                  </a:lnTo>
                  <a:lnTo>
                    <a:pt x="166364" y="150805"/>
                  </a:lnTo>
                  <a:lnTo>
                    <a:pt x="165755" y="145488"/>
                  </a:lnTo>
                  <a:lnTo>
                    <a:pt x="164976" y="140193"/>
                  </a:lnTo>
                  <a:lnTo>
                    <a:pt x="164028" y="134926"/>
                  </a:lnTo>
                  <a:lnTo>
                    <a:pt x="162912" y="129692"/>
                  </a:lnTo>
                  <a:lnTo>
                    <a:pt x="161629" y="124496"/>
                  </a:lnTo>
                  <a:lnTo>
                    <a:pt x="160180" y="119344"/>
                  </a:lnTo>
                  <a:lnTo>
                    <a:pt x="158567" y="114241"/>
                  </a:lnTo>
                  <a:lnTo>
                    <a:pt x="156792" y="109192"/>
                  </a:lnTo>
                  <a:lnTo>
                    <a:pt x="154856" y="104202"/>
                  </a:lnTo>
                  <a:lnTo>
                    <a:pt x="152761" y="99278"/>
                  </a:lnTo>
                  <a:lnTo>
                    <a:pt x="150509" y="94422"/>
                  </a:lnTo>
                  <a:lnTo>
                    <a:pt x="148103" y="89642"/>
                  </a:lnTo>
                  <a:lnTo>
                    <a:pt x="145546" y="84940"/>
                  </a:lnTo>
                  <a:lnTo>
                    <a:pt x="142839" y="80323"/>
                  </a:lnTo>
                  <a:lnTo>
                    <a:pt x="139986" y="75795"/>
                  </a:lnTo>
                  <a:lnTo>
                    <a:pt x="136989" y="71361"/>
                  </a:lnTo>
                  <a:lnTo>
                    <a:pt x="133852" y="67025"/>
                  </a:lnTo>
                  <a:lnTo>
                    <a:pt x="130578" y="62792"/>
                  </a:lnTo>
                  <a:lnTo>
                    <a:pt x="127170" y="58665"/>
                  </a:lnTo>
                  <a:lnTo>
                    <a:pt x="123631" y="54650"/>
                  </a:lnTo>
                  <a:lnTo>
                    <a:pt x="119966" y="50750"/>
                  </a:lnTo>
                  <a:lnTo>
                    <a:pt x="116178" y="46969"/>
                  </a:lnTo>
                  <a:lnTo>
                    <a:pt x="112271" y="43312"/>
                  </a:lnTo>
                  <a:lnTo>
                    <a:pt x="108249" y="39781"/>
                  </a:lnTo>
                  <a:lnTo>
                    <a:pt x="104115" y="36382"/>
                  </a:lnTo>
                  <a:lnTo>
                    <a:pt x="99876" y="33116"/>
                  </a:lnTo>
                  <a:lnTo>
                    <a:pt x="95533" y="29987"/>
                  </a:lnTo>
                  <a:lnTo>
                    <a:pt x="91093" y="26999"/>
                  </a:lnTo>
                  <a:lnTo>
                    <a:pt x="86559" y="24155"/>
                  </a:lnTo>
                  <a:lnTo>
                    <a:pt x="81937" y="21458"/>
                  </a:lnTo>
                  <a:lnTo>
                    <a:pt x="77231" y="18909"/>
                  </a:lnTo>
                  <a:lnTo>
                    <a:pt x="72445" y="16513"/>
                  </a:lnTo>
                  <a:lnTo>
                    <a:pt x="67586" y="14271"/>
                  </a:lnTo>
                  <a:lnTo>
                    <a:pt x="62657" y="12186"/>
                  </a:lnTo>
                  <a:lnTo>
                    <a:pt x="57663" y="10260"/>
                  </a:lnTo>
                  <a:lnTo>
                    <a:pt x="52611" y="8494"/>
                  </a:lnTo>
                  <a:lnTo>
                    <a:pt x="47505" y="6892"/>
                  </a:lnTo>
                  <a:lnTo>
                    <a:pt x="42350" y="5453"/>
                  </a:lnTo>
                  <a:lnTo>
                    <a:pt x="37152" y="4180"/>
                  </a:lnTo>
                  <a:lnTo>
                    <a:pt x="31915" y="3074"/>
                  </a:lnTo>
                  <a:lnTo>
                    <a:pt x="26646" y="2137"/>
                  </a:lnTo>
                  <a:lnTo>
                    <a:pt x="21350" y="1368"/>
                  </a:lnTo>
                  <a:lnTo>
                    <a:pt x="16031" y="770"/>
                  </a:lnTo>
                  <a:lnTo>
                    <a:pt x="10696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65972" y="1120312"/>
              <a:ext cx="167163" cy="303142"/>
            </a:xfrm>
            <a:custGeom>
              <a:avLst/>
              <a:pathLst>
                <a:path w="167163" h="303142">
                  <a:moveTo>
                    <a:pt x="167163" y="0"/>
                  </a:moveTo>
                  <a:lnTo>
                    <a:pt x="161829" y="85"/>
                  </a:lnTo>
                  <a:lnTo>
                    <a:pt x="156502" y="340"/>
                  </a:lnTo>
                  <a:lnTo>
                    <a:pt x="151185" y="765"/>
                  </a:lnTo>
                  <a:lnTo>
                    <a:pt x="145884" y="1359"/>
                  </a:lnTo>
                  <a:lnTo>
                    <a:pt x="140605" y="2123"/>
                  </a:lnTo>
                  <a:lnTo>
                    <a:pt x="135353" y="3054"/>
                  </a:lnTo>
                  <a:lnTo>
                    <a:pt x="130134" y="4152"/>
                  </a:lnTo>
                  <a:lnTo>
                    <a:pt x="124952" y="5416"/>
                  </a:lnTo>
                  <a:lnTo>
                    <a:pt x="119813" y="6845"/>
                  </a:lnTo>
                  <a:lnTo>
                    <a:pt x="114722" y="8438"/>
                  </a:lnTo>
                  <a:lnTo>
                    <a:pt x="109685" y="10191"/>
                  </a:lnTo>
                  <a:lnTo>
                    <a:pt x="104706" y="12105"/>
                  </a:lnTo>
                  <a:lnTo>
                    <a:pt x="99791" y="14177"/>
                  </a:lnTo>
                  <a:lnTo>
                    <a:pt x="94945" y="16404"/>
                  </a:lnTo>
                  <a:lnTo>
                    <a:pt x="90171" y="18785"/>
                  </a:lnTo>
                  <a:lnTo>
                    <a:pt x="85477" y="21316"/>
                  </a:lnTo>
                  <a:lnTo>
                    <a:pt x="80865" y="23997"/>
                  </a:lnTo>
                  <a:lnTo>
                    <a:pt x="76342" y="26823"/>
                  </a:lnTo>
                  <a:lnTo>
                    <a:pt x="71910" y="29792"/>
                  </a:lnTo>
                  <a:lnTo>
                    <a:pt x="67576" y="32900"/>
                  </a:lnTo>
                  <a:lnTo>
                    <a:pt x="63343" y="36146"/>
                  </a:lnTo>
                  <a:lnTo>
                    <a:pt x="59216" y="39525"/>
                  </a:lnTo>
                  <a:lnTo>
                    <a:pt x="55199" y="43033"/>
                  </a:lnTo>
                  <a:lnTo>
                    <a:pt x="51296" y="46669"/>
                  </a:lnTo>
                  <a:lnTo>
                    <a:pt x="47510" y="50427"/>
                  </a:lnTo>
                  <a:lnTo>
                    <a:pt x="43847" y="54303"/>
                  </a:lnTo>
                  <a:lnTo>
                    <a:pt x="40309" y="58295"/>
                  </a:lnTo>
                  <a:lnTo>
                    <a:pt x="36900" y="62397"/>
                  </a:lnTo>
                  <a:lnTo>
                    <a:pt x="33624" y="66606"/>
                  </a:lnTo>
                  <a:lnTo>
                    <a:pt x="30484" y="70918"/>
                  </a:lnTo>
                  <a:lnTo>
                    <a:pt x="27483" y="75327"/>
                  </a:lnTo>
                  <a:lnTo>
                    <a:pt x="24624" y="79830"/>
                  </a:lnTo>
                  <a:lnTo>
                    <a:pt x="21910" y="84422"/>
                  </a:lnTo>
                  <a:lnTo>
                    <a:pt x="19344" y="89098"/>
                  </a:lnTo>
                  <a:lnTo>
                    <a:pt x="16929" y="93854"/>
                  </a:lnTo>
                  <a:lnTo>
                    <a:pt x="14666" y="98684"/>
                  </a:lnTo>
                  <a:lnTo>
                    <a:pt x="12559" y="103584"/>
                  </a:lnTo>
                  <a:lnTo>
                    <a:pt x="10609" y="108549"/>
                  </a:lnTo>
                  <a:lnTo>
                    <a:pt x="8819" y="113573"/>
                  </a:lnTo>
                  <a:lnTo>
                    <a:pt x="7190" y="118652"/>
                  </a:lnTo>
                  <a:lnTo>
                    <a:pt x="5723" y="123781"/>
                  </a:lnTo>
                  <a:lnTo>
                    <a:pt x="4421" y="128953"/>
                  </a:lnTo>
                  <a:lnTo>
                    <a:pt x="3285" y="134165"/>
                  </a:lnTo>
                  <a:lnTo>
                    <a:pt x="2316" y="139410"/>
                  </a:lnTo>
                  <a:lnTo>
                    <a:pt x="1514" y="144683"/>
                  </a:lnTo>
                  <a:lnTo>
                    <a:pt x="881" y="149979"/>
                  </a:lnTo>
                  <a:lnTo>
                    <a:pt x="417" y="155293"/>
                  </a:lnTo>
                  <a:lnTo>
                    <a:pt x="123" y="160618"/>
                  </a:lnTo>
                  <a:lnTo>
                    <a:pt x="0" y="165951"/>
                  </a:lnTo>
                  <a:lnTo>
                    <a:pt x="46" y="171284"/>
                  </a:lnTo>
                  <a:lnTo>
                    <a:pt x="262" y="176614"/>
                  </a:lnTo>
                  <a:lnTo>
                    <a:pt x="649" y="181934"/>
                  </a:lnTo>
                  <a:lnTo>
                    <a:pt x="1204" y="187239"/>
                  </a:lnTo>
                  <a:lnTo>
                    <a:pt x="1929" y="192523"/>
                  </a:lnTo>
                  <a:lnTo>
                    <a:pt x="2822" y="197781"/>
                  </a:lnTo>
                  <a:lnTo>
                    <a:pt x="3883" y="203009"/>
                  </a:lnTo>
                  <a:lnTo>
                    <a:pt x="5109" y="208200"/>
                  </a:lnTo>
                  <a:lnTo>
                    <a:pt x="6501" y="213349"/>
                  </a:lnTo>
                  <a:lnTo>
                    <a:pt x="8056" y="218451"/>
                  </a:lnTo>
                  <a:lnTo>
                    <a:pt x="9773" y="223501"/>
                  </a:lnTo>
                  <a:lnTo>
                    <a:pt x="11650" y="228493"/>
                  </a:lnTo>
                  <a:lnTo>
                    <a:pt x="13686" y="233424"/>
                  </a:lnTo>
                  <a:lnTo>
                    <a:pt x="15878" y="238286"/>
                  </a:lnTo>
                  <a:lnTo>
                    <a:pt x="18224" y="243076"/>
                  </a:lnTo>
                  <a:lnTo>
                    <a:pt x="20722" y="247789"/>
                  </a:lnTo>
                  <a:lnTo>
                    <a:pt x="23368" y="252420"/>
                  </a:lnTo>
                  <a:lnTo>
                    <a:pt x="26161" y="256964"/>
                  </a:lnTo>
                  <a:lnTo>
                    <a:pt x="29098" y="261417"/>
                  </a:lnTo>
                  <a:lnTo>
                    <a:pt x="32175" y="265774"/>
                  </a:lnTo>
                  <a:lnTo>
                    <a:pt x="35390" y="270030"/>
                  </a:lnTo>
                  <a:lnTo>
                    <a:pt x="38738" y="274182"/>
                  </a:lnTo>
                  <a:lnTo>
                    <a:pt x="42218" y="278224"/>
                  </a:lnTo>
                  <a:lnTo>
                    <a:pt x="45824" y="282154"/>
                  </a:lnTo>
                  <a:lnTo>
                    <a:pt x="49555" y="285967"/>
                  </a:lnTo>
                  <a:lnTo>
                    <a:pt x="53405" y="289658"/>
                  </a:lnTo>
                  <a:lnTo>
                    <a:pt x="57370" y="293225"/>
                  </a:lnTo>
                  <a:lnTo>
                    <a:pt x="61448" y="296664"/>
                  </a:lnTo>
                  <a:lnTo>
                    <a:pt x="65633" y="299970"/>
                  </a:lnTo>
                  <a:lnTo>
                    <a:pt x="69922" y="303142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35894" y="1287480"/>
              <a:ext cx="97240" cy="135974"/>
            </a:xfrm>
            <a:custGeom>
              <a:avLst/>
              <a:pathLst>
                <a:path w="97240" h="135974">
                  <a:moveTo>
                    <a:pt x="0" y="135974"/>
                  </a:moveTo>
                  <a:lnTo>
                    <a:pt x="9724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35894" y="1122140"/>
              <a:ext cx="264407" cy="332492"/>
            </a:xfrm>
            <a:custGeom>
              <a:avLst/>
              <a:pathLst>
                <a:path w="264407" h="332492">
                  <a:moveTo>
                    <a:pt x="0" y="301315"/>
                  </a:moveTo>
                  <a:lnTo>
                    <a:pt x="4359" y="304329"/>
                  </a:lnTo>
                  <a:lnTo>
                    <a:pt x="8811" y="307203"/>
                  </a:lnTo>
                  <a:lnTo>
                    <a:pt x="13353" y="309935"/>
                  </a:lnTo>
                  <a:lnTo>
                    <a:pt x="17979" y="312522"/>
                  </a:lnTo>
                  <a:lnTo>
                    <a:pt x="22684" y="314960"/>
                  </a:lnTo>
                  <a:lnTo>
                    <a:pt x="27465" y="317249"/>
                  </a:lnTo>
                  <a:lnTo>
                    <a:pt x="32315" y="319384"/>
                  </a:lnTo>
                  <a:lnTo>
                    <a:pt x="37231" y="321365"/>
                  </a:lnTo>
                  <a:lnTo>
                    <a:pt x="42207" y="323189"/>
                  </a:lnTo>
                  <a:lnTo>
                    <a:pt x="47239" y="324854"/>
                  </a:lnTo>
                  <a:lnTo>
                    <a:pt x="52321" y="326359"/>
                  </a:lnTo>
                  <a:lnTo>
                    <a:pt x="57448" y="327702"/>
                  </a:lnTo>
                  <a:lnTo>
                    <a:pt x="62614" y="328882"/>
                  </a:lnTo>
                  <a:lnTo>
                    <a:pt x="67816" y="329897"/>
                  </a:lnTo>
                  <a:lnTo>
                    <a:pt x="73047" y="330747"/>
                  </a:lnTo>
                  <a:lnTo>
                    <a:pt x="78303" y="331431"/>
                  </a:lnTo>
                  <a:lnTo>
                    <a:pt x="83578" y="331948"/>
                  </a:lnTo>
                  <a:lnTo>
                    <a:pt x="88866" y="332297"/>
                  </a:lnTo>
                  <a:lnTo>
                    <a:pt x="94163" y="332479"/>
                  </a:lnTo>
                  <a:lnTo>
                    <a:pt x="99463" y="332492"/>
                  </a:lnTo>
                  <a:lnTo>
                    <a:pt x="104760" y="332338"/>
                  </a:lnTo>
                  <a:lnTo>
                    <a:pt x="110050" y="332016"/>
                  </a:lnTo>
                  <a:lnTo>
                    <a:pt x="115328" y="331526"/>
                  </a:lnTo>
                  <a:lnTo>
                    <a:pt x="120587" y="330869"/>
                  </a:lnTo>
                  <a:lnTo>
                    <a:pt x="125822" y="330046"/>
                  </a:lnTo>
                  <a:lnTo>
                    <a:pt x="131029" y="329057"/>
                  </a:lnTo>
                  <a:lnTo>
                    <a:pt x="136202" y="327903"/>
                  </a:lnTo>
                  <a:lnTo>
                    <a:pt x="141335" y="326587"/>
                  </a:lnTo>
                  <a:lnTo>
                    <a:pt x="146425" y="325108"/>
                  </a:lnTo>
                  <a:lnTo>
                    <a:pt x="151465" y="323468"/>
                  </a:lnTo>
                  <a:lnTo>
                    <a:pt x="156450" y="321670"/>
                  </a:lnTo>
                  <a:lnTo>
                    <a:pt x="161376" y="319714"/>
                  </a:lnTo>
                  <a:lnTo>
                    <a:pt x="166238" y="317604"/>
                  </a:lnTo>
                  <a:lnTo>
                    <a:pt x="171030" y="315340"/>
                  </a:lnTo>
                  <a:lnTo>
                    <a:pt x="175748" y="312925"/>
                  </a:lnTo>
                  <a:lnTo>
                    <a:pt x="180387" y="310363"/>
                  </a:lnTo>
                  <a:lnTo>
                    <a:pt x="184942" y="307654"/>
                  </a:lnTo>
                  <a:lnTo>
                    <a:pt x="189409" y="304802"/>
                  </a:lnTo>
                  <a:lnTo>
                    <a:pt x="193784" y="301810"/>
                  </a:lnTo>
                  <a:lnTo>
                    <a:pt x="198062" y="298681"/>
                  </a:lnTo>
                  <a:lnTo>
                    <a:pt x="202238" y="295418"/>
                  </a:lnTo>
                  <a:lnTo>
                    <a:pt x="206309" y="292024"/>
                  </a:lnTo>
                  <a:lnTo>
                    <a:pt x="210270" y="288503"/>
                  </a:lnTo>
                  <a:lnTo>
                    <a:pt x="214117" y="284858"/>
                  </a:lnTo>
                  <a:lnTo>
                    <a:pt x="217847" y="281093"/>
                  </a:lnTo>
                  <a:lnTo>
                    <a:pt x="221456" y="277212"/>
                  </a:lnTo>
                  <a:lnTo>
                    <a:pt x="224940" y="273218"/>
                  </a:lnTo>
                  <a:lnTo>
                    <a:pt x="228296" y="269116"/>
                  </a:lnTo>
                  <a:lnTo>
                    <a:pt x="231519" y="264909"/>
                  </a:lnTo>
                  <a:lnTo>
                    <a:pt x="234608" y="260602"/>
                  </a:lnTo>
                  <a:lnTo>
                    <a:pt x="237559" y="256200"/>
                  </a:lnTo>
                  <a:lnTo>
                    <a:pt x="240369" y="251706"/>
                  </a:lnTo>
                  <a:lnTo>
                    <a:pt x="243035" y="247126"/>
                  </a:lnTo>
                  <a:lnTo>
                    <a:pt x="245554" y="242463"/>
                  </a:lnTo>
                  <a:lnTo>
                    <a:pt x="247924" y="237722"/>
                  </a:lnTo>
                  <a:lnTo>
                    <a:pt x="250143" y="232909"/>
                  </a:lnTo>
                  <a:lnTo>
                    <a:pt x="252208" y="228028"/>
                  </a:lnTo>
                  <a:lnTo>
                    <a:pt x="254118" y="223084"/>
                  </a:lnTo>
                  <a:lnTo>
                    <a:pt x="255869" y="218082"/>
                  </a:lnTo>
                  <a:lnTo>
                    <a:pt x="257462" y="213027"/>
                  </a:lnTo>
                  <a:lnTo>
                    <a:pt x="258893" y="207924"/>
                  </a:lnTo>
                  <a:lnTo>
                    <a:pt x="260161" y="202779"/>
                  </a:lnTo>
                  <a:lnTo>
                    <a:pt x="261266" y="197595"/>
                  </a:lnTo>
                  <a:lnTo>
                    <a:pt x="262206" y="192379"/>
                  </a:lnTo>
                  <a:lnTo>
                    <a:pt x="262981" y="187136"/>
                  </a:lnTo>
                  <a:lnTo>
                    <a:pt x="263588" y="181871"/>
                  </a:lnTo>
                  <a:lnTo>
                    <a:pt x="264029" y="176590"/>
                  </a:lnTo>
                  <a:lnTo>
                    <a:pt x="264302" y="171297"/>
                  </a:lnTo>
                  <a:lnTo>
                    <a:pt x="264407" y="165998"/>
                  </a:lnTo>
                  <a:lnTo>
                    <a:pt x="264343" y="160698"/>
                  </a:lnTo>
                  <a:lnTo>
                    <a:pt x="264112" y="155404"/>
                  </a:lnTo>
                  <a:lnTo>
                    <a:pt x="263713" y="150119"/>
                  </a:lnTo>
                  <a:lnTo>
                    <a:pt x="263147" y="144849"/>
                  </a:lnTo>
                  <a:lnTo>
                    <a:pt x="262414" y="139600"/>
                  </a:lnTo>
                  <a:lnTo>
                    <a:pt x="261515" y="134377"/>
                  </a:lnTo>
                  <a:lnTo>
                    <a:pt x="260451" y="129185"/>
                  </a:lnTo>
                  <a:lnTo>
                    <a:pt x="259223" y="124030"/>
                  </a:lnTo>
                  <a:lnTo>
                    <a:pt x="257832" y="118915"/>
                  </a:lnTo>
                  <a:lnTo>
                    <a:pt x="256280" y="113848"/>
                  </a:lnTo>
                  <a:lnTo>
                    <a:pt x="254568" y="108832"/>
                  </a:lnTo>
                  <a:lnTo>
                    <a:pt x="252697" y="103873"/>
                  </a:lnTo>
                  <a:lnTo>
                    <a:pt x="250671" y="98976"/>
                  </a:lnTo>
                  <a:lnTo>
                    <a:pt x="248490" y="94146"/>
                  </a:lnTo>
                  <a:lnTo>
                    <a:pt x="246157" y="89387"/>
                  </a:lnTo>
                  <a:lnTo>
                    <a:pt x="243674" y="84705"/>
                  </a:lnTo>
                  <a:lnTo>
                    <a:pt x="241045" y="80103"/>
                  </a:lnTo>
                  <a:lnTo>
                    <a:pt x="238270" y="75587"/>
                  </a:lnTo>
                  <a:lnTo>
                    <a:pt x="235354" y="71162"/>
                  </a:lnTo>
                  <a:lnTo>
                    <a:pt x="232300" y="66831"/>
                  </a:lnTo>
                  <a:lnTo>
                    <a:pt x="229109" y="62599"/>
                  </a:lnTo>
                  <a:lnTo>
                    <a:pt x="225786" y="58470"/>
                  </a:lnTo>
                  <a:lnTo>
                    <a:pt x="222333" y="54449"/>
                  </a:lnTo>
                  <a:lnTo>
                    <a:pt x="218755" y="50540"/>
                  </a:lnTo>
                  <a:lnTo>
                    <a:pt x="215055" y="46745"/>
                  </a:lnTo>
                  <a:lnTo>
                    <a:pt x="211236" y="43070"/>
                  </a:lnTo>
                  <a:lnTo>
                    <a:pt x="207303" y="39518"/>
                  </a:lnTo>
                  <a:lnTo>
                    <a:pt x="203259" y="36092"/>
                  </a:lnTo>
                  <a:lnTo>
                    <a:pt x="199109" y="32796"/>
                  </a:lnTo>
                  <a:lnTo>
                    <a:pt x="194856" y="29634"/>
                  </a:lnTo>
                  <a:lnTo>
                    <a:pt x="190505" y="26607"/>
                  </a:lnTo>
                  <a:lnTo>
                    <a:pt x="186060" y="23721"/>
                  </a:lnTo>
                  <a:lnTo>
                    <a:pt x="181526" y="20976"/>
                  </a:lnTo>
                  <a:lnTo>
                    <a:pt x="176908" y="18377"/>
                  </a:lnTo>
                  <a:lnTo>
                    <a:pt x="172209" y="15925"/>
                  </a:lnTo>
                  <a:lnTo>
                    <a:pt x="167435" y="13624"/>
                  </a:lnTo>
                  <a:lnTo>
                    <a:pt x="162590" y="11475"/>
                  </a:lnTo>
                  <a:lnTo>
                    <a:pt x="157680" y="9481"/>
                  </a:lnTo>
                  <a:lnTo>
                    <a:pt x="152709" y="7643"/>
                  </a:lnTo>
                  <a:lnTo>
                    <a:pt x="147682" y="5964"/>
                  </a:lnTo>
                  <a:lnTo>
                    <a:pt x="142604" y="4445"/>
                  </a:lnTo>
                  <a:lnTo>
                    <a:pt x="137481" y="3088"/>
                  </a:lnTo>
                  <a:lnTo>
                    <a:pt x="132317" y="1894"/>
                  </a:lnTo>
                  <a:lnTo>
                    <a:pt x="127118" y="864"/>
                  </a:lnTo>
                  <a:lnTo>
                    <a:pt x="121890" y="0"/>
                  </a:lnTo>
                  <a:lnTo>
                    <a:pt x="97240" y="1653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633135" y="1120312"/>
              <a:ext cx="24649" cy="167167"/>
            </a:xfrm>
            <a:custGeom>
              <a:avLst/>
              <a:pathLst>
                <a:path w="24649" h="167167">
                  <a:moveTo>
                    <a:pt x="24649" y="1827"/>
                  </a:moveTo>
                  <a:lnTo>
                    <a:pt x="16466" y="812"/>
                  </a:lnTo>
                  <a:lnTo>
                    <a:pt x="8243" y="2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68514" y="971635"/>
              <a:ext cx="167161" cy="256776"/>
            </a:xfrm>
            <a:custGeom>
              <a:avLst/>
              <a:pathLst>
                <a:path w="167161" h="256776">
                  <a:moveTo>
                    <a:pt x="167161" y="0"/>
                  </a:moveTo>
                  <a:lnTo>
                    <a:pt x="161831" y="84"/>
                  </a:lnTo>
                  <a:lnTo>
                    <a:pt x="156507" y="339"/>
                  </a:lnTo>
                  <a:lnTo>
                    <a:pt x="151193" y="764"/>
                  </a:lnTo>
                  <a:lnTo>
                    <a:pt x="145896" y="1358"/>
                  </a:lnTo>
                  <a:lnTo>
                    <a:pt x="140620" y="2120"/>
                  </a:lnTo>
                  <a:lnTo>
                    <a:pt x="135372" y="3050"/>
                  </a:lnTo>
                  <a:lnTo>
                    <a:pt x="130155" y="4147"/>
                  </a:lnTo>
                  <a:lnTo>
                    <a:pt x="124976" y="5410"/>
                  </a:lnTo>
                  <a:lnTo>
                    <a:pt x="119840" y="6837"/>
                  </a:lnTo>
                  <a:lnTo>
                    <a:pt x="114753" y="8427"/>
                  </a:lnTo>
                  <a:lnTo>
                    <a:pt x="109718" y="10179"/>
                  </a:lnTo>
                  <a:lnTo>
                    <a:pt x="104742" y="12090"/>
                  </a:lnTo>
                  <a:lnTo>
                    <a:pt x="99829" y="14159"/>
                  </a:lnTo>
                  <a:lnTo>
                    <a:pt x="94985" y="16384"/>
                  </a:lnTo>
                  <a:lnTo>
                    <a:pt x="90215" y="18762"/>
                  </a:lnTo>
                  <a:lnTo>
                    <a:pt x="85522" y="21290"/>
                  </a:lnTo>
                  <a:lnTo>
                    <a:pt x="80912" y="23967"/>
                  </a:lnTo>
                  <a:lnTo>
                    <a:pt x="76391" y="26790"/>
                  </a:lnTo>
                  <a:lnTo>
                    <a:pt x="71961" y="29756"/>
                  </a:lnTo>
                  <a:lnTo>
                    <a:pt x="67628" y="32861"/>
                  </a:lnTo>
                  <a:lnTo>
                    <a:pt x="63397" y="36102"/>
                  </a:lnTo>
                  <a:lnTo>
                    <a:pt x="59271" y="39477"/>
                  </a:lnTo>
                  <a:lnTo>
                    <a:pt x="55255" y="42982"/>
                  </a:lnTo>
                  <a:lnTo>
                    <a:pt x="51352" y="46613"/>
                  </a:lnTo>
                  <a:lnTo>
                    <a:pt x="47567" y="50367"/>
                  </a:lnTo>
                  <a:lnTo>
                    <a:pt x="43904" y="54239"/>
                  </a:lnTo>
                  <a:lnTo>
                    <a:pt x="40366" y="58227"/>
                  </a:lnTo>
                  <a:lnTo>
                    <a:pt x="36957" y="62325"/>
                  </a:lnTo>
                  <a:lnTo>
                    <a:pt x="33681" y="66529"/>
                  </a:lnTo>
                  <a:lnTo>
                    <a:pt x="30540" y="70836"/>
                  </a:lnTo>
                  <a:lnTo>
                    <a:pt x="27538" y="75241"/>
                  </a:lnTo>
                  <a:lnTo>
                    <a:pt x="24678" y="79740"/>
                  </a:lnTo>
                  <a:lnTo>
                    <a:pt x="21963" y="84327"/>
                  </a:lnTo>
                  <a:lnTo>
                    <a:pt x="19396" y="88998"/>
                  </a:lnTo>
                  <a:lnTo>
                    <a:pt x="16979" y="93749"/>
                  </a:lnTo>
                  <a:lnTo>
                    <a:pt x="14714" y="98575"/>
                  </a:lnTo>
                  <a:lnTo>
                    <a:pt x="12605" y="103470"/>
                  </a:lnTo>
                  <a:lnTo>
                    <a:pt x="10653" y="108431"/>
                  </a:lnTo>
                  <a:lnTo>
                    <a:pt x="8859" y="113450"/>
                  </a:lnTo>
                  <a:lnTo>
                    <a:pt x="7227" y="118525"/>
                  </a:lnTo>
                  <a:lnTo>
                    <a:pt x="5758" y="123649"/>
                  </a:lnTo>
                  <a:lnTo>
                    <a:pt x="4452" y="128817"/>
                  </a:lnTo>
                  <a:lnTo>
                    <a:pt x="3312" y="134024"/>
                  </a:lnTo>
                  <a:lnTo>
                    <a:pt x="2339" y="139265"/>
                  </a:lnTo>
                  <a:lnTo>
                    <a:pt x="1533" y="144534"/>
                  </a:lnTo>
                  <a:lnTo>
                    <a:pt x="896" y="149827"/>
                  </a:lnTo>
                  <a:lnTo>
                    <a:pt x="427" y="155137"/>
                  </a:lnTo>
                  <a:lnTo>
                    <a:pt x="128" y="160459"/>
                  </a:lnTo>
                  <a:lnTo>
                    <a:pt x="0" y="165788"/>
                  </a:lnTo>
                  <a:lnTo>
                    <a:pt x="41" y="171118"/>
                  </a:lnTo>
                  <a:lnTo>
                    <a:pt x="251" y="176444"/>
                  </a:lnTo>
                  <a:lnTo>
                    <a:pt x="632" y="181761"/>
                  </a:lnTo>
                  <a:lnTo>
                    <a:pt x="1182" y="187063"/>
                  </a:lnTo>
                  <a:lnTo>
                    <a:pt x="1901" y="192345"/>
                  </a:lnTo>
                  <a:lnTo>
                    <a:pt x="2788" y="197601"/>
                  </a:lnTo>
                  <a:lnTo>
                    <a:pt x="3842" y="202827"/>
                  </a:lnTo>
                  <a:lnTo>
                    <a:pt x="5062" y="208016"/>
                  </a:lnTo>
                  <a:lnTo>
                    <a:pt x="6446" y="213163"/>
                  </a:lnTo>
                  <a:lnTo>
                    <a:pt x="7995" y="218264"/>
                  </a:lnTo>
                  <a:lnTo>
                    <a:pt x="9705" y="223313"/>
                  </a:lnTo>
                  <a:lnTo>
                    <a:pt x="11575" y="228305"/>
                  </a:lnTo>
                  <a:lnTo>
                    <a:pt x="13603" y="233234"/>
                  </a:lnTo>
                  <a:lnTo>
                    <a:pt x="15788" y="238096"/>
                  </a:lnTo>
                  <a:lnTo>
                    <a:pt x="18126" y="242887"/>
                  </a:lnTo>
                  <a:lnTo>
                    <a:pt x="20616" y="247600"/>
                  </a:lnTo>
                  <a:lnTo>
                    <a:pt x="23255" y="252231"/>
                  </a:lnTo>
                  <a:lnTo>
                    <a:pt x="26040" y="256776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94555" y="1138802"/>
              <a:ext cx="141120" cy="89609"/>
            </a:xfrm>
            <a:custGeom>
              <a:avLst/>
              <a:pathLst>
                <a:path w="141120" h="89609">
                  <a:moveTo>
                    <a:pt x="0" y="89609"/>
                  </a:moveTo>
                  <a:lnTo>
                    <a:pt x="14112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994555" y="1017203"/>
              <a:ext cx="308269" cy="288751"/>
            </a:xfrm>
            <a:custGeom>
              <a:avLst/>
              <a:pathLst>
                <a:path w="308269" h="288751">
                  <a:moveTo>
                    <a:pt x="0" y="211208"/>
                  </a:moveTo>
                  <a:lnTo>
                    <a:pt x="2937" y="215676"/>
                  </a:lnTo>
                  <a:lnTo>
                    <a:pt x="6017" y="220046"/>
                  </a:lnTo>
                  <a:lnTo>
                    <a:pt x="9234" y="224317"/>
                  </a:lnTo>
                  <a:lnTo>
                    <a:pt x="12586" y="228482"/>
                  </a:lnTo>
                  <a:lnTo>
                    <a:pt x="16070" y="232538"/>
                  </a:lnTo>
                  <a:lnTo>
                    <a:pt x="19682" y="236480"/>
                  </a:lnTo>
                  <a:lnTo>
                    <a:pt x="23418" y="240305"/>
                  </a:lnTo>
                  <a:lnTo>
                    <a:pt x="27274" y="244008"/>
                  </a:lnTo>
                  <a:lnTo>
                    <a:pt x="31247" y="247586"/>
                  </a:lnTo>
                  <a:lnTo>
                    <a:pt x="35332" y="251035"/>
                  </a:lnTo>
                  <a:lnTo>
                    <a:pt x="39525" y="254352"/>
                  </a:lnTo>
                  <a:lnTo>
                    <a:pt x="43823" y="257533"/>
                  </a:lnTo>
                  <a:lnTo>
                    <a:pt x="48219" y="260575"/>
                  </a:lnTo>
                  <a:lnTo>
                    <a:pt x="52711" y="263475"/>
                  </a:lnTo>
                  <a:lnTo>
                    <a:pt x="57294" y="266230"/>
                  </a:lnTo>
                  <a:lnTo>
                    <a:pt x="61962" y="268837"/>
                  </a:lnTo>
                  <a:lnTo>
                    <a:pt x="66711" y="271293"/>
                  </a:lnTo>
                  <a:lnTo>
                    <a:pt x="71536" y="273596"/>
                  </a:lnTo>
                  <a:lnTo>
                    <a:pt x="76432" y="275743"/>
                  </a:lnTo>
                  <a:lnTo>
                    <a:pt x="81395" y="277733"/>
                  </a:lnTo>
                  <a:lnTo>
                    <a:pt x="86418" y="279563"/>
                  </a:lnTo>
                  <a:lnTo>
                    <a:pt x="91498" y="281232"/>
                  </a:lnTo>
                  <a:lnTo>
                    <a:pt x="96628" y="282737"/>
                  </a:lnTo>
                  <a:lnTo>
                    <a:pt x="101804" y="284077"/>
                  </a:lnTo>
                  <a:lnTo>
                    <a:pt x="107020" y="285252"/>
                  </a:lnTo>
                  <a:lnTo>
                    <a:pt x="112271" y="286258"/>
                  </a:lnTo>
                  <a:lnTo>
                    <a:pt x="117552" y="287097"/>
                  </a:lnTo>
                  <a:lnTo>
                    <a:pt x="122856" y="287766"/>
                  </a:lnTo>
                  <a:lnTo>
                    <a:pt x="128179" y="288265"/>
                  </a:lnTo>
                  <a:lnTo>
                    <a:pt x="133516" y="288593"/>
                  </a:lnTo>
                  <a:lnTo>
                    <a:pt x="138860" y="288751"/>
                  </a:lnTo>
                  <a:lnTo>
                    <a:pt x="144207" y="288738"/>
                  </a:lnTo>
                  <a:lnTo>
                    <a:pt x="149550" y="288554"/>
                  </a:lnTo>
                  <a:lnTo>
                    <a:pt x="154885" y="288199"/>
                  </a:lnTo>
                  <a:lnTo>
                    <a:pt x="160206" y="287674"/>
                  </a:lnTo>
                  <a:lnTo>
                    <a:pt x="165507" y="286978"/>
                  </a:lnTo>
                  <a:lnTo>
                    <a:pt x="170783" y="286114"/>
                  </a:lnTo>
                  <a:lnTo>
                    <a:pt x="176029" y="285081"/>
                  </a:lnTo>
                  <a:lnTo>
                    <a:pt x="181239" y="283881"/>
                  </a:lnTo>
                  <a:lnTo>
                    <a:pt x="186408" y="282515"/>
                  </a:lnTo>
                  <a:lnTo>
                    <a:pt x="191531" y="280985"/>
                  </a:lnTo>
                  <a:lnTo>
                    <a:pt x="196602" y="279291"/>
                  </a:lnTo>
                  <a:lnTo>
                    <a:pt x="201617" y="277436"/>
                  </a:lnTo>
                  <a:lnTo>
                    <a:pt x="206570" y="275422"/>
                  </a:lnTo>
                  <a:lnTo>
                    <a:pt x="211455" y="273250"/>
                  </a:lnTo>
                  <a:lnTo>
                    <a:pt x="216269" y="270923"/>
                  </a:lnTo>
                  <a:lnTo>
                    <a:pt x="221006" y="268444"/>
                  </a:lnTo>
                  <a:lnTo>
                    <a:pt x="225661" y="265814"/>
                  </a:lnTo>
                  <a:lnTo>
                    <a:pt x="230230" y="263036"/>
                  </a:lnTo>
                  <a:lnTo>
                    <a:pt x="234707" y="260114"/>
                  </a:lnTo>
                  <a:lnTo>
                    <a:pt x="239089" y="257051"/>
                  </a:lnTo>
                  <a:lnTo>
                    <a:pt x="243370" y="253849"/>
                  </a:lnTo>
                  <a:lnTo>
                    <a:pt x="247547" y="250511"/>
                  </a:lnTo>
                  <a:lnTo>
                    <a:pt x="251615" y="247042"/>
                  </a:lnTo>
                  <a:lnTo>
                    <a:pt x="255570" y="243444"/>
                  </a:lnTo>
                  <a:lnTo>
                    <a:pt x="259408" y="239722"/>
                  </a:lnTo>
                  <a:lnTo>
                    <a:pt x="263125" y="235878"/>
                  </a:lnTo>
                  <a:lnTo>
                    <a:pt x="266718" y="231918"/>
                  </a:lnTo>
                  <a:lnTo>
                    <a:pt x="270181" y="227845"/>
                  </a:lnTo>
                  <a:lnTo>
                    <a:pt x="273513" y="223664"/>
                  </a:lnTo>
                  <a:lnTo>
                    <a:pt x="276709" y="219378"/>
                  </a:lnTo>
                  <a:lnTo>
                    <a:pt x="279767" y="214992"/>
                  </a:lnTo>
                  <a:lnTo>
                    <a:pt x="282682" y="210510"/>
                  </a:lnTo>
                  <a:lnTo>
                    <a:pt x="285453" y="205937"/>
                  </a:lnTo>
                  <a:lnTo>
                    <a:pt x="288077" y="201279"/>
                  </a:lnTo>
                  <a:lnTo>
                    <a:pt x="290550" y="196538"/>
                  </a:lnTo>
                  <a:lnTo>
                    <a:pt x="292870" y="191721"/>
                  </a:lnTo>
                  <a:lnTo>
                    <a:pt x="295035" y="186833"/>
                  </a:lnTo>
                  <a:lnTo>
                    <a:pt x="297042" y="181877"/>
                  </a:lnTo>
                  <a:lnTo>
                    <a:pt x="298890" y="176860"/>
                  </a:lnTo>
                  <a:lnTo>
                    <a:pt x="300576" y="171786"/>
                  </a:lnTo>
                  <a:lnTo>
                    <a:pt x="302100" y="166662"/>
                  </a:lnTo>
                  <a:lnTo>
                    <a:pt x="303458" y="161490"/>
                  </a:lnTo>
                  <a:lnTo>
                    <a:pt x="304651" y="156279"/>
                  </a:lnTo>
                  <a:lnTo>
                    <a:pt x="305677" y="151031"/>
                  </a:lnTo>
                  <a:lnTo>
                    <a:pt x="306534" y="145754"/>
                  </a:lnTo>
                  <a:lnTo>
                    <a:pt x="307221" y="140452"/>
                  </a:lnTo>
                  <a:lnTo>
                    <a:pt x="307739" y="135130"/>
                  </a:lnTo>
                  <a:lnTo>
                    <a:pt x="308087" y="129795"/>
                  </a:lnTo>
                  <a:lnTo>
                    <a:pt x="308264" y="124451"/>
                  </a:lnTo>
                  <a:lnTo>
                    <a:pt x="308269" y="119105"/>
                  </a:lnTo>
                  <a:lnTo>
                    <a:pt x="308104" y="113761"/>
                  </a:lnTo>
                  <a:lnTo>
                    <a:pt x="307768" y="108425"/>
                  </a:lnTo>
                  <a:lnTo>
                    <a:pt x="307261" y="103102"/>
                  </a:lnTo>
                  <a:lnTo>
                    <a:pt x="306585" y="97798"/>
                  </a:lnTo>
                  <a:lnTo>
                    <a:pt x="305739" y="92519"/>
                  </a:lnTo>
                  <a:lnTo>
                    <a:pt x="304725" y="87270"/>
                  </a:lnTo>
                  <a:lnTo>
                    <a:pt x="303543" y="82055"/>
                  </a:lnTo>
                  <a:lnTo>
                    <a:pt x="302196" y="76881"/>
                  </a:lnTo>
                  <a:lnTo>
                    <a:pt x="300683" y="71753"/>
                  </a:lnTo>
                  <a:lnTo>
                    <a:pt x="299008" y="66676"/>
                  </a:lnTo>
                  <a:lnTo>
                    <a:pt x="297171" y="61655"/>
                  </a:lnTo>
                  <a:lnTo>
                    <a:pt x="295174" y="56695"/>
                  </a:lnTo>
                  <a:lnTo>
                    <a:pt x="293019" y="51802"/>
                  </a:lnTo>
                  <a:lnTo>
                    <a:pt x="290710" y="46980"/>
                  </a:lnTo>
                  <a:lnTo>
                    <a:pt x="288247" y="42234"/>
                  </a:lnTo>
                  <a:lnTo>
                    <a:pt x="285634" y="37570"/>
                  </a:lnTo>
                  <a:lnTo>
                    <a:pt x="282872" y="32991"/>
                  </a:lnTo>
                  <a:lnTo>
                    <a:pt x="279966" y="28503"/>
                  </a:lnTo>
                  <a:lnTo>
                    <a:pt x="276918" y="24111"/>
                  </a:lnTo>
                  <a:lnTo>
                    <a:pt x="273731" y="19818"/>
                  </a:lnTo>
                  <a:lnTo>
                    <a:pt x="270408" y="15629"/>
                  </a:lnTo>
                  <a:lnTo>
                    <a:pt x="266953" y="11549"/>
                  </a:lnTo>
                  <a:lnTo>
                    <a:pt x="263370" y="7581"/>
                  </a:lnTo>
                  <a:lnTo>
                    <a:pt x="259661" y="3730"/>
                  </a:lnTo>
                  <a:lnTo>
                    <a:pt x="255831" y="0"/>
                  </a:lnTo>
                  <a:lnTo>
                    <a:pt x="141120" y="121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135676" y="971635"/>
              <a:ext cx="114710" cy="167167"/>
            </a:xfrm>
            <a:custGeom>
              <a:avLst/>
              <a:pathLst>
                <a:path w="114710" h="167167">
                  <a:moveTo>
                    <a:pt x="114710" y="45567"/>
                  </a:moveTo>
                  <a:lnTo>
                    <a:pt x="110650" y="41862"/>
                  </a:lnTo>
                  <a:lnTo>
                    <a:pt x="106471" y="38292"/>
                  </a:lnTo>
                  <a:lnTo>
                    <a:pt x="102177" y="34862"/>
                  </a:lnTo>
                  <a:lnTo>
                    <a:pt x="97772" y="31574"/>
                  </a:lnTo>
                  <a:lnTo>
                    <a:pt x="93262" y="28433"/>
                  </a:lnTo>
                  <a:lnTo>
                    <a:pt x="88651" y="25442"/>
                  </a:lnTo>
                  <a:lnTo>
                    <a:pt x="83944" y="22604"/>
                  </a:lnTo>
                  <a:lnTo>
                    <a:pt x="79146" y="19923"/>
                  </a:lnTo>
                  <a:lnTo>
                    <a:pt x="74262" y="17400"/>
                  </a:lnTo>
                  <a:lnTo>
                    <a:pt x="69299" y="15040"/>
                  </a:lnTo>
                  <a:lnTo>
                    <a:pt x="64260" y="12844"/>
                  </a:lnTo>
                  <a:lnTo>
                    <a:pt x="59152" y="10815"/>
                  </a:lnTo>
                  <a:lnTo>
                    <a:pt x="53980" y="8955"/>
                  </a:lnTo>
                  <a:lnTo>
                    <a:pt x="48750" y="7266"/>
                  </a:lnTo>
                  <a:lnTo>
                    <a:pt x="43467" y="5750"/>
                  </a:lnTo>
                  <a:lnTo>
                    <a:pt x="38137" y="4408"/>
                  </a:lnTo>
                  <a:lnTo>
                    <a:pt x="32765" y="3242"/>
                  </a:lnTo>
                  <a:lnTo>
                    <a:pt x="27359" y="2254"/>
                  </a:lnTo>
                  <a:lnTo>
                    <a:pt x="21922" y="1443"/>
                  </a:lnTo>
                  <a:lnTo>
                    <a:pt x="16462" y="812"/>
                  </a:lnTo>
                  <a:lnTo>
                    <a:pt x="10985" y="361"/>
                  </a:lnTo>
                  <a:lnTo>
                    <a:pt x="5495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539162" y="941493"/>
              <a:ext cx="78117" cy="167167"/>
            </a:xfrm>
            <a:custGeom>
              <a:avLst/>
              <a:pathLst>
                <a:path w="78117" h="167167">
                  <a:moveTo>
                    <a:pt x="78117" y="0"/>
                  </a:moveTo>
                  <a:lnTo>
                    <a:pt x="72312" y="100"/>
                  </a:lnTo>
                  <a:lnTo>
                    <a:pt x="66515" y="403"/>
                  </a:lnTo>
                  <a:lnTo>
                    <a:pt x="60731" y="906"/>
                  </a:lnTo>
                  <a:lnTo>
                    <a:pt x="54968" y="1610"/>
                  </a:lnTo>
                  <a:lnTo>
                    <a:pt x="49233" y="2514"/>
                  </a:lnTo>
                  <a:lnTo>
                    <a:pt x="43533" y="3616"/>
                  </a:lnTo>
                  <a:lnTo>
                    <a:pt x="37875" y="4916"/>
                  </a:lnTo>
                  <a:lnTo>
                    <a:pt x="32265" y="6411"/>
                  </a:lnTo>
                  <a:lnTo>
                    <a:pt x="26711" y="8100"/>
                  </a:lnTo>
                  <a:lnTo>
                    <a:pt x="21218" y="9981"/>
                  </a:lnTo>
                  <a:lnTo>
                    <a:pt x="15794" y="12051"/>
                  </a:lnTo>
                  <a:lnTo>
                    <a:pt x="10446" y="14309"/>
                  </a:lnTo>
                  <a:lnTo>
                    <a:pt x="5179" y="16751"/>
                  </a:lnTo>
                  <a:lnTo>
                    <a:pt x="0" y="19375"/>
                  </a:lnTo>
                  <a:lnTo>
                    <a:pt x="7811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39162" y="960868"/>
              <a:ext cx="78117" cy="147792"/>
            </a:xfrm>
            <a:custGeom>
              <a:avLst/>
              <a:pathLst>
                <a:path w="78117" h="147792">
                  <a:moveTo>
                    <a:pt x="0" y="0"/>
                  </a:moveTo>
                  <a:lnTo>
                    <a:pt x="78117" y="1477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450114" y="945032"/>
              <a:ext cx="334333" cy="330781"/>
            </a:xfrm>
            <a:custGeom>
              <a:avLst/>
              <a:pathLst>
                <a:path w="334333" h="330781">
                  <a:moveTo>
                    <a:pt x="89048" y="15835"/>
                  </a:moveTo>
                  <a:lnTo>
                    <a:pt x="84393" y="18391"/>
                  </a:lnTo>
                  <a:lnTo>
                    <a:pt x="79822" y="21093"/>
                  </a:lnTo>
                  <a:lnTo>
                    <a:pt x="75339" y="23939"/>
                  </a:lnTo>
                  <a:lnTo>
                    <a:pt x="70949" y="26926"/>
                  </a:lnTo>
                  <a:lnTo>
                    <a:pt x="66656" y="30050"/>
                  </a:lnTo>
                  <a:lnTo>
                    <a:pt x="62464" y="33310"/>
                  </a:lnTo>
                  <a:lnTo>
                    <a:pt x="58378" y="36701"/>
                  </a:lnTo>
                  <a:lnTo>
                    <a:pt x="54401" y="40220"/>
                  </a:lnTo>
                  <a:lnTo>
                    <a:pt x="50539" y="43864"/>
                  </a:lnTo>
                  <a:lnTo>
                    <a:pt x="46794" y="47629"/>
                  </a:lnTo>
                  <a:lnTo>
                    <a:pt x="43170" y="51510"/>
                  </a:lnTo>
                  <a:lnTo>
                    <a:pt x="39672" y="55505"/>
                  </a:lnTo>
                  <a:lnTo>
                    <a:pt x="36302" y="59609"/>
                  </a:lnTo>
                  <a:lnTo>
                    <a:pt x="33065" y="63817"/>
                  </a:lnTo>
                  <a:lnTo>
                    <a:pt x="29962" y="68127"/>
                  </a:lnTo>
                  <a:lnTo>
                    <a:pt x="26998" y="72533"/>
                  </a:lnTo>
                  <a:lnTo>
                    <a:pt x="24176" y="77030"/>
                  </a:lnTo>
                  <a:lnTo>
                    <a:pt x="21498" y="81616"/>
                  </a:lnTo>
                  <a:lnTo>
                    <a:pt x="18966" y="86283"/>
                  </a:lnTo>
                  <a:lnTo>
                    <a:pt x="16585" y="91029"/>
                  </a:lnTo>
                  <a:lnTo>
                    <a:pt x="14355" y="95848"/>
                  </a:lnTo>
                  <a:lnTo>
                    <a:pt x="12279" y="100736"/>
                  </a:lnTo>
                  <a:lnTo>
                    <a:pt x="10360" y="105687"/>
                  </a:lnTo>
                  <a:lnTo>
                    <a:pt x="8599" y="110696"/>
                  </a:lnTo>
                  <a:lnTo>
                    <a:pt x="6998" y="115759"/>
                  </a:lnTo>
                  <a:lnTo>
                    <a:pt x="5558" y="120870"/>
                  </a:lnTo>
                  <a:lnTo>
                    <a:pt x="4282" y="126025"/>
                  </a:lnTo>
                  <a:lnTo>
                    <a:pt x="3170" y="131217"/>
                  </a:lnTo>
                  <a:lnTo>
                    <a:pt x="2223" y="136442"/>
                  </a:lnTo>
                  <a:lnTo>
                    <a:pt x="1443" y="141694"/>
                  </a:lnTo>
                  <a:lnTo>
                    <a:pt x="830" y="146969"/>
                  </a:lnTo>
                  <a:lnTo>
                    <a:pt x="385" y="152260"/>
                  </a:lnTo>
                  <a:lnTo>
                    <a:pt x="108" y="157563"/>
                  </a:lnTo>
                  <a:lnTo>
                    <a:pt x="0" y="162872"/>
                  </a:lnTo>
                  <a:lnTo>
                    <a:pt x="60" y="168181"/>
                  </a:lnTo>
                  <a:lnTo>
                    <a:pt x="289" y="173486"/>
                  </a:lnTo>
                  <a:lnTo>
                    <a:pt x="686" y="178782"/>
                  </a:lnTo>
                  <a:lnTo>
                    <a:pt x="1251" y="184061"/>
                  </a:lnTo>
                  <a:lnTo>
                    <a:pt x="1984" y="189321"/>
                  </a:lnTo>
                  <a:lnTo>
                    <a:pt x="2883" y="194554"/>
                  </a:lnTo>
                  <a:lnTo>
                    <a:pt x="3949" y="199756"/>
                  </a:lnTo>
                  <a:lnTo>
                    <a:pt x="5178" y="204922"/>
                  </a:lnTo>
                  <a:lnTo>
                    <a:pt x="6572" y="210046"/>
                  </a:lnTo>
                  <a:lnTo>
                    <a:pt x="8127" y="215123"/>
                  </a:lnTo>
                  <a:lnTo>
                    <a:pt x="9843" y="220148"/>
                  </a:lnTo>
                  <a:lnTo>
                    <a:pt x="11717" y="225116"/>
                  </a:lnTo>
                  <a:lnTo>
                    <a:pt x="13749" y="230022"/>
                  </a:lnTo>
                  <a:lnTo>
                    <a:pt x="15935" y="234861"/>
                  </a:lnTo>
                  <a:lnTo>
                    <a:pt x="18273" y="239628"/>
                  </a:lnTo>
                  <a:lnTo>
                    <a:pt x="20762" y="244319"/>
                  </a:lnTo>
                  <a:lnTo>
                    <a:pt x="23399" y="248928"/>
                  </a:lnTo>
                  <a:lnTo>
                    <a:pt x="26181" y="253451"/>
                  </a:lnTo>
                  <a:lnTo>
                    <a:pt x="29105" y="257884"/>
                  </a:lnTo>
                  <a:lnTo>
                    <a:pt x="32168" y="262221"/>
                  </a:lnTo>
                  <a:lnTo>
                    <a:pt x="35367" y="266459"/>
                  </a:lnTo>
                  <a:lnTo>
                    <a:pt x="38700" y="270593"/>
                  </a:lnTo>
                  <a:lnTo>
                    <a:pt x="42162" y="274619"/>
                  </a:lnTo>
                  <a:lnTo>
                    <a:pt x="45750" y="278533"/>
                  </a:lnTo>
                  <a:lnTo>
                    <a:pt x="49461" y="282331"/>
                  </a:lnTo>
                  <a:lnTo>
                    <a:pt x="53290" y="286010"/>
                  </a:lnTo>
                  <a:lnTo>
                    <a:pt x="57235" y="289565"/>
                  </a:lnTo>
                  <a:lnTo>
                    <a:pt x="61290" y="292993"/>
                  </a:lnTo>
                  <a:lnTo>
                    <a:pt x="65452" y="296290"/>
                  </a:lnTo>
                  <a:lnTo>
                    <a:pt x="69717" y="299454"/>
                  </a:lnTo>
                  <a:lnTo>
                    <a:pt x="74080" y="302480"/>
                  </a:lnTo>
                  <a:lnTo>
                    <a:pt x="78537" y="305367"/>
                  </a:lnTo>
                  <a:lnTo>
                    <a:pt x="83084" y="308110"/>
                  </a:lnTo>
                  <a:lnTo>
                    <a:pt x="87715" y="310708"/>
                  </a:lnTo>
                  <a:lnTo>
                    <a:pt x="92426" y="313157"/>
                  </a:lnTo>
                  <a:lnTo>
                    <a:pt x="97213" y="315455"/>
                  </a:lnTo>
                  <a:lnTo>
                    <a:pt x="102071" y="317600"/>
                  </a:lnTo>
                  <a:lnTo>
                    <a:pt x="106994" y="319590"/>
                  </a:lnTo>
                  <a:lnTo>
                    <a:pt x="111977" y="321422"/>
                  </a:lnTo>
                  <a:lnTo>
                    <a:pt x="117017" y="323096"/>
                  </a:lnTo>
                  <a:lnTo>
                    <a:pt x="122107" y="324608"/>
                  </a:lnTo>
                  <a:lnTo>
                    <a:pt x="127243" y="325958"/>
                  </a:lnTo>
                  <a:lnTo>
                    <a:pt x="132418" y="327144"/>
                  </a:lnTo>
                  <a:lnTo>
                    <a:pt x="137629" y="328165"/>
                  </a:lnTo>
                  <a:lnTo>
                    <a:pt x="142870" y="329020"/>
                  </a:lnTo>
                  <a:lnTo>
                    <a:pt x="148135" y="329708"/>
                  </a:lnTo>
                  <a:lnTo>
                    <a:pt x="153420" y="330229"/>
                  </a:lnTo>
                  <a:lnTo>
                    <a:pt x="158718" y="330581"/>
                  </a:lnTo>
                  <a:lnTo>
                    <a:pt x="164025" y="330765"/>
                  </a:lnTo>
                  <a:lnTo>
                    <a:pt x="169335" y="330781"/>
                  </a:lnTo>
                  <a:lnTo>
                    <a:pt x="174643" y="330627"/>
                  </a:lnTo>
                  <a:lnTo>
                    <a:pt x="179943" y="330306"/>
                  </a:lnTo>
                  <a:lnTo>
                    <a:pt x="185230" y="329816"/>
                  </a:lnTo>
                  <a:lnTo>
                    <a:pt x="190499" y="329158"/>
                  </a:lnTo>
                  <a:lnTo>
                    <a:pt x="195745" y="328334"/>
                  </a:lnTo>
                  <a:lnTo>
                    <a:pt x="200962" y="327343"/>
                  </a:lnTo>
                  <a:lnTo>
                    <a:pt x="206144" y="326187"/>
                  </a:lnTo>
                  <a:lnTo>
                    <a:pt x="211288" y="324867"/>
                  </a:lnTo>
                  <a:lnTo>
                    <a:pt x="216386" y="323384"/>
                  </a:lnTo>
                  <a:lnTo>
                    <a:pt x="221436" y="321740"/>
                  </a:lnTo>
                  <a:lnTo>
                    <a:pt x="226430" y="319937"/>
                  </a:lnTo>
                  <a:lnTo>
                    <a:pt x="231364" y="317976"/>
                  </a:lnTo>
                  <a:lnTo>
                    <a:pt x="236234" y="315859"/>
                  </a:lnTo>
                  <a:lnTo>
                    <a:pt x="241034" y="313588"/>
                  </a:lnTo>
                  <a:lnTo>
                    <a:pt x="245760" y="311167"/>
                  </a:lnTo>
                  <a:lnTo>
                    <a:pt x="250406" y="308596"/>
                  </a:lnTo>
                  <a:lnTo>
                    <a:pt x="254969" y="305879"/>
                  </a:lnTo>
                  <a:lnTo>
                    <a:pt x="259442" y="303019"/>
                  </a:lnTo>
                  <a:lnTo>
                    <a:pt x="263823" y="300017"/>
                  </a:lnTo>
                  <a:lnTo>
                    <a:pt x="268106" y="296879"/>
                  </a:lnTo>
                  <a:lnTo>
                    <a:pt x="272287" y="293606"/>
                  </a:lnTo>
                  <a:lnTo>
                    <a:pt x="276362" y="290201"/>
                  </a:lnTo>
                  <a:lnTo>
                    <a:pt x="280327" y="286669"/>
                  </a:lnTo>
                  <a:lnTo>
                    <a:pt x="284178" y="283013"/>
                  </a:lnTo>
                  <a:lnTo>
                    <a:pt x="287911" y="279237"/>
                  </a:lnTo>
                  <a:lnTo>
                    <a:pt x="291522" y="275343"/>
                  </a:lnTo>
                  <a:lnTo>
                    <a:pt x="295007" y="271337"/>
                  </a:lnTo>
                  <a:lnTo>
                    <a:pt x="298363" y="267223"/>
                  </a:lnTo>
                  <a:lnTo>
                    <a:pt x="301588" y="263003"/>
                  </a:lnTo>
                  <a:lnTo>
                    <a:pt x="304676" y="258684"/>
                  </a:lnTo>
                  <a:lnTo>
                    <a:pt x="307626" y="254269"/>
                  </a:lnTo>
                  <a:lnTo>
                    <a:pt x="310434" y="249762"/>
                  </a:lnTo>
                  <a:lnTo>
                    <a:pt x="313097" y="245168"/>
                  </a:lnTo>
                  <a:lnTo>
                    <a:pt x="315613" y="240492"/>
                  </a:lnTo>
                  <a:lnTo>
                    <a:pt x="317980" y="235738"/>
                  </a:lnTo>
                  <a:lnTo>
                    <a:pt x="320194" y="230912"/>
                  </a:lnTo>
                  <a:lnTo>
                    <a:pt x="322254" y="226018"/>
                  </a:lnTo>
                  <a:lnTo>
                    <a:pt x="324157" y="221061"/>
                  </a:lnTo>
                  <a:lnTo>
                    <a:pt x="325902" y="216046"/>
                  </a:lnTo>
                  <a:lnTo>
                    <a:pt x="327486" y="210978"/>
                  </a:lnTo>
                  <a:lnTo>
                    <a:pt x="328909" y="205862"/>
                  </a:lnTo>
                  <a:lnTo>
                    <a:pt x="330169" y="200703"/>
                  </a:lnTo>
                  <a:lnTo>
                    <a:pt x="331265" y="195508"/>
                  </a:lnTo>
                  <a:lnTo>
                    <a:pt x="332194" y="190280"/>
                  </a:lnTo>
                  <a:lnTo>
                    <a:pt x="332958" y="185025"/>
                  </a:lnTo>
                  <a:lnTo>
                    <a:pt x="333554" y="179748"/>
                  </a:lnTo>
                  <a:lnTo>
                    <a:pt x="333982" y="174456"/>
                  </a:lnTo>
                  <a:lnTo>
                    <a:pt x="334241" y="169152"/>
                  </a:lnTo>
                  <a:lnTo>
                    <a:pt x="334333" y="163843"/>
                  </a:lnTo>
                  <a:lnTo>
                    <a:pt x="334255" y="158533"/>
                  </a:lnTo>
                  <a:lnTo>
                    <a:pt x="334009" y="153229"/>
                  </a:lnTo>
                  <a:lnTo>
                    <a:pt x="333595" y="147935"/>
                  </a:lnTo>
                  <a:lnTo>
                    <a:pt x="333012" y="142657"/>
                  </a:lnTo>
                  <a:lnTo>
                    <a:pt x="332262" y="137400"/>
                  </a:lnTo>
                  <a:lnTo>
                    <a:pt x="331346" y="132170"/>
                  </a:lnTo>
                  <a:lnTo>
                    <a:pt x="330264" y="126971"/>
                  </a:lnTo>
                  <a:lnTo>
                    <a:pt x="329018" y="121810"/>
                  </a:lnTo>
                  <a:lnTo>
                    <a:pt x="327608" y="116690"/>
                  </a:lnTo>
                  <a:lnTo>
                    <a:pt x="326036" y="111618"/>
                  </a:lnTo>
                  <a:lnTo>
                    <a:pt x="324304" y="106599"/>
                  </a:lnTo>
                  <a:lnTo>
                    <a:pt x="322414" y="101637"/>
                  </a:lnTo>
                  <a:lnTo>
                    <a:pt x="320367" y="96737"/>
                  </a:lnTo>
                  <a:lnTo>
                    <a:pt x="318165" y="91905"/>
                  </a:lnTo>
                  <a:lnTo>
                    <a:pt x="315811" y="87146"/>
                  </a:lnTo>
                  <a:lnTo>
                    <a:pt x="313307" y="82463"/>
                  </a:lnTo>
                  <a:lnTo>
                    <a:pt x="310655" y="77862"/>
                  </a:lnTo>
                  <a:lnTo>
                    <a:pt x="307859" y="73348"/>
                  </a:lnTo>
                  <a:lnTo>
                    <a:pt x="304920" y="68925"/>
                  </a:lnTo>
                  <a:lnTo>
                    <a:pt x="301843" y="64598"/>
                  </a:lnTo>
                  <a:lnTo>
                    <a:pt x="298630" y="60371"/>
                  </a:lnTo>
                  <a:lnTo>
                    <a:pt x="295284" y="56247"/>
                  </a:lnTo>
                  <a:lnTo>
                    <a:pt x="291809" y="52232"/>
                  </a:lnTo>
                  <a:lnTo>
                    <a:pt x="288208" y="48330"/>
                  </a:lnTo>
                  <a:lnTo>
                    <a:pt x="284485" y="44544"/>
                  </a:lnTo>
                  <a:lnTo>
                    <a:pt x="280644" y="40877"/>
                  </a:lnTo>
                  <a:lnTo>
                    <a:pt x="276688" y="37335"/>
                  </a:lnTo>
                  <a:lnTo>
                    <a:pt x="272622" y="33920"/>
                  </a:lnTo>
                  <a:lnTo>
                    <a:pt x="268449" y="30637"/>
                  </a:lnTo>
                  <a:lnTo>
                    <a:pt x="264174" y="27487"/>
                  </a:lnTo>
                  <a:lnTo>
                    <a:pt x="259801" y="24474"/>
                  </a:lnTo>
                  <a:lnTo>
                    <a:pt x="255335" y="21602"/>
                  </a:lnTo>
                  <a:lnTo>
                    <a:pt x="250780" y="18874"/>
                  </a:lnTo>
                  <a:lnTo>
                    <a:pt x="246140" y="16291"/>
                  </a:lnTo>
                  <a:lnTo>
                    <a:pt x="241421" y="13857"/>
                  </a:lnTo>
                  <a:lnTo>
                    <a:pt x="236626" y="11574"/>
                  </a:lnTo>
                  <a:lnTo>
                    <a:pt x="231762" y="9445"/>
                  </a:lnTo>
                  <a:lnTo>
                    <a:pt x="226833" y="7471"/>
                  </a:lnTo>
                  <a:lnTo>
                    <a:pt x="221843" y="5655"/>
                  </a:lnTo>
                  <a:lnTo>
                    <a:pt x="216798" y="3998"/>
                  </a:lnTo>
                  <a:lnTo>
                    <a:pt x="211703" y="2502"/>
                  </a:lnTo>
                  <a:lnTo>
                    <a:pt x="206563" y="1169"/>
                  </a:lnTo>
                  <a:lnTo>
                    <a:pt x="201383" y="0"/>
                  </a:lnTo>
                  <a:lnTo>
                    <a:pt x="167165" y="1636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617280" y="941493"/>
              <a:ext cx="34218" cy="167167"/>
            </a:xfrm>
            <a:custGeom>
              <a:avLst/>
              <a:pathLst>
                <a:path w="34218" h="167167">
                  <a:moveTo>
                    <a:pt x="34218" y="3539"/>
                  </a:moveTo>
                  <a:lnTo>
                    <a:pt x="27444" y="2268"/>
                  </a:lnTo>
                  <a:lnTo>
                    <a:pt x="20624" y="1277"/>
                  </a:lnTo>
                  <a:lnTo>
                    <a:pt x="13769" y="568"/>
                  </a:lnTo>
                  <a:lnTo>
                    <a:pt x="6890" y="14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060254" y="1031511"/>
              <a:ext cx="45640" cy="167167"/>
            </a:xfrm>
            <a:custGeom>
              <a:avLst/>
              <a:pathLst>
                <a:path w="45640" h="167167">
                  <a:moveTo>
                    <a:pt x="45640" y="0"/>
                  </a:moveTo>
                  <a:lnTo>
                    <a:pt x="39037" y="130"/>
                  </a:lnTo>
                  <a:lnTo>
                    <a:pt x="32446" y="521"/>
                  </a:lnTo>
                  <a:lnTo>
                    <a:pt x="25874" y="1172"/>
                  </a:lnTo>
                  <a:lnTo>
                    <a:pt x="19334" y="2082"/>
                  </a:lnTo>
                  <a:lnTo>
                    <a:pt x="12835" y="3250"/>
                  </a:lnTo>
                  <a:lnTo>
                    <a:pt x="6386" y="4673"/>
                  </a:lnTo>
                  <a:lnTo>
                    <a:pt x="0" y="6350"/>
                  </a:lnTo>
                  <a:lnTo>
                    <a:pt x="4564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060254" y="1037862"/>
              <a:ext cx="45640" cy="160816"/>
            </a:xfrm>
            <a:custGeom>
              <a:avLst/>
              <a:pathLst>
                <a:path w="45640" h="160816">
                  <a:moveTo>
                    <a:pt x="0" y="0"/>
                  </a:moveTo>
                  <a:lnTo>
                    <a:pt x="45640" y="1608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38745" y="1037862"/>
              <a:ext cx="184479" cy="327978"/>
            </a:xfrm>
            <a:custGeom>
              <a:avLst/>
              <a:pathLst>
                <a:path w="184479" h="327978">
                  <a:moveTo>
                    <a:pt x="121509" y="0"/>
                  </a:moveTo>
                  <a:lnTo>
                    <a:pt x="116399" y="1538"/>
                  </a:lnTo>
                  <a:lnTo>
                    <a:pt x="111341" y="3239"/>
                  </a:lnTo>
                  <a:lnTo>
                    <a:pt x="106340" y="5101"/>
                  </a:lnTo>
                  <a:lnTo>
                    <a:pt x="101401" y="7121"/>
                  </a:lnTo>
                  <a:lnTo>
                    <a:pt x="96529" y="9298"/>
                  </a:lnTo>
                  <a:lnTo>
                    <a:pt x="91728" y="11629"/>
                  </a:lnTo>
                  <a:lnTo>
                    <a:pt x="87005" y="14113"/>
                  </a:lnTo>
                  <a:lnTo>
                    <a:pt x="82363" y="16745"/>
                  </a:lnTo>
                  <a:lnTo>
                    <a:pt x="77808" y="19525"/>
                  </a:lnTo>
                  <a:lnTo>
                    <a:pt x="73344" y="22449"/>
                  </a:lnTo>
                  <a:lnTo>
                    <a:pt x="68975" y="25513"/>
                  </a:lnTo>
                  <a:lnTo>
                    <a:pt x="64706" y="28716"/>
                  </a:lnTo>
                  <a:lnTo>
                    <a:pt x="60542" y="32053"/>
                  </a:lnTo>
                  <a:lnTo>
                    <a:pt x="56487" y="35521"/>
                  </a:lnTo>
                  <a:lnTo>
                    <a:pt x="52544" y="39117"/>
                  </a:lnTo>
                  <a:lnTo>
                    <a:pt x="48718" y="42837"/>
                  </a:lnTo>
                  <a:lnTo>
                    <a:pt x="45012" y="46678"/>
                  </a:lnTo>
                  <a:lnTo>
                    <a:pt x="41432" y="50634"/>
                  </a:lnTo>
                  <a:lnTo>
                    <a:pt x="37979" y="54703"/>
                  </a:lnTo>
                  <a:lnTo>
                    <a:pt x="34658" y="58880"/>
                  </a:lnTo>
                  <a:lnTo>
                    <a:pt x="31471" y="63161"/>
                  </a:lnTo>
                  <a:lnTo>
                    <a:pt x="28424" y="67541"/>
                  </a:lnTo>
                  <a:lnTo>
                    <a:pt x="25517" y="72017"/>
                  </a:lnTo>
                  <a:lnTo>
                    <a:pt x="22755" y="76582"/>
                  </a:lnTo>
                  <a:lnTo>
                    <a:pt x="20140" y="81234"/>
                  </a:lnTo>
                  <a:lnTo>
                    <a:pt x="17675" y="85967"/>
                  </a:lnTo>
                  <a:lnTo>
                    <a:pt x="15362" y="90776"/>
                  </a:lnTo>
                  <a:lnTo>
                    <a:pt x="13204" y="95657"/>
                  </a:lnTo>
                  <a:lnTo>
                    <a:pt x="11202" y="100604"/>
                  </a:lnTo>
                  <a:lnTo>
                    <a:pt x="9360" y="105612"/>
                  </a:lnTo>
                  <a:lnTo>
                    <a:pt x="7678" y="110676"/>
                  </a:lnTo>
                  <a:lnTo>
                    <a:pt x="6159" y="115792"/>
                  </a:lnTo>
                  <a:lnTo>
                    <a:pt x="4804" y="120953"/>
                  </a:lnTo>
                  <a:lnTo>
                    <a:pt x="3614" y="126156"/>
                  </a:lnTo>
                  <a:lnTo>
                    <a:pt x="2591" y="131393"/>
                  </a:lnTo>
                  <a:lnTo>
                    <a:pt x="1736" y="136660"/>
                  </a:lnTo>
                  <a:lnTo>
                    <a:pt x="1049" y="141952"/>
                  </a:lnTo>
                  <a:lnTo>
                    <a:pt x="532" y="147264"/>
                  </a:lnTo>
                  <a:lnTo>
                    <a:pt x="184" y="152589"/>
                  </a:lnTo>
                  <a:lnTo>
                    <a:pt x="7" y="157922"/>
                  </a:lnTo>
                  <a:lnTo>
                    <a:pt x="0" y="163259"/>
                  </a:lnTo>
                  <a:lnTo>
                    <a:pt x="163" y="168593"/>
                  </a:lnTo>
                  <a:lnTo>
                    <a:pt x="496" y="173919"/>
                  </a:lnTo>
                  <a:lnTo>
                    <a:pt x="999" y="179231"/>
                  </a:lnTo>
                  <a:lnTo>
                    <a:pt x="1672" y="184525"/>
                  </a:lnTo>
                  <a:lnTo>
                    <a:pt x="2513" y="189795"/>
                  </a:lnTo>
                  <a:lnTo>
                    <a:pt x="3521" y="195035"/>
                  </a:lnTo>
                  <a:lnTo>
                    <a:pt x="4697" y="200240"/>
                  </a:lnTo>
                  <a:lnTo>
                    <a:pt x="6038" y="205405"/>
                  </a:lnTo>
                  <a:lnTo>
                    <a:pt x="7543" y="210525"/>
                  </a:lnTo>
                  <a:lnTo>
                    <a:pt x="9211" y="215594"/>
                  </a:lnTo>
                  <a:lnTo>
                    <a:pt x="11040" y="220607"/>
                  </a:lnTo>
                  <a:lnTo>
                    <a:pt x="13028" y="225560"/>
                  </a:lnTo>
                  <a:lnTo>
                    <a:pt x="15173" y="230446"/>
                  </a:lnTo>
                  <a:lnTo>
                    <a:pt x="17473" y="235261"/>
                  </a:lnTo>
                  <a:lnTo>
                    <a:pt x="19926" y="240001"/>
                  </a:lnTo>
                  <a:lnTo>
                    <a:pt x="22528" y="244659"/>
                  </a:lnTo>
                  <a:lnTo>
                    <a:pt x="25278" y="249233"/>
                  </a:lnTo>
                  <a:lnTo>
                    <a:pt x="28172" y="253716"/>
                  </a:lnTo>
                  <a:lnTo>
                    <a:pt x="31208" y="258105"/>
                  </a:lnTo>
                  <a:lnTo>
                    <a:pt x="34383" y="262394"/>
                  </a:lnTo>
                  <a:lnTo>
                    <a:pt x="37693" y="266580"/>
                  </a:lnTo>
                  <a:lnTo>
                    <a:pt x="41135" y="270658"/>
                  </a:lnTo>
                  <a:lnTo>
                    <a:pt x="44705" y="274624"/>
                  </a:lnTo>
                  <a:lnTo>
                    <a:pt x="48400" y="278475"/>
                  </a:lnTo>
                  <a:lnTo>
                    <a:pt x="52216" y="282205"/>
                  </a:lnTo>
                  <a:lnTo>
                    <a:pt x="56149" y="285812"/>
                  </a:lnTo>
                  <a:lnTo>
                    <a:pt x="60195" y="289291"/>
                  </a:lnTo>
                  <a:lnTo>
                    <a:pt x="64350" y="292639"/>
                  </a:lnTo>
                  <a:lnTo>
                    <a:pt x="68610" y="295853"/>
                  </a:lnTo>
                  <a:lnTo>
                    <a:pt x="72971" y="298930"/>
                  </a:lnTo>
                  <a:lnTo>
                    <a:pt x="77427" y="301865"/>
                  </a:lnTo>
                  <a:lnTo>
                    <a:pt x="81975" y="304657"/>
                  </a:lnTo>
                  <a:lnTo>
                    <a:pt x="86609" y="307303"/>
                  </a:lnTo>
                  <a:lnTo>
                    <a:pt x="91326" y="309799"/>
                  </a:lnTo>
                  <a:lnTo>
                    <a:pt x="96120" y="312143"/>
                  </a:lnTo>
                  <a:lnTo>
                    <a:pt x="100986" y="314333"/>
                  </a:lnTo>
                  <a:lnTo>
                    <a:pt x="105920" y="316366"/>
                  </a:lnTo>
                  <a:lnTo>
                    <a:pt x="110916" y="318242"/>
                  </a:lnTo>
                  <a:lnTo>
                    <a:pt x="115970" y="319956"/>
                  </a:lnTo>
                  <a:lnTo>
                    <a:pt x="121075" y="321509"/>
                  </a:lnTo>
                  <a:lnTo>
                    <a:pt x="126228" y="322897"/>
                  </a:lnTo>
                  <a:lnTo>
                    <a:pt x="131422" y="324121"/>
                  </a:lnTo>
                  <a:lnTo>
                    <a:pt x="136653" y="325178"/>
                  </a:lnTo>
                  <a:lnTo>
                    <a:pt x="141914" y="326068"/>
                  </a:lnTo>
                  <a:lnTo>
                    <a:pt x="147202" y="326789"/>
                  </a:lnTo>
                  <a:lnTo>
                    <a:pt x="152510" y="327341"/>
                  </a:lnTo>
                  <a:lnTo>
                    <a:pt x="157832" y="327724"/>
                  </a:lnTo>
                  <a:lnTo>
                    <a:pt x="163164" y="327936"/>
                  </a:lnTo>
                  <a:lnTo>
                    <a:pt x="168501" y="327978"/>
                  </a:lnTo>
                  <a:lnTo>
                    <a:pt x="173835" y="327850"/>
                  </a:lnTo>
                  <a:lnTo>
                    <a:pt x="179163" y="327551"/>
                  </a:lnTo>
                  <a:lnTo>
                    <a:pt x="184479" y="327083"/>
                  </a:lnTo>
                  <a:lnTo>
                    <a:pt x="167149" y="1608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105894" y="1031511"/>
              <a:ext cx="167166" cy="333434"/>
            </a:xfrm>
            <a:custGeom>
              <a:avLst/>
              <a:pathLst>
                <a:path w="167166" h="333434">
                  <a:moveTo>
                    <a:pt x="17330" y="333434"/>
                  </a:moveTo>
                  <a:lnTo>
                    <a:pt x="22637" y="332795"/>
                  </a:lnTo>
                  <a:lnTo>
                    <a:pt x="27920" y="331986"/>
                  </a:lnTo>
                  <a:lnTo>
                    <a:pt x="33175" y="331009"/>
                  </a:lnTo>
                  <a:lnTo>
                    <a:pt x="38396" y="329865"/>
                  </a:lnTo>
                  <a:lnTo>
                    <a:pt x="43578" y="328554"/>
                  </a:lnTo>
                  <a:lnTo>
                    <a:pt x="48716" y="327078"/>
                  </a:lnTo>
                  <a:lnTo>
                    <a:pt x="53803" y="325439"/>
                  </a:lnTo>
                  <a:lnTo>
                    <a:pt x="58836" y="323638"/>
                  </a:lnTo>
                  <a:lnTo>
                    <a:pt x="63808" y="321677"/>
                  </a:lnTo>
                  <a:lnTo>
                    <a:pt x="68716" y="319558"/>
                  </a:lnTo>
                  <a:lnTo>
                    <a:pt x="73553" y="317283"/>
                  </a:lnTo>
                  <a:lnTo>
                    <a:pt x="78314" y="314855"/>
                  </a:lnTo>
                  <a:lnTo>
                    <a:pt x="82996" y="312276"/>
                  </a:lnTo>
                  <a:lnTo>
                    <a:pt x="87593" y="309548"/>
                  </a:lnTo>
                  <a:lnTo>
                    <a:pt x="92100" y="306675"/>
                  </a:lnTo>
                  <a:lnTo>
                    <a:pt x="96513" y="303659"/>
                  </a:lnTo>
                  <a:lnTo>
                    <a:pt x="100827" y="300504"/>
                  </a:lnTo>
                  <a:lnTo>
                    <a:pt x="105039" y="297212"/>
                  </a:lnTo>
                  <a:lnTo>
                    <a:pt x="109143" y="293787"/>
                  </a:lnTo>
                  <a:lnTo>
                    <a:pt x="113135" y="290233"/>
                  </a:lnTo>
                  <a:lnTo>
                    <a:pt x="117012" y="286553"/>
                  </a:lnTo>
                  <a:lnTo>
                    <a:pt x="120769" y="282751"/>
                  </a:lnTo>
                  <a:lnTo>
                    <a:pt x="124402" y="278831"/>
                  </a:lnTo>
                  <a:lnTo>
                    <a:pt x="127909" y="274797"/>
                  </a:lnTo>
                  <a:lnTo>
                    <a:pt x="131284" y="270652"/>
                  </a:lnTo>
                  <a:lnTo>
                    <a:pt x="134526" y="266402"/>
                  </a:lnTo>
                  <a:lnTo>
                    <a:pt x="137630" y="262051"/>
                  </a:lnTo>
                  <a:lnTo>
                    <a:pt x="140593" y="257602"/>
                  </a:lnTo>
                  <a:lnTo>
                    <a:pt x="143412" y="253061"/>
                  </a:lnTo>
                  <a:lnTo>
                    <a:pt x="146085" y="248432"/>
                  </a:lnTo>
                  <a:lnTo>
                    <a:pt x="148608" y="243720"/>
                  </a:lnTo>
                  <a:lnTo>
                    <a:pt x="150980" y="238930"/>
                  </a:lnTo>
                  <a:lnTo>
                    <a:pt x="153197" y="234066"/>
                  </a:lnTo>
                  <a:lnTo>
                    <a:pt x="155257" y="229134"/>
                  </a:lnTo>
                  <a:lnTo>
                    <a:pt x="157159" y="224139"/>
                  </a:lnTo>
                  <a:lnTo>
                    <a:pt x="158900" y="219085"/>
                  </a:lnTo>
                  <a:lnTo>
                    <a:pt x="160479" y="213978"/>
                  </a:lnTo>
                  <a:lnTo>
                    <a:pt x="161894" y="208824"/>
                  </a:lnTo>
                  <a:lnTo>
                    <a:pt x="163143" y="203627"/>
                  </a:lnTo>
                  <a:lnTo>
                    <a:pt x="164225" y="198392"/>
                  </a:lnTo>
                  <a:lnTo>
                    <a:pt x="165139" y="193126"/>
                  </a:lnTo>
                  <a:lnTo>
                    <a:pt x="165885" y="187833"/>
                  </a:lnTo>
                  <a:lnTo>
                    <a:pt x="166461" y="182519"/>
                  </a:lnTo>
                  <a:lnTo>
                    <a:pt x="166866" y="177189"/>
                  </a:lnTo>
                  <a:lnTo>
                    <a:pt x="167101" y="171849"/>
                  </a:lnTo>
                  <a:lnTo>
                    <a:pt x="167166" y="166504"/>
                  </a:lnTo>
                  <a:lnTo>
                    <a:pt x="167059" y="161160"/>
                  </a:lnTo>
                  <a:lnTo>
                    <a:pt x="166782" y="155822"/>
                  </a:lnTo>
                  <a:lnTo>
                    <a:pt x="166334" y="150496"/>
                  </a:lnTo>
                  <a:lnTo>
                    <a:pt x="165716" y="145187"/>
                  </a:lnTo>
                  <a:lnTo>
                    <a:pt x="164928" y="139900"/>
                  </a:lnTo>
                  <a:lnTo>
                    <a:pt x="163972" y="134641"/>
                  </a:lnTo>
                  <a:lnTo>
                    <a:pt x="162848" y="129415"/>
                  </a:lnTo>
                  <a:lnTo>
                    <a:pt x="161558" y="124228"/>
                  </a:lnTo>
                  <a:lnTo>
                    <a:pt x="160103" y="119085"/>
                  </a:lnTo>
                  <a:lnTo>
                    <a:pt x="158484" y="113991"/>
                  </a:lnTo>
                  <a:lnTo>
                    <a:pt x="156703" y="108951"/>
                  </a:lnTo>
                  <a:lnTo>
                    <a:pt x="154761" y="103971"/>
                  </a:lnTo>
                  <a:lnTo>
                    <a:pt x="152662" y="99055"/>
                  </a:lnTo>
                  <a:lnTo>
                    <a:pt x="150406" y="94210"/>
                  </a:lnTo>
                  <a:lnTo>
                    <a:pt x="147997" y="89438"/>
                  </a:lnTo>
                  <a:lnTo>
                    <a:pt x="145436" y="84746"/>
                  </a:lnTo>
                  <a:lnTo>
                    <a:pt x="142727" y="80139"/>
                  </a:lnTo>
                  <a:lnTo>
                    <a:pt x="139871" y="75620"/>
                  </a:lnTo>
                  <a:lnTo>
                    <a:pt x="136873" y="71195"/>
                  </a:lnTo>
                  <a:lnTo>
                    <a:pt x="133735" y="66868"/>
                  </a:lnTo>
                  <a:lnTo>
                    <a:pt x="130460" y="62644"/>
                  </a:lnTo>
                  <a:lnTo>
                    <a:pt x="127051" y="58526"/>
                  </a:lnTo>
                  <a:lnTo>
                    <a:pt x="123513" y="54520"/>
                  </a:lnTo>
                  <a:lnTo>
                    <a:pt x="119849" y="50629"/>
                  </a:lnTo>
                  <a:lnTo>
                    <a:pt x="116062" y="46857"/>
                  </a:lnTo>
                  <a:lnTo>
                    <a:pt x="112156" y="43208"/>
                  </a:lnTo>
                  <a:lnTo>
                    <a:pt x="108135" y="39685"/>
                  </a:lnTo>
                  <a:lnTo>
                    <a:pt x="104005" y="36293"/>
                  </a:lnTo>
                  <a:lnTo>
                    <a:pt x="99767" y="33035"/>
                  </a:lnTo>
                  <a:lnTo>
                    <a:pt x="95428" y="29914"/>
                  </a:lnTo>
                  <a:lnTo>
                    <a:pt x="90991" y="26933"/>
                  </a:lnTo>
                  <a:lnTo>
                    <a:pt x="86461" y="24096"/>
                  </a:lnTo>
                  <a:lnTo>
                    <a:pt x="81843" y="21405"/>
                  </a:lnTo>
                  <a:lnTo>
                    <a:pt x="77141" y="18863"/>
                  </a:lnTo>
                  <a:lnTo>
                    <a:pt x="72360" y="16472"/>
                  </a:lnTo>
                  <a:lnTo>
                    <a:pt x="67505" y="14236"/>
                  </a:lnTo>
                  <a:lnTo>
                    <a:pt x="62581" y="12156"/>
                  </a:lnTo>
                  <a:lnTo>
                    <a:pt x="57594" y="10234"/>
                  </a:lnTo>
                  <a:lnTo>
                    <a:pt x="52547" y="8473"/>
                  </a:lnTo>
                  <a:lnTo>
                    <a:pt x="47447" y="6874"/>
                  </a:lnTo>
                  <a:lnTo>
                    <a:pt x="42298" y="5439"/>
                  </a:lnTo>
                  <a:lnTo>
                    <a:pt x="37105" y="4170"/>
                  </a:lnTo>
                  <a:lnTo>
                    <a:pt x="31875" y="3067"/>
                  </a:lnTo>
                  <a:lnTo>
                    <a:pt x="26613" y="2132"/>
                  </a:lnTo>
                  <a:lnTo>
                    <a:pt x="21323" y="1365"/>
                  </a:lnTo>
                  <a:lnTo>
                    <a:pt x="16011" y="768"/>
                  </a:lnTo>
                  <a:lnTo>
                    <a:pt x="10683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73899" y="1236837"/>
              <a:ext cx="155189" cy="167167"/>
            </a:xfrm>
            <a:custGeom>
              <a:avLst/>
              <a:pathLst>
                <a:path w="155189" h="167167">
                  <a:moveTo>
                    <a:pt x="155189" y="0"/>
                  </a:moveTo>
                  <a:lnTo>
                    <a:pt x="149665" y="91"/>
                  </a:lnTo>
                  <a:lnTo>
                    <a:pt x="144146" y="365"/>
                  </a:lnTo>
                  <a:lnTo>
                    <a:pt x="138640" y="821"/>
                  </a:lnTo>
                  <a:lnTo>
                    <a:pt x="133151" y="1459"/>
                  </a:lnTo>
                  <a:lnTo>
                    <a:pt x="127687" y="2277"/>
                  </a:lnTo>
                  <a:lnTo>
                    <a:pt x="122253" y="3276"/>
                  </a:lnTo>
                  <a:lnTo>
                    <a:pt x="116854" y="4454"/>
                  </a:lnTo>
                  <a:lnTo>
                    <a:pt x="111498" y="5810"/>
                  </a:lnTo>
                  <a:lnTo>
                    <a:pt x="106189" y="7342"/>
                  </a:lnTo>
                  <a:lnTo>
                    <a:pt x="100934" y="9049"/>
                  </a:lnTo>
                  <a:lnTo>
                    <a:pt x="95738" y="10928"/>
                  </a:lnTo>
                  <a:lnTo>
                    <a:pt x="90608" y="12978"/>
                  </a:lnTo>
                  <a:lnTo>
                    <a:pt x="85547" y="15197"/>
                  </a:lnTo>
                  <a:lnTo>
                    <a:pt x="80563" y="17581"/>
                  </a:lnTo>
                  <a:lnTo>
                    <a:pt x="75660" y="20129"/>
                  </a:lnTo>
                  <a:lnTo>
                    <a:pt x="70844" y="22838"/>
                  </a:lnTo>
                  <a:lnTo>
                    <a:pt x="66121" y="25704"/>
                  </a:lnTo>
                  <a:lnTo>
                    <a:pt x="61494" y="28725"/>
                  </a:lnTo>
                  <a:lnTo>
                    <a:pt x="56970" y="31897"/>
                  </a:lnTo>
                  <a:lnTo>
                    <a:pt x="52553" y="35217"/>
                  </a:lnTo>
                  <a:lnTo>
                    <a:pt x="48249" y="38681"/>
                  </a:lnTo>
                  <a:lnTo>
                    <a:pt x="44061" y="42285"/>
                  </a:lnTo>
                  <a:lnTo>
                    <a:pt x="39994" y="46026"/>
                  </a:lnTo>
                  <a:lnTo>
                    <a:pt x="36054" y="49899"/>
                  </a:lnTo>
                  <a:lnTo>
                    <a:pt x="32244" y="53900"/>
                  </a:lnTo>
                  <a:lnTo>
                    <a:pt x="28567" y="58025"/>
                  </a:lnTo>
                  <a:lnTo>
                    <a:pt x="25030" y="62270"/>
                  </a:lnTo>
                  <a:lnTo>
                    <a:pt x="21634" y="66628"/>
                  </a:lnTo>
                  <a:lnTo>
                    <a:pt x="18385" y="71097"/>
                  </a:lnTo>
                  <a:lnTo>
                    <a:pt x="15284" y="75671"/>
                  </a:lnTo>
                  <a:lnTo>
                    <a:pt x="12337" y="80344"/>
                  </a:lnTo>
                  <a:lnTo>
                    <a:pt x="9546" y="85113"/>
                  </a:lnTo>
                  <a:lnTo>
                    <a:pt x="6913" y="89971"/>
                  </a:lnTo>
                  <a:lnTo>
                    <a:pt x="4443" y="94913"/>
                  </a:lnTo>
                  <a:lnTo>
                    <a:pt x="2138" y="99934"/>
                  </a:lnTo>
                  <a:lnTo>
                    <a:pt x="0" y="105029"/>
                  </a:lnTo>
                  <a:lnTo>
                    <a:pt x="15518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73899" y="1341867"/>
              <a:ext cx="155189" cy="62137"/>
            </a:xfrm>
            <a:custGeom>
              <a:avLst/>
              <a:pathLst>
                <a:path w="155189" h="62137">
                  <a:moveTo>
                    <a:pt x="0" y="0"/>
                  </a:moveTo>
                  <a:lnTo>
                    <a:pt x="155189" y="621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1921" y="1239661"/>
              <a:ext cx="334330" cy="331499"/>
            </a:xfrm>
            <a:custGeom>
              <a:avLst/>
              <a:pathLst>
                <a:path w="334330" h="331499">
                  <a:moveTo>
                    <a:pt x="11977" y="102206"/>
                  </a:moveTo>
                  <a:lnTo>
                    <a:pt x="10087" y="107151"/>
                  </a:lnTo>
                  <a:lnTo>
                    <a:pt x="8355" y="112154"/>
                  </a:lnTo>
                  <a:lnTo>
                    <a:pt x="6782" y="117209"/>
                  </a:lnTo>
                  <a:lnTo>
                    <a:pt x="5370" y="122312"/>
                  </a:lnTo>
                  <a:lnTo>
                    <a:pt x="4120" y="127456"/>
                  </a:lnTo>
                  <a:lnTo>
                    <a:pt x="3034" y="132638"/>
                  </a:lnTo>
                  <a:lnTo>
                    <a:pt x="2112" y="137852"/>
                  </a:lnTo>
                  <a:lnTo>
                    <a:pt x="1356" y="143092"/>
                  </a:lnTo>
                  <a:lnTo>
                    <a:pt x="766" y="148353"/>
                  </a:lnTo>
                  <a:lnTo>
                    <a:pt x="343" y="153630"/>
                  </a:lnTo>
                  <a:lnTo>
                    <a:pt x="87" y="158919"/>
                  </a:lnTo>
                  <a:lnTo>
                    <a:pt x="0" y="164212"/>
                  </a:lnTo>
                  <a:lnTo>
                    <a:pt x="79" y="169506"/>
                  </a:lnTo>
                  <a:lnTo>
                    <a:pt x="326" y="174794"/>
                  </a:lnTo>
                  <a:lnTo>
                    <a:pt x="741" y="180072"/>
                  </a:lnTo>
                  <a:lnTo>
                    <a:pt x="1323" y="185335"/>
                  </a:lnTo>
                  <a:lnTo>
                    <a:pt x="2071" y="190576"/>
                  </a:lnTo>
                  <a:lnTo>
                    <a:pt x="2984" y="195791"/>
                  </a:lnTo>
                  <a:lnTo>
                    <a:pt x="4062" y="200974"/>
                  </a:lnTo>
                  <a:lnTo>
                    <a:pt x="5304" y="206121"/>
                  </a:lnTo>
                  <a:lnTo>
                    <a:pt x="6708" y="211226"/>
                  </a:lnTo>
                  <a:lnTo>
                    <a:pt x="8273" y="216283"/>
                  </a:lnTo>
                  <a:lnTo>
                    <a:pt x="9998" y="221289"/>
                  </a:lnTo>
                  <a:lnTo>
                    <a:pt x="11880" y="226237"/>
                  </a:lnTo>
                  <a:lnTo>
                    <a:pt x="13918" y="231124"/>
                  </a:lnTo>
                  <a:lnTo>
                    <a:pt x="16109" y="235943"/>
                  </a:lnTo>
                  <a:lnTo>
                    <a:pt x="18452" y="240691"/>
                  </a:lnTo>
                  <a:lnTo>
                    <a:pt x="20945" y="245362"/>
                  </a:lnTo>
                  <a:lnTo>
                    <a:pt x="23584" y="249952"/>
                  </a:lnTo>
                  <a:lnTo>
                    <a:pt x="26367" y="254456"/>
                  </a:lnTo>
                  <a:lnTo>
                    <a:pt x="29291" y="258869"/>
                  </a:lnTo>
                  <a:lnTo>
                    <a:pt x="32353" y="263188"/>
                  </a:lnTo>
                  <a:lnTo>
                    <a:pt x="35551" y="267407"/>
                  </a:lnTo>
                  <a:lnTo>
                    <a:pt x="38881" y="271523"/>
                  </a:lnTo>
                  <a:lnTo>
                    <a:pt x="42339" y="275532"/>
                  </a:lnTo>
                  <a:lnTo>
                    <a:pt x="45923" y="279429"/>
                  </a:lnTo>
                  <a:lnTo>
                    <a:pt x="49628" y="283211"/>
                  </a:lnTo>
                  <a:lnTo>
                    <a:pt x="53451" y="286873"/>
                  </a:lnTo>
                  <a:lnTo>
                    <a:pt x="57388" y="290413"/>
                  </a:lnTo>
                  <a:lnTo>
                    <a:pt x="61435" y="293826"/>
                  </a:lnTo>
                  <a:lnTo>
                    <a:pt x="65589" y="297109"/>
                  </a:lnTo>
                  <a:lnTo>
                    <a:pt x="69844" y="300259"/>
                  </a:lnTo>
                  <a:lnTo>
                    <a:pt x="74197" y="303273"/>
                  </a:lnTo>
                  <a:lnTo>
                    <a:pt x="78643" y="306148"/>
                  </a:lnTo>
                  <a:lnTo>
                    <a:pt x="83178" y="308880"/>
                  </a:lnTo>
                  <a:lnTo>
                    <a:pt x="87797" y="311467"/>
                  </a:lnTo>
                  <a:lnTo>
                    <a:pt x="92496" y="313906"/>
                  </a:lnTo>
                  <a:lnTo>
                    <a:pt x="97269" y="316196"/>
                  </a:lnTo>
                  <a:lnTo>
                    <a:pt x="102113" y="318333"/>
                  </a:lnTo>
                  <a:lnTo>
                    <a:pt x="107022" y="320316"/>
                  </a:lnTo>
                  <a:lnTo>
                    <a:pt x="111991" y="322143"/>
                  </a:lnTo>
                  <a:lnTo>
                    <a:pt x="117016" y="323811"/>
                  </a:lnTo>
                  <a:lnTo>
                    <a:pt x="122091" y="325319"/>
                  </a:lnTo>
                  <a:lnTo>
                    <a:pt x="127211" y="326665"/>
                  </a:lnTo>
                  <a:lnTo>
                    <a:pt x="132372" y="327849"/>
                  </a:lnTo>
                  <a:lnTo>
                    <a:pt x="137567" y="328869"/>
                  </a:lnTo>
                  <a:lnTo>
                    <a:pt x="142792" y="329724"/>
                  </a:lnTo>
                  <a:lnTo>
                    <a:pt x="148041" y="330413"/>
                  </a:lnTo>
                  <a:lnTo>
                    <a:pt x="153309" y="330935"/>
                  </a:lnTo>
                  <a:lnTo>
                    <a:pt x="158592" y="331291"/>
                  </a:lnTo>
                  <a:lnTo>
                    <a:pt x="163883" y="331478"/>
                  </a:lnTo>
                  <a:lnTo>
                    <a:pt x="169177" y="331499"/>
                  </a:lnTo>
                  <a:lnTo>
                    <a:pt x="174469" y="331351"/>
                  </a:lnTo>
                  <a:lnTo>
                    <a:pt x="179754" y="331036"/>
                  </a:lnTo>
                  <a:lnTo>
                    <a:pt x="185027" y="330554"/>
                  </a:lnTo>
                  <a:lnTo>
                    <a:pt x="190281" y="329905"/>
                  </a:lnTo>
                  <a:lnTo>
                    <a:pt x="195512" y="329090"/>
                  </a:lnTo>
                  <a:lnTo>
                    <a:pt x="200715" y="328110"/>
                  </a:lnTo>
                  <a:lnTo>
                    <a:pt x="205884" y="326965"/>
                  </a:lnTo>
                  <a:lnTo>
                    <a:pt x="211014" y="325658"/>
                  </a:lnTo>
                  <a:lnTo>
                    <a:pt x="216101" y="324188"/>
                  </a:lnTo>
                  <a:lnTo>
                    <a:pt x="221138" y="322559"/>
                  </a:lnTo>
                  <a:lnTo>
                    <a:pt x="226121" y="320770"/>
                  </a:lnTo>
                  <a:lnTo>
                    <a:pt x="231045" y="318825"/>
                  </a:lnTo>
                  <a:lnTo>
                    <a:pt x="235905" y="316724"/>
                  </a:lnTo>
                  <a:lnTo>
                    <a:pt x="240696" y="314471"/>
                  </a:lnTo>
                  <a:lnTo>
                    <a:pt x="245413" y="312068"/>
                  </a:lnTo>
                  <a:lnTo>
                    <a:pt x="250052" y="309516"/>
                  </a:lnTo>
                  <a:lnTo>
                    <a:pt x="254607" y="306818"/>
                  </a:lnTo>
                  <a:lnTo>
                    <a:pt x="259075" y="303978"/>
                  </a:lnTo>
                  <a:lnTo>
                    <a:pt x="263451" y="300997"/>
                  </a:lnTo>
                  <a:lnTo>
                    <a:pt x="267730" y="297880"/>
                  </a:lnTo>
                  <a:lnTo>
                    <a:pt x="271908" y="294628"/>
                  </a:lnTo>
                  <a:lnTo>
                    <a:pt x="275982" y="291246"/>
                  </a:lnTo>
                  <a:lnTo>
                    <a:pt x="279946" y="287737"/>
                  </a:lnTo>
                  <a:lnTo>
                    <a:pt x="283796" y="284103"/>
                  </a:lnTo>
                  <a:lnTo>
                    <a:pt x="287530" y="280350"/>
                  </a:lnTo>
                  <a:lnTo>
                    <a:pt x="291144" y="276480"/>
                  </a:lnTo>
                  <a:lnTo>
                    <a:pt x="294632" y="272498"/>
                  </a:lnTo>
                  <a:lnTo>
                    <a:pt x="297993" y="268407"/>
                  </a:lnTo>
                  <a:lnTo>
                    <a:pt x="301223" y="264212"/>
                  </a:lnTo>
                  <a:lnTo>
                    <a:pt x="304319" y="259917"/>
                  </a:lnTo>
                  <a:lnTo>
                    <a:pt x="307276" y="255526"/>
                  </a:lnTo>
                  <a:lnTo>
                    <a:pt x="310093" y="251044"/>
                  </a:lnTo>
                  <a:lnTo>
                    <a:pt x="312767" y="246474"/>
                  </a:lnTo>
                  <a:lnTo>
                    <a:pt x="315295" y="241822"/>
                  </a:lnTo>
                  <a:lnTo>
                    <a:pt x="317674" y="237093"/>
                  </a:lnTo>
                  <a:lnTo>
                    <a:pt x="319903" y="232290"/>
                  </a:lnTo>
                  <a:lnTo>
                    <a:pt x="321978" y="227419"/>
                  </a:lnTo>
                  <a:lnTo>
                    <a:pt x="323897" y="222485"/>
                  </a:lnTo>
                  <a:lnTo>
                    <a:pt x="325660" y="217493"/>
                  </a:lnTo>
                  <a:lnTo>
                    <a:pt x="327264" y="212447"/>
                  </a:lnTo>
                  <a:lnTo>
                    <a:pt x="328707" y="207353"/>
                  </a:lnTo>
                  <a:lnTo>
                    <a:pt x="329988" y="202216"/>
                  </a:lnTo>
                  <a:lnTo>
                    <a:pt x="331105" y="197041"/>
                  </a:lnTo>
                  <a:lnTo>
                    <a:pt x="332058" y="191834"/>
                  </a:lnTo>
                  <a:lnTo>
                    <a:pt x="332846" y="186598"/>
                  </a:lnTo>
                  <a:lnTo>
                    <a:pt x="333468" y="181341"/>
                  </a:lnTo>
                  <a:lnTo>
                    <a:pt x="333923" y="176066"/>
                  </a:lnTo>
                  <a:lnTo>
                    <a:pt x="334210" y="170779"/>
                  </a:lnTo>
                  <a:lnTo>
                    <a:pt x="334330" y="165486"/>
                  </a:lnTo>
                  <a:lnTo>
                    <a:pt x="334283" y="160192"/>
                  </a:lnTo>
                  <a:lnTo>
                    <a:pt x="334068" y="154902"/>
                  </a:lnTo>
                  <a:lnTo>
                    <a:pt x="333685" y="149622"/>
                  </a:lnTo>
                  <a:lnTo>
                    <a:pt x="333135" y="144356"/>
                  </a:lnTo>
                  <a:lnTo>
                    <a:pt x="332419" y="139110"/>
                  </a:lnTo>
                  <a:lnTo>
                    <a:pt x="331537" y="133890"/>
                  </a:lnTo>
                  <a:lnTo>
                    <a:pt x="330490" y="128700"/>
                  </a:lnTo>
                  <a:lnTo>
                    <a:pt x="329280" y="123546"/>
                  </a:lnTo>
                  <a:lnTo>
                    <a:pt x="327906" y="118433"/>
                  </a:lnTo>
                  <a:lnTo>
                    <a:pt x="326372" y="113366"/>
                  </a:lnTo>
                  <a:lnTo>
                    <a:pt x="324678" y="108350"/>
                  </a:lnTo>
                  <a:lnTo>
                    <a:pt x="322826" y="103390"/>
                  </a:lnTo>
                  <a:lnTo>
                    <a:pt x="320817" y="98492"/>
                  </a:lnTo>
                  <a:lnTo>
                    <a:pt x="318655" y="93659"/>
                  </a:lnTo>
                  <a:lnTo>
                    <a:pt x="316341" y="88897"/>
                  </a:lnTo>
                  <a:lnTo>
                    <a:pt x="313877" y="84211"/>
                  </a:lnTo>
                  <a:lnTo>
                    <a:pt x="311266" y="79606"/>
                  </a:lnTo>
                  <a:lnTo>
                    <a:pt x="308510" y="75085"/>
                  </a:lnTo>
                  <a:lnTo>
                    <a:pt x="305613" y="70654"/>
                  </a:lnTo>
                  <a:lnTo>
                    <a:pt x="302576" y="66317"/>
                  </a:lnTo>
                  <a:lnTo>
                    <a:pt x="299404" y="62078"/>
                  </a:lnTo>
                  <a:lnTo>
                    <a:pt x="296100" y="57942"/>
                  </a:lnTo>
                  <a:lnTo>
                    <a:pt x="292666" y="53912"/>
                  </a:lnTo>
                  <a:lnTo>
                    <a:pt x="289106" y="49993"/>
                  </a:lnTo>
                  <a:lnTo>
                    <a:pt x="285423" y="46189"/>
                  </a:lnTo>
                  <a:lnTo>
                    <a:pt x="281622" y="42504"/>
                  </a:lnTo>
                  <a:lnTo>
                    <a:pt x="277707" y="38940"/>
                  </a:lnTo>
                  <a:lnTo>
                    <a:pt x="273680" y="35503"/>
                  </a:lnTo>
                  <a:lnTo>
                    <a:pt x="269547" y="32194"/>
                  </a:lnTo>
                  <a:lnTo>
                    <a:pt x="265311" y="29019"/>
                  </a:lnTo>
                  <a:lnTo>
                    <a:pt x="260976" y="25979"/>
                  </a:lnTo>
                  <a:lnTo>
                    <a:pt x="256548" y="23077"/>
                  </a:lnTo>
                  <a:lnTo>
                    <a:pt x="252029" y="20318"/>
                  </a:lnTo>
                  <a:lnTo>
                    <a:pt x="247426" y="17703"/>
                  </a:lnTo>
                  <a:lnTo>
                    <a:pt x="242742" y="15235"/>
                  </a:lnTo>
                  <a:lnTo>
                    <a:pt x="237982" y="12916"/>
                  </a:lnTo>
                  <a:lnTo>
                    <a:pt x="233152" y="10750"/>
                  </a:lnTo>
                  <a:lnTo>
                    <a:pt x="228255" y="8737"/>
                  </a:lnTo>
                  <a:lnTo>
                    <a:pt x="223297" y="6881"/>
                  </a:lnTo>
                  <a:lnTo>
                    <a:pt x="218282" y="5182"/>
                  </a:lnTo>
                  <a:lnTo>
                    <a:pt x="213216" y="3644"/>
                  </a:lnTo>
                  <a:lnTo>
                    <a:pt x="208104" y="2266"/>
                  </a:lnTo>
                  <a:lnTo>
                    <a:pt x="202951" y="1051"/>
                  </a:lnTo>
                  <a:lnTo>
                    <a:pt x="197762" y="0"/>
                  </a:lnTo>
                  <a:lnTo>
                    <a:pt x="167167" y="1643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629088" y="1236837"/>
              <a:ext cx="30595" cy="167167"/>
            </a:xfrm>
            <a:custGeom>
              <a:avLst/>
              <a:pathLst>
                <a:path w="30595" h="167167">
                  <a:moveTo>
                    <a:pt x="30595" y="2823"/>
                  </a:moveTo>
                  <a:lnTo>
                    <a:pt x="23003" y="1590"/>
                  </a:lnTo>
                  <a:lnTo>
                    <a:pt x="15362" y="707"/>
                  </a:lnTo>
                  <a:lnTo>
                    <a:pt x="7689" y="17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166199" y="1546402"/>
              <a:ext cx="46366" cy="167167"/>
            </a:xfrm>
            <a:custGeom>
              <a:avLst/>
              <a:pathLst>
                <a:path w="46366" h="167167">
                  <a:moveTo>
                    <a:pt x="46366" y="0"/>
                  </a:moveTo>
                  <a:lnTo>
                    <a:pt x="39656" y="134"/>
                  </a:lnTo>
                  <a:lnTo>
                    <a:pt x="32957" y="538"/>
                  </a:lnTo>
                  <a:lnTo>
                    <a:pt x="26279" y="1211"/>
                  </a:lnTo>
                  <a:lnTo>
                    <a:pt x="19634" y="2151"/>
                  </a:lnTo>
                  <a:lnTo>
                    <a:pt x="13032" y="3357"/>
                  </a:lnTo>
                  <a:lnTo>
                    <a:pt x="6484" y="4827"/>
                  </a:lnTo>
                  <a:lnTo>
                    <a:pt x="0" y="6559"/>
                  </a:lnTo>
                  <a:lnTo>
                    <a:pt x="463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166199" y="1552961"/>
              <a:ext cx="46366" cy="160608"/>
            </a:xfrm>
            <a:custGeom>
              <a:avLst/>
              <a:pathLst>
                <a:path w="46366" h="160608">
                  <a:moveTo>
                    <a:pt x="0" y="0"/>
                  </a:moveTo>
                  <a:lnTo>
                    <a:pt x="46366" y="1606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166199" y="1552961"/>
              <a:ext cx="46366" cy="160608"/>
            </a:xfrm>
            <a:custGeom>
              <a:avLst/>
              <a:pathLst>
                <a:path w="46366" h="160608">
                  <a:moveTo>
                    <a:pt x="0" y="0"/>
                  </a:moveTo>
                  <a:lnTo>
                    <a:pt x="46366" y="1606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66199" y="1552961"/>
              <a:ext cx="46366" cy="160608"/>
            </a:xfrm>
            <a:custGeom>
              <a:avLst/>
              <a:pathLst>
                <a:path w="46366" h="160608">
                  <a:moveTo>
                    <a:pt x="0" y="0"/>
                  </a:moveTo>
                  <a:lnTo>
                    <a:pt x="46366" y="1606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66199" y="1552961"/>
              <a:ext cx="46366" cy="160608"/>
            </a:xfrm>
            <a:custGeom>
              <a:avLst/>
              <a:pathLst>
                <a:path w="46366" h="160608">
                  <a:moveTo>
                    <a:pt x="0" y="0"/>
                  </a:moveTo>
                  <a:lnTo>
                    <a:pt x="46366" y="1606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66199" y="1552961"/>
              <a:ext cx="46366" cy="160608"/>
            </a:xfrm>
            <a:custGeom>
              <a:avLst/>
              <a:pathLst>
                <a:path w="46366" h="160608">
                  <a:moveTo>
                    <a:pt x="0" y="0"/>
                  </a:moveTo>
                  <a:lnTo>
                    <a:pt x="46366" y="1606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66199" y="1552961"/>
              <a:ext cx="46366" cy="160608"/>
            </a:xfrm>
            <a:custGeom>
              <a:avLst/>
              <a:pathLst>
                <a:path w="46366" h="160608">
                  <a:moveTo>
                    <a:pt x="0" y="0"/>
                  </a:moveTo>
                  <a:lnTo>
                    <a:pt x="46366" y="1606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66199" y="1552961"/>
              <a:ext cx="46366" cy="160608"/>
            </a:xfrm>
            <a:custGeom>
              <a:avLst/>
              <a:pathLst>
                <a:path w="46366" h="160608">
                  <a:moveTo>
                    <a:pt x="0" y="0"/>
                  </a:moveTo>
                  <a:lnTo>
                    <a:pt x="46366" y="1606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66199" y="1552961"/>
              <a:ext cx="46366" cy="160608"/>
            </a:xfrm>
            <a:custGeom>
              <a:avLst/>
              <a:pathLst>
                <a:path w="46366" h="160608">
                  <a:moveTo>
                    <a:pt x="0" y="0"/>
                  </a:moveTo>
                  <a:lnTo>
                    <a:pt x="46366" y="1606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66199" y="1552961"/>
              <a:ext cx="46366" cy="160608"/>
            </a:xfrm>
            <a:custGeom>
              <a:avLst/>
              <a:pathLst>
                <a:path w="46366" h="160608">
                  <a:moveTo>
                    <a:pt x="0" y="0"/>
                  </a:moveTo>
                  <a:lnTo>
                    <a:pt x="46366" y="1606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66199" y="1552961"/>
              <a:ext cx="46366" cy="160608"/>
            </a:xfrm>
            <a:custGeom>
              <a:avLst/>
              <a:pathLst>
                <a:path w="46366" h="160608">
                  <a:moveTo>
                    <a:pt x="0" y="0"/>
                  </a:moveTo>
                  <a:lnTo>
                    <a:pt x="46366" y="1606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66199" y="1552961"/>
              <a:ext cx="46366" cy="160608"/>
            </a:xfrm>
            <a:custGeom>
              <a:avLst/>
              <a:pathLst>
                <a:path w="46366" h="160608">
                  <a:moveTo>
                    <a:pt x="0" y="0"/>
                  </a:moveTo>
                  <a:lnTo>
                    <a:pt x="46366" y="1606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66199" y="1552961"/>
              <a:ext cx="46366" cy="160608"/>
            </a:xfrm>
            <a:custGeom>
              <a:avLst/>
              <a:pathLst>
                <a:path w="46366" h="160608">
                  <a:moveTo>
                    <a:pt x="0" y="0"/>
                  </a:moveTo>
                  <a:lnTo>
                    <a:pt x="46366" y="1606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66199" y="1552961"/>
              <a:ext cx="46366" cy="160608"/>
            </a:xfrm>
            <a:custGeom>
              <a:avLst/>
              <a:pathLst>
                <a:path w="46366" h="160608">
                  <a:moveTo>
                    <a:pt x="0" y="0"/>
                  </a:moveTo>
                  <a:lnTo>
                    <a:pt x="46366" y="1606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66199" y="1552961"/>
              <a:ext cx="46366" cy="160608"/>
            </a:xfrm>
            <a:custGeom>
              <a:avLst/>
              <a:pathLst>
                <a:path w="46366" h="160608">
                  <a:moveTo>
                    <a:pt x="0" y="0"/>
                  </a:moveTo>
                  <a:lnTo>
                    <a:pt x="46366" y="1606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66199" y="1552961"/>
              <a:ext cx="46366" cy="160608"/>
            </a:xfrm>
            <a:custGeom>
              <a:avLst/>
              <a:pathLst>
                <a:path w="46366" h="160608">
                  <a:moveTo>
                    <a:pt x="0" y="0"/>
                  </a:moveTo>
                  <a:lnTo>
                    <a:pt x="46366" y="1606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66199" y="1552961"/>
              <a:ext cx="46366" cy="160608"/>
            </a:xfrm>
            <a:custGeom>
              <a:avLst/>
              <a:pathLst>
                <a:path w="46366" h="160608">
                  <a:moveTo>
                    <a:pt x="0" y="0"/>
                  </a:moveTo>
                  <a:lnTo>
                    <a:pt x="46366" y="1606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45403" y="1552961"/>
              <a:ext cx="334329" cy="327760"/>
            </a:xfrm>
            <a:custGeom>
              <a:avLst/>
              <a:pathLst>
                <a:path w="334329" h="327760">
                  <a:moveTo>
                    <a:pt x="120796" y="0"/>
                  </a:moveTo>
                  <a:lnTo>
                    <a:pt x="115739" y="1546"/>
                  </a:lnTo>
                  <a:lnTo>
                    <a:pt x="110734" y="3252"/>
                  </a:lnTo>
                  <a:lnTo>
                    <a:pt x="105786" y="5116"/>
                  </a:lnTo>
                  <a:lnTo>
                    <a:pt x="100899" y="7135"/>
                  </a:lnTo>
                  <a:lnTo>
                    <a:pt x="96078" y="9307"/>
                  </a:lnTo>
                  <a:lnTo>
                    <a:pt x="91328" y="11631"/>
                  </a:lnTo>
                  <a:lnTo>
                    <a:pt x="86654" y="14104"/>
                  </a:lnTo>
                  <a:lnTo>
                    <a:pt x="82061" y="16724"/>
                  </a:lnTo>
                  <a:lnTo>
                    <a:pt x="77553" y="19487"/>
                  </a:lnTo>
                  <a:lnTo>
                    <a:pt x="73134" y="22392"/>
                  </a:lnTo>
                  <a:lnTo>
                    <a:pt x="68810" y="25435"/>
                  </a:lnTo>
                  <a:lnTo>
                    <a:pt x="64584" y="28613"/>
                  </a:lnTo>
                  <a:lnTo>
                    <a:pt x="60460" y="31924"/>
                  </a:lnTo>
                  <a:lnTo>
                    <a:pt x="56444" y="35363"/>
                  </a:lnTo>
                  <a:lnTo>
                    <a:pt x="52538" y="38927"/>
                  </a:lnTo>
                  <a:lnTo>
                    <a:pt x="48747" y="42614"/>
                  </a:lnTo>
                  <a:lnTo>
                    <a:pt x="45074" y="46418"/>
                  </a:lnTo>
                  <a:lnTo>
                    <a:pt x="41524" y="50336"/>
                  </a:lnTo>
                  <a:lnTo>
                    <a:pt x="38099" y="54365"/>
                  </a:lnTo>
                  <a:lnTo>
                    <a:pt x="34803" y="58500"/>
                  </a:lnTo>
                  <a:lnTo>
                    <a:pt x="31640" y="62737"/>
                  </a:lnTo>
                  <a:lnTo>
                    <a:pt x="28613" y="67073"/>
                  </a:lnTo>
                  <a:lnTo>
                    <a:pt x="25724" y="71501"/>
                  </a:lnTo>
                  <a:lnTo>
                    <a:pt x="22976" y="76019"/>
                  </a:lnTo>
                  <a:lnTo>
                    <a:pt x="20373" y="80622"/>
                  </a:lnTo>
                  <a:lnTo>
                    <a:pt x="17917" y="85305"/>
                  </a:lnTo>
                  <a:lnTo>
                    <a:pt x="15610" y="90063"/>
                  </a:lnTo>
                  <a:lnTo>
                    <a:pt x="13454" y="94891"/>
                  </a:lnTo>
                  <a:lnTo>
                    <a:pt x="11453" y="99786"/>
                  </a:lnTo>
                  <a:lnTo>
                    <a:pt x="9607" y="104741"/>
                  </a:lnTo>
                  <a:lnTo>
                    <a:pt x="7919" y="109752"/>
                  </a:lnTo>
                  <a:lnTo>
                    <a:pt x="6390" y="114814"/>
                  </a:lnTo>
                  <a:lnTo>
                    <a:pt x="5022" y="119921"/>
                  </a:lnTo>
                  <a:lnTo>
                    <a:pt x="3816" y="125070"/>
                  </a:lnTo>
                  <a:lnTo>
                    <a:pt x="2774" y="130254"/>
                  </a:lnTo>
                  <a:lnTo>
                    <a:pt x="1896" y="135468"/>
                  </a:lnTo>
                  <a:lnTo>
                    <a:pt x="1184" y="140708"/>
                  </a:lnTo>
                  <a:lnTo>
                    <a:pt x="638" y="145967"/>
                  </a:lnTo>
                  <a:lnTo>
                    <a:pt x="258" y="151242"/>
                  </a:lnTo>
                  <a:lnTo>
                    <a:pt x="45" y="156525"/>
                  </a:lnTo>
                  <a:lnTo>
                    <a:pt x="0" y="161813"/>
                  </a:lnTo>
                  <a:lnTo>
                    <a:pt x="121" y="167099"/>
                  </a:lnTo>
                  <a:lnTo>
                    <a:pt x="410" y="172379"/>
                  </a:lnTo>
                  <a:lnTo>
                    <a:pt x="866" y="177647"/>
                  </a:lnTo>
                  <a:lnTo>
                    <a:pt x="1488" y="182898"/>
                  </a:lnTo>
                  <a:lnTo>
                    <a:pt x="2276" y="188127"/>
                  </a:lnTo>
                  <a:lnTo>
                    <a:pt x="3229" y="193328"/>
                  </a:lnTo>
                  <a:lnTo>
                    <a:pt x="4345" y="198496"/>
                  </a:lnTo>
                  <a:lnTo>
                    <a:pt x="5625" y="203627"/>
                  </a:lnTo>
                  <a:lnTo>
                    <a:pt x="7067" y="208715"/>
                  </a:lnTo>
                  <a:lnTo>
                    <a:pt x="8668" y="213754"/>
                  </a:lnTo>
                  <a:lnTo>
                    <a:pt x="10428" y="218740"/>
                  </a:lnTo>
                  <a:lnTo>
                    <a:pt x="12345" y="223668"/>
                  </a:lnTo>
                  <a:lnTo>
                    <a:pt x="14417" y="228533"/>
                  </a:lnTo>
                  <a:lnTo>
                    <a:pt x="16642" y="233330"/>
                  </a:lnTo>
                  <a:lnTo>
                    <a:pt x="19017" y="238054"/>
                  </a:lnTo>
                  <a:lnTo>
                    <a:pt x="21541" y="242701"/>
                  </a:lnTo>
                  <a:lnTo>
                    <a:pt x="24210" y="247266"/>
                  </a:lnTo>
                  <a:lnTo>
                    <a:pt x="27023" y="251744"/>
                  </a:lnTo>
                  <a:lnTo>
                    <a:pt x="29975" y="256130"/>
                  </a:lnTo>
                  <a:lnTo>
                    <a:pt x="33065" y="260421"/>
                  </a:lnTo>
                  <a:lnTo>
                    <a:pt x="36289" y="264613"/>
                  </a:lnTo>
                  <a:lnTo>
                    <a:pt x="39644" y="268700"/>
                  </a:lnTo>
                  <a:lnTo>
                    <a:pt x="43126" y="272679"/>
                  </a:lnTo>
                  <a:lnTo>
                    <a:pt x="46733" y="276546"/>
                  </a:lnTo>
                  <a:lnTo>
                    <a:pt x="50460" y="280297"/>
                  </a:lnTo>
                  <a:lnTo>
                    <a:pt x="54304" y="283928"/>
                  </a:lnTo>
                  <a:lnTo>
                    <a:pt x="58260" y="287436"/>
                  </a:lnTo>
                  <a:lnTo>
                    <a:pt x="62326" y="290817"/>
                  </a:lnTo>
                  <a:lnTo>
                    <a:pt x="66497" y="294067"/>
                  </a:lnTo>
                  <a:lnTo>
                    <a:pt x="70768" y="297184"/>
                  </a:lnTo>
                  <a:lnTo>
                    <a:pt x="75136" y="300165"/>
                  </a:lnTo>
                  <a:lnTo>
                    <a:pt x="79596" y="303005"/>
                  </a:lnTo>
                  <a:lnTo>
                    <a:pt x="84143" y="305704"/>
                  </a:lnTo>
                  <a:lnTo>
                    <a:pt x="88774" y="308257"/>
                  </a:lnTo>
                  <a:lnTo>
                    <a:pt x="93483" y="310662"/>
                  </a:lnTo>
                  <a:lnTo>
                    <a:pt x="98266" y="312917"/>
                  </a:lnTo>
                  <a:lnTo>
                    <a:pt x="103117" y="315020"/>
                  </a:lnTo>
                  <a:lnTo>
                    <a:pt x="108033" y="316969"/>
                  </a:lnTo>
                  <a:lnTo>
                    <a:pt x="113008" y="318760"/>
                  </a:lnTo>
                  <a:lnTo>
                    <a:pt x="118037" y="320394"/>
                  </a:lnTo>
                  <a:lnTo>
                    <a:pt x="123115" y="321868"/>
                  </a:lnTo>
                  <a:lnTo>
                    <a:pt x="128238" y="323180"/>
                  </a:lnTo>
                  <a:lnTo>
                    <a:pt x="133399" y="324330"/>
                  </a:lnTo>
                  <a:lnTo>
                    <a:pt x="138594" y="325316"/>
                  </a:lnTo>
                  <a:lnTo>
                    <a:pt x="143817" y="326137"/>
                  </a:lnTo>
                  <a:lnTo>
                    <a:pt x="149064" y="326793"/>
                  </a:lnTo>
                  <a:lnTo>
                    <a:pt x="154330" y="327282"/>
                  </a:lnTo>
                  <a:lnTo>
                    <a:pt x="159607" y="327605"/>
                  </a:lnTo>
                  <a:lnTo>
                    <a:pt x="164893" y="327760"/>
                  </a:lnTo>
                  <a:lnTo>
                    <a:pt x="170181" y="327748"/>
                  </a:lnTo>
                  <a:lnTo>
                    <a:pt x="175465" y="327569"/>
                  </a:lnTo>
                  <a:lnTo>
                    <a:pt x="180742" y="327223"/>
                  </a:lnTo>
                  <a:lnTo>
                    <a:pt x="186005" y="326710"/>
                  </a:lnTo>
                  <a:lnTo>
                    <a:pt x="191249" y="326031"/>
                  </a:lnTo>
                  <a:lnTo>
                    <a:pt x="196469" y="325187"/>
                  </a:lnTo>
                  <a:lnTo>
                    <a:pt x="201659" y="324177"/>
                  </a:lnTo>
                  <a:lnTo>
                    <a:pt x="206815" y="323004"/>
                  </a:lnTo>
                  <a:lnTo>
                    <a:pt x="211932" y="321669"/>
                  </a:lnTo>
                  <a:lnTo>
                    <a:pt x="217003" y="320173"/>
                  </a:lnTo>
                  <a:lnTo>
                    <a:pt x="222025" y="318516"/>
                  </a:lnTo>
                  <a:lnTo>
                    <a:pt x="226992" y="316702"/>
                  </a:lnTo>
                  <a:lnTo>
                    <a:pt x="231899" y="314732"/>
                  </a:lnTo>
                  <a:lnTo>
                    <a:pt x="236741" y="312607"/>
                  </a:lnTo>
                  <a:lnTo>
                    <a:pt x="241513" y="310331"/>
                  </a:lnTo>
                  <a:lnTo>
                    <a:pt x="246212" y="307904"/>
                  </a:lnTo>
                  <a:lnTo>
                    <a:pt x="250831" y="305330"/>
                  </a:lnTo>
                  <a:lnTo>
                    <a:pt x="255366" y="302612"/>
                  </a:lnTo>
                  <a:lnTo>
                    <a:pt x="259813" y="299751"/>
                  </a:lnTo>
                  <a:lnTo>
                    <a:pt x="264168" y="296751"/>
                  </a:lnTo>
                  <a:lnTo>
                    <a:pt x="268425" y="293615"/>
                  </a:lnTo>
                  <a:lnTo>
                    <a:pt x="272581" y="290346"/>
                  </a:lnTo>
                  <a:lnTo>
                    <a:pt x="276632" y="286947"/>
                  </a:lnTo>
                  <a:lnTo>
                    <a:pt x="280573" y="283421"/>
                  </a:lnTo>
                  <a:lnTo>
                    <a:pt x="284400" y="279773"/>
                  </a:lnTo>
                  <a:lnTo>
                    <a:pt x="288110" y="276005"/>
                  </a:lnTo>
                  <a:lnTo>
                    <a:pt x="291700" y="272122"/>
                  </a:lnTo>
                  <a:lnTo>
                    <a:pt x="295164" y="268128"/>
                  </a:lnTo>
                  <a:lnTo>
                    <a:pt x="298501" y="264026"/>
                  </a:lnTo>
                  <a:lnTo>
                    <a:pt x="301706" y="259820"/>
                  </a:lnTo>
                  <a:lnTo>
                    <a:pt x="304777" y="255515"/>
                  </a:lnTo>
                  <a:lnTo>
                    <a:pt x="307709" y="251115"/>
                  </a:lnTo>
                  <a:lnTo>
                    <a:pt x="310502" y="246625"/>
                  </a:lnTo>
                  <a:lnTo>
                    <a:pt x="313150" y="242048"/>
                  </a:lnTo>
                  <a:lnTo>
                    <a:pt x="315653" y="237390"/>
                  </a:lnTo>
                  <a:lnTo>
                    <a:pt x="318007" y="232655"/>
                  </a:lnTo>
                  <a:lnTo>
                    <a:pt x="320211" y="227848"/>
                  </a:lnTo>
                  <a:lnTo>
                    <a:pt x="322261" y="222974"/>
                  </a:lnTo>
                  <a:lnTo>
                    <a:pt x="324156" y="218038"/>
                  </a:lnTo>
                  <a:lnTo>
                    <a:pt x="325893" y="213044"/>
                  </a:lnTo>
                  <a:lnTo>
                    <a:pt x="327472" y="207997"/>
                  </a:lnTo>
                  <a:lnTo>
                    <a:pt x="328891" y="202903"/>
                  </a:lnTo>
                  <a:lnTo>
                    <a:pt x="330148" y="197767"/>
                  </a:lnTo>
                  <a:lnTo>
                    <a:pt x="331241" y="192593"/>
                  </a:lnTo>
                  <a:lnTo>
                    <a:pt x="332171" y="187388"/>
                  </a:lnTo>
                  <a:lnTo>
                    <a:pt x="332935" y="182156"/>
                  </a:lnTo>
                  <a:lnTo>
                    <a:pt x="333534" y="176902"/>
                  </a:lnTo>
                  <a:lnTo>
                    <a:pt x="333966" y="171632"/>
                  </a:lnTo>
                  <a:lnTo>
                    <a:pt x="334231" y="166351"/>
                  </a:lnTo>
                  <a:lnTo>
                    <a:pt x="334329" y="161064"/>
                  </a:lnTo>
                  <a:lnTo>
                    <a:pt x="334260" y="155777"/>
                  </a:lnTo>
                  <a:lnTo>
                    <a:pt x="334024" y="150494"/>
                  </a:lnTo>
                  <a:lnTo>
                    <a:pt x="333620" y="145222"/>
                  </a:lnTo>
                  <a:lnTo>
                    <a:pt x="333051" y="139965"/>
                  </a:lnTo>
                  <a:lnTo>
                    <a:pt x="332315" y="134729"/>
                  </a:lnTo>
                  <a:lnTo>
                    <a:pt x="331414" y="129518"/>
                  </a:lnTo>
                  <a:lnTo>
                    <a:pt x="330348" y="124339"/>
                  </a:lnTo>
                  <a:lnTo>
                    <a:pt x="329119" y="119196"/>
                  </a:lnTo>
                  <a:lnTo>
                    <a:pt x="327729" y="114094"/>
                  </a:lnTo>
                  <a:lnTo>
                    <a:pt x="326177" y="109039"/>
                  </a:lnTo>
                  <a:lnTo>
                    <a:pt x="324467" y="104036"/>
                  </a:lnTo>
                  <a:lnTo>
                    <a:pt x="322599" y="99089"/>
                  </a:lnTo>
                  <a:lnTo>
                    <a:pt x="320575" y="94204"/>
                  </a:lnTo>
                  <a:lnTo>
                    <a:pt x="318398" y="89385"/>
                  </a:lnTo>
                  <a:lnTo>
                    <a:pt x="316070" y="84637"/>
                  </a:lnTo>
                  <a:lnTo>
                    <a:pt x="313593" y="79966"/>
                  </a:lnTo>
                  <a:lnTo>
                    <a:pt x="310969" y="75375"/>
                  </a:lnTo>
                  <a:lnTo>
                    <a:pt x="308201" y="70869"/>
                  </a:lnTo>
                  <a:lnTo>
                    <a:pt x="305292" y="66453"/>
                  </a:lnTo>
                  <a:lnTo>
                    <a:pt x="302245" y="62132"/>
                  </a:lnTo>
                  <a:lnTo>
                    <a:pt x="299063" y="57908"/>
                  </a:lnTo>
                  <a:lnTo>
                    <a:pt x="295749" y="53788"/>
                  </a:lnTo>
                  <a:lnTo>
                    <a:pt x="292306" y="49775"/>
                  </a:lnTo>
                  <a:lnTo>
                    <a:pt x="288738" y="45872"/>
                  </a:lnTo>
                  <a:lnTo>
                    <a:pt x="285049" y="42084"/>
                  </a:lnTo>
                  <a:lnTo>
                    <a:pt x="281241" y="38415"/>
                  </a:lnTo>
                  <a:lnTo>
                    <a:pt x="277319" y="34868"/>
                  </a:lnTo>
                  <a:lnTo>
                    <a:pt x="273287" y="31447"/>
                  </a:lnTo>
                  <a:lnTo>
                    <a:pt x="269149" y="28155"/>
                  </a:lnTo>
                  <a:lnTo>
                    <a:pt x="264909" y="24996"/>
                  </a:lnTo>
                  <a:lnTo>
                    <a:pt x="260571" y="21972"/>
                  </a:lnTo>
                  <a:lnTo>
                    <a:pt x="256140" y="19087"/>
                  </a:lnTo>
                  <a:lnTo>
                    <a:pt x="251619" y="16344"/>
                  </a:lnTo>
                  <a:lnTo>
                    <a:pt x="247014" y="13745"/>
                  </a:lnTo>
                  <a:lnTo>
                    <a:pt x="242329" y="11293"/>
                  </a:lnTo>
                  <a:lnTo>
                    <a:pt x="237569" y="8990"/>
                  </a:lnTo>
                  <a:lnTo>
                    <a:pt x="232739" y="6840"/>
                  </a:lnTo>
                  <a:lnTo>
                    <a:pt x="227843" y="4842"/>
                  </a:lnTo>
                  <a:lnTo>
                    <a:pt x="222886" y="3001"/>
                  </a:lnTo>
                  <a:lnTo>
                    <a:pt x="167163" y="1606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212566" y="1546402"/>
              <a:ext cx="55723" cy="167167"/>
            </a:xfrm>
            <a:custGeom>
              <a:avLst/>
              <a:pathLst>
                <a:path w="55723" h="167167">
                  <a:moveTo>
                    <a:pt x="55723" y="9560"/>
                  </a:moveTo>
                  <a:lnTo>
                    <a:pt x="49733" y="7569"/>
                  </a:lnTo>
                  <a:lnTo>
                    <a:pt x="43673" y="5805"/>
                  </a:lnTo>
                  <a:lnTo>
                    <a:pt x="37550" y="4272"/>
                  </a:lnTo>
                  <a:lnTo>
                    <a:pt x="31374" y="2970"/>
                  </a:lnTo>
                  <a:lnTo>
                    <a:pt x="25153" y="1903"/>
                  </a:lnTo>
                  <a:lnTo>
                    <a:pt x="18896" y="1071"/>
                  </a:lnTo>
                  <a:lnTo>
                    <a:pt x="12612" y="476"/>
                  </a:lnTo>
                  <a:lnTo>
                    <a:pt x="6310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1706" y="1943516"/>
              <a:ext cx="7077" cy="167167"/>
            </a:xfrm>
            <a:custGeom>
              <a:avLst/>
              <a:pathLst>
                <a:path w="7077" h="167167">
                  <a:moveTo>
                    <a:pt x="7077" y="0"/>
                  </a:moveTo>
                  <a:lnTo>
                    <a:pt x="0" y="149"/>
                  </a:lnTo>
                  <a:lnTo>
                    <a:pt x="707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1706" y="1943666"/>
              <a:ext cx="7077" cy="167017"/>
            </a:xfrm>
            <a:custGeom>
              <a:avLst/>
              <a:pathLst>
                <a:path w="7077" h="167017">
                  <a:moveTo>
                    <a:pt x="0" y="0"/>
                  </a:moveTo>
                  <a:lnTo>
                    <a:pt x="7077" y="1670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1706" y="1943666"/>
              <a:ext cx="7077" cy="167017"/>
            </a:xfrm>
            <a:custGeom>
              <a:avLst/>
              <a:pathLst>
                <a:path w="7077" h="167017">
                  <a:moveTo>
                    <a:pt x="0" y="0"/>
                  </a:moveTo>
                  <a:lnTo>
                    <a:pt x="7077" y="1670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1706" y="1943666"/>
              <a:ext cx="7077" cy="167017"/>
            </a:xfrm>
            <a:custGeom>
              <a:avLst/>
              <a:pathLst>
                <a:path w="7077" h="167017">
                  <a:moveTo>
                    <a:pt x="0" y="0"/>
                  </a:moveTo>
                  <a:lnTo>
                    <a:pt x="7077" y="1670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1706" y="1943666"/>
              <a:ext cx="7077" cy="167017"/>
            </a:xfrm>
            <a:custGeom>
              <a:avLst/>
              <a:pathLst>
                <a:path w="7077" h="167017">
                  <a:moveTo>
                    <a:pt x="0" y="0"/>
                  </a:moveTo>
                  <a:lnTo>
                    <a:pt x="7077" y="1670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71706" y="1943666"/>
              <a:ext cx="7077" cy="167017"/>
            </a:xfrm>
            <a:custGeom>
              <a:avLst/>
              <a:pathLst>
                <a:path w="7077" h="167017">
                  <a:moveTo>
                    <a:pt x="0" y="0"/>
                  </a:moveTo>
                  <a:lnTo>
                    <a:pt x="7077" y="1670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71706" y="1943666"/>
              <a:ext cx="7077" cy="167017"/>
            </a:xfrm>
            <a:custGeom>
              <a:avLst/>
              <a:pathLst>
                <a:path w="7077" h="167017">
                  <a:moveTo>
                    <a:pt x="0" y="0"/>
                  </a:moveTo>
                  <a:lnTo>
                    <a:pt x="7077" y="1670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71706" y="1943666"/>
              <a:ext cx="7077" cy="167017"/>
            </a:xfrm>
            <a:custGeom>
              <a:avLst/>
              <a:pathLst>
                <a:path w="7077" h="167017">
                  <a:moveTo>
                    <a:pt x="0" y="0"/>
                  </a:moveTo>
                  <a:lnTo>
                    <a:pt x="7077" y="1670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71706" y="1943666"/>
              <a:ext cx="7077" cy="167017"/>
            </a:xfrm>
            <a:custGeom>
              <a:avLst/>
              <a:pathLst>
                <a:path w="7077" h="167017">
                  <a:moveTo>
                    <a:pt x="0" y="0"/>
                  </a:moveTo>
                  <a:lnTo>
                    <a:pt x="7077" y="1670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71706" y="1943666"/>
              <a:ext cx="7077" cy="167017"/>
            </a:xfrm>
            <a:custGeom>
              <a:avLst/>
              <a:pathLst>
                <a:path w="7077" h="167017">
                  <a:moveTo>
                    <a:pt x="0" y="0"/>
                  </a:moveTo>
                  <a:lnTo>
                    <a:pt x="7077" y="1670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71706" y="1943666"/>
              <a:ext cx="7077" cy="167017"/>
            </a:xfrm>
            <a:custGeom>
              <a:avLst/>
              <a:pathLst>
                <a:path w="7077" h="167017">
                  <a:moveTo>
                    <a:pt x="0" y="0"/>
                  </a:moveTo>
                  <a:lnTo>
                    <a:pt x="7077" y="1670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71706" y="1943666"/>
              <a:ext cx="7077" cy="167017"/>
            </a:xfrm>
            <a:custGeom>
              <a:avLst/>
              <a:pathLst>
                <a:path w="7077" h="167017">
                  <a:moveTo>
                    <a:pt x="0" y="0"/>
                  </a:moveTo>
                  <a:lnTo>
                    <a:pt x="7077" y="1670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71706" y="1943666"/>
              <a:ext cx="7077" cy="167017"/>
            </a:xfrm>
            <a:custGeom>
              <a:avLst/>
              <a:pathLst>
                <a:path w="7077" h="167017">
                  <a:moveTo>
                    <a:pt x="0" y="0"/>
                  </a:moveTo>
                  <a:lnTo>
                    <a:pt x="7077" y="1670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71706" y="1943666"/>
              <a:ext cx="7077" cy="167017"/>
            </a:xfrm>
            <a:custGeom>
              <a:avLst/>
              <a:pathLst>
                <a:path w="7077" h="167017">
                  <a:moveTo>
                    <a:pt x="0" y="0"/>
                  </a:moveTo>
                  <a:lnTo>
                    <a:pt x="7077" y="1670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71706" y="1943666"/>
              <a:ext cx="7077" cy="167017"/>
            </a:xfrm>
            <a:custGeom>
              <a:avLst/>
              <a:pathLst>
                <a:path w="7077" h="167017">
                  <a:moveTo>
                    <a:pt x="0" y="0"/>
                  </a:moveTo>
                  <a:lnTo>
                    <a:pt x="7077" y="1670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71706" y="1943666"/>
              <a:ext cx="7077" cy="167017"/>
            </a:xfrm>
            <a:custGeom>
              <a:avLst/>
              <a:pathLst>
                <a:path w="7077" h="167017">
                  <a:moveTo>
                    <a:pt x="0" y="0"/>
                  </a:moveTo>
                  <a:lnTo>
                    <a:pt x="7077" y="1670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37116" y="1943666"/>
              <a:ext cx="141667" cy="167017"/>
            </a:xfrm>
            <a:custGeom>
              <a:avLst/>
              <a:pathLst>
                <a:path w="141667" h="167017">
                  <a:moveTo>
                    <a:pt x="134590" y="0"/>
                  </a:moveTo>
                  <a:lnTo>
                    <a:pt x="129015" y="329"/>
                  </a:lnTo>
                  <a:lnTo>
                    <a:pt x="123454" y="845"/>
                  </a:lnTo>
                  <a:lnTo>
                    <a:pt x="117914" y="1546"/>
                  </a:lnTo>
                  <a:lnTo>
                    <a:pt x="112400" y="2431"/>
                  </a:lnTo>
                  <a:lnTo>
                    <a:pt x="106919" y="3501"/>
                  </a:lnTo>
                  <a:lnTo>
                    <a:pt x="101477" y="4753"/>
                  </a:lnTo>
                  <a:lnTo>
                    <a:pt x="96079" y="6186"/>
                  </a:lnTo>
                  <a:lnTo>
                    <a:pt x="90733" y="7798"/>
                  </a:lnTo>
                  <a:lnTo>
                    <a:pt x="85443" y="9588"/>
                  </a:lnTo>
                  <a:lnTo>
                    <a:pt x="80216" y="11554"/>
                  </a:lnTo>
                  <a:lnTo>
                    <a:pt x="75057" y="13693"/>
                  </a:lnTo>
                  <a:lnTo>
                    <a:pt x="69973" y="16004"/>
                  </a:lnTo>
                  <a:lnTo>
                    <a:pt x="64969" y="18483"/>
                  </a:lnTo>
                  <a:lnTo>
                    <a:pt x="60051" y="21128"/>
                  </a:lnTo>
                  <a:lnTo>
                    <a:pt x="55223" y="23935"/>
                  </a:lnTo>
                  <a:lnTo>
                    <a:pt x="50492" y="26902"/>
                  </a:lnTo>
                  <a:lnTo>
                    <a:pt x="45863" y="30026"/>
                  </a:lnTo>
                  <a:lnTo>
                    <a:pt x="41341" y="33302"/>
                  </a:lnTo>
                  <a:lnTo>
                    <a:pt x="36931" y="36728"/>
                  </a:lnTo>
                  <a:lnTo>
                    <a:pt x="32637" y="40299"/>
                  </a:lnTo>
                  <a:lnTo>
                    <a:pt x="28465" y="44011"/>
                  </a:lnTo>
                  <a:lnTo>
                    <a:pt x="24420" y="47861"/>
                  </a:lnTo>
                  <a:lnTo>
                    <a:pt x="20505" y="51844"/>
                  </a:lnTo>
                  <a:lnTo>
                    <a:pt x="16726" y="55955"/>
                  </a:lnTo>
                  <a:lnTo>
                    <a:pt x="13086" y="60190"/>
                  </a:lnTo>
                  <a:lnTo>
                    <a:pt x="9590" y="64545"/>
                  </a:lnTo>
                  <a:lnTo>
                    <a:pt x="6241" y="69014"/>
                  </a:lnTo>
                  <a:lnTo>
                    <a:pt x="3043" y="73592"/>
                  </a:lnTo>
                  <a:lnTo>
                    <a:pt x="0" y="78274"/>
                  </a:lnTo>
                  <a:lnTo>
                    <a:pt x="141667" y="1670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11628" y="1943516"/>
              <a:ext cx="334304" cy="334334"/>
            </a:xfrm>
            <a:custGeom>
              <a:avLst/>
              <a:pathLst>
                <a:path w="334304" h="334334">
                  <a:moveTo>
                    <a:pt x="25487" y="78424"/>
                  </a:moveTo>
                  <a:lnTo>
                    <a:pt x="22741" y="82967"/>
                  </a:lnTo>
                  <a:lnTo>
                    <a:pt x="20140" y="87595"/>
                  </a:lnTo>
                  <a:lnTo>
                    <a:pt x="17688" y="92304"/>
                  </a:lnTo>
                  <a:lnTo>
                    <a:pt x="15386" y="97088"/>
                  </a:lnTo>
                  <a:lnTo>
                    <a:pt x="13237" y="101942"/>
                  </a:lnTo>
                  <a:lnTo>
                    <a:pt x="11243" y="106863"/>
                  </a:lnTo>
                  <a:lnTo>
                    <a:pt x="9407" y="111844"/>
                  </a:lnTo>
                  <a:lnTo>
                    <a:pt x="7730" y="116881"/>
                  </a:lnTo>
                  <a:lnTo>
                    <a:pt x="6214" y="121969"/>
                  </a:lnTo>
                  <a:lnTo>
                    <a:pt x="4860" y="127102"/>
                  </a:lnTo>
                  <a:lnTo>
                    <a:pt x="3669" y="132276"/>
                  </a:lnTo>
                  <a:lnTo>
                    <a:pt x="2644" y="137484"/>
                  </a:lnTo>
                  <a:lnTo>
                    <a:pt x="1784" y="142723"/>
                  </a:lnTo>
                  <a:lnTo>
                    <a:pt x="1091" y="147987"/>
                  </a:lnTo>
                  <a:lnTo>
                    <a:pt x="566" y="153269"/>
                  </a:lnTo>
                  <a:lnTo>
                    <a:pt x="209" y="158566"/>
                  </a:lnTo>
                  <a:lnTo>
                    <a:pt x="20" y="163872"/>
                  </a:lnTo>
                  <a:lnTo>
                    <a:pt x="0" y="169181"/>
                  </a:lnTo>
                  <a:lnTo>
                    <a:pt x="148" y="174487"/>
                  </a:lnTo>
                  <a:lnTo>
                    <a:pt x="464" y="179787"/>
                  </a:lnTo>
                  <a:lnTo>
                    <a:pt x="949" y="185073"/>
                  </a:lnTo>
                  <a:lnTo>
                    <a:pt x="1602" y="190342"/>
                  </a:lnTo>
                  <a:lnTo>
                    <a:pt x="2421" y="195587"/>
                  </a:lnTo>
                  <a:lnTo>
                    <a:pt x="3407" y="200804"/>
                  </a:lnTo>
                  <a:lnTo>
                    <a:pt x="4557" y="205987"/>
                  </a:lnTo>
                  <a:lnTo>
                    <a:pt x="5872" y="211130"/>
                  </a:lnTo>
                  <a:lnTo>
                    <a:pt x="7349" y="216229"/>
                  </a:lnTo>
                  <a:lnTo>
                    <a:pt x="8988" y="221279"/>
                  </a:lnTo>
                  <a:lnTo>
                    <a:pt x="10786" y="226274"/>
                  </a:lnTo>
                  <a:lnTo>
                    <a:pt x="12741" y="231210"/>
                  </a:lnTo>
                  <a:lnTo>
                    <a:pt x="14853" y="236080"/>
                  </a:lnTo>
                  <a:lnTo>
                    <a:pt x="17118" y="240882"/>
                  </a:lnTo>
                  <a:lnTo>
                    <a:pt x="19534" y="245609"/>
                  </a:lnTo>
                  <a:lnTo>
                    <a:pt x="22100" y="250257"/>
                  </a:lnTo>
                  <a:lnTo>
                    <a:pt x="24811" y="254821"/>
                  </a:lnTo>
                  <a:lnTo>
                    <a:pt x="27666" y="259297"/>
                  </a:lnTo>
                  <a:lnTo>
                    <a:pt x="30662" y="263680"/>
                  </a:lnTo>
                  <a:lnTo>
                    <a:pt x="33796" y="267965"/>
                  </a:lnTo>
                  <a:lnTo>
                    <a:pt x="37064" y="272149"/>
                  </a:lnTo>
                  <a:lnTo>
                    <a:pt x="40463" y="276227"/>
                  </a:lnTo>
                  <a:lnTo>
                    <a:pt x="43990" y="280195"/>
                  </a:lnTo>
                  <a:lnTo>
                    <a:pt x="47641" y="284049"/>
                  </a:lnTo>
                  <a:lnTo>
                    <a:pt x="51413" y="287785"/>
                  </a:lnTo>
                  <a:lnTo>
                    <a:pt x="55301" y="291399"/>
                  </a:lnTo>
                  <a:lnTo>
                    <a:pt x="59302" y="294888"/>
                  </a:lnTo>
                  <a:lnTo>
                    <a:pt x="63412" y="298249"/>
                  </a:lnTo>
                  <a:lnTo>
                    <a:pt x="67627" y="301477"/>
                  </a:lnTo>
                  <a:lnTo>
                    <a:pt x="71942" y="304569"/>
                  </a:lnTo>
                  <a:lnTo>
                    <a:pt x="76353" y="307524"/>
                  </a:lnTo>
                  <a:lnTo>
                    <a:pt x="80856" y="310336"/>
                  </a:lnTo>
                  <a:lnTo>
                    <a:pt x="85445" y="313004"/>
                  </a:lnTo>
                  <a:lnTo>
                    <a:pt x="90117" y="315525"/>
                  </a:lnTo>
                  <a:lnTo>
                    <a:pt x="94867" y="317897"/>
                  </a:lnTo>
                  <a:lnTo>
                    <a:pt x="99690" y="320116"/>
                  </a:lnTo>
                  <a:lnTo>
                    <a:pt x="104581" y="322181"/>
                  </a:lnTo>
                  <a:lnTo>
                    <a:pt x="109534" y="324090"/>
                  </a:lnTo>
                  <a:lnTo>
                    <a:pt x="114546" y="325840"/>
                  </a:lnTo>
                  <a:lnTo>
                    <a:pt x="119611" y="327431"/>
                  </a:lnTo>
                  <a:lnTo>
                    <a:pt x="124724" y="328860"/>
                  </a:lnTo>
                  <a:lnTo>
                    <a:pt x="129880" y="330126"/>
                  </a:lnTo>
                  <a:lnTo>
                    <a:pt x="135073" y="331227"/>
                  </a:lnTo>
                  <a:lnTo>
                    <a:pt x="140299" y="332163"/>
                  </a:lnTo>
                  <a:lnTo>
                    <a:pt x="145552" y="332933"/>
                  </a:lnTo>
                  <a:lnTo>
                    <a:pt x="150826" y="333535"/>
                  </a:lnTo>
                  <a:lnTo>
                    <a:pt x="156117" y="333970"/>
                  </a:lnTo>
                  <a:lnTo>
                    <a:pt x="161420" y="334236"/>
                  </a:lnTo>
                  <a:lnTo>
                    <a:pt x="166728" y="334334"/>
                  </a:lnTo>
                  <a:lnTo>
                    <a:pt x="172036" y="334263"/>
                  </a:lnTo>
                  <a:lnTo>
                    <a:pt x="177339" y="334024"/>
                  </a:lnTo>
                  <a:lnTo>
                    <a:pt x="182633" y="333616"/>
                  </a:lnTo>
                  <a:lnTo>
                    <a:pt x="187910" y="333041"/>
                  </a:lnTo>
                  <a:lnTo>
                    <a:pt x="193167" y="332298"/>
                  </a:lnTo>
                  <a:lnTo>
                    <a:pt x="198397" y="331389"/>
                  </a:lnTo>
                  <a:lnTo>
                    <a:pt x="203596" y="330314"/>
                  </a:lnTo>
                  <a:lnTo>
                    <a:pt x="208758" y="329075"/>
                  </a:lnTo>
                  <a:lnTo>
                    <a:pt x="213879" y="327672"/>
                  </a:lnTo>
                  <a:lnTo>
                    <a:pt x="218952" y="326107"/>
                  </a:lnTo>
                  <a:lnTo>
                    <a:pt x="223972" y="324382"/>
                  </a:lnTo>
                  <a:lnTo>
                    <a:pt x="228936" y="322499"/>
                  </a:lnTo>
                  <a:lnTo>
                    <a:pt x="233837" y="320459"/>
                  </a:lnTo>
                  <a:lnTo>
                    <a:pt x="238671" y="318264"/>
                  </a:lnTo>
                  <a:lnTo>
                    <a:pt x="243433" y="315917"/>
                  </a:lnTo>
                  <a:lnTo>
                    <a:pt x="248118" y="313420"/>
                  </a:lnTo>
                  <a:lnTo>
                    <a:pt x="252721" y="310775"/>
                  </a:lnTo>
                  <a:lnTo>
                    <a:pt x="257238" y="307986"/>
                  </a:lnTo>
                  <a:lnTo>
                    <a:pt x="261664" y="305054"/>
                  </a:lnTo>
                  <a:lnTo>
                    <a:pt x="265995" y="301984"/>
                  </a:lnTo>
                  <a:lnTo>
                    <a:pt x="270226" y="298777"/>
                  </a:lnTo>
                  <a:lnTo>
                    <a:pt x="274353" y="295438"/>
                  </a:lnTo>
                  <a:lnTo>
                    <a:pt x="278372" y="291969"/>
                  </a:lnTo>
                  <a:lnTo>
                    <a:pt x="282279" y="288375"/>
                  </a:lnTo>
                  <a:lnTo>
                    <a:pt x="286070" y="284658"/>
                  </a:lnTo>
                  <a:lnTo>
                    <a:pt x="289741" y="280823"/>
                  </a:lnTo>
                  <a:lnTo>
                    <a:pt x="293288" y="276873"/>
                  </a:lnTo>
                  <a:lnTo>
                    <a:pt x="296708" y="272812"/>
                  </a:lnTo>
                  <a:lnTo>
                    <a:pt x="299997" y="268645"/>
                  </a:lnTo>
                  <a:lnTo>
                    <a:pt x="303152" y="264376"/>
                  </a:lnTo>
                  <a:lnTo>
                    <a:pt x="306171" y="260009"/>
                  </a:lnTo>
                  <a:lnTo>
                    <a:pt x="309049" y="255547"/>
                  </a:lnTo>
                  <a:lnTo>
                    <a:pt x="311783" y="250997"/>
                  </a:lnTo>
                  <a:lnTo>
                    <a:pt x="314372" y="246362"/>
                  </a:lnTo>
                  <a:lnTo>
                    <a:pt x="316813" y="241648"/>
                  </a:lnTo>
                  <a:lnTo>
                    <a:pt x="319103" y="236858"/>
                  </a:lnTo>
                  <a:lnTo>
                    <a:pt x="321239" y="231998"/>
                  </a:lnTo>
                  <a:lnTo>
                    <a:pt x="323220" y="227073"/>
                  </a:lnTo>
                  <a:lnTo>
                    <a:pt x="325043" y="222087"/>
                  </a:lnTo>
                  <a:lnTo>
                    <a:pt x="326708" y="217045"/>
                  </a:lnTo>
                  <a:lnTo>
                    <a:pt x="328211" y="211954"/>
                  </a:lnTo>
                  <a:lnTo>
                    <a:pt x="329552" y="206817"/>
                  </a:lnTo>
                  <a:lnTo>
                    <a:pt x="330729" y="201640"/>
                  </a:lnTo>
                  <a:lnTo>
                    <a:pt x="331741" y="196429"/>
                  </a:lnTo>
                  <a:lnTo>
                    <a:pt x="332587" y="191188"/>
                  </a:lnTo>
                  <a:lnTo>
                    <a:pt x="333267" y="185923"/>
                  </a:lnTo>
                  <a:lnTo>
                    <a:pt x="333779" y="180639"/>
                  </a:lnTo>
                  <a:lnTo>
                    <a:pt x="334122" y="175341"/>
                  </a:lnTo>
                  <a:lnTo>
                    <a:pt x="334298" y="170035"/>
                  </a:lnTo>
                  <a:lnTo>
                    <a:pt x="334304" y="164726"/>
                  </a:lnTo>
                  <a:lnTo>
                    <a:pt x="334143" y="159420"/>
                  </a:lnTo>
                  <a:lnTo>
                    <a:pt x="333812" y="154121"/>
                  </a:lnTo>
                  <a:lnTo>
                    <a:pt x="333314" y="148836"/>
                  </a:lnTo>
                  <a:lnTo>
                    <a:pt x="332648" y="143569"/>
                  </a:lnTo>
                  <a:lnTo>
                    <a:pt x="331815" y="138326"/>
                  </a:lnTo>
                  <a:lnTo>
                    <a:pt x="330817" y="133112"/>
                  </a:lnTo>
                  <a:lnTo>
                    <a:pt x="329653" y="127932"/>
                  </a:lnTo>
                  <a:lnTo>
                    <a:pt x="328325" y="122792"/>
                  </a:lnTo>
                  <a:lnTo>
                    <a:pt x="326835" y="117696"/>
                  </a:lnTo>
                  <a:lnTo>
                    <a:pt x="325183" y="112651"/>
                  </a:lnTo>
                  <a:lnTo>
                    <a:pt x="323372" y="107660"/>
                  </a:lnTo>
                  <a:lnTo>
                    <a:pt x="321404" y="102730"/>
                  </a:lnTo>
                  <a:lnTo>
                    <a:pt x="319280" y="97864"/>
                  </a:lnTo>
                  <a:lnTo>
                    <a:pt x="317003" y="93069"/>
                  </a:lnTo>
                  <a:lnTo>
                    <a:pt x="314574" y="88348"/>
                  </a:lnTo>
                  <a:lnTo>
                    <a:pt x="311997" y="83707"/>
                  </a:lnTo>
                  <a:lnTo>
                    <a:pt x="309274" y="79149"/>
                  </a:lnTo>
                  <a:lnTo>
                    <a:pt x="306407" y="74681"/>
                  </a:lnTo>
                  <a:lnTo>
                    <a:pt x="303400" y="70306"/>
                  </a:lnTo>
                  <a:lnTo>
                    <a:pt x="300256" y="66028"/>
                  </a:lnTo>
                  <a:lnTo>
                    <a:pt x="296977" y="61853"/>
                  </a:lnTo>
                  <a:lnTo>
                    <a:pt x="293568" y="57784"/>
                  </a:lnTo>
                  <a:lnTo>
                    <a:pt x="290031" y="53825"/>
                  </a:lnTo>
                  <a:lnTo>
                    <a:pt x="286370" y="49980"/>
                  </a:lnTo>
                  <a:lnTo>
                    <a:pt x="282588" y="46254"/>
                  </a:lnTo>
                  <a:lnTo>
                    <a:pt x="278691" y="42649"/>
                  </a:lnTo>
                  <a:lnTo>
                    <a:pt x="274681" y="39170"/>
                  </a:lnTo>
                  <a:lnTo>
                    <a:pt x="270562" y="35820"/>
                  </a:lnTo>
                  <a:lnTo>
                    <a:pt x="266339" y="32603"/>
                  </a:lnTo>
                  <a:lnTo>
                    <a:pt x="262016" y="29522"/>
                  </a:lnTo>
                  <a:lnTo>
                    <a:pt x="257598" y="26579"/>
                  </a:lnTo>
                  <a:lnTo>
                    <a:pt x="253088" y="23778"/>
                  </a:lnTo>
                  <a:lnTo>
                    <a:pt x="248491" y="21121"/>
                  </a:lnTo>
                  <a:lnTo>
                    <a:pt x="243813" y="18612"/>
                  </a:lnTo>
                  <a:lnTo>
                    <a:pt x="239057" y="16253"/>
                  </a:lnTo>
                  <a:lnTo>
                    <a:pt x="234229" y="14046"/>
                  </a:lnTo>
                  <a:lnTo>
                    <a:pt x="229333" y="11993"/>
                  </a:lnTo>
                  <a:lnTo>
                    <a:pt x="224374" y="10097"/>
                  </a:lnTo>
                  <a:lnTo>
                    <a:pt x="219358" y="8359"/>
                  </a:lnTo>
                  <a:lnTo>
                    <a:pt x="214289" y="6782"/>
                  </a:lnTo>
                  <a:lnTo>
                    <a:pt x="209172" y="5366"/>
                  </a:lnTo>
                  <a:lnTo>
                    <a:pt x="204013" y="4113"/>
                  </a:lnTo>
                  <a:lnTo>
                    <a:pt x="198817" y="3025"/>
                  </a:lnTo>
                  <a:lnTo>
                    <a:pt x="193589" y="2103"/>
                  </a:lnTo>
                  <a:lnTo>
                    <a:pt x="188334" y="1347"/>
                  </a:lnTo>
                  <a:lnTo>
                    <a:pt x="183058" y="758"/>
                  </a:lnTo>
                  <a:lnTo>
                    <a:pt x="177766" y="337"/>
                  </a:lnTo>
                  <a:lnTo>
                    <a:pt x="172463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26037" y="2406772"/>
              <a:ext cx="19695" cy="167167"/>
            </a:xfrm>
            <a:custGeom>
              <a:avLst/>
              <a:pathLst>
                <a:path w="19695" h="167167">
                  <a:moveTo>
                    <a:pt x="19695" y="0"/>
                  </a:moveTo>
                  <a:lnTo>
                    <a:pt x="9830" y="291"/>
                  </a:lnTo>
                  <a:lnTo>
                    <a:pt x="0" y="1164"/>
                  </a:lnTo>
                  <a:lnTo>
                    <a:pt x="1969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26037" y="2407936"/>
              <a:ext cx="19695" cy="166003"/>
            </a:xfrm>
            <a:custGeom>
              <a:avLst/>
              <a:pathLst>
                <a:path w="19695" h="166003">
                  <a:moveTo>
                    <a:pt x="0" y="0"/>
                  </a:moveTo>
                  <a:lnTo>
                    <a:pt x="19695" y="1660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26037" y="2407936"/>
              <a:ext cx="19695" cy="166003"/>
            </a:xfrm>
            <a:custGeom>
              <a:avLst/>
              <a:pathLst>
                <a:path w="19695" h="166003">
                  <a:moveTo>
                    <a:pt x="0" y="0"/>
                  </a:moveTo>
                  <a:lnTo>
                    <a:pt x="19695" y="1660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6037" y="2407936"/>
              <a:ext cx="19695" cy="166003"/>
            </a:xfrm>
            <a:custGeom>
              <a:avLst/>
              <a:pathLst>
                <a:path w="19695" h="166003">
                  <a:moveTo>
                    <a:pt x="0" y="0"/>
                  </a:moveTo>
                  <a:lnTo>
                    <a:pt x="19695" y="1660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6037" y="2407936"/>
              <a:ext cx="19695" cy="166003"/>
            </a:xfrm>
            <a:custGeom>
              <a:avLst/>
              <a:pathLst>
                <a:path w="19695" h="166003">
                  <a:moveTo>
                    <a:pt x="0" y="0"/>
                  </a:moveTo>
                  <a:lnTo>
                    <a:pt x="19695" y="1660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6037" y="2407936"/>
              <a:ext cx="19695" cy="166003"/>
            </a:xfrm>
            <a:custGeom>
              <a:avLst/>
              <a:pathLst>
                <a:path w="19695" h="166003">
                  <a:moveTo>
                    <a:pt x="0" y="0"/>
                  </a:moveTo>
                  <a:lnTo>
                    <a:pt x="19695" y="1660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6037" y="2407936"/>
              <a:ext cx="19695" cy="166003"/>
            </a:xfrm>
            <a:custGeom>
              <a:avLst/>
              <a:pathLst>
                <a:path w="19695" h="166003">
                  <a:moveTo>
                    <a:pt x="0" y="0"/>
                  </a:moveTo>
                  <a:lnTo>
                    <a:pt x="19695" y="1660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6037" y="2407936"/>
              <a:ext cx="19695" cy="166003"/>
            </a:xfrm>
            <a:custGeom>
              <a:avLst/>
              <a:pathLst>
                <a:path w="19695" h="166003">
                  <a:moveTo>
                    <a:pt x="0" y="0"/>
                  </a:moveTo>
                  <a:lnTo>
                    <a:pt x="19695" y="1660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6037" y="2407936"/>
              <a:ext cx="19695" cy="166003"/>
            </a:xfrm>
            <a:custGeom>
              <a:avLst/>
              <a:pathLst>
                <a:path w="19695" h="166003">
                  <a:moveTo>
                    <a:pt x="0" y="0"/>
                  </a:moveTo>
                  <a:lnTo>
                    <a:pt x="19695" y="1660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6037" y="2407936"/>
              <a:ext cx="19695" cy="166003"/>
            </a:xfrm>
            <a:custGeom>
              <a:avLst/>
              <a:pathLst>
                <a:path w="19695" h="166003">
                  <a:moveTo>
                    <a:pt x="0" y="0"/>
                  </a:moveTo>
                  <a:lnTo>
                    <a:pt x="19695" y="1660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6037" y="2407936"/>
              <a:ext cx="19695" cy="166003"/>
            </a:xfrm>
            <a:custGeom>
              <a:avLst/>
              <a:pathLst>
                <a:path w="19695" h="166003">
                  <a:moveTo>
                    <a:pt x="0" y="0"/>
                  </a:moveTo>
                  <a:lnTo>
                    <a:pt x="19695" y="1660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6037" y="2407936"/>
              <a:ext cx="19695" cy="166003"/>
            </a:xfrm>
            <a:custGeom>
              <a:avLst/>
              <a:pathLst>
                <a:path w="19695" h="166003">
                  <a:moveTo>
                    <a:pt x="0" y="0"/>
                  </a:moveTo>
                  <a:lnTo>
                    <a:pt x="19695" y="1660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6037" y="2407936"/>
              <a:ext cx="19695" cy="166003"/>
            </a:xfrm>
            <a:custGeom>
              <a:avLst/>
              <a:pathLst>
                <a:path w="19695" h="166003">
                  <a:moveTo>
                    <a:pt x="0" y="0"/>
                  </a:moveTo>
                  <a:lnTo>
                    <a:pt x="19695" y="1660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6037" y="2407936"/>
              <a:ext cx="19695" cy="166003"/>
            </a:xfrm>
            <a:custGeom>
              <a:avLst/>
              <a:pathLst>
                <a:path w="19695" h="166003">
                  <a:moveTo>
                    <a:pt x="0" y="0"/>
                  </a:moveTo>
                  <a:lnTo>
                    <a:pt x="19695" y="1660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6037" y="2407936"/>
              <a:ext cx="19695" cy="166003"/>
            </a:xfrm>
            <a:custGeom>
              <a:avLst/>
              <a:pathLst>
                <a:path w="19695" h="166003">
                  <a:moveTo>
                    <a:pt x="0" y="0"/>
                  </a:moveTo>
                  <a:lnTo>
                    <a:pt x="19695" y="1660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478568" y="2407324"/>
              <a:ext cx="334332" cy="333767"/>
            </a:xfrm>
            <a:custGeom>
              <a:avLst/>
              <a:pathLst>
                <a:path w="334332" h="333767">
                  <a:moveTo>
                    <a:pt x="147469" y="611"/>
                  </a:moveTo>
                  <a:lnTo>
                    <a:pt x="142220" y="1319"/>
                  </a:lnTo>
                  <a:lnTo>
                    <a:pt x="136996" y="2192"/>
                  </a:lnTo>
                  <a:lnTo>
                    <a:pt x="131802" y="3230"/>
                  </a:lnTo>
                  <a:lnTo>
                    <a:pt x="126643" y="4433"/>
                  </a:lnTo>
                  <a:lnTo>
                    <a:pt x="121526" y="5798"/>
                  </a:lnTo>
                  <a:lnTo>
                    <a:pt x="116454" y="7324"/>
                  </a:lnTo>
                  <a:lnTo>
                    <a:pt x="111433" y="9011"/>
                  </a:lnTo>
                  <a:lnTo>
                    <a:pt x="106468" y="10856"/>
                  </a:lnTo>
                  <a:lnTo>
                    <a:pt x="101563" y="12857"/>
                  </a:lnTo>
                  <a:lnTo>
                    <a:pt x="96725" y="15012"/>
                  </a:lnTo>
                  <a:lnTo>
                    <a:pt x="91958" y="17320"/>
                  </a:lnTo>
                  <a:lnTo>
                    <a:pt x="87266" y="19778"/>
                  </a:lnTo>
                  <a:lnTo>
                    <a:pt x="82654" y="22383"/>
                  </a:lnTo>
                  <a:lnTo>
                    <a:pt x="78127" y="25132"/>
                  </a:lnTo>
                  <a:lnTo>
                    <a:pt x="73689" y="28024"/>
                  </a:lnTo>
                  <a:lnTo>
                    <a:pt x="69345" y="31055"/>
                  </a:lnTo>
                  <a:lnTo>
                    <a:pt x="65100" y="34222"/>
                  </a:lnTo>
                  <a:lnTo>
                    <a:pt x="60957" y="37522"/>
                  </a:lnTo>
                  <a:lnTo>
                    <a:pt x="56920" y="40952"/>
                  </a:lnTo>
                  <a:lnTo>
                    <a:pt x="52995" y="44508"/>
                  </a:lnTo>
                  <a:lnTo>
                    <a:pt x="49183" y="48186"/>
                  </a:lnTo>
                  <a:lnTo>
                    <a:pt x="45491" y="51983"/>
                  </a:lnTo>
                  <a:lnTo>
                    <a:pt x="41920" y="55895"/>
                  </a:lnTo>
                  <a:lnTo>
                    <a:pt x="38475" y="59919"/>
                  </a:lnTo>
                  <a:lnTo>
                    <a:pt x="35160" y="64049"/>
                  </a:lnTo>
                  <a:lnTo>
                    <a:pt x="31977" y="68283"/>
                  </a:lnTo>
                  <a:lnTo>
                    <a:pt x="28929" y="72615"/>
                  </a:lnTo>
                  <a:lnTo>
                    <a:pt x="26021" y="77042"/>
                  </a:lnTo>
                  <a:lnTo>
                    <a:pt x="23254" y="81558"/>
                  </a:lnTo>
                  <a:lnTo>
                    <a:pt x="20631" y="86160"/>
                  </a:lnTo>
                  <a:lnTo>
                    <a:pt x="18156" y="90843"/>
                  </a:lnTo>
                  <a:lnTo>
                    <a:pt x="15830" y="95602"/>
                  </a:lnTo>
                  <a:lnTo>
                    <a:pt x="13657" y="100432"/>
                  </a:lnTo>
                  <a:lnTo>
                    <a:pt x="11637" y="105328"/>
                  </a:lnTo>
                  <a:lnTo>
                    <a:pt x="9773" y="110286"/>
                  </a:lnTo>
                  <a:lnTo>
                    <a:pt x="8068" y="115301"/>
                  </a:lnTo>
                  <a:lnTo>
                    <a:pt x="6522" y="120367"/>
                  </a:lnTo>
                  <a:lnTo>
                    <a:pt x="5138" y="125480"/>
                  </a:lnTo>
                  <a:lnTo>
                    <a:pt x="3916" y="130634"/>
                  </a:lnTo>
                  <a:lnTo>
                    <a:pt x="2858" y="135823"/>
                  </a:lnTo>
                  <a:lnTo>
                    <a:pt x="1965" y="141044"/>
                  </a:lnTo>
                  <a:lnTo>
                    <a:pt x="1238" y="146291"/>
                  </a:lnTo>
                  <a:lnTo>
                    <a:pt x="677" y="151558"/>
                  </a:lnTo>
                  <a:lnTo>
                    <a:pt x="284" y="156840"/>
                  </a:lnTo>
                  <a:lnTo>
                    <a:pt x="58" y="162132"/>
                  </a:lnTo>
                  <a:lnTo>
                    <a:pt x="0" y="167428"/>
                  </a:lnTo>
                  <a:lnTo>
                    <a:pt x="109" y="172724"/>
                  </a:lnTo>
                  <a:lnTo>
                    <a:pt x="387" y="178013"/>
                  </a:lnTo>
                  <a:lnTo>
                    <a:pt x="831" y="183291"/>
                  </a:lnTo>
                  <a:lnTo>
                    <a:pt x="1443" y="188552"/>
                  </a:lnTo>
                  <a:lnTo>
                    <a:pt x="2221" y="193792"/>
                  </a:lnTo>
                  <a:lnTo>
                    <a:pt x="3165" y="199003"/>
                  </a:lnTo>
                  <a:lnTo>
                    <a:pt x="4274" y="204183"/>
                  </a:lnTo>
                  <a:lnTo>
                    <a:pt x="5546" y="209325"/>
                  </a:lnTo>
                  <a:lnTo>
                    <a:pt x="6980" y="214423"/>
                  </a:lnTo>
                  <a:lnTo>
                    <a:pt x="8575" y="219474"/>
                  </a:lnTo>
                  <a:lnTo>
                    <a:pt x="10329" y="224472"/>
                  </a:lnTo>
                  <a:lnTo>
                    <a:pt x="12241" y="229412"/>
                  </a:lnTo>
                  <a:lnTo>
                    <a:pt x="14308" y="234288"/>
                  </a:lnTo>
                  <a:lnTo>
                    <a:pt x="16529" y="239097"/>
                  </a:lnTo>
                  <a:lnTo>
                    <a:pt x="18901" y="243833"/>
                  </a:lnTo>
                  <a:lnTo>
                    <a:pt x="21422" y="248491"/>
                  </a:lnTo>
                  <a:lnTo>
                    <a:pt x="24089" y="253067"/>
                  </a:lnTo>
                  <a:lnTo>
                    <a:pt x="26899" y="257557"/>
                  </a:lnTo>
                  <a:lnTo>
                    <a:pt x="29851" y="261955"/>
                  </a:lnTo>
                  <a:lnTo>
                    <a:pt x="32940" y="266257"/>
                  </a:lnTo>
                  <a:lnTo>
                    <a:pt x="36164" y="270460"/>
                  </a:lnTo>
                  <a:lnTo>
                    <a:pt x="39520" y="274558"/>
                  </a:lnTo>
                  <a:lnTo>
                    <a:pt x="43004" y="278547"/>
                  </a:lnTo>
                  <a:lnTo>
                    <a:pt x="46612" y="282425"/>
                  </a:lnTo>
                  <a:lnTo>
                    <a:pt x="50342" y="286186"/>
                  </a:lnTo>
                  <a:lnTo>
                    <a:pt x="54189" y="289827"/>
                  </a:lnTo>
                  <a:lnTo>
                    <a:pt x="58149" y="293344"/>
                  </a:lnTo>
                  <a:lnTo>
                    <a:pt x="62219" y="296734"/>
                  </a:lnTo>
                  <a:lnTo>
                    <a:pt x="66394" y="299994"/>
                  </a:lnTo>
                  <a:lnTo>
                    <a:pt x="70670" y="303119"/>
                  </a:lnTo>
                  <a:lnTo>
                    <a:pt x="75043" y="306108"/>
                  </a:lnTo>
                  <a:lnTo>
                    <a:pt x="79508" y="308957"/>
                  </a:lnTo>
                  <a:lnTo>
                    <a:pt x="84062" y="311662"/>
                  </a:lnTo>
                  <a:lnTo>
                    <a:pt x="88699" y="314222"/>
                  </a:lnTo>
                  <a:lnTo>
                    <a:pt x="93415" y="316634"/>
                  </a:lnTo>
                  <a:lnTo>
                    <a:pt x="98204" y="318895"/>
                  </a:lnTo>
                  <a:lnTo>
                    <a:pt x="103063" y="321003"/>
                  </a:lnTo>
                  <a:lnTo>
                    <a:pt x="107987" y="322957"/>
                  </a:lnTo>
                  <a:lnTo>
                    <a:pt x="112970" y="324753"/>
                  </a:lnTo>
                  <a:lnTo>
                    <a:pt x="118007" y="326391"/>
                  </a:lnTo>
                  <a:lnTo>
                    <a:pt x="123093" y="327868"/>
                  </a:lnTo>
                  <a:lnTo>
                    <a:pt x="128224" y="329183"/>
                  </a:lnTo>
                  <a:lnTo>
                    <a:pt x="133394" y="330335"/>
                  </a:lnTo>
                  <a:lnTo>
                    <a:pt x="138598" y="331323"/>
                  </a:lnTo>
                  <a:lnTo>
                    <a:pt x="143830" y="332145"/>
                  </a:lnTo>
                  <a:lnTo>
                    <a:pt x="149086" y="332801"/>
                  </a:lnTo>
                  <a:lnTo>
                    <a:pt x="154360" y="333291"/>
                  </a:lnTo>
                  <a:lnTo>
                    <a:pt x="159647" y="333613"/>
                  </a:lnTo>
                  <a:lnTo>
                    <a:pt x="164941" y="333767"/>
                  </a:lnTo>
                  <a:lnTo>
                    <a:pt x="170238" y="333754"/>
                  </a:lnTo>
                  <a:lnTo>
                    <a:pt x="175532" y="333572"/>
                  </a:lnTo>
                  <a:lnTo>
                    <a:pt x="180817" y="333223"/>
                  </a:lnTo>
                  <a:lnTo>
                    <a:pt x="186088" y="332707"/>
                  </a:lnTo>
                  <a:lnTo>
                    <a:pt x="191341" y="332024"/>
                  </a:lnTo>
                  <a:lnTo>
                    <a:pt x="196569" y="331176"/>
                  </a:lnTo>
                  <a:lnTo>
                    <a:pt x="201768" y="330161"/>
                  </a:lnTo>
                  <a:lnTo>
                    <a:pt x="206932" y="328983"/>
                  </a:lnTo>
                  <a:lnTo>
                    <a:pt x="212056" y="327642"/>
                  </a:lnTo>
                  <a:lnTo>
                    <a:pt x="217135" y="326139"/>
                  </a:lnTo>
                  <a:lnTo>
                    <a:pt x="222163" y="324475"/>
                  </a:lnTo>
                  <a:lnTo>
                    <a:pt x="227137" y="322654"/>
                  </a:lnTo>
                  <a:lnTo>
                    <a:pt x="232050" y="320676"/>
                  </a:lnTo>
                  <a:lnTo>
                    <a:pt x="236899" y="318543"/>
                  </a:lnTo>
                  <a:lnTo>
                    <a:pt x="241677" y="316257"/>
                  </a:lnTo>
                  <a:lnTo>
                    <a:pt x="246380" y="313821"/>
                  </a:lnTo>
                  <a:lnTo>
                    <a:pt x="251004" y="311238"/>
                  </a:lnTo>
                  <a:lnTo>
                    <a:pt x="255544" y="308509"/>
                  </a:lnTo>
                  <a:lnTo>
                    <a:pt x="259995" y="305638"/>
                  </a:lnTo>
                  <a:lnTo>
                    <a:pt x="264353" y="302627"/>
                  </a:lnTo>
                  <a:lnTo>
                    <a:pt x="268613" y="299480"/>
                  </a:lnTo>
                  <a:lnTo>
                    <a:pt x="272771" y="296199"/>
                  </a:lnTo>
                  <a:lnTo>
                    <a:pt x="276824" y="292789"/>
                  </a:lnTo>
                  <a:lnTo>
                    <a:pt x="280766" y="289251"/>
                  </a:lnTo>
                  <a:lnTo>
                    <a:pt x="284594" y="285591"/>
                  </a:lnTo>
                  <a:lnTo>
                    <a:pt x="288305" y="281811"/>
                  </a:lnTo>
                  <a:lnTo>
                    <a:pt x="291893" y="277915"/>
                  </a:lnTo>
                  <a:lnTo>
                    <a:pt x="295357" y="273908"/>
                  </a:lnTo>
                  <a:lnTo>
                    <a:pt x="298692" y="269792"/>
                  </a:lnTo>
                  <a:lnTo>
                    <a:pt x="301894" y="265574"/>
                  </a:lnTo>
                  <a:lnTo>
                    <a:pt x="304962" y="261256"/>
                  </a:lnTo>
                  <a:lnTo>
                    <a:pt x="307891" y="256843"/>
                  </a:lnTo>
                  <a:lnTo>
                    <a:pt x="310679" y="252339"/>
                  </a:lnTo>
                  <a:lnTo>
                    <a:pt x="313323" y="247749"/>
                  </a:lnTo>
                  <a:lnTo>
                    <a:pt x="315820" y="243078"/>
                  </a:lnTo>
                  <a:lnTo>
                    <a:pt x="318168" y="238330"/>
                  </a:lnTo>
                  <a:lnTo>
                    <a:pt x="320364" y="233510"/>
                  </a:lnTo>
                  <a:lnTo>
                    <a:pt x="322406" y="228623"/>
                  </a:lnTo>
                  <a:lnTo>
                    <a:pt x="324293" y="223674"/>
                  </a:lnTo>
                  <a:lnTo>
                    <a:pt x="326022" y="218667"/>
                  </a:lnTo>
                  <a:lnTo>
                    <a:pt x="327591" y="213609"/>
                  </a:lnTo>
                  <a:lnTo>
                    <a:pt x="328999" y="208503"/>
                  </a:lnTo>
                  <a:lnTo>
                    <a:pt x="330245" y="203354"/>
                  </a:lnTo>
                  <a:lnTo>
                    <a:pt x="331327" y="198169"/>
                  </a:lnTo>
                  <a:lnTo>
                    <a:pt x="332244" y="192953"/>
                  </a:lnTo>
                  <a:lnTo>
                    <a:pt x="332996" y="187710"/>
                  </a:lnTo>
                  <a:lnTo>
                    <a:pt x="333581" y="182445"/>
                  </a:lnTo>
                  <a:lnTo>
                    <a:pt x="333999" y="177165"/>
                  </a:lnTo>
                  <a:lnTo>
                    <a:pt x="334250" y="171874"/>
                  </a:lnTo>
                  <a:lnTo>
                    <a:pt x="334332" y="166578"/>
                  </a:lnTo>
                  <a:lnTo>
                    <a:pt x="334247" y="161282"/>
                  </a:lnTo>
                  <a:lnTo>
                    <a:pt x="333995" y="155992"/>
                  </a:lnTo>
                  <a:lnTo>
                    <a:pt x="333574" y="150712"/>
                  </a:lnTo>
                  <a:lnTo>
                    <a:pt x="332987" y="145448"/>
                  </a:lnTo>
                  <a:lnTo>
                    <a:pt x="332233" y="140205"/>
                  </a:lnTo>
                  <a:lnTo>
                    <a:pt x="331314" y="134989"/>
                  </a:lnTo>
                  <a:lnTo>
                    <a:pt x="330229" y="129804"/>
                  </a:lnTo>
                  <a:lnTo>
                    <a:pt x="328981" y="124657"/>
                  </a:lnTo>
                  <a:lnTo>
                    <a:pt x="327571" y="119551"/>
                  </a:lnTo>
                  <a:lnTo>
                    <a:pt x="325999" y="114493"/>
                  </a:lnTo>
                  <a:lnTo>
                    <a:pt x="324268" y="109487"/>
                  </a:lnTo>
                  <a:lnTo>
                    <a:pt x="322380" y="104539"/>
                  </a:lnTo>
                  <a:lnTo>
                    <a:pt x="320335" y="99652"/>
                  </a:lnTo>
                  <a:lnTo>
                    <a:pt x="318137" y="94834"/>
                  </a:lnTo>
                  <a:lnTo>
                    <a:pt x="315787" y="90087"/>
                  </a:lnTo>
                  <a:lnTo>
                    <a:pt x="313288" y="85417"/>
                  </a:lnTo>
                  <a:lnTo>
                    <a:pt x="310642" y="80828"/>
                  </a:lnTo>
                  <a:lnTo>
                    <a:pt x="307852" y="76326"/>
                  </a:lnTo>
                  <a:lnTo>
                    <a:pt x="304921" y="71914"/>
                  </a:lnTo>
                  <a:lnTo>
                    <a:pt x="301852" y="67597"/>
                  </a:lnTo>
                  <a:lnTo>
                    <a:pt x="298647" y="63380"/>
                  </a:lnTo>
                  <a:lnTo>
                    <a:pt x="295311" y="59266"/>
                  </a:lnTo>
                  <a:lnTo>
                    <a:pt x="291845" y="55260"/>
                  </a:lnTo>
                  <a:lnTo>
                    <a:pt x="288255" y="51366"/>
                  </a:lnTo>
                  <a:lnTo>
                    <a:pt x="284543" y="47588"/>
                  </a:lnTo>
                  <a:lnTo>
                    <a:pt x="280713" y="43929"/>
                  </a:lnTo>
                  <a:lnTo>
                    <a:pt x="276769" y="40393"/>
                  </a:lnTo>
                  <a:lnTo>
                    <a:pt x="272716" y="36984"/>
                  </a:lnTo>
                  <a:lnTo>
                    <a:pt x="268556" y="33705"/>
                  </a:lnTo>
                  <a:lnTo>
                    <a:pt x="264294" y="30560"/>
                  </a:lnTo>
                  <a:lnTo>
                    <a:pt x="259935" y="27551"/>
                  </a:lnTo>
                  <a:lnTo>
                    <a:pt x="255483" y="24682"/>
                  </a:lnTo>
                  <a:lnTo>
                    <a:pt x="250942" y="21955"/>
                  </a:lnTo>
                  <a:lnTo>
                    <a:pt x="246317" y="19373"/>
                  </a:lnTo>
                  <a:lnTo>
                    <a:pt x="241612" y="16940"/>
                  </a:lnTo>
                  <a:lnTo>
                    <a:pt x="236833" y="14656"/>
                  </a:lnTo>
                  <a:lnTo>
                    <a:pt x="231984" y="12525"/>
                  </a:lnTo>
                  <a:lnTo>
                    <a:pt x="227070" y="10549"/>
                  </a:lnTo>
                  <a:lnTo>
                    <a:pt x="222096" y="8730"/>
                  </a:lnTo>
                  <a:lnTo>
                    <a:pt x="217066" y="7069"/>
                  </a:lnTo>
                  <a:lnTo>
                    <a:pt x="211986" y="5568"/>
                  </a:lnTo>
                  <a:lnTo>
                    <a:pt x="206862" y="4229"/>
                  </a:lnTo>
                  <a:lnTo>
                    <a:pt x="201697" y="3053"/>
                  </a:lnTo>
                  <a:lnTo>
                    <a:pt x="196498" y="2041"/>
                  </a:lnTo>
                  <a:lnTo>
                    <a:pt x="191270" y="1194"/>
                  </a:lnTo>
                  <a:lnTo>
                    <a:pt x="186017" y="513"/>
                  </a:lnTo>
                  <a:lnTo>
                    <a:pt x="180745" y="0"/>
                  </a:lnTo>
                  <a:lnTo>
                    <a:pt x="167165" y="1666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45733" y="2406772"/>
              <a:ext cx="13580" cy="167167"/>
            </a:xfrm>
            <a:custGeom>
              <a:avLst/>
              <a:pathLst>
                <a:path w="13580" h="167167">
                  <a:moveTo>
                    <a:pt x="13580" y="55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2594" y="2911194"/>
              <a:ext cx="3386" cy="167167"/>
            </a:xfrm>
            <a:custGeom>
              <a:avLst/>
              <a:pathLst>
                <a:path w="3386" h="167167">
                  <a:moveTo>
                    <a:pt x="3386" y="0"/>
                  </a:moveTo>
                  <a:lnTo>
                    <a:pt x="0" y="34"/>
                  </a:lnTo>
                  <a:lnTo>
                    <a:pt x="338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2594" y="2911228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2594" y="2911228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594" y="2911228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594" y="2911228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594" y="2911228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594" y="2911228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594" y="2911228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594" y="2911228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594" y="2911228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594" y="2911228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594" y="2911228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594" y="2911228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594" y="2911228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358813" y="2911228"/>
              <a:ext cx="334334" cy="334279"/>
            </a:xfrm>
            <a:custGeom>
              <a:avLst/>
              <a:pathLst>
                <a:path w="334334" h="334279">
                  <a:moveTo>
                    <a:pt x="163780" y="0"/>
                  </a:moveTo>
                  <a:lnTo>
                    <a:pt x="158486" y="191"/>
                  </a:lnTo>
                  <a:lnTo>
                    <a:pt x="153201" y="550"/>
                  </a:lnTo>
                  <a:lnTo>
                    <a:pt x="147930" y="1076"/>
                  </a:lnTo>
                  <a:lnTo>
                    <a:pt x="142679" y="1769"/>
                  </a:lnTo>
                  <a:lnTo>
                    <a:pt x="137451" y="2627"/>
                  </a:lnTo>
                  <a:lnTo>
                    <a:pt x="132254" y="3651"/>
                  </a:lnTo>
                  <a:lnTo>
                    <a:pt x="127092" y="4840"/>
                  </a:lnTo>
                  <a:lnTo>
                    <a:pt x="121970" y="6191"/>
                  </a:lnTo>
                  <a:lnTo>
                    <a:pt x="116894" y="7704"/>
                  </a:lnTo>
                  <a:lnTo>
                    <a:pt x="111867" y="9377"/>
                  </a:lnTo>
                  <a:lnTo>
                    <a:pt x="106897" y="11208"/>
                  </a:lnTo>
                  <a:lnTo>
                    <a:pt x="101987" y="13196"/>
                  </a:lnTo>
                  <a:lnTo>
                    <a:pt x="97142" y="15338"/>
                  </a:lnTo>
                  <a:lnTo>
                    <a:pt x="92368" y="17633"/>
                  </a:lnTo>
                  <a:lnTo>
                    <a:pt x="87669" y="20078"/>
                  </a:lnTo>
                  <a:lnTo>
                    <a:pt x="83049" y="22671"/>
                  </a:lnTo>
                  <a:lnTo>
                    <a:pt x="78515" y="25408"/>
                  </a:lnTo>
                  <a:lnTo>
                    <a:pt x="74069" y="28288"/>
                  </a:lnTo>
                  <a:lnTo>
                    <a:pt x="69716" y="31308"/>
                  </a:lnTo>
                  <a:lnTo>
                    <a:pt x="65462" y="34464"/>
                  </a:lnTo>
                  <a:lnTo>
                    <a:pt x="61309" y="37753"/>
                  </a:lnTo>
                  <a:lnTo>
                    <a:pt x="57263" y="41171"/>
                  </a:lnTo>
                  <a:lnTo>
                    <a:pt x="53327" y="44717"/>
                  </a:lnTo>
                  <a:lnTo>
                    <a:pt x="49506" y="48385"/>
                  </a:lnTo>
                  <a:lnTo>
                    <a:pt x="45803" y="52173"/>
                  </a:lnTo>
                  <a:lnTo>
                    <a:pt x="42221" y="56076"/>
                  </a:lnTo>
                  <a:lnTo>
                    <a:pt x="38765" y="60090"/>
                  </a:lnTo>
                  <a:lnTo>
                    <a:pt x="35438" y="64212"/>
                  </a:lnTo>
                  <a:lnTo>
                    <a:pt x="32243" y="68438"/>
                  </a:lnTo>
                  <a:lnTo>
                    <a:pt x="29184" y="72762"/>
                  </a:lnTo>
                  <a:lnTo>
                    <a:pt x="26263" y="77181"/>
                  </a:lnTo>
                  <a:lnTo>
                    <a:pt x="23484" y="81691"/>
                  </a:lnTo>
                  <a:lnTo>
                    <a:pt x="20849" y="86286"/>
                  </a:lnTo>
                  <a:lnTo>
                    <a:pt x="18361" y="90963"/>
                  </a:lnTo>
                  <a:lnTo>
                    <a:pt x="16022" y="95716"/>
                  </a:lnTo>
                  <a:lnTo>
                    <a:pt x="13835" y="100540"/>
                  </a:lnTo>
                  <a:lnTo>
                    <a:pt x="11803" y="105432"/>
                  </a:lnTo>
                  <a:lnTo>
                    <a:pt x="9926" y="110385"/>
                  </a:lnTo>
                  <a:lnTo>
                    <a:pt x="8207" y="115396"/>
                  </a:lnTo>
                  <a:lnTo>
                    <a:pt x="6647" y="120458"/>
                  </a:lnTo>
                  <a:lnTo>
                    <a:pt x="5249" y="125568"/>
                  </a:lnTo>
                  <a:lnTo>
                    <a:pt x="4013" y="130719"/>
                  </a:lnTo>
                  <a:lnTo>
                    <a:pt x="2941" y="135906"/>
                  </a:lnTo>
                  <a:lnTo>
                    <a:pt x="2035" y="141125"/>
                  </a:lnTo>
                  <a:lnTo>
                    <a:pt x="1293" y="146370"/>
                  </a:lnTo>
                  <a:lnTo>
                    <a:pt x="719" y="151636"/>
                  </a:lnTo>
                  <a:lnTo>
                    <a:pt x="311" y="156918"/>
                  </a:lnTo>
                  <a:lnTo>
                    <a:pt x="72" y="162210"/>
                  </a:lnTo>
                  <a:lnTo>
                    <a:pt x="0" y="167506"/>
                  </a:lnTo>
                  <a:lnTo>
                    <a:pt x="95" y="172803"/>
                  </a:lnTo>
                  <a:lnTo>
                    <a:pt x="359" y="178093"/>
                  </a:lnTo>
                  <a:lnTo>
                    <a:pt x="790" y="183373"/>
                  </a:lnTo>
                  <a:lnTo>
                    <a:pt x="1388" y="188636"/>
                  </a:lnTo>
                  <a:lnTo>
                    <a:pt x="2152" y="193878"/>
                  </a:lnTo>
                  <a:lnTo>
                    <a:pt x="3083" y="199093"/>
                  </a:lnTo>
                  <a:lnTo>
                    <a:pt x="4178" y="204275"/>
                  </a:lnTo>
                  <a:lnTo>
                    <a:pt x="5436" y="209421"/>
                  </a:lnTo>
                  <a:lnTo>
                    <a:pt x="6857" y="214524"/>
                  </a:lnTo>
                  <a:lnTo>
                    <a:pt x="8439" y="219579"/>
                  </a:lnTo>
                  <a:lnTo>
                    <a:pt x="10181" y="224582"/>
                  </a:lnTo>
                  <a:lnTo>
                    <a:pt x="12080" y="229527"/>
                  </a:lnTo>
                  <a:lnTo>
                    <a:pt x="14135" y="234410"/>
                  </a:lnTo>
                  <a:lnTo>
                    <a:pt x="16343" y="239224"/>
                  </a:lnTo>
                  <a:lnTo>
                    <a:pt x="18703" y="243967"/>
                  </a:lnTo>
                  <a:lnTo>
                    <a:pt x="21212" y="248632"/>
                  </a:lnTo>
                  <a:lnTo>
                    <a:pt x="23867" y="253216"/>
                  </a:lnTo>
                  <a:lnTo>
                    <a:pt x="26667" y="257713"/>
                  </a:lnTo>
                  <a:lnTo>
                    <a:pt x="29607" y="262119"/>
                  </a:lnTo>
                  <a:lnTo>
                    <a:pt x="32686" y="266430"/>
                  </a:lnTo>
                  <a:lnTo>
                    <a:pt x="35899" y="270641"/>
                  </a:lnTo>
                  <a:lnTo>
                    <a:pt x="39245" y="274748"/>
                  </a:lnTo>
                  <a:lnTo>
                    <a:pt x="42719" y="278747"/>
                  </a:lnTo>
                  <a:lnTo>
                    <a:pt x="46318" y="282634"/>
                  </a:lnTo>
                  <a:lnTo>
                    <a:pt x="50038" y="286405"/>
                  </a:lnTo>
                  <a:lnTo>
                    <a:pt x="53876" y="290056"/>
                  </a:lnTo>
                  <a:lnTo>
                    <a:pt x="57827" y="293584"/>
                  </a:lnTo>
                  <a:lnTo>
                    <a:pt x="61889" y="296985"/>
                  </a:lnTo>
                  <a:lnTo>
                    <a:pt x="66056" y="300255"/>
                  </a:lnTo>
                  <a:lnTo>
                    <a:pt x="70324" y="303392"/>
                  </a:lnTo>
                  <a:lnTo>
                    <a:pt x="74690" y="306392"/>
                  </a:lnTo>
                  <a:lnTo>
                    <a:pt x="79149" y="309252"/>
                  </a:lnTo>
                  <a:lnTo>
                    <a:pt x="83696" y="311969"/>
                  </a:lnTo>
                  <a:lnTo>
                    <a:pt x="88327" y="314541"/>
                  </a:lnTo>
                  <a:lnTo>
                    <a:pt x="93037" y="316965"/>
                  </a:lnTo>
                  <a:lnTo>
                    <a:pt x="97821" y="319239"/>
                  </a:lnTo>
                  <a:lnTo>
                    <a:pt x="102675" y="321359"/>
                  </a:lnTo>
                  <a:lnTo>
                    <a:pt x="107594" y="323325"/>
                  </a:lnTo>
                  <a:lnTo>
                    <a:pt x="112573" y="325134"/>
                  </a:lnTo>
                  <a:lnTo>
                    <a:pt x="117607" y="326785"/>
                  </a:lnTo>
                  <a:lnTo>
                    <a:pt x="122690" y="328275"/>
                  </a:lnTo>
                  <a:lnTo>
                    <a:pt x="127818" y="329603"/>
                  </a:lnTo>
                  <a:lnTo>
                    <a:pt x="132985" y="330768"/>
                  </a:lnTo>
                  <a:lnTo>
                    <a:pt x="138187" y="331769"/>
                  </a:lnTo>
                  <a:lnTo>
                    <a:pt x="143418" y="332605"/>
                  </a:lnTo>
                  <a:lnTo>
                    <a:pt x="148673" y="333274"/>
                  </a:lnTo>
                  <a:lnTo>
                    <a:pt x="153946" y="333776"/>
                  </a:lnTo>
                  <a:lnTo>
                    <a:pt x="159232" y="334112"/>
                  </a:lnTo>
                  <a:lnTo>
                    <a:pt x="164527" y="334279"/>
                  </a:lnTo>
                  <a:lnTo>
                    <a:pt x="169824" y="334279"/>
                  </a:lnTo>
                  <a:lnTo>
                    <a:pt x="175119" y="334111"/>
                  </a:lnTo>
                  <a:lnTo>
                    <a:pt x="180405" y="333775"/>
                  </a:lnTo>
                  <a:lnTo>
                    <a:pt x="185678" y="333272"/>
                  </a:lnTo>
                  <a:lnTo>
                    <a:pt x="190933" y="332602"/>
                  </a:lnTo>
                  <a:lnTo>
                    <a:pt x="196164" y="331766"/>
                  </a:lnTo>
                  <a:lnTo>
                    <a:pt x="201366" y="330764"/>
                  </a:lnTo>
                  <a:lnTo>
                    <a:pt x="206533" y="329599"/>
                  </a:lnTo>
                  <a:lnTo>
                    <a:pt x="211661" y="328270"/>
                  </a:lnTo>
                  <a:lnTo>
                    <a:pt x="216744" y="326779"/>
                  </a:lnTo>
                  <a:lnTo>
                    <a:pt x="221777" y="325128"/>
                  </a:lnTo>
                  <a:lnTo>
                    <a:pt x="226756" y="323319"/>
                  </a:lnTo>
                  <a:lnTo>
                    <a:pt x="231674" y="321352"/>
                  </a:lnTo>
                  <a:lnTo>
                    <a:pt x="236528" y="319231"/>
                  </a:lnTo>
                  <a:lnTo>
                    <a:pt x="241312" y="316957"/>
                  </a:lnTo>
                  <a:lnTo>
                    <a:pt x="246022" y="314533"/>
                  </a:lnTo>
                  <a:lnTo>
                    <a:pt x="250653" y="311960"/>
                  </a:lnTo>
                  <a:lnTo>
                    <a:pt x="255200" y="309242"/>
                  </a:lnTo>
                  <a:lnTo>
                    <a:pt x="259658" y="306382"/>
                  </a:lnTo>
                  <a:lnTo>
                    <a:pt x="264024" y="303381"/>
                  </a:lnTo>
                  <a:lnTo>
                    <a:pt x="268292" y="300244"/>
                  </a:lnTo>
                  <a:lnTo>
                    <a:pt x="272459" y="296973"/>
                  </a:lnTo>
                  <a:lnTo>
                    <a:pt x="276520" y="293572"/>
                  </a:lnTo>
                  <a:lnTo>
                    <a:pt x="280471" y="290044"/>
                  </a:lnTo>
                  <a:lnTo>
                    <a:pt x="284308" y="286392"/>
                  </a:lnTo>
                  <a:lnTo>
                    <a:pt x="288028" y="282621"/>
                  </a:lnTo>
                  <a:lnTo>
                    <a:pt x="291626" y="278733"/>
                  </a:lnTo>
                  <a:lnTo>
                    <a:pt x="295100" y="274734"/>
                  </a:lnTo>
                  <a:lnTo>
                    <a:pt x="298445" y="270626"/>
                  </a:lnTo>
                  <a:lnTo>
                    <a:pt x="301658" y="266415"/>
                  </a:lnTo>
                  <a:lnTo>
                    <a:pt x="304736" y="262104"/>
                  </a:lnTo>
                  <a:lnTo>
                    <a:pt x="307676" y="257698"/>
                  </a:lnTo>
                  <a:lnTo>
                    <a:pt x="310475" y="253200"/>
                  </a:lnTo>
                  <a:lnTo>
                    <a:pt x="313130" y="248616"/>
                  </a:lnTo>
                  <a:lnTo>
                    <a:pt x="315638" y="243951"/>
                  </a:lnTo>
                  <a:lnTo>
                    <a:pt x="317998" y="239208"/>
                  </a:lnTo>
                  <a:lnTo>
                    <a:pt x="320206" y="234393"/>
                  </a:lnTo>
                  <a:lnTo>
                    <a:pt x="322260" y="229510"/>
                  </a:lnTo>
                  <a:lnTo>
                    <a:pt x="324158" y="224565"/>
                  </a:lnTo>
                  <a:lnTo>
                    <a:pt x="325899" y="219562"/>
                  </a:lnTo>
                  <a:lnTo>
                    <a:pt x="327481" y="214507"/>
                  </a:lnTo>
                  <a:lnTo>
                    <a:pt x="328901" y="209403"/>
                  </a:lnTo>
                  <a:lnTo>
                    <a:pt x="330159" y="204258"/>
                  </a:lnTo>
                  <a:lnTo>
                    <a:pt x="331254" y="199075"/>
                  </a:lnTo>
                  <a:lnTo>
                    <a:pt x="332184" y="193860"/>
                  </a:lnTo>
                  <a:lnTo>
                    <a:pt x="332947" y="188618"/>
                  </a:lnTo>
                  <a:lnTo>
                    <a:pt x="333545" y="183355"/>
                  </a:lnTo>
                  <a:lnTo>
                    <a:pt x="333975" y="178075"/>
                  </a:lnTo>
                  <a:lnTo>
                    <a:pt x="334238" y="172784"/>
                  </a:lnTo>
                  <a:lnTo>
                    <a:pt x="334334" y="167488"/>
                  </a:lnTo>
                  <a:lnTo>
                    <a:pt x="334261" y="162191"/>
                  </a:lnTo>
                  <a:lnTo>
                    <a:pt x="334020" y="156900"/>
                  </a:lnTo>
                  <a:lnTo>
                    <a:pt x="333612" y="151618"/>
                  </a:lnTo>
                  <a:lnTo>
                    <a:pt x="333037" y="146352"/>
                  </a:lnTo>
                  <a:lnTo>
                    <a:pt x="332296" y="141107"/>
                  </a:lnTo>
                  <a:lnTo>
                    <a:pt x="331388" y="135888"/>
                  </a:lnTo>
                  <a:lnTo>
                    <a:pt x="330316" y="130701"/>
                  </a:lnTo>
                  <a:lnTo>
                    <a:pt x="329080" y="125550"/>
                  </a:lnTo>
                  <a:lnTo>
                    <a:pt x="327681" y="120441"/>
                  </a:lnTo>
                  <a:lnTo>
                    <a:pt x="326121" y="115379"/>
                  </a:lnTo>
                  <a:lnTo>
                    <a:pt x="324401" y="110368"/>
                  </a:lnTo>
                  <a:lnTo>
                    <a:pt x="322524" y="105415"/>
                  </a:lnTo>
                  <a:lnTo>
                    <a:pt x="320490" y="100524"/>
                  </a:lnTo>
                  <a:lnTo>
                    <a:pt x="318303" y="95699"/>
                  </a:lnTo>
                  <a:lnTo>
                    <a:pt x="315964" y="90946"/>
                  </a:lnTo>
                  <a:lnTo>
                    <a:pt x="313475" y="86270"/>
                  </a:lnTo>
                  <a:lnTo>
                    <a:pt x="310840" y="81675"/>
                  </a:lnTo>
                  <a:lnTo>
                    <a:pt x="308060" y="77166"/>
                  </a:lnTo>
                  <a:lnTo>
                    <a:pt x="305139" y="72747"/>
                  </a:lnTo>
                  <a:lnTo>
                    <a:pt x="302079" y="68423"/>
                  </a:lnTo>
                  <a:lnTo>
                    <a:pt x="298884" y="64198"/>
                  </a:lnTo>
                  <a:lnTo>
                    <a:pt x="295556" y="60076"/>
                  </a:lnTo>
                  <a:lnTo>
                    <a:pt x="292100" y="56062"/>
                  </a:lnTo>
                  <a:lnTo>
                    <a:pt x="288518" y="52160"/>
                  </a:lnTo>
                  <a:lnTo>
                    <a:pt x="284814" y="48372"/>
                  </a:lnTo>
                  <a:lnTo>
                    <a:pt x="280992" y="44705"/>
                  </a:lnTo>
                  <a:lnTo>
                    <a:pt x="277056" y="41160"/>
                  </a:lnTo>
                  <a:lnTo>
                    <a:pt x="273010" y="37741"/>
                  </a:lnTo>
                  <a:lnTo>
                    <a:pt x="268857" y="34453"/>
                  </a:lnTo>
                  <a:lnTo>
                    <a:pt x="264602" y="31297"/>
                  </a:lnTo>
                  <a:lnTo>
                    <a:pt x="260249" y="28278"/>
                  </a:lnTo>
                  <a:lnTo>
                    <a:pt x="255803" y="25399"/>
                  </a:lnTo>
                  <a:lnTo>
                    <a:pt x="251268" y="22662"/>
                  </a:lnTo>
                  <a:lnTo>
                    <a:pt x="246648" y="20069"/>
                  </a:lnTo>
                  <a:lnTo>
                    <a:pt x="241949" y="17625"/>
                  </a:lnTo>
                  <a:lnTo>
                    <a:pt x="237174" y="15331"/>
                  </a:lnTo>
                  <a:lnTo>
                    <a:pt x="232330" y="13189"/>
                  </a:lnTo>
                  <a:lnTo>
                    <a:pt x="227419" y="11201"/>
                  </a:lnTo>
                  <a:lnTo>
                    <a:pt x="167167" y="1671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2911194"/>
              <a:ext cx="60252" cy="167167"/>
            </a:xfrm>
            <a:custGeom>
              <a:avLst/>
              <a:pathLst>
                <a:path w="60252" h="167167">
                  <a:moveTo>
                    <a:pt x="60252" y="11236"/>
                  </a:moveTo>
                  <a:lnTo>
                    <a:pt x="54463" y="9120"/>
                  </a:lnTo>
                  <a:lnTo>
                    <a:pt x="48599" y="7220"/>
                  </a:lnTo>
                  <a:lnTo>
                    <a:pt x="42670" y="5537"/>
                  </a:lnTo>
                  <a:lnTo>
                    <a:pt x="36683" y="4074"/>
                  </a:lnTo>
                  <a:lnTo>
                    <a:pt x="30645" y="2833"/>
                  </a:lnTo>
                  <a:lnTo>
                    <a:pt x="24566" y="1815"/>
                  </a:lnTo>
                  <a:lnTo>
                    <a:pt x="18454" y="1021"/>
                  </a:lnTo>
                  <a:lnTo>
                    <a:pt x="12316" y="454"/>
                  </a:lnTo>
                  <a:lnTo>
                    <a:pt x="6162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10144" y="3429590"/>
              <a:ext cx="15836" cy="167167"/>
            </a:xfrm>
            <a:custGeom>
              <a:avLst/>
              <a:pathLst>
                <a:path w="15836" h="167167">
                  <a:moveTo>
                    <a:pt x="15836" y="0"/>
                  </a:moveTo>
                  <a:lnTo>
                    <a:pt x="7909" y="188"/>
                  </a:lnTo>
                  <a:lnTo>
                    <a:pt x="0" y="751"/>
                  </a:lnTo>
                  <a:lnTo>
                    <a:pt x="1583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10144" y="3430342"/>
              <a:ext cx="15836" cy="166415"/>
            </a:xfrm>
            <a:custGeom>
              <a:avLst/>
              <a:pathLst>
                <a:path w="15836" h="166415">
                  <a:moveTo>
                    <a:pt x="0" y="0"/>
                  </a:moveTo>
                  <a:lnTo>
                    <a:pt x="15836" y="166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10144" y="3430342"/>
              <a:ext cx="15836" cy="166415"/>
            </a:xfrm>
            <a:custGeom>
              <a:avLst/>
              <a:pathLst>
                <a:path w="15836" h="166415">
                  <a:moveTo>
                    <a:pt x="0" y="0"/>
                  </a:moveTo>
                  <a:lnTo>
                    <a:pt x="15836" y="166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10144" y="3430342"/>
              <a:ext cx="15836" cy="166415"/>
            </a:xfrm>
            <a:custGeom>
              <a:avLst/>
              <a:pathLst>
                <a:path w="15836" h="166415">
                  <a:moveTo>
                    <a:pt x="0" y="0"/>
                  </a:moveTo>
                  <a:lnTo>
                    <a:pt x="15836" y="1664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10144" y="3430342"/>
              <a:ext cx="15836" cy="166415"/>
            </a:xfrm>
            <a:custGeom>
              <a:avLst/>
              <a:pathLst>
                <a:path w="15836" h="166415">
                  <a:moveTo>
                    <a:pt x="0" y="0"/>
                  </a:moveTo>
                  <a:lnTo>
                    <a:pt x="15836" y="166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10144" y="3430342"/>
              <a:ext cx="15836" cy="166415"/>
            </a:xfrm>
            <a:custGeom>
              <a:avLst/>
              <a:pathLst>
                <a:path w="15836" h="166415">
                  <a:moveTo>
                    <a:pt x="0" y="0"/>
                  </a:moveTo>
                  <a:lnTo>
                    <a:pt x="15836" y="166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10144" y="3430342"/>
              <a:ext cx="15836" cy="166415"/>
            </a:xfrm>
            <a:custGeom>
              <a:avLst/>
              <a:pathLst>
                <a:path w="15836" h="166415">
                  <a:moveTo>
                    <a:pt x="0" y="0"/>
                  </a:moveTo>
                  <a:lnTo>
                    <a:pt x="15836" y="1664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10144" y="3430342"/>
              <a:ext cx="15836" cy="166415"/>
            </a:xfrm>
            <a:custGeom>
              <a:avLst/>
              <a:pathLst>
                <a:path w="15836" h="166415">
                  <a:moveTo>
                    <a:pt x="0" y="0"/>
                  </a:moveTo>
                  <a:lnTo>
                    <a:pt x="15836" y="166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10144" y="3430342"/>
              <a:ext cx="15836" cy="166415"/>
            </a:xfrm>
            <a:custGeom>
              <a:avLst/>
              <a:pathLst>
                <a:path w="15836" h="166415">
                  <a:moveTo>
                    <a:pt x="0" y="0"/>
                  </a:moveTo>
                  <a:lnTo>
                    <a:pt x="15836" y="166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10144" y="3430342"/>
              <a:ext cx="15836" cy="166415"/>
            </a:xfrm>
            <a:custGeom>
              <a:avLst/>
              <a:pathLst>
                <a:path w="15836" h="166415">
                  <a:moveTo>
                    <a:pt x="0" y="0"/>
                  </a:moveTo>
                  <a:lnTo>
                    <a:pt x="15836" y="166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10144" y="3430342"/>
              <a:ext cx="15836" cy="166415"/>
            </a:xfrm>
            <a:custGeom>
              <a:avLst/>
              <a:pathLst>
                <a:path w="15836" h="166415">
                  <a:moveTo>
                    <a:pt x="0" y="0"/>
                  </a:moveTo>
                  <a:lnTo>
                    <a:pt x="15836" y="166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10144" y="3430342"/>
              <a:ext cx="15836" cy="166415"/>
            </a:xfrm>
            <a:custGeom>
              <a:avLst/>
              <a:pathLst>
                <a:path w="15836" h="166415">
                  <a:moveTo>
                    <a:pt x="0" y="0"/>
                  </a:moveTo>
                  <a:lnTo>
                    <a:pt x="15836" y="1664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10144" y="3430342"/>
              <a:ext cx="15836" cy="166415"/>
            </a:xfrm>
            <a:custGeom>
              <a:avLst/>
              <a:pathLst>
                <a:path w="15836" h="166415">
                  <a:moveTo>
                    <a:pt x="0" y="0"/>
                  </a:moveTo>
                  <a:lnTo>
                    <a:pt x="15836" y="1664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358833" y="3430342"/>
              <a:ext cx="334298" cy="333582"/>
            </a:xfrm>
            <a:custGeom>
              <a:avLst/>
              <a:pathLst>
                <a:path w="334298" h="333582">
                  <a:moveTo>
                    <a:pt x="151311" y="0"/>
                  </a:moveTo>
                  <a:lnTo>
                    <a:pt x="146036" y="586"/>
                  </a:lnTo>
                  <a:lnTo>
                    <a:pt x="140783" y="1340"/>
                  </a:lnTo>
                  <a:lnTo>
                    <a:pt x="135556" y="2260"/>
                  </a:lnTo>
                  <a:lnTo>
                    <a:pt x="130361" y="3345"/>
                  </a:lnTo>
                  <a:lnTo>
                    <a:pt x="125203" y="4595"/>
                  </a:lnTo>
                  <a:lnTo>
                    <a:pt x="120088" y="6008"/>
                  </a:lnTo>
                  <a:lnTo>
                    <a:pt x="115019" y="7583"/>
                  </a:lnTo>
                  <a:lnTo>
                    <a:pt x="110004" y="9318"/>
                  </a:lnTo>
                  <a:lnTo>
                    <a:pt x="105046" y="11211"/>
                  </a:lnTo>
                  <a:lnTo>
                    <a:pt x="100150" y="13260"/>
                  </a:lnTo>
                  <a:lnTo>
                    <a:pt x="95323" y="15464"/>
                  </a:lnTo>
                  <a:lnTo>
                    <a:pt x="90567" y="17820"/>
                  </a:lnTo>
                  <a:lnTo>
                    <a:pt x="85889" y="20326"/>
                  </a:lnTo>
                  <a:lnTo>
                    <a:pt x="81292" y="22979"/>
                  </a:lnTo>
                  <a:lnTo>
                    <a:pt x="76782" y="25777"/>
                  </a:lnTo>
                  <a:lnTo>
                    <a:pt x="72364" y="28716"/>
                  </a:lnTo>
                  <a:lnTo>
                    <a:pt x="68040" y="31794"/>
                  </a:lnTo>
                  <a:lnTo>
                    <a:pt x="63817" y="35008"/>
                  </a:lnTo>
                  <a:lnTo>
                    <a:pt x="59698" y="38354"/>
                  </a:lnTo>
                  <a:lnTo>
                    <a:pt x="55687" y="41829"/>
                  </a:lnTo>
                  <a:lnTo>
                    <a:pt x="51788" y="45430"/>
                  </a:lnTo>
                  <a:lnTo>
                    <a:pt x="48006" y="49153"/>
                  </a:lnTo>
                  <a:lnTo>
                    <a:pt x="44344" y="52994"/>
                  </a:lnTo>
                  <a:lnTo>
                    <a:pt x="40805" y="56950"/>
                  </a:lnTo>
                  <a:lnTo>
                    <a:pt x="37394" y="61015"/>
                  </a:lnTo>
                  <a:lnTo>
                    <a:pt x="34114" y="65187"/>
                  </a:lnTo>
                  <a:lnTo>
                    <a:pt x="30967" y="69461"/>
                  </a:lnTo>
                  <a:lnTo>
                    <a:pt x="27958" y="73833"/>
                  </a:lnTo>
                  <a:lnTo>
                    <a:pt x="25090" y="78298"/>
                  </a:lnTo>
                  <a:lnTo>
                    <a:pt x="22364" y="82852"/>
                  </a:lnTo>
                  <a:lnTo>
                    <a:pt x="19784" y="87490"/>
                  </a:lnTo>
                  <a:lnTo>
                    <a:pt x="17353" y="92207"/>
                  </a:lnTo>
                  <a:lnTo>
                    <a:pt x="15073" y="96999"/>
                  </a:lnTo>
                  <a:lnTo>
                    <a:pt x="12946" y="101862"/>
                  </a:lnTo>
                  <a:lnTo>
                    <a:pt x="10975" y="106789"/>
                  </a:lnTo>
                  <a:lnTo>
                    <a:pt x="9161" y="111777"/>
                  </a:lnTo>
                  <a:lnTo>
                    <a:pt x="7506" y="116819"/>
                  </a:lnTo>
                  <a:lnTo>
                    <a:pt x="6012" y="121912"/>
                  </a:lnTo>
                  <a:lnTo>
                    <a:pt x="4681" y="127049"/>
                  </a:lnTo>
                  <a:lnTo>
                    <a:pt x="3513" y="132226"/>
                  </a:lnTo>
                  <a:lnTo>
                    <a:pt x="2510" y="137438"/>
                  </a:lnTo>
                  <a:lnTo>
                    <a:pt x="1673" y="142678"/>
                  </a:lnTo>
                  <a:lnTo>
                    <a:pt x="1003" y="147943"/>
                  </a:lnTo>
                  <a:lnTo>
                    <a:pt x="501" y="153226"/>
                  </a:lnTo>
                  <a:lnTo>
                    <a:pt x="166" y="158523"/>
                  </a:lnTo>
                  <a:lnTo>
                    <a:pt x="0" y="163827"/>
                  </a:lnTo>
                  <a:lnTo>
                    <a:pt x="2" y="169135"/>
                  </a:lnTo>
                  <a:lnTo>
                    <a:pt x="172" y="174439"/>
                  </a:lnTo>
                  <a:lnTo>
                    <a:pt x="511" y="179735"/>
                  </a:lnTo>
                  <a:lnTo>
                    <a:pt x="1018" y="185018"/>
                  </a:lnTo>
                  <a:lnTo>
                    <a:pt x="1692" y="190282"/>
                  </a:lnTo>
                  <a:lnTo>
                    <a:pt x="2533" y="195522"/>
                  </a:lnTo>
                  <a:lnTo>
                    <a:pt x="3540" y="200733"/>
                  </a:lnTo>
                  <a:lnTo>
                    <a:pt x="4712" y="205909"/>
                  </a:lnTo>
                  <a:lnTo>
                    <a:pt x="6047" y="211046"/>
                  </a:lnTo>
                  <a:lnTo>
                    <a:pt x="7545" y="216137"/>
                  </a:lnTo>
                  <a:lnTo>
                    <a:pt x="9204" y="221178"/>
                  </a:lnTo>
                  <a:lnTo>
                    <a:pt x="11022" y="226164"/>
                  </a:lnTo>
                  <a:lnTo>
                    <a:pt x="12997" y="231090"/>
                  </a:lnTo>
                  <a:lnTo>
                    <a:pt x="15128" y="235951"/>
                  </a:lnTo>
                  <a:lnTo>
                    <a:pt x="17412" y="240741"/>
                  </a:lnTo>
                  <a:lnTo>
                    <a:pt x="19847" y="245457"/>
                  </a:lnTo>
                  <a:lnTo>
                    <a:pt x="22430" y="250093"/>
                  </a:lnTo>
                  <a:lnTo>
                    <a:pt x="25159" y="254644"/>
                  </a:lnTo>
                  <a:lnTo>
                    <a:pt x="28031" y="259107"/>
                  </a:lnTo>
                  <a:lnTo>
                    <a:pt x="31044" y="263476"/>
                  </a:lnTo>
                  <a:lnTo>
                    <a:pt x="34193" y="267748"/>
                  </a:lnTo>
                  <a:lnTo>
                    <a:pt x="37477" y="271917"/>
                  </a:lnTo>
                  <a:lnTo>
                    <a:pt x="40891" y="275980"/>
                  </a:lnTo>
                  <a:lnTo>
                    <a:pt x="44433" y="279933"/>
                  </a:lnTo>
                  <a:lnTo>
                    <a:pt x="48098" y="283771"/>
                  </a:lnTo>
                  <a:lnTo>
                    <a:pt x="51884" y="287491"/>
                  </a:lnTo>
                  <a:lnTo>
                    <a:pt x="55785" y="291089"/>
                  </a:lnTo>
                  <a:lnTo>
                    <a:pt x="59799" y="294561"/>
                  </a:lnTo>
                  <a:lnTo>
                    <a:pt x="63921" y="297904"/>
                  </a:lnTo>
                  <a:lnTo>
                    <a:pt x="68146" y="301114"/>
                  </a:lnTo>
                  <a:lnTo>
                    <a:pt x="72472" y="304189"/>
                  </a:lnTo>
                  <a:lnTo>
                    <a:pt x="76893" y="307125"/>
                  </a:lnTo>
                  <a:lnTo>
                    <a:pt x="81405" y="309919"/>
                  </a:lnTo>
                  <a:lnTo>
                    <a:pt x="86004" y="312568"/>
                  </a:lnTo>
                  <a:lnTo>
                    <a:pt x="90684" y="315070"/>
                  </a:lnTo>
                  <a:lnTo>
                    <a:pt x="95442" y="317423"/>
                  </a:lnTo>
                  <a:lnTo>
                    <a:pt x="100271" y="319623"/>
                  </a:lnTo>
                  <a:lnTo>
                    <a:pt x="105168" y="321668"/>
                  </a:lnTo>
                  <a:lnTo>
                    <a:pt x="110128" y="323558"/>
                  </a:lnTo>
                  <a:lnTo>
                    <a:pt x="115145" y="325288"/>
                  </a:lnTo>
                  <a:lnTo>
                    <a:pt x="120214" y="326859"/>
                  </a:lnTo>
                  <a:lnTo>
                    <a:pt x="125331" y="328268"/>
                  </a:lnTo>
                  <a:lnTo>
                    <a:pt x="130490" y="329514"/>
                  </a:lnTo>
                  <a:lnTo>
                    <a:pt x="135685" y="330595"/>
                  </a:lnTo>
                  <a:lnTo>
                    <a:pt x="140913" y="331511"/>
                  </a:lnTo>
                  <a:lnTo>
                    <a:pt x="146167" y="332261"/>
                  </a:lnTo>
                  <a:lnTo>
                    <a:pt x="151442" y="332843"/>
                  </a:lnTo>
                  <a:lnTo>
                    <a:pt x="156733" y="333258"/>
                  </a:lnTo>
                  <a:lnTo>
                    <a:pt x="162034" y="333504"/>
                  </a:lnTo>
                  <a:lnTo>
                    <a:pt x="167341" y="333582"/>
                  </a:lnTo>
                  <a:lnTo>
                    <a:pt x="172647" y="333492"/>
                  </a:lnTo>
                  <a:lnTo>
                    <a:pt x="177948" y="333233"/>
                  </a:lnTo>
                  <a:lnTo>
                    <a:pt x="183238" y="332806"/>
                  </a:lnTo>
                  <a:lnTo>
                    <a:pt x="188512" y="332212"/>
                  </a:lnTo>
                  <a:lnTo>
                    <a:pt x="193764" y="331450"/>
                  </a:lnTo>
                  <a:lnTo>
                    <a:pt x="198989" y="330522"/>
                  </a:lnTo>
                  <a:lnTo>
                    <a:pt x="204182" y="329428"/>
                  </a:lnTo>
                  <a:lnTo>
                    <a:pt x="209338" y="328171"/>
                  </a:lnTo>
                  <a:lnTo>
                    <a:pt x="214452" y="326750"/>
                  </a:lnTo>
                  <a:lnTo>
                    <a:pt x="219517" y="325167"/>
                  </a:lnTo>
                  <a:lnTo>
                    <a:pt x="224530" y="323425"/>
                  </a:lnTo>
                  <a:lnTo>
                    <a:pt x="229485" y="321524"/>
                  </a:lnTo>
                  <a:lnTo>
                    <a:pt x="234378" y="319467"/>
                  </a:lnTo>
                  <a:lnTo>
                    <a:pt x="239202" y="317256"/>
                  </a:lnTo>
                  <a:lnTo>
                    <a:pt x="243954" y="314893"/>
                  </a:lnTo>
                  <a:lnTo>
                    <a:pt x="248629" y="312380"/>
                  </a:lnTo>
                  <a:lnTo>
                    <a:pt x="253221" y="309720"/>
                  </a:lnTo>
                  <a:lnTo>
                    <a:pt x="257727" y="306915"/>
                  </a:lnTo>
                  <a:lnTo>
                    <a:pt x="262141" y="303969"/>
                  </a:lnTo>
                  <a:lnTo>
                    <a:pt x="266459" y="300884"/>
                  </a:lnTo>
                  <a:lnTo>
                    <a:pt x="270678" y="297664"/>
                  </a:lnTo>
                  <a:lnTo>
                    <a:pt x="274792" y="294312"/>
                  </a:lnTo>
                  <a:lnTo>
                    <a:pt x="278798" y="290830"/>
                  </a:lnTo>
                  <a:lnTo>
                    <a:pt x="282691" y="287223"/>
                  </a:lnTo>
                  <a:lnTo>
                    <a:pt x="286467" y="283495"/>
                  </a:lnTo>
                  <a:lnTo>
                    <a:pt x="290124" y="279648"/>
                  </a:lnTo>
                  <a:lnTo>
                    <a:pt x="293656" y="275687"/>
                  </a:lnTo>
                  <a:lnTo>
                    <a:pt x="297061" y="271616"/>
                  </a:lnTo>
                  <a:lnTo>
                    <a:pt x="300335" y="267439"/>
                  </a:lnTo>
                  <a:lnTo>
                    <a:pt x="303475" y="263161"/>
                  </a:lnTo>
                  <a:lnTo>
                    <a:pt x="306477" y="258784"/>
                  </a:lnTo>
                  <a:lnTo>
                    <a:pt x="309339" y="254315"/>
                  </a:lnTo>
                  <a:lnTo>
                    <a:pt x="312058" y="249757"/>
                  </a:lnTo>
                  <a:lnTo>
                    <a:pt x="314630" y="245115"/>
                  </a:lnTo>
                  <a:lnTo>
                    <a:pt x="317054" y="240394"/>
                  </a:lnTo>
                  <a:lnTo>
                    <a:pt x="319327" y="235598"/>
                  </a:lnTo>
                  <a:lnTo>
                    <a:pt x="321446" y="230732"/>
                  </a:lnTo>
                  <a:lnTo>
                    <a:pt x="323410" y="225802"/>
                  </a:lnTo>
                  <a:lnTo>
                    <a:pt x="325216" y="220812"/>
                  </a:lnTo>
                  <a:lnTo>
                    <a:pt x="326863" y="215767"/>
                  </a:lnTo>
                  <a:lnTo>
                    <a:pt x="328350" y="210672"/>
                  </a:lnTo>
                  <a:lnTo>
                    <a:pt x="329673" y="205532"/>
                  </a:lnTo>
                  <a:lnTo>
                    <a:pt x="330833" y="200354"/>
                  </a:lnTo>
                  <a:lnTo>
                    <a:pt x="331828" y="195141"/>
                  </a:lnTo>
                  <a:lnTo>
                    <a:pt x="332657" y="189899"/>
                  </a:lnTo>
                  <a:lnTo>
                    <a:pt x="333319" y="184633"/>
                  </a:lnTo>
                  <a:lnTo>
                    <a:pt x="333813" y="179349"/>
                  </a:lnTo>
                  <a:lnTo>
                    <a:pt x="334140" y="174052"/>
                  </a:lnTo>
                  <a:lnTo>
                    <a:pt x="334298" y="168747"/>
                  </a:lnTo>
                  <a:lnTo>
                    <a:pt x="334288" y="163440"/>
                  </a:lnTo>
                  <a:lnTo>
                    <a:pt x="334109" y="158136"/>
                  </a:lnTo>
                  <a:lnTo>
                    <a:pt x="333762" y="152840"/>
                  </a:lnTo>
                  <a:lnTo>
                    <a:pt x="333247" y="147558"/>
                  </a:lnTo>
                  <a:lnTo>
                    <a:pt x="332565" y="142295"/>
                  </a:lnTo>
                  <a:lnTo>
                    <a:pt x="331716" y="137056"/>
                  </a:lnTo>
                  <a:lnTo>
                    <a:pt x="330701" y="131847"/>
                  </a:lnTo>
                  <a:lnTo>
                    <a:pt x="329521" y="126672"/>
                  </a:lnTo>
                  <a:lnTo>
                    <a:pt x="328178" y="121538"/>
                  </a:lnTo>
                  <a:lnTo>
                    <a:pt x="326672" y="116449"/>
                  </a:lnTo>
                  <a:lnTo>
                    <a:pt x="325006" y="111410"/>
                  </a:lnTo>
                  <a:lnTo>
                    <a:pt x="323180" y="106427"/>
                  </a:lnTo>
                  <a:lnTo>
                    <a:pt x="321197" y="101504"/>
                  </a:lnTo>
                  <a:lnTo>
                    <a:pt x="319059" y="96647"/>
                  </a:lnTo>
                  <a:lnTo>
                    <a:pt x="316768" y="91860"/>
                  </a:lnTo>
                  <a:lnTo>
                    <a:pt x="314326" y="87148"/>
                  </a:lnTo>
                  <a:lnTo>
                    <a:pt x="311736" y="82516"/>
                  </a:lnTo>
                  <a:lnTo>
                    <a:pt x="309000" y="77969"/>
                  </a:lnTo>
                  <a:lnTo>
                    <a:pt x="306120" y="73510"/>
                  </a:lnTo>
                  <a:lnTo>
                    <a:pt x="303101" y="69146"/>
                  </a:lnTo>
                  <a:lnTo>
                    <a:pt x="299945" y="64879"/>
                  </a:lnTo>
                  <a:lnTo>
                    <a:pt x="296655" y="60715"/>
                  </a:lnTo>
                  <a:lnTo>
                    <a:pt x="293235" y="56657"/>
                  </a:lnTo>
                  <a:lnTo>
                    <a:pt x="289687" y="52710"/>
                  </a:lnTo>
                  <a:lnTo>
                    <a:pt x="286016" y="48877"/>
                  </a:lnTo>
                  <a:lnTo>
                    <a:pt x="282225" y="45163"/>
                  </a:lnTo>
                  <a:lnTo>
                    <a:pt x="278318" y="41571"/>
                  </a:lnTo>
                  <a:lnTo>
                    <a:pt x="274299" y="38105"/>
                  </a:lnTo>
                  <a:lnTo>
                    <a:pt x="270172" y="34769"/>
                  </a:lnTo>
                  <a:lnTo>
                    <a:pt x="265941" y="31565"/>
                  </a:lnTo>
                  <a:lnTo>
                    <a:pt x="261611" y="28496"/>
                  </a:lnTo>
                  <a:lnTo>
                    <a:pt x="257185" y="25567"/>
                  </a:lnTo>
                  <a:lnTo>
                    <a:pt x="252669" y="22780"/>
                  </a:lnTo>
                  <a:lnTo>
                    <a:pt x="167147" y="1664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429590"/>
              <a:ext cx="85521" cy="167167"/>
            </a:xfrm>
            <a:custGeom>
              <a:avLst/>
              <a:pathLst>
                <a:path w="85521" h="167167">
                  <a:moveTo>
                    <a:pt x="85521" y="23532"/>
                  </a:moveTo>
                  <a:lnTo>
                    <a:pt x="80653" y="20743"/>
                  </a:lnTo>
                  <a:lnTo>
                    <a:pt x="75694" y="18119"/>
                  </a:lnTo>
                  <a:lnTo>
                    <a:pt x="70649" y="15663"/>
                  </a:lnTo>
                  <a:lnTo>
                    <a:pt x="65525" y="13377"/>
                  </a:lnTo>
                  <a:lnTo>
                    <a:pt x="60327" y="11265"/>
                  </a:lnTo>
                  <a:lnTo>
                    <a:pt x="55061" y="9328"/>
                  </a:lnTo>
                  <a:lnTo>
                    <a:pt x="49734" y="7569"/>
                  </a:lnTo>
                  <a:lnTo>
                    <a:pt x="44350" y="5990"/>
                  </a:lnTo>
                  <a:lnTo>
                    <a:pt x="38916" y="4592"/>
                  </a:lnTo>
                  <a:lnTo>
                    <a:pt x="33438" y="3378"/>
                  </a:lnTo>
                  <a:lnTo>
                    <a:pt x="27923" y="2348"/>
                  </a:lnTo>
                  <a:lnTo>
                    <a:pt x="22376" y="1504"/>
                  </a:lnTo>
                  <a:lnTo>
                    <a:pt x="16804" y="846"/>
                  </a:lnTo>
                  <a:lnTo>
                    <a:pt x="11213" y="376"/>
                  </a:lnTo>
                  <a:lnTo>
                    <a:pt x="5609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2050" y="3934012"/>
              <a:ext cx="3683" cy="167167"/>
            </a:xfrm>
            <a:custGeom>
              <a:avLst/>
              <a:pathLst>
                <a:path w="3683" h="167167">
                  <a:moveTo>
                    <a:pt x="3683" y="0"/>
                  </a:moveTo>
                  <a:lnTo>
                    <a:pt x="0" y="40"/>
                  </a:lnTo>
                  <a:lnTo>
                    <a:pt x="368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2050" y="3934053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2050" y="3934053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2050" y="3934053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050" y="3934053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050" y="3934053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050" y="3934053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2050" y="3934053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2050" y="3934053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2050" y="3934053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2050" y="3934053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2050" y="3934053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478567" y="3934053"/>
              <a:ext cx="334333" cy="334276"/>
            </a:xfrm>
            <a:custGeom>
              <a:avLst/>
              <a:pathLst>
                <a:path w="334333" h="334276">
                  <a:moveTo>
                    <a:pt x="163482" y="0"/>
                  </a:moveTo>
                  <a:lnTo>
                    <a:pt x="158190" y="200"/>
                  </a:lnTo>
                  <a:lnTo>
                    <a:pt x="152907" y="568"/>
                  </a:lnTo>
                  <a:lnTo>
                    <a:pt x="147638" y="1103"/>
                  </a:lnTo>
                  <a:lnTo>
                    <a:pt x="142389" y="1805"/>
                  </a:lnTo>
                  <a:lnTo>
                    <a:pt x="137164" y="2673"/>
                  </a:lnTo>
                  <a:lnTo>
                    <a:pt x="131970" y="3706"/>
                  </a:lnTo>
                  <a:lnTo>
                    <a:pt x="126811" y="4903"/>
                  </a:lnTo>
                  <a:lnTo>
                    <a:pt x="121693" y="6263"/>
                  </a:lnTo>
                  <a:lnTo>
                    <a:pt x="116620" y="7784"/>
                  </a:lnTo>
                  <a:lnTo>
                    <a:pt x="111598" y="9465"/>
                  </a:lnTo>
                  <a:lnTo>
                    <a:pt x="106632" y="11304"/>
                  </a:lnTo>
                  <a:lnTo>
                    <a:pt x="101726" y="13300"/>
                  </a:lnTo>
                  <a:lnTo>
                    <a:pt x="96886" y="15450"/>
                  </a:lnTo>
                  <a:lnTo>
                    <a:pt x="92117" y="17752"/>
                  </a:lnTo>
                  <a:lnTo>
                    <a:pt x="87423" y="20205"/>
                  </a:lnTo>
                  <a:lnTo>
                    <a:pt x="82809" y="22804"/>
                  </a:lnTo>
                  <a:lnTo>
                    <a:pt x="78279" y="25549"/>
                  </a:lnTo>
                  <a:lnTo>
                    <a:pt x="73839" y="28436"/>
                  </a:lnTo>
                  <a:lnTo>
                    <a:pt x="69493" y="31461"/>
                  </a:lnTo>
                  <a:lnTo>
                    <a:pt x="65245" y="34623"/>
                  </a:lnTo>
                  <a:lnTo>
                    <a:pt x="61098" y="37919"/>
                  </a:lnTo>
                  <a:lnTo>
                    <a:pt x="57059" y="41343"/>
                  </a:lnTo>
                  <a:lnTo>
                    <a:pt x="53130" y="44894"/>
                  </a:lnTo>
                  <a:lnTo>
                    <a:pt x="49315" y="48568"/>
                  </a:lnTo>
                  <a:lnTo>
                    <a:pt x="45619" y="52360"/>
                  </a:lnTo>
                  <a:lnTo>
                    <a:pt x="42044" y="56268"/>
                  </a:lnTo>
                  <a:lnTo>
                    <a:pt x="38595" y="60287"/>
                  </a:lnTo>
                  <a:lnTo>
                    <a:pt x="35276" y="64414"/>
                  </a:lnTo>
                  <a:lnTo>
                    <a:pt x="32088" y="68643"/>
                  </a:lnTo>
                  <a:lnTo>
                    <a:pt x="29036" y="72971"/>
                  </a:lnTo>
                  <a:lnTo>
                    <a:pt x="26123" y="77394"/>
                  </a:lnTo>
                  <a:lnTo>
                    <a:pt x="23351" y="81907"/>
                  </a:lnTo>
                  <a:lnTo>
                    <a:pt x="20724" y="86505"/>
                  </a:lnTo>
                  <a:lnTo>
                    <a:pt x="18244" y="91184"/>
                  </a:lnTo>
                  <a:lnTo>
                    <a:pt x="15913" y="95940"/>
                  </a:lnTo>
                  <a:lnTo>
                    <a:pt x="13734" y="100767"/>
                  </a:lnTo>
                  <a:lnTo>
                    <a:pt x="11709" y="105660"/>
                  </a:lnTo>
                  <a:lnTo>
                    <a:pt x="9840" y="110615"/>
                  </a:lnTo>
                  <a:lnTo>
                    <a:pt x="8129" y="115627"/>
                  </a:lnTo>
                  <a:lnTo>
                    <a:pt x="6577" y="120691"/>
                  </a:lnTo>
                  <a:lnTo>
                    <a:pt x="5187" y="125801"/>
                  </a:lnTo>
                  <a:lnTo>
                    <a:pt x="3959" y="130953"/>
                  </a:lnTo>
                  <a:lnTo>
                    <a:pt x="2895" y="136141"/>
                  </a:lnTo>
                  <a:lnTo>
                    <a:pt x="1996" y="141360"/>
                  </a:lnTo>
                  <a:lnTo>
                    <a:pt x="1263" y="146605"/>
                  </a:lnTo>
                  <a:lnTo>
                    <a:pt x="696" y="151871"/>
                  </a:lnTo>
                  <a:lnTo>
                    <a:pt x="296" y="157151"/>
                  </a:lnTo>
                  <a:lnTo>
                    <a:pt x="64" y="162442"/>
                  </a:lnTo>
                  <a:lnTo>
                    <a:pt x="0" y="167738"/>
                  </a:lnTo>
                  <a:lnTo>
                    <a:pt x="103" y="173033"/>
                  </a:lnTo>
                  <a:lnTo>
                    <a:pt x="374" y="178322"/>
                  </a:lnTo>
                  <a:lnTo>
                    <a:pt x="812" y="183600"/>
                  </a:lnTo>
                  <a:lnTo>
                    <a:pt x="1417" y="188861"/>
                  </a:lnTo>
                  <a:lnTo>
                    <a:pt x="2189" y="194101"/>
                  </a:lnTo>
                  <a:lnTo>
                    <a:pt x="3126" y="199313"/>
                  </a:lnTo>
                  <a:lnTo>
                    <a:pt x="4228" y="204493"/>
                  </a:lnTo>
                  <a:lnTo>
                    <a:pt x="5494" y="209636"/>
                  </a:lnTo>
                  <a:lnTo>
                    <a:pt x="6921" y="214735"/>
                  </a:lnTo>
                  <a:lnTo>
                    <a:pt x="8510" y="219788"/>
                  </a:lnTo>
                  <a:lnTo>
                    <a:pt x="10258" y="224787"/>
                  </a:lnTo>
                  <a:lnTo>
                    <a:pt x="12163" y="229728"/>
                  </a:lnTo>
                  <a:lnTo>
                    <a:pt x="14224" y="234607"/>
                  </a:lnTo>
                  <a:lnTo>
                    <a:pt x="16438" y="239418"/>
                  </a:lnTo>
                  <a:lnTo>
                    <a:pt x="18803" y="244156"/>
                  </a:lnTo>
                  <a:lnTo>
                    <a:pt x="21318" y="248817"/>
                  </a:lnTo>
                  <a:lnTo>
                    <a:pt x="23979" y="253396"/>
                  </a:lnTo>
                  <a:lnTo>
                    <a:pt x="26783" y="257888"/>
                  </a:lnTo>
                  <a:lnTo>
                    <a:pt x="29729" y="262290"/>
                  </a:lnTo>
                  <a:lnTo>
                    <a:pt x="32812" y="266595"/>
                  </a:lnTo>
                  <a:lnTo>
                    <a:pt x="36031" y="270801"/>
                  </a:lnTo>
                  <a:lnTo>
                    <a:pt x="39381" y="274903"/>
                  </a:lnTo>
                  <a:lnTo>
                    <a:pt x="42859" y="278897"/>
                  </a:lnTo>
                  <a:lnTo>
                    <a:pt x="46462" y="282779"/>
                  </a:lnTo>
                  <a:lnTo>
                    <a:pt x="50186" y="286544"/>
                  </a:lnTo>
                  <a:lnTo>
                    <a:pt x="54027" y="290190"/>
                  </a:lnTo>
                  <a:lnTo>
                    <a:pt x="57982" y="293712"/>
                  </a:lnTo>
                  <a:lnTo>
                    <a:pt x="62047" y="297107"/>
                  </a:lnTo>
                  <a:lnTo>
                    <a:pt x="66217" y="300371"/>
                  </a:lnTo>
                  <a:lnTo>
                    <a:pt x="70488" y="303502"/>
                  </a:lnTo>
                  <a:lnTo>
                    <a:pt x="74857" y="306496"/>
                  </a:lnTo>
                  <a:lnTo>
                    <a:pt x="79318" y="309350"/>
                  </a:lnTo>
                  <a:lnTo>
                    <a:pt x="83867" y="312062"/>
                  </a:lnTo>
                  <a:lnTo>
                    <a:pt x="88500" y="314628"/>
                  </a:lnTo>
                  <a:lnTo>
                    <a:pt x="93212" y="317046"/>
                  </a:lnTo>
                  <a:lnTo>
                    <a:pt x="97998" y="319313"/>
                  </a:lnTo>
                  <a:lnTo>
                    <a:pt x="102853" y="321428"/>
                  </a:lnTo>
                  <a:lnTo>
                    <a:pt x="107773" y="323387"/>
                  </a:lnTo>
                  <a:lnTo>
                    <a:pt x="112753" y="325190"/>
                  </a:lnTo>
                  <a:lnTo>
                    <a:pt x="117787" y="326835"/>
                  </a:lnTo>
                  <a:lnTo>
                    <a:pt x="122871" y="328319"/>
                  </a:lnTo>
                  <a:lnTo>
                    <a:pt x="127999" y="329641"/>
                  </a:lnTo>
                  <a:lnTo>
                    <a:pt x="133167" y="330800"/>
                  </a:lnTo>
                  <a:lnTo>
                    <a:pt x="138369" y="331795"/>
                  </a:lnTo>
                  <a:lnTo>
                    <a:pt x="143599" y="332624"/>
                  </a:lnTo>
                  <a:lnTo>
                    <a:pt x="148853" y="333288"/>
                  </a:lnTo>
                  <a:lnTo>
                    <a:pt x="154126" y="333784"/>
                  </a:lnTo>
                  <a:lnTo>
                    <a:pt x="159412" y="334114"/>
                  </a:lnTo>
                  <a:lnTo>
                    <a:pt x="164705" y="334276"/>
                  </a:lnTo>
                  <a:lnTo>
                    <a:pt x="170001" y="334270"/>
                  </a:lnTo>
                  <a:lnTo>
                    <a:pt x="175294" y="334096"/>
                  </a:lnTo>
                  <a:lnTo>
                    <a:pt x="180579" y="333755"/>
                  </a:lnTo>
                  <a:lnTo>
                    <a:pt x="185851" y="333246"/>
                  </a:lnTo>
                  <a:lnTo>
                    <a:pt x="191104" y="332571"/>
                  </a:lnTo>
                  <a:lnTo>
                    <a:pt x="196332" y="331730"/>
                  </a:lnTo>
                  <a:lnTo>
                    <a:pt x="201532" y="330723"/>
                  </a:lnTo>
                  <a:lnTo>
                    <a:pt x="206697" y="329553"/>
                  </a:lnTo>
                  <a:lnTo>
                    <a:pt x="211822" y="328219"/>
                  </a:lnTo>
                  <a:lnTo>
                    <a:pt x="216903" y="326723"/>
                  </a:lnTo>
                  <a:lnTo>
                    <a:pt x="221933" y="325068"/>
                  </a:lnTo>
                  <a:lnTo>
                    <a:pt x="226909" y="323254"/>
                  </a:lnTo>
                  <a:lnTo>
                    <a:pt x="231824" y="321283"/>
                  </a:lnTo>
                  <a:lnTo>
                    <a:pt x="236675" y="319157"/>
                  </a:lnTo>
                  <a:lnTo>
                    <a:pt x="241456" y="316879"/>
                  </a:lnTo>
                  <a:lnTo>
                    <a:pt x="246162" y="314451"/>
                  </a:lnTo>
                  <a:lnTo>
                    <a:pt x="250790" y="311875"/>
                  </a:lnTo>
                  <a:lnTo>
                    <a:pt x="255333" y="309153"/>
                  </a:lnTo>
                  <a:lnTo>
                    <a:pt x="259787" y="306289"/>
                  </a:lnTo>
                  <a:lnTo>
                    <a:pt x="264149" y="303285"/>
                  </a:lnTo>
                  <a:lnTo>
                    <a:pt x="268414" y="300145"/>
                  </a:lnTo>
                  <a:lnTo>
                    <a:pt x="272576" y="296871"/>
                  </a:lnTo>
                  <a:lnTo>
                    <a:pt x="276633" y="293467"/>
                  </a:lnTo>
                  <a:lnTo>
                    <a:pt x="280580" y="289936"/>
                  </a:lnTo>
                  <a:lnTo>
                    <a:pt x="284414" y="286281"/>
                  </a:lnTo>
                  <a:lnTo>
                    <a:pt x="288129" y="282507"/>
                  </a:lnTo>
                  <a:lnTo>
                    <a:pt x="291723" y="278618"/>
                  </a:lnTo>
                  <a:lnTo>
                    <a:pt x="295193" y="274616"/>
                  </a:lnTo>
                  <a:lnTo>
                    <a:pt x="298533" y="270507"/>
                  </a:lnTo>
                  <a:lnTo>
                    <a:pt x="301742" y="266294"/>
                  </a:lnTo>
                  <a:lnTo>
                    <a:pt x="304816" y="261981"/>
                  </a:lnTo>
                  <a:lnTo>
                    <a:pt x="307751" y="257573"/>
                  </a:lnTo>
                  <a:lnTo>
                    <a:pt x="310546" y="253074"/>
                  </a:lnTo>
                  <a:lnTo>
                    <a:pt x="313197" y="248490"/>
                  </a:lnTo>
                  <a:lnTo>
                    <a:pt x="315701" y="243823"/>
                  </a:lnTo>
                  <a:lnTo>
                    <a:pt x="318056" y="239079"/>
                  </a:lnTo>
                  <a:lnTo>
                    <a:pt x="320259" y="234264"/>
                  </a:lnTo>
                  <a:lnTo>
                    <a:pt x="322309" y="229380"/>
                  </a:lnTo>
                  <a:lnTo>
                    <a:pt x="324203" y="224435"/>
                  </a:lnTo>
                  <a:lnTo>
                    <a:pt x="325940" y="219432"/>
                  </a:lnTo>
                  <a:lnTo>
                    <a:pt x="327517" y="214376"/>
                  </a:lnTo>
                  <a:lnTo>
                    <a:pt x="328933" y="209273"/>
                  </a:lnTo>
                  <a:lnTo>
                    <a:pt x="330187" y="204127"/>
                  </a:lnTo>
                  <a:lnTo>
                    <a:pt x="331277" y="198945"/>
                  </a:lnTo>
                  <a:lnTo>
                    <a:pt x="332203" y="193730"/>
                  </a:lnTo>
                  <a:lnTo>
                    <a:pt x="332963" y="188489"/>
                  </a:lnTo>
                  <a:lnTo>
                    <a:pt x="333556" y="183227"/>
                  </a:lnTo>
                  <a:lnTo>
                    <a:pt x="333983" y="177948"/>
                  </a:lnTo>
                  <a:lnTo>
                    <a:pt x="334242" y="172658"/>
                  </a:lnTo>
                  <a:lnTo>
                    <a:pt x="334333" y="167363"/>
                  </a:lnTo>
                  <a:lnTo>
                    <a:pt x="334257" y="162067"/>
                  </a:lnTo>
                  <a:lnTo>
                    <a:pt x="334013" y="156777"/>
                  </a:lnTo>
                  <a:lnTo>
                    <a:pt x="333601" y="151497"/>
                  </a:lnTo>
                  <a:lnTo>
                    <a:pt x="333022" y="146233"/>
                  </a:lnTo>
                  <a:lnTo>
                    <a:pt x="332277" y="140990"/>
                  </a:lnTo>
                  <a:lnTo>
                    <a:pt x="331367" y="135772"/>
                  </a:lnTo>
                  <a:lnTo>
                    <a:pt x="330291" y="130587"/>
                  </a:lnTo>
                  <a:lnTo>
                    <a:pt x="329052" y="125438"/>
                  </a:lnTo>
                  <a:lnTo>
                    <a:pt x="327650" y="120331"/>
                  </a:lnTo>
                  <a:lnTo>
                    <a:pt x="326087" y="115271"/>
                  </a:lnTo>
                  <a:lnTo>
                    <a:pt x="324365" y="110263"/>
                  </a:lnTo>
                  <a:lnTo>
                    <a:pt x="322485" y="105312"/>
                  </a:lnTo>
                  <a:lnTo>
                    <a:pt x="320448" y="100423"/>
                  </a:lnTo>
                  <a:lnTo>
                    <a:pt x="318259" y="95601"/>
                  </a:lnTo>
                  <a:lnTo>
                    <a:pt x="315917" y="90850"/>
                  </a:lnTo>
                  <a:lnTo>
                    <a:pt x="313426" y="86177"/>
                  </a:lnTo>
                  <a:lnTo>
                    <a:pt x="310789" y="81584"/>
                  </a:lnTo>
                  <a:lnTo>
                    <a:pt x="308007" y="77078"/>
                  </a:lnTo>
                  <a:lnTo>
                    <a:pt x="305084" y="72662"/>
                  </a:lnTo>
                  <a:lnTo>
                    <a:pt x="302022" y="68340"/>
                  </a:lnTo>
                  <a:lnTo>
                    <a:pt x="298825" y="64118"/>
                  </a:lnTo>
                  <a:lnTo>
                    <a:pt x="295496" y="59999"/>
                  </a:lnTo>
                  <a:lnTo>
                    <a:pt x="292038" y="55988"/>
                  </a:lnTo>
                  <a:lnTo>
                    <a:pt x="288455" y="52088"/>
                  </a:lnTo>
                  <a:lnTo>
                    <a:pt x="284750" y="48304"/>
                  </a:lnTo>
                  <a:lnTo>
                    <a:pt x="280927" y="44639"/>
                  </a:lnTo>
                  <a:lnTo>
                    <a:pt x="276990" y="41097"/>
                  </a:lnTo>
                  <a:lnTo>
                    <a:pt x="272943" y="37681"/>
                  </a:lnTo>
                  <a:lnTo>
                    <a:pt x="268790" y="34395"/>
                  </a:lnTo>
                  <a:lnTo>
                    <a:pt x="264534" y="31243"/>
                  </a:lnTo>
                  <a:lnTo>
                    <a:pt x="260181" y="28227"/>
                  </a:lnTo>
                  <a:lnTo>
                    <a:pt x="255734" y="25350"/>
                  </a:lnTo>
                  <a:lnTo>
                    <a:pt x="251199" y="22615"/>
                  </a:lnTo>
                  <a:lnTo>
                    <a:pt x="246579" y="20026"/>
                  </a:lnTo>
                  <a:lnTo>
                    <a:pt x="241880" y="17584"/>
                  </a:lnTo>
                  <a:lnTo>
                    <a:pt x="237105" y="15293"/>
                  </a:lnTo>
                  <a:lnTo>
                    <a:pt x="232260" y="13153"/>
                  </a:lnTo>
                  <a:lnTo>
                    <a:pt x="227350" y="11169"/>
                  </a:lnTo>
                  <a:lnTo>
                    <a:pt x="222380" y="9341"/>
                  </a:lnTo>
                  <a:lnTo>
                    <a:pt x="217354" y="7671"/>
                  </a:lnTo>
                  <a:lnTo>
                    <a:pt x="212278" y="6161"/>
                  </a:lnTo>
                  <a:lnTo>
                    <a:pt x="207156" y="4813"/>
                  </a:lnTo>
                  <a:lnTo>
                    <a:pt x="201995" y="3627"/>
                  </a:lnTo>
                  <a:lnTo>
                    <a:pt x="196798" y="2606"/>
                  </a:lnTo>
                  <a:lnTo>
                    <a:pt x="191572" y="1750"/>
                  </a:lnTo>
                  <a:lnTo>
                    <a:pt x="186321" y="1060"/>
                  </a:lnTo>
                  <a:lnTo>
                    <a:pt x="181051" y="537"/>
                  </a:lnTo>
                  <a:lnTo>
                    <a:pt x="167166" y="167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5733" y="3934012"/>
              <a:ext cx="13885" cy="167167"/>
            </a:xfrm>
            <a:custGeom>
              <a:avLst/>
              <a:pathLst>
                <a:path w="13885" h="167167">
                  <a:moveTo>
                    <a:pt x="13885" y="57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5100" y="4397268"/>
              <a:ext cx="3683" cy="167167"/>
            </a:xfrm>
            <a:custGeom>
              <a:avLst/>
              <a:pathLst>
                <a:path w="3683" h="167167">
                  <a:moveTo>
                    <a:pt x="3683" y="0"/>
                  </a:moveTo>
                  <a:lnTo>
                    <a:pt x="0" y="40"/>
                  </a:lnTo>
                  <a:lnTo>
                    <a:pt x="368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5100" y="4397308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5100" y="4397308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5100" y="4397308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5100" y="4397308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5100" y="4397308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5100" y="4397308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5100" y="4397308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5100" y="4397308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5100" y="4397308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5100" y="4397308"/>
              <a:ext cx="3683" cy="167126"/>
            </a:xfrm>
            <a:custGeom>
              <a:avLst/>
              <a:pathLst>
                <a:path w="3683" h="167126">
                  <a:moveTo>
                    <a:pt x="0" y="0"/>
                  </a:moveTo>
                  <a:lnTo>
                    <a:pt x="3683" y="1671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11617" y="4397308"/>
              <a:ext cx="334333" cy="334276"/>
            </a:xfrm>
            <a:custGeom>
              <a:avLst/>
              <a:pathLst>
                <a:path w="334333" h="334276">
                  <a:moveTo>
                    <a:pt x="163482" y="0"/>
                  </a:moveTo>
                  <a:lnTo>
                    <a:pt x="158190" y="200"/>
                  </a:lnTo>
                  <a:lnTo>
                    <a:pt x="152907" y="568"/>
                  </a:lnTo>
                  <a:lnTo>
                    <a:pt x="147638" y="1103"/>
                  </a:lnTo>
                  <a:lnTo>
                    <a:pt x="142389" y="1805"/>
                  </a:lnTo>
                  <a:lnTo>
                    <a:pt x="137164" y="2673"/>
                  </a:lnTo>
                  <a:lnTo>
                    <a:pt x="131970" y="3706"/>
                  </a:lnTo>
                  <a:lnTo>
                    <a:pt x="126811" y="4903"/>
                  </a:lnTo>
                  <a:lnTo>
                    <a:pt x="121693" y="6263"/>
                  </a:lnTo>
                  <a:lnTo>
                    <a:pt x="116620" y="7784"/>
                  </a:lnTo>
                  <a:lnTo>
                    <a:pt x="111598" y="9465"/>
                  </a:lnTo>
                  <a:lnTo>
                    <a:pt x="106632" y="11304"/>
                  </a:lnTo>
                  <a:lnTo>
                    <a:pt x="101726" y="13300"/>
                  </a:lnTo>
                  <a:lnTo>
                    <a:pt x="96886" y="15450"/>
                  </a:lnTo>
                  <a:lnTo>
                    <a:pt x="92117" y="17752"/>
                  </a:lnTo>
                  <a:lnTo>
                    <a:pt x="87423" y="20205"/>
                  </a:lnTo>
                  <a:lnTo>
                    <a:pt x="82809" y="22804"/>
                  </a:lnTo>
                  <a:lnTo>
                    <a:pt x="78279" y="25549"/>
                  </a:lnTo>
                  <a:lnTo>
                    <a:pt x="73839" y="28436"/>
                  </a:lnTo>
                  <a:lnTo>
                    <a:pt x="69493" y="31461"/>
                  </a:lnTo>
                  <a:lnTo>
                    <a:pt x="65245" y="34623"/>
                  </a:lnTo>
                  <a:lnTo>
                    <a:pt x="61098" y="37919"/>
                  </a:lnTo>
                  <a:lnTo>
                    <a:pt x="57059" y="41343"/>
                  </a:lnTo>
                  <a:lnTo>
                    <a:pt x="53130" y="44894"/>
                  </a:lnTo>
                  <a:lnTo>
                    <a:pt x="49315" y="48568"/>
                  </a:lnTo>
                  <a:lnTo>
                    <a:pt x="45619" y="52360"/>
                  </a:lnTo>
                  <a:lnTo>
                    <a:pt x="42044" y="56268"/>
                  </a:lnTo>
                  <a:lnTo>
                    <a:pt x="38595" y="60287"/>
                  </a:lnTo>
                  <a:lnTo>
                    <a:pt x="35276" y="64414"/>
                  </a:lnTo>
                  <a:lnTo>
                    <a:pt x="32088" y="68643"/>
                  </a:lnTo>
                  <a:lnTo>
                    <a:pt x="29036" y="72971"/>
                  </a:lnTo>
                  <a:lnTo>
                    <a:pt x="26123" y="77394"/>
                  </a:lnTo>
                  <a:lnTo>
                    <a:pt x="23351" y="81907"/>
                  </a:lnTo>
                  <a:lnTo>
                    <a:pt x="20724" y="86505"/>
                  </a:lnTo>
                  <a:lnTo>
                    <a:pt x="18244" y="91184"/>
                  </a:lnTo>
                  <a:lnTo>
                    <a:pt x="15913" y="95940"/>
                  </a:lnTo>
                  <a:lnTo>
                    <a:pt x="13734" y="100767"/>
                  </a:lnTo>
                  <a:lnTo>
                    <a:pt x="11709" y="105660"/>
                  </a:lnTo>
                  <a:lnTo>
                    <a:pt x="9840" y="110615"/>
                  </a:lnTo>
                  <a:lnTo>
                    <a:pt x="8129" y="115627"/>
                  </a:lnTo>
                  <a:lnTo>
                    <a:pt x="6577" y="120691"/>
                  </a:lnTo>
                  <a:lnTo>
                    <a:pt x="5187" y="125801"/>
                  </a:lnTo>
                  <a:lnTo>
                    <a:pt x="3959" y="130953"/>
                  </a:lnTo>
                  <a:lnTo>
                    <a:pt x="2895" y="136141"/>
                  </a:lnTo>
                  <a:lnTo>
                    <a:pt x="1996" y="141360"/>
                  </a:lnTo>
                  <a:lnTo>
                    <a:pt x="1263" y="146605"/>
                  </a:lnTo>
                  <a:lnTo>
                    <a:pt x="696" y="151871"/>
                  </a:lnTo>
                  <a:lnTo>
                    <a:pt x="296" y="157151"/>
                  </a:lnTo>
                  <a:lnTo>
                    <a:pt x="64" y="162442"/>
                  </a:lnTo>
                  <a:lnTo>
                    <a:pt x="0" y="167738"/>
                  </a:lnTo>
                  <a:lnTo>
                    <a:pt x="103" y="173033"/>
                  </a:lnTo>
                  <a:lnTo>
                    <a:pt x="374" y="178322"/>
                  </a:lnTo>
                  <a:lnTo>
                    <a:pt x="812" y="183600"/>
                  </a:lnTo>
                  <a:lnTo>
                    <a:pt x="1417" y="188861"/>
                  </a:lnTo>
                  <a:lnTo>
                    <a:pt x="2189" y="194101"/>
                  </a:lnTo>
                  <a:lnTo>
                    <a:pt x="3126" y="199313"/>
                  </a:lnTo>
                  <a:lnTo>
                    <a:pt x="4228" y="204493"/>
                  </a:lnTo>
                  <a:lnTo>
                    <a:pt x="5494" y="209636"/>
                  </a:lnTo>
                  <a:lnTo>
                    <a:pt x="6921" y="214735"/>
                  </a:lnTo>
                  <a:lnTo>
                    <a:pt x="8510" y="219788"/>
                  </a:lnTo>
                  <a:lnTo>
                    <a:pt x="10258" y="224787"/>
                  </a:lnTo>
                  <a:lnTo>
                    <a:pt x="12163" y="229728"/>
                  </a:lnTo>
                  <a:lnTo>
                    <a:pt x="14224" y="234607"/>
                  </a:lnTo>
                  <a:lnTo>
                    <a:pt x="16438" y="239418"/>
                  </a:lnTo>
                  <a:lnTo>
                    <a:pt x="18803" y="244156"/>
                  </a:lnTo>
                  <a:lnTo>
                    <a:pt x="21318" y="248817"/>
                  </a:lnTo>
                  <a:lnTo>
                    <a:pt x="23979" y="253396"/>
                  </a:lnTo>
                  <a:lnTo>
                    <a:pt x="26783" y="257888"/>
                  </a:lnTo>
                  <a:lnTo>
                    <a:pt x="29729" y="262290"/>
                  </a:lnTo>
                  <a:lnTo>
                    <a:pt x="32812" y="266595"/>
                  </a:lnTo>
                  <a:lnTo>
                    <a:pt x="36031" y="270801"/>
                  </a:lnTo>
                  <a:lnTo>
                    <a:pt x="39381" y="274903"/>
                  </a:lnTo>
                  <a:lnTo>
                    <a:pt x="42859" y="278897"/>
                  </a:lnTo>
                  <a:lnTo>
                    <a:pt x="46462" y="282779"/>
                  </a:lnTo>
                  <a:lnTo>
                    <a:pt x="50186" y="286544"/>
                  </a:lnTo>
                  <a:lnTo>
                    <a:pt x="54027" y="290190"/>
                  </a:lnTo>
                  <a:lnTo>
                    <a:pt x="57982" y="293712"/>
                  </a:lnTo>
                  <a:lnTo>
                    <a:pt x="62047" y="297107"/>
                  </a:lnTo>
                  <a:lnTo>
                    <a:pt x="66217" y="300371"/>
                  </a:lnTo>
                  <a:lnTo>
                    <a:pt x="70488" y="303502"/>
                  </a:lnTo>
                  <a:lnTo>
                    <a:pt x="74857" y="306496"/>
                  </a:lnTo>
                  <a:lnTo>
                    <a:pt x="79318" y="309350"/>
                  </a:lnTo>
                  <a:lnTo>
                    <a:pt x="83867" y="312062"/>
                  </a:lnTo>
                  <a:lnTo>
                    <a:pt x="88500" y="314628"/>
                  </a:lnTo>
                  <a:lnTo>
                    <a:pt x="93212" y="317046"/>
                  </a:lnTo>
                  <a:lnTo>
                    <a:pt x="97998" y="319313"/>
                  </a:lnTo>
                  <a:lnTo>
                    <a:pt x="102853" y="321428"/>
                  </a:lnTo>
                  <a:lnTo>
                    <a:pt x="107773" y="323387"/>
                  </a:lnTo>
                  <a:lnTo>
                    <a:pt x="112753" y="325190"/>
                  </a:lnTo>
                  <a:lnTo>
                    <a:pt x="117787" y="326835"/>
                  </a:lnTo>
                  <a:lnTo>
                    <a:pt x="122871" y="328319"/>
                  </a:lnTo>
                  <a:lnTo>
                    <a:pt x="127999" y="329641"/>
                  </a:lnTo>
                  <a:lnTo>
                    <a:pt x="133167" y="330800"/>
                  </a:lnTo>
                  <a:lnTo>
                    <a:pt x="138369" y="331795"/>
                  </a:lnTo>
                  <a:lnTo>
                    <a:pt x="143599" y="332624"/>
                  </a:lnTo>
                  <a:lnTo>
                    <a:pt x="148853" y="333288"/>
                  </a:lnTo>
                  <a:lnTo>
                    <a:pt x="154126" y="333784"/>
                  </a:lnTo>
                  <a:lnTo>
                    <a:pt x="159412" y="334114"/>
                  </a:lnTo>
                  <a:lnTo>
                    <a:pt x="164705" y="334276"/>
                  </a:lnTo>
                  <a:lnTo>
                    <a:pt x="170001" y="334270"/>
                  </a:lnTo>
                  <a:lnTo>
                    <a:pt x="175294" y="334096"/>
                  </a:lnTo>
                  <a:lnTo>
                    <a:pt x="180579" y="333755"/>
                  </a:lnTo>
                  <a:lnTo>
                    <a:pt x="185851" y="333246"/>
                  </a:lnTo>
                  <a:lnTo>
                    <a:pt x="191104" y="332571"/>
                  </a:lnTo>
                  <a:lnTo>
                    <a:pt x="196332" y="331730"/>
                  </a:lnTo>
                  <a:lnTo>
                    <a:pt x="201532" y="330723"/>
                  </a:lnTo>
                  <a:lnTo>
                    <a:pt x="206697" y="329553"/>
                  </a:lnTo>
                  <a:lnTo>
                    <a:pt x="211822" y="328219"/>
                  </a:lnTo>
                  <a:lnTo>
                    <a:pt x="216903" y="326723"/>
                  </a:lnTo>
                  <a:lnTo>
                    <a:pt x="221933" y="325068"/>
                  </a:lnTo>
                  <a:lnTo>
                    <a:pt x="226909" y="323254"/>
                  </a:lnTo>
                  <a:lnTo>
                    <a:pt x="231824" y="321283"/>
                  </a:lnTo>
                  <a:lnTo>
                    <a:pt x="236675" y="319157"/>
                  </a:lnTo>
                  <a:lnTo>
                    <a:pt x="241456" y="316879"/>
                  </a:lnTo>
                  <a:lnTo>
                    <a:pt x="246162" y="314451"/>
                  </a:lnTo>
                  <a:lnTo>
                    <a:pt x="250790" y="311875"/>
                  </a:lnTo>
                  <a:lnTo>
                    <a:pt x="255333" y="309153"/>
                  </a:lnTo>
                  <a:lnTo>
                    <a:pt x="259787" y="306289"/>
                  </a:lnTo>
                  <a:lnTo>
                    <a:pt x="264149" y="303285"/>
                  </a:lnTo>
                  <a:lnTo>
                    <a:pt x="268414" y="300145"/>
                  </a:lnTo>
                  <a:lnTo>
                    <a:pt x="272576" y="296871"/>
                  </a:lnTo>
                  <a:lnTo>
                    <a:pt x="276633" y="293467"/>
                  </a:lnTo>
                  <a:lnTo>
                    <a:pt x="280580" y="289936"/>
                  </a:lnTo>
                  <a:lnTo>
                    <a:pt x="284414" y="286281"/>
                  </a:lnTo>
                  <a:lnTo>
                    <a:pt x="288129" y="282507"/>
                  </a:lnTo>
                  <a:lnTo>
                    <a:pt x="291723" y="278618"/>
                  </a:lnTo>
                  <a:lnTo>
                    <a:pt x="295193" y="274616"/>
                  </a:lnTo>
                  <a:lnTo>
                    <a:pt x="298533" y="270507"/>
                  </a:lnTo>
                  <a:lnTo>
                    <a:pt x="301742" y="266294"/>
                  </a:lnTo>
                  <a:lnTo>
                    <a:pt x="304816" y="261981"/>
                  </a:lnTo>
                  <a:lnTo>
                    <a:pt x="307751" y="257573"/>
                  </a:lnTo>
                  <a:lnTo>
                    <a:pt x="310546" y="253074"/>
                  </a:lnTo>
                  <a:lnTo>
                    <a:pt x="313197" y="248490"/>
                  </a:lnTo>
                  <a:lnTo>
                    <a:pt x="315701" y="243823"/>
                  </a:lnTo>
                  <a:lnTo>
                    <a:pt x="318056" y="239079"/>
                  </a:lnTo>
                  <a:lnTo>
                    <a:pt x="320259" y="234264"/>
                  </a:lnTo>
                  <a:lnTo>
                    <a:pt x="322309" y="229380"/>
                  </a:lnTo>
                  <a:lnTo>
                    <a:pt x="324203" y="224435"/>
                  </a:lnTo>
                  <a:lnTo>
                    <a:pt x="325940" y="219432"/>
                  </a:lnTo>
                  <a:lnTo>
                    <a:pt x="327517" y="214376"/>
                  </a:lnTo>
                  <a:lnTo>
                    <a:pt x="328933" y="209273"/>
                  </a:lnTo>
                  <a:lnTo>
                    <a:pt x="330187" y="204127"/>
                  </a:lnTo>
                  <a:lnTo>
                    <a:pt x="331277" y="198945"/>
                  </a:lnTo>
                  <a:lnTo>
                    <a:pt x="332203" y="193730"/>
                  </a:lnTo>
                  <a:lnTo>
                    <a:pt x="332963" y="188489"/>
                  </a:lnTo>
                  <a:lnTo>
                    <a:pt x="333556" y="183227"/>
                  </a:lnTo>
                  <a:lnTo>
                    <a:pt x="333983" y="177948"/>
                  </a:lnTo>
                  <a:lnTo>
                    <a:pt x="334242" y="172658"/>
                  </a:lnTo>
                  <a:lnTo>
                    <a:pt x="334333" y="167363"/>
                  </a:lnTo>
                  <a:lnTo>
                    <a:pt x="334257" y="162067"/>
                  </a:lnTo>
                  <a:lnTo>
                    <a:pt x="334013" y="156777"/>
                  </a:lnTo>
                  <a:lnTo>
                    <a:pt x="333601" y="151497"/>
                  </a:lnTo>
                  <a:lnTo>
                    <a:pt x="333022" y="146233"/>
                  </a:lnTo>
                  <a:lnTo>
                    <a:pt x="332277" y="140990"/>
                  </a:lnTo>
                  <a:lnTo>
                    <a:pt x="331367" y="135772"/>
                  </a:lnTo>
                  <a:lnTo>
                    <a:pt x="330291" y="130587"/>
                  </a:lnTo>
                  <a:lnTo>
                    <a:pt x="329052" y="125438"/>
                  </a:lnTo>
                  <a:lnTo>
                    <a:pt x="327650" y="120331"/>
                  </a:lnTo>
                  <a:lnTo>
                    <a:pt x="326087" y="115271"/>
                  </a:lnTo>
                  <a:lnTo>
                    <a:pt x="324365" y="110263"/>
                  </a:lnTo>
                  <a:lnTo>
                    <a:pt x="322485" y="105312"/>
                  </a:lnTo>
                  <a:lnTo>
                    <a:pt x="320448" y="100423"/>
                  </a:lnTo>
                  <a:lnTo>
                    <a:pt x="318259" y="95601"/>
                  </a:lnTo>
                  <a:lnTo>
                    <a:pt x="315917" y="90850"/>
                  </a:lnTo>
                  <a:lnTo>
                    <a:pt x="313426" y="86177"/>
                  </a:lnTo>
                  <a:lnTo>
                    <a:pt x="310789" y="81584"/>
                  </a:lnTo>
                  <a:lnTo>
                    <a:pt x="308007" y="77078"/>
                  </a:lnTo>
                  <a:lnTo>
                    <a:pt x="305084" y="72662"/>
                  </a:lnTo>
                  <a:lnTo>
                    <a:pt x="302022" y="68340"/>
                  </a:lnTo>
                  <a:lnTo>
                    <a:pt x="298825" y="64118"/>
                  </a:lnTo>
                  <a:lnTo>
                    <a:pt x="295496" y="59999"/>
                  </a:lnTo>
                  <a:lnTo>
                    <a:pt x="292038" y="55988"/>
                  </a:lnTo>
                  <a:lnTo>
                    <a:pt x="288455" y="52088"/>
                  </a:lnTo>
                  <a:lnTo>
                    <a:pt x="284750" y="48304"/>
                  </a:lnTo>
                  <a:lnTo>
                    <a:pt x="280927" y="44639"/>
                  </a:lnTo>
                  <a:lnTo>
                    <a:pt x="276990" y="41097"/>
                  </a:lnTo>
                  <a:lnTo>
                    <a:pt x="272943" y="37681"/>
                  </a:lnTo>
                  <a:lnTo>
                    <a:pt x="268790" y="34395"/>
                  </a:lnTo>
                  <a:lnTo>
                    <a:pt x="264534" y="31243"/>
                  </a:lnTo>
                  <a:lnTo>
                    <a:pt x="260181" y="28227"/>
                  </a:lnTo>
                  <a:lnTo>
                    <a:pt x="255734" y="25350"/>
                  </a:lnTo>
                  <a:lnTo>
                    <a:pt x="251199" y="22615"/>
                  </a:lnTo>
                  <a:lnTo>
                    <a:pt x="246579" y="20026"/>
                  </a:lnTo>
                  <a:lnTo>
                    <a:pt x="241880" y="17584"/>
                  </a:lnTo>
                  <a:lnTo>
                    <a:pt x="237105" y="15293"/>
                  </a:lnTo>
                  <a:lnTo>
                    <a:pt x="232260" y="13153"/>
                  </a:lnTo>
                  <a:lnTo>
                    <a:pt x="227350" y="11169"/>
                  </a:lnTo>
                  <a:lnTo>
                    <a:pt x="222380" y="9341"/>
                  </a:lnTo>
                  <a:lnTo>
                    <a:pt x="217354" y="7671"/>
                  </a:lnTo>
                  <a:lnTo>
                    <a:pt x="212278" y="6161"/>
                  </a:lnTo>
                  <a:lnTo>
                    <a:pt x="207156" y="4813"/>
                  </a:lnTo>
                  <a:lnTo>
                    <a:pt x="201995" y="3627"/>
                  </a:lnTo>
                  <a:lnTo>
                    <a:pt x="196798" y="2606"/>
                  </a:lnTo>
                  <a:lnTo>
                    <a:pt x="191572" y="1750"/>
                  </a:lnTo>
                  <a:lnTo>
                    <a:pt x="186321" y="1060"/>
                  </a:lnTo>
                  <a:lnTo>
                    <a:pt x="181051" y="537"/>
                  </a:lnTo>
                  <a:lnTo>
                    <a:pt x="167166" y="167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878783" y="4397268"/>
              <a:ext cx="13885" cy="167167"/>
            </a:xfrm>
            <a:custGeom>
              <a:avLst/>
              <a:pathLst>
                <a:path w="13885" h="167167">
                  <a:moveTo>
                    <a:pt x="13885" y="57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1984" y="4794382"/>
              <a:ext cx="581" cy="167167"/>
            </a:xfrm>
            <a:custGeom>
              <a:avLst/>
              <a:pathLst>
                <a:path w="581" h="167167">
                  <a:moveTo>
                    <a:pt x="581" y="0"/>
                  </a:moveTo>
                  <a:lnTo>
                    <a:pt x="0" y="1"/>
                  </a:lnTo>
                  <a:lnTo>
                    <a:pt x="58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1984" y="4794383"/>
              <a:ext cx="581" cy="167166"/>
            </a:xfrm>
            <a:custGeom>
              <a:avLst/>
              <a:pathLst>
                <a:path w="581" h="167166">
                  <a:moveTo>
                    <a:pt x="0" y="0"/>
                  </a:moveTo>
                  <a:lnTo>
                    <a:pt x="581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1984" y="4794383"/>
              <a:ext cx="581" cy="167166"/>
            </a:xfrm>
            <a:custGeom>
              <a:avLst/>
              <a:pathLst>
                <a:path w="581" h="167166">
                  <a:moveTo>
                    <a:pt x="0" y="0"/>
                  </a:moveTo>
                  <a:lnTo>
                    <a:pt x="581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984" y="4794383"/>
              <a:ext cx="581" cy="167166"/>
            </a:xfrm>
            <a:custGeom>
              <a:avLst/>
              <a:pathLst>
                <a:path w="581" h="167166">
                  <a:moveTo>
                    <a:pt x="0" y="0"/>
                  </a:moveTo>
                  <a:lnTo>
                    <a:pt x="581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984" y="4794383"/>
              <a:ext cx="581" cy="167166"/>
            </a:xfrm>
            <a:custGeom>
              <a:avLst/>
              <a:pathLst>
                <a:path w="581" h="167166">
                  <a:moveTo>
                    <a:pt x="0" y="0"/>
                  </a:moveTo>
                  <a:lnTo>
                    <a:pt x="581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984" y="4794383"/>
              <a:ext cx="581" cy="167166"/>
            </a:xfrm>
            <a:custGeom>
              <a:avLst/>
              <a:pathLst>
                <a:path w="581" h="167166">
                  <a:moveTo>
                    <a:pt x="0" y="0"/>
                  </a:moveTo>
                  <a:lnTo>
                    <a:pt x="581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984" y="4794383"/>
              <a:ext cx="581" cy="167166"/>
            </a:xfrm>
            <a:custGeom>
              <a:avLst/>
              <a:pathLst>
                <a:path w="581" h="167166">
                  <a:moveTo>
                    <a:pt x="0" y="0"/>
                  </a:moveTo>
                  <a:lnTo>
                    <a:pt x="581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984" y="4794383"/>
              <a:ext cx="581" cy="167166"/>
            </a:xfrm>
            <a:custGeom>
              <a:avLst/>
              <a:pathLst>
                <a:path w="581" h="167166">
                  <a:moveTo>
                    <a:pt x="0" y="0"/>
                  </a:moveTo>
                  <a:lnTo>
                    <a:pt x="581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984" y="4794383"/>
              <a:ext cx="581" cy="167166"/>
            </a:xfrm>
            <a:custGeom>
              <a:avLst/>
              <a:pathLst>
                <a:path w="581" h="167166">
                  <a:moveTo>
                    <a:pt x="0" y="0"/>
                  </a:moveTo>
                  <a:lnTo>
                    <a:pt x="581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984" y="4794383"/>
              <a:ext cx="581" cy="167166"/>
            </a:xfrm>
            <a:custGeom>
              <a:avLst/>
              <a:pathLst>
                <a:path w="581" h="167166">
                  <a:moveTo>
                    <a:pt x="0" y="0"/>
                  </a:moveTo>
                  <a:lnTo>
                    <a:pt x="581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51202" y="4794383"/>
              <a:ext cx="161364" cy="167166"/>
            </a:xfrm>
            <a:custGeom>
              <a:avLst/>
              <a:pathLst>
                <a:path w="161364" h="167166">
                  <a:moveTo>
                    <a:pt x="160782" y="0"/>
                  </a:moveTo>
                  <a:lnTo>
                    <a:pt x="155337" y="107"/>
                  </a:lnTo>
                  <a:lnTo>
                    <a:pt x="149899" y="392"/>
                  </a:lnTo>
                  <a:lnTo>
                    <a:pt x="144474" y="854"/>
                  </a:lnTo>
                  <a:lnTo>
                    <a:pt x="139066" y="1492"/>
                  </a:lnTo>
                  <a:lnTo>
                    <a:pt x="133681" y="2306"/>
                  </a:lnTo>
                  <a:lnTo>
                    <a:pt x="128327" y="3296"/>
                  </a:lnTo>
                  <a:lnTo>
                    <a:pt x="123007" y="4459"/>
                  </a:lnTo>
                  <a:lnTo>
                    <a:pt x="117728" y="5794"/>
                  </a:lnTo>
                  <a:lnTo>
                    <a:pt x="112495" y="7301"/>
                  </a:lnTo>
                  <a:lnTo>
                    <a:pt x="107314" y="8978"/>
                  </a:lnTo>
                  <a:lnTo>
                    <a:pt x="102190" y="10822"/>
                  </a:lnTo>
                  <a:lnTo>
                    <a:pt x="97129" y="12832"/>
                  </a:lnTo>
                  <a:lnTo>
                    <a:pt x="92137" y="15006"/>
                  </a:lnTo>
                  <a:lnTo>
                    <a:pt x="87218" y="17342"/>
                  </a:lnTo>
                  <a:lnTo>
                    <a:pt x="82377" y="19836"/>
                  </a:lnTo>
                  <a:lnTo>
                    <a:pt x="77620" y="22487"/>
                  </a:lnTo>
                  <a:lnTo>
                    <a:pt x="72953" y="25291"/>
                  </a:lnTo>
                  <a:lnTo>
                    <a:pt x="68378" y="28246"/>
                  </a:lnTo>
                  <a:lnTo>
                    <a:pt x="63903" y="31349"/>
                  </a:lnTo>
                  <a:lnTo>
                    <a:pt x="59531" y="34595"/>
                  </a:lnTo>
                  <a:lnTo>
                    <a:pt x="55267" y="37982"/>
                  </a:lnTo>
                  <a:lnTo>
                    <a:pt x="51116" y="41506"/>
                  </a:lnTo>
                  <a:lnTo>
                    <a:pt x="47082" y="45164"/>
                  </a:lnTo>
                  <a:lnTo>
                    <a:pt x="43169" y="48951"/>
                  </a:lnTo>
                  <a:lnTo>
                    <a:pt x="39381" y="52863"/>
                  </a:lnTo>
                  <a:lnTo>
                    <a:pt x="35723" y="56897"/>
                  </a:lnTo>
                  <a:lnTo>
                    <a:pt x="32198" y="61047"/>
                  </a:lnTo>
                  <a:lnTo>
                    <a:pt x="28810" y="65311"/>
                  </a:lnTo>
                  <a:lnTo>
                    <a:pt x="25563" y="69682"/>
                  </a:lnTo>
                  <a:lnTo>
                    <a:pt x="22460" y="74157"/>
                  </a:lnTo>
                  <a:lnTo>
                    <a:pt x="19504" y="78731"/>
                  </a:lnTo>
                  <a:lnTo>
                    <a:pt x="16699" y="83398"/>
                  </a:lnTo>
                  <a:lnTo>
                    <a:pt x="14048" y="88154"/>
                  </a:lnTo>
                  <a:lnTo>
                    <a:pt x="11552" y="92994"/>
                  </a:lnTo>
                  <a:lnTo>
                    <a:pt x="9216" y="97913"/>
                  </a:lnTo>
                  <a:lnTo>
                    <a:pt x="7041" y="102905"/>
                  </a:lnTo>
                  <a:lnTo>
                    <a:pt x="5030" y="107966"/>
                  </a:lnTo>
                  <a:lnTo>
                    <a:pt x="3185" y="113089"/>
                  </a:lnTo>
                  <a:lnTo>
                    <a:pt x="1507" y="118270"/>
                  </a:lnTo>
                  <a:lnTo>
                    <a:pt x="0" y="123502"/>
                  </a:lnTo>
                  <a:lnTo>
                    <a:pt x="161364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45408" y="4794382"/>
              <a:ext cx="334308" cy="334333"/>
            </a:xfrm>
            <a:custGeom>
              <a:avLst/>
              <a:pathLst>
                <a:path w="334308" h="334333">
                  <a:moveTo>
                    <a:pt x="5793" y="123503"/>
                  </a:moveTo>
                  <a:lnTo>
                    <a:pt x="4490" y="128639"/>
                  </a:lnTo>
                  <a:lnTo>
                    <a:pt x="3351" y="133814"/>
                  </a:lnTo>
                  <a:lnTo>
                    <a:pt x="2376" y="139023"/>
                  </a:lnTo>
                  <a:lnTo>
                    <a:pt x="1567" y="144259"/>
                  </a:lnTo>
                  <a:lnTo>
                    <a:pt x="924" y="149519"/>
                  </a:lnTo>
                  <a:lnTo>
                    <a:pt x="448" y="154796"/>
                  </a:lnTo>
                  <a:lnTo>
                    <a:pt x="140" y="160086"/>
                  </a:lnTo>
                  <a:lnTo>
                    <a:pt x="0" y="165383"/>
                  </a:lnTo>
                  <a:lnTo>
                    <a:pt x="27" y="170681"/>
                  </a:lnTo>
                  <a:lnTo>
                    <a:pt x="222" y="175976"/>
                  </a:lnTo>
                  <a:lnTo>
                    <a:pt x="585" y="181263"/>
                  </a:lnTo>
                  <a:lnTo>
                    <a:pt x="1116" y="186535"/>
                  </a:lnTo>
                  <a:lnTo>
                    <a:pt x="1813" y="191787"/>
                  </a:lnTo>
                  <a:lnTo>
                    <a:pt x="2676" y="197015"/>
                  </a:lnTo>
                  <a:lnTo>
                    <a:pt x="3705" y="202213"/>
                  </a:lnTo>
                  <a:lnTo>
                    <a:pt x="4898" y="207376"/>
                  </a:lnTo>
                  <a:lnTo>
                    <a:pt x="6254" y="212498"/>
                  </a:lnTo>
                  <a:lnTo>
                    <a:pt x="7771" y="217575"/>
                  </a:lnTo>
                  <a:lnTo>
                    <a:pt x="9449" y="222601"/>
                  </a:lnTo>
                  <a:lnTo>
                    <a:pt x="11285" y="227572"/>
                  </a:lnTo>
                  <a:lnTo>
                    <a:pt x="13278" y="232481"/>
                  </a:lnTo>
                  <a:lnTo>
                    <a:pt x="15425" y="237325"/>
                  </a:lnTo>
                  <a:lnTo>
                    <a:pt x="17725" y="242099"/>
                  </a:lnTo>
                  <a:lnTo>
                    <a:pt x="20175" y="246797"/>
                  </a:lnTo>
                  <a:lnTo>
                    <a:pt x="22772" y="251416"/>
                  </a:lnTo>
                  <a:lnTo>
                    <a:pt x="25515" y="255949"/>
                  </a:lnTo>
                  <a:lnTo>
                    <a:pt x="28400" y="260394"/>
                  </a:lnTo>
                  <a:lnTo>
                    <a:pt x="31424" y="264745"/>
                  </a:lnTo>
                  <a:lnTo>
                    <a:pt x="34585" y="268998"/>
                  </a:lnTo>
                  <a:lnTo>
                    <a:pt x="37879" y="273148"/>
                  </a:lnTo>
                  <a:lnTo>
                    <a:pt x="41303" y="277192"/>
                  </a:lnTo>
                  <a:lnTo>
                    <a:pt x="44853" y="281125"/>
                  </a:lnTo>
                  <a:lnTo>
                    <a:pt x="48526" y="284944"/>
                  </a:lnTo>
                  <a:lnTo>
                    <a:pt x="52318" y="288645"/>
                  </a:lnTo>
                  <a:lnTo>
                    <a:pt x="56226" y="292224"/>
                  </a:lnTo>
                  <a:lnTo>
                    <a:pt x="60245" y="295677"/>
                  </a:lnTo>
                  <a:lnTo>
                    <a:pt x="64372" y="299000"/>
                  </a:lnTo>
                  <a:lnTo>
                    <a:pt x="68602" y="302192"/>
                  </a:lnTo>
                  <a:lnTo>
                    <a:pt x="72930" y="305247"/>
                  </a:lnTo>
                  <a:lnTo>
                    <a:pt x="77354" y="308164"/>
                  </a:lnTo>
                  <a:lnTo>
                    <a:pt x="81868" y="310940"/>
                  </a:lnTo>
                  <a:lnTo>
                    <a:pt x="86467" y="313571"/>
                  </a:lnTo>
                  <a:lnTo>
                    <a:pt x="91148" y="316054"/>
                  </a:lnTo>
                  <a:lnTo>
                    <a:pt x="95905" y="318389"/>
                  </a:lnTo>
                  <a:lnTo>
                    <a:pt x="100733" y="320571"/>
                  </a:lnTo>
                  <a:lnTo>
                    <a:pt x="105628" y="322599"/>
                  </a:lnTo>
                  <a:lnTo>
                    <a:pt x="110585" y="324471"/>
                  </a:lnTo>
                  <a:lnTo>
                    <a:pt x="115599" y="326185"/>
                  </a:lnTo>
                  <a:lnTo>
                    <a:pt x="120665" y="327739"/>
                  </a:lnTo>
                  <a:lnTo>
                    <a:pt x="125777" y="329132"/>
                  </a:lnTo>
                  <a:lnTo>
                    <a:pt x="130931" y="330362"/>
                  </a:lnTo>
                  <a:lnTo>
                    <a:pt x="136122" y="331428"/>
                  </a:lnTo>
                  <a:lnTo>
                    <a:pt x="141343" y="332329"/>
                  </a:lnTo>
                  <a:lnTo>
                    <a:pt x="146591" y="333064"/>
                  </a:lnTo>
                  <a:lnTo>
                    <a:pt x="151859" y="333633"/>
                  </a:lnTo>
                  <a:lnTo>
                    <a:pt x="157142" y="334034"/>
                  </a:lnTo>
                  <a:lnTo>
                    <a:pt x="162436" y="334268"/>
                  </a:lnTo>
                  <a:lnTo>
                    <a:pt x="167734" y="334333"/>
                  </a:lnTo>
                  <a:lnTo>
                    <a:pt x="173032" y="334231"/>
                  </a:lnTo>
                  <a:lnTo>
                    <a:pt x="178324" y="333961"/>
                  </a:lnTo>
                  <a:lnTo>
                    <a:pt x="183604" y="333523"/>
                  </a:lnTo>
                  <a:lnTo>
                    <a:pt x="188868" y="332919"/>
                  </a:lnTo>
                  <a:lnTo>
                    <a:pt x="194111" y="332147"/>
                  </a:lnTo>
                  <a:lnTo>
                    <a:pt x="199326" y="331210"/>
                  </a:lnTo>
                  <a:lnTo>
                    <a:pt x="204509" y="330108"/>
                  </a:lnTo>
                  <a:lnTo>
                    <a:pt x="209654" y="328842"/>
                  </a:lnTo>
                  <a:lnTo>
                    <a:pt x="214757" y="327414"/>
                  </a:lnTo>
                  <a:lnTo>
                    <a:pt x="219812" y="325825"/>
                  </a:lnTo>
                  <a:lnTo>
                    <a:pt x="224814" y="324077"/>
                  </a:lnTo>
                  <a:lnTo>
                    <a:pt x="229758" y="322171"/>
                  </a:lnTo>
                  <a:lnTo>
                    <a:pt x="234639" y="320109"/>
                  </a:lnTo>
                  <a:lnTo>
                    <a:pt x="239452" y="317893"/>
                  </a:lnTo>
                  <a:lnTo>
                    <a:pt x="244193" y="315526"/>
                  </a:lnTo>
                  <a:lnTo>
                    <a:pt x="248856" y="313010"/>
                  </a:lnTo>
                  <a:lnTo>
                    <a:pt x="253437" y="310348"/>
                  </a:lnTo>
                  <a:lnTo>
                    <a:pt x="257932" y="307541"/>
                  </a:lnTo>
                  <a:lnTo>
                    <a:pt x="262335" y="304594"/>
                  </a:lnTo>
                  <a:lnTo>
                    <a:pt x="266643" y="301509"/>
                  </a:lnTo>
                  <a:lnTo>
                    <a:pt x="270850" y="298288"/>
                  </a:lnTo>
                  <a:lnTo>
                    <a:pt x="274954" y="294936"/>
                  </a:lnTo>
                  <a:lnTo>
                    <a:pt x="278949" y="291455"/>
                  </a:lnTo>
                  <a:lnTo>
                    <a:pt x="282832" y="287850"/>
                  </a:lnTo>
                  <a:lnTo>
                    <a:pt x="286599" y="284123"/>
                  </a:lnTo>
                  <a:lnTo>
                    <a:pt x="290245" y="280279"/>
                  </a:lnTo>
                  <a:lnTo>
                    <a:pt x="293768" y="276321"/>
                  </a:lnTo>
                  <a:lnTo>
                    <a:pt x="297164" y="272253"/>
                  </a:lnTo>
                  <a:lnTo>
                    <a:pt x="300429" y="268080"/>
                  </a:lnTo>
                  <a:lnTo>
                    <a:pt x="303561" y="263806"/>
                  </a:lnTo>
                  <a:lnTo>
                    <a:pt x="306555" y="259434"/>
                  </a:lnTo>
                  <a:lnTo>
                    <a:pt x="309409" y="254970"/>
                  </a:lnTo>
                  <a:lnTo>
                    <a:pt x="312121" y="250417"/>
                  </a:lnTo>
                  <a:lnTo>
                    <a:pt x="314686" y="245781"/>
                  </a:lnTo>
                  <a:lnTo>
                    <a:pt x="317104" y="241066"/>
                  </a:lnTo>
                  <a:lnTo>
                    <a:pt x="319370" y="236277"/>
                  </a:lnTo>
                  <a:lnTo>
                    <a:pt x="321484" y="231418"/>
                  </a:lnTo>
                  <a:lnTo>
                    <a:pt x="323443" y="226495"/>
                  </a:lnTo>
                  <a:lnTo>
                    <a:pt x="325245" y="221512"/>
                  </a:lnTo>
                  <a:lnTo>
                    <a:pt x="326888" y="216474"/>
                  </a:lnTo>
                  <a:lnTo>
                    <a:pt x="328370" y="211387"/>
                  </a:lnTo>
                  <a:lnTo>
                    <a:pt x="329691" y="206255"/>
                  </a:lnTo>
                  <a:lnTo>
                    <a:pt x="330848" y="201085"/>
                  </a:lnTo>
                  <a:lnTo>
                    <a:pt x="331841" y="195880"/>
                  </a:lnTo>
                  <a:lnTo>
                    <a:pt x="332668" y="190646"/>
                  </a:lnTo>
                  <a:lnTo>
                    <a:pt x="333329" y="185389"/>
                  </a:lnTo>
                  <a:lnTo>
                    <a:pt x="333823" y="180113"/>
                  </a:lnTo>
                  <a:lnTo>
                    <a:pt x="334149" y="174824"/>
                  </a:lnTo>
                  <a:lnTo>
                    <a:pt x="334308" y="169528"/>
                  </a:lnTo>
                  <a:lnTo>
                    <a:pt x="334299" y="164229"/>
                  </a:lnTo>
                  <a:lnTo>
                    <a:pt x="334122" y="158934"/>
                  </a:lnTo>
                  <a:lnTo>
                    <a:pt x="333777" y="153646"/>
                  </a:lnTo>
                  <a:lnTo>
                    <a:pt x="333265" y="148372"/>
                  </a:lnTo>
                  <a:lnTo>
                    <a:pt x="332586" y="143117"/>
                  </a:lnTo>
                  <a:lnTo>
                    <a:pt x="331741" y="137886"/>
                  </a:lnTo>
                  <a:lnTo>
                    <a:pt x="330730" y="132685"/>
                  </a:lnTo>
                  <a:lnTo>
                    <a:pt x="329555" y="127518"/>
                  </a:lnTo>
                  <a:lnTo>
                    <a:pt x="328217" y="122391"/>
                  </a:lnTo>
                  <a:lnTo>
                    <a:pt x="326717" y="117309"/>
                  </a:lnTo>
                  <a:lnTo>
                    <a:pt x="325056" y="112277"/>
                  </a:lnTo>
                  <a:lnTo>
                    <a:pt x="323237" y="107300"/>
                  </a:lnTo>
                  <a:lnTo>
                    <a:pt x="321262" y="102384"/>
                  </a:lnTo>
                  <a:lnTo>
                    <a:pt x="319131" y="97532"/>
                  </a:lnTo>
                  <a:lnTo>
                    <a:pt x="316848" y="92751"/>
                  </a:lnTo>
                  <a:lnTo>
                    <a:pt x="314414" y="88044"/>
                  </a:lnTo>
                  <a:lnTo>
                    <a:pt x="311832" y="83417"/>
                  </a:lnTo>
                  <a:lnTo>
                    <a:pt x="309105" y="78874"/>
                  </a:lnTo>
                  <a:lnTo>
                    <a:pt x="306236" y="74419"/>
                  </a:lnTo>
                  <a:lnTo>
                    <a:pt x="303227" y="70058"/>
                  </a:lnTo>
                  <a:lnTo>
                    <a:pt x="300081" y="65794"/>
                  </a:lnTo>
                  <a:lnTo>
                    <a:pt x="296801" y="61633"/>
                  </a:lnTo>
                  <a:lnTo>
                    <a:pt x="293391" y="57577"/>
                  </a:lnTo>
                  <a:lnTo>
                    <a:pt x="289854" y="53631"/>
                  </a:lnTo>
                  <a:lnTo>
                    <a:pt x="286194" y="49799"/>
                  </a:lnTo>
                  <a:lnTo>
                    <a:pt x="282415" y="46086"/>
                  </a:lnTo>
                  <a:lnTo>
                    <a:pt x="278520" y="42494"/>
                  </a:lnTo>
                  <a:lnTo>
                    <a:pt x="274512" y="39027"/>
                  </a:lnTo>
                  <a:lnTo>
                    <a:pt x="270397" y="35689"/>
                  </a:lnTo>
                  <a:lnTo>
                    <a:pt x="266178" y="32483"/>
                  </a:lnTo>
                  <a:lnTo>
                    <a:pt x="261860" y="29412"/>
                  </a:lnTo>
                  <a:lnTo>
                    <a:pt x="257447" y="26480"/>
                  </a:lnTo>
                  <a:lnTo>
                    <a:pt x="252943" y="23689"/>
                  </a:lnTo>
                  <a:lnTo>
                    <a:pt x="248352" y="21042"/>
                  </a:lnTo>
                  <a:lnTo>
                    <a:pt x="243680" y="18543"/>
                  </a:lnTo>
                  <a:lnTo>
                    <a:pt x="238931" y="16192"/>
                  </a:lnTo>
                  <a:lnTo>
                    <a:pt x="234111" y="13993"/>
                  </a:lnTo>
                  <a:lnTo>
                    <a:pt x="229222" y="11948"/>
                  </a:lnTo>
                  <a:lnTo>
                    <a:pt x="224272" y="10059"/>
                  </a:lnTo>
                  <a:lnTo>
                    <a:pt x="219264" y="8328"/>
                  </a:lnTo>
                  <a:lnTo>
                    <a:pt x="214204" y="6756"/>
                  </a:lnTo>
                  <a:lnTo>
                    <a:pt x="209096" y="5346"/>
                  </a:lnTo>
                  <a:lnTo>
                    <a:pt x="203946" y="4098"/>
                  </a:lnTo>
                  <a:lnTo>
                    <a:pt x="198760" y="3014"/>
                  </a:lnTo>
                  <a:lnTo>
                    <a:pt x="193541" y="2095"/>
                  </a:lnTo>
                  <a:lnTo>
                    <a:pt x="188296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61930" y="5103947"/>
              <a:ext cx="334325" cy="334324"/>
            </a:xfrm>
            <a:custGeom>
              <a:avLst/>
              <a:pathLst>
                <a:path w="334325" h="334324">
                  <a:moveTo>
                    <a:pt x="167101" y="0"/>
                  </a:moveTo>
                  <a:lnTo>
                    <a:pt x="161817" y="85"/>
                  </a:lnTo>
                  <a:lnTo>
                    <a:pt x="156537" y="337"/>
                  </a:lnTo>
                  <a:lnTo>
                    <a:pt x="151269" y="756"/>
                  </a:lnTo>
                  <a:lnTo>
                    <a:pt x="146016" y="1342"/>
                  </a:lnTo>
                  <a:lnTo>
                    <a:pt x="140785" y="2093"/>
                  </a:lnTo>
                  <a:lnTo>
                    <a:pt x="135580" y="3009"/>
                  </a:lnTo>
                  <a:lnTo>
                    <a:pt x="130406" y="4089"/>
                  </a:lnTo>
                  <a:lnTo>
                    <a:pt x="125270" y="5333"/>
                  </a:lnTo>
                  <a:lnTo>
                    <a:pt x="120175" y="6738"/>
                  </a:lnTo>
                  <a:lnTo>
                    <a:pt x="115127" y="8303"/>
                  </a:lnTo>
                  <a:lnTo>
                    <a:pt x="110131" y="10027"/>
                  </a:lnTo>
                  <a:lnTo>
                    <a:pt x="105192" y="11909"/>
                  </a:lnTo>
                  <a:lnTo>
                    <a:pt x="100315" y="13945"/>
                  </a:lnTo>
                  <a:lnTo>
                    <a:pt x="95505" y="16135"/>
                  </a:lnTo>
                  <a:lnTo>
                    <a:pt x="90766" y="18475"/>
                  </a:lnTo>
                  <a:lnTo>
                    <a:pt x="86104" y="20964"/>
                  </a:lnTo>
                  <a:lnTo>
                    <a:pt x="81523" y="23600"/>
                  </a:lnTo>
                  <a:lnTo>
                    <a:pt x="77027" y="26379"/>
                  </a:lnTo>
                  <a:lnTo>
                    <a:pt x="72621" y="29298"/>
                  </a:lnTo>
                  <a:lnTo>
                    <a:pt x="68310" y="32355"/>
                  </a:lnTo>
                  <a:lnTo>
                    <a:pt x="64098" y="35548"/>
                  </a:lnTo>
                  <a:lnTo>
                    <a:pt x="59989" y="38871"/>
                  </a:lnTo>
                  <a:lnTo>
                    <a:pt x="55987" y="42323"/>
                  </a:lnTo>
                  <a:lnTo>
                    <a:pt x="52096" y="45900"/>
                  </a:lnTo>
                  <a:lnTo>
                    <a:pt x="48320" y="49598"/>
                  </a:lnTo>
                  <a:lnTo>
                    <a:pt x="44663" y="53413"/>
                  </a:lnTo>
                  <a:lnTo>
                    <a:pt x="41128" y="57342"/>
                  </a:lnTo>
                  <a:lnTo>
                    <a:pt x="37719" y="61381"/>
                  </a:lnTo>
                  <a:lnTo>
                    <a:pt x="34440" y="65526"/>
                  </a:lnTo>
                  <a:lnTo>
                    <a:pt x="31293" y="69772"/>
                  </a:lnTo>
                  <a:lnTo>
                    <a:pt x="28282" y="74116"/>
                  </a:lnTo>
                  <a:lnTo>
                    <a:pt x="25410" y="78552"/>
                  </a:lnTo>
                  <a:lnTo>
                    <a:pt x="22680" y="83077"/>
                  </a:lnTo>
                  <a:lnTo>
                    <a:pt x="20094" y="87687"/>
                  </a:lnTo>
                  <a:lnTo>
                    <a:pt x="17655" y="92375"/>
                  </a:lnTo>
                  <a:lnTo>
                    <a:pt x="15365" y="97139"/>
                  </a:lnTo>
                  <a:lnTo>
                    <a:pt x="13227" y="101972"/>
                  </a:lnTo>
                  <a:lnTo>
                    <a:pt x="11243" y="106871"/>
                  </a:lnTo>
                  <a:lnTo>
                    <a:pt x="9415" y="111830"/>
                  </a:lnTo>
                  <a:lnTo>
                    <a:pt x="7745" y="116844"/>
                  </a:lnTo>
                  <a:lnTo>
                    <a:pt x="6234" y="121908"/>
                  </a:lnTo>
                  <a:lnTo>
                    <a:pt x="4883" y="127018"/>
                  </a:lnTo>
                  <a:lnTo>
                    <a:pt x="3695" y="132168"/>
                  </a:lnTo>
                  <a:lnTo>
                    <a:pt x="2671" y="137353"/>
                  </a:lnTo>
                  <a:lnTo>
                    <a:pt x="1810" y="142567"/>
                  </a:lnTo>
                  <a:lnTo>
                    <a:pt x="1115" y="147806"/>
                  </a:lnTo>
                  <a:lnTo>
                    <a:pt x="586" y="153065"/>
                  </a:lnTo>
                  <a:lnTo>
                    <a:pt x="224" y="158338"/>
                  </a:lnTo>
                  <a:lnTo>
                    <a:pt x="28" y="163619"/>
                  </a:lnTo>
                  <a:lnTo>
                    <a:pt x="0" y="168904"/>
                  </a:lnTo>
                  <a:lnTo>
                    <a:pt x="138" y="174187"/>
                  </a:lnTo>
                  <a:lnTo>
                    <a:pt x="443" y="179464"/>
                  </a:lnTo>
                  <a:lnTo>
                    <a:pt x="915" y="184728"/>
                  </a:lnTo>
                  <a:lnTo>
                    <a:pt x="1554" y="189974"/>
                  </a:lnTo>
                  <a:lnTo>
                    <a:pt x="2357" y="195198"/>
                  </a:lnTo>
                  <a:lnTo>
                    <a:pt x="3326" y="200393"/>
                  </a:lnTo>
                  <a:lnTo>
                    <a:pt x="4458" y="205556"/>
                  </a:lnTo>
                  <a:lnTo>
                    <a:pt x="5753" y="210680"/>
                  </a:lnTo>
                  <a:lnTo>
                    <a:pt x="7209" y="215760"/>
                  </a:lnTo>
                  <a:lnTo>
                    <a:pt x="8825" y="220792"/>
                  </a:lnTo>
                  <a:lnTo>
                    <a:pt x="10599" y="225771"/>
                  </a:lnTo>
                  <a:lnTo>
                    <a:pt x="12530" y="230690"/>
                  </a:lnTo>
                  <a:lnTo>
                    <a:pt x="14616" y="235547"/>
                  </a:lnTo>
                  <a:lnTo>
                    <a:pt x="16853" y="240335"/>
                  </a:lnTo>
                  <a:lnTo>
                    <a:pt x="19242" y="245049"/>
                  </a:lnTo>
                  <a:lnTo>
                    <a:pt x="21777" y="249686"/>
                  </a:lnTo>
                  <a:lnTo>
                    <a:pt x="24459" y="254241"/>
                  </a:lnTo>
                  <a:lnTo>
                    <a:pt x="27283" y="258708"/>
                  </a:lnTo>
                  <a:lnTo>
                    <a:pt x="30246" y="263084"/>
                  </a:lnTo>
                  <a:lnTo>
                    <a:pt x="33347" y="267364"/>
                  </a:lnTo>
                  <a:lnTo>
                    <a:pt x="36581" y="271544"/>
                  </a:lnTo>
                  <a:lnTo>
                    <a:pt x="39946" y="275620"/>
                  </a:lnTo>
                  <a:lnTo>
                    <a:pt x="43438" y="279587"/>
                  </a:lnTo>
                  <a:lnTo>
                    <a:pt x="47053" y="283442"/>
                  </a:lnTo>
                  <a:lnTo>
                    <a:pt x="50789" y="287180"/>
                  </a:lnTo>
                  <a:lnTo>
                    <a:pt x="54641" y="290799"/>
                  </a:lnTo>
                  <a:lnTo>
                    <a:pt x="58606" y="294294"/>
                  </a:lnTo>
                  <a:lnTo>
                    <a:pt x="62679" y="297662"/>
                  </a:lnTo>
                  <a:lnTo>
                    <a:pt x="66856" y="300900"/>
                  </a:lnTo>
                  <a:lnTo>
                    <a:pt x="71134" y="304004"/>
                  </a:lnTo>
                  <a:lnTo>
                    <a:pt x="75507" y="306971"/>
                  </a:lnTo>
                  <a:lnTo>
                    <a:pt x="79972" y="309798"/>
                  </a:lnTo>
                  <a:lnTo>
                    <a:pt x="84525" y="312483"/>
                  </a:lnTo>
                  <a:lnTo>
                    <a:pt x="89160" y="315022"/>
                  </a:lnTo>
                  <a:lnTo>
                    <a:pt x="93873" y="317414"/>
                  </a:lnTo>
                  <a:lnTo>
                    <a:pt x="98659" y="319656"/>
                  </a:lnTo>
                  <a:lnTo>
                    <a:pt x="103514" y="321745"/>
                  </a:lnTo>
                  <a:lnTo>
                    <a:pt x="108432" y="323680"/>
                  </a:lnTo>
                  <a:lnTo>
                    <a:pt x="113409" y="325458"/>
                  </a:lnTo>
                  <a:lnTo>
                    <a:pt x="118440" y="327078"/>
                  </a:lnTo>
                  <a:lnTo>
                    <a:pt x="123519" y="328538"/>
                  </a:lnTo>
                  <a:lnTo>
                    <a:pt x="128642" y="329837"/>
                  </a:lnTo>
                  <a:lnTo>
                    <a:pt x="133803" y="330973"/>
                  </a:lnTo>
                  <a:lnTo>
                    <a:pt x="138998" y="331946"/>
                  </a:lnTo>
                  <a:lnTo>
                    <a:pt x="144221" y="332753"/>
                  </a:lnTo>
                  <a:lnTo>
                    <a:pt x="149467" y="333396"/>
                  </a:lnTo>
                  <a:lnTo>
                    <a:pt x="154731" y="333872"/>
                  </a:lnTo>
                  <a:lnTo>
                    <a:pt x="160007" y="334181"/>
                  </a:lnTo>
                  <a:lnTo>
                    <a:pt x="165290" y="334324"/>
                  </a:lnTo>
                  <a:lnTo>
                    <a:pt x="170575" y="334299"/>
                  </a:lnTo>
                  <a:lnTo>
                    <a:pt x="175857" y="334108"/>
                  </a:lnTo>
                  <a:lnTo>
                    <a:pt x="181130" y="333749"/>
                  </a:lnTo>
                  <a:lnTo>
                    <a:pt x="186389" y="333225"/>
                  </a:lnTo>
                  <a:lnTo>
                    <a:pt x="191628" y="332534"/>
                  </a:lnTo>
                  <a:lnTo>
                    <a:pt x="196844" y="331677"/>
                  </a:lnTo>
                  <a:lnTo>
                    <a:pt x="202029" y="330657"/>
                  </a:lnTo>
                  <a:lnTo>
                    <a:pt x="207180" y="329473"/>
                  </a:lnTo>
                  <a:lnTo>
                    <a:pt x="212291" y="328126"/>
                  </a:lnTo>
                  <a:lnTo>
                    <a:pt x="217356" y="326619"/>
                  </a:lnTo>
                  <a:lnTo>
                    <a:pt x="222372" y="324953"/>
                  </a:lnTo>
                  <a:lnTo>
                    <a:pt x="227332" y="323128"/>
                  </a:lnTo>
                  <a:lnTo>
                    <a:pt x="232232" y="321148"/>
                  </a:lnTo>
                  <a:lnTo>
                    <a:pt x="237067" y="319014"/>
                  </a:lnTo>
                  <a:lnTo>
                    <a:pt x="241833" y="316728"/>
                  </a:lnTo>
                  <a:lnTo>
                    <a:pt x="246523" y="314293"/>
                  </a:lnTo>
                  <a:lnTo>
                    <a:pt x="251134" y="311711"/>
                  </a:lnTo>
                  <a:lnTo>
                    <a:pt x="255662" y="308984"/>
                  </a:lnTo>
                  <a:lnTo>
                    <a:pt x="260101" y="306115"/>
                  </a:lnTo>
                  <a:lnTo>
                    <a:pt x="264447" y="303108"/>
                  </a:lnTo>
                  <a:lnTo>
                    <a:pt x="268695" y="299964"/>
                  </a:lnTo>
                  <a:lnTo>
                    <a:pt x="272842" y="296688"/>
                  </a:lnTo>
                  <a:lnTo>
                    <a:pt x="276884" y="293283"/>
                  </a:lnTo>
                  <a:lnTo>
                    <a:pt x="280816" y="289751"/>
                  </a:lnTo>
                  <a:lnTo>
                    <a:pt x="284634" y="286097"/>
                  </a:lnTo>
                  <a:lnTo>
                    <a:pt x="288335" y="282324"/>
                  </a:lnTo>
                  <a:lnTo>
                    <a:pt x="291915" y="278435"/>
                  </a:lnTo>
                  <a:lnTo>
                    <a:pt x="295370" y="274436"/>
                  </a:lnTo>
                  <a:lnTo>
                    <a:pt x="298697" y="270329"/>
                  </a:lnTo>
                  <a:lnTo>
                    <a:pt x="301892" y="266120"/>
                  </a:lnTo>
                  <a:lnTo>
                    <a:pt x="304953" y="261811"/>
                  </a:lnTo>
                  <a:lnTo>
                    <a:pt x="307876" y="257408"/>
                  </a:lnTo>
                  <a:lnTo>
                    <a:pt x="310658" y="252914"/>
                  </a:lnTo>
                  <a:lnTo>
                    <a:pt x="313297" y="248335"/>
                  </a:lnTo>
                  <a:lnTo>
                    <a:pt x="315790" y="243675"/>
                  </a:lnTo>
                  <a:lnTo>
                    <a:pt x="318134" y="238938"/>
                  </a:lnTo>
                  <a:lnTo>
                    <a:pt x="320328" y="234130"/>
                  </a:lnTo>
                  <a:lnTo>
                    <a:pt x="322368" y="229254"/>
                  </a:lnTo>
                  <a:lnTo>
                    <a:pt x="324253" y="224317"/>
                  </a:lnTo>
                  <a:lnTo>
                    <a:pt x="325981" y="219322"/>
                  </a:lnTo>
                  <a:lnTo>
                    <a:pt x="327550" y="214276"/>
                  </a:lnTo>
                  <a:lnTo>
                    <a:pt x="328959" y="209182"/>
                  </a:lnTo>
                  <a:lnTo>
                    <a:pt x="330207" y="204046"/>
                  </a:lnTo>
                  <a:lnTo>
                    <a:pt x="331291" y="198873"/>
                  </a:lnTo>
                  <a:lnTo>
                    <a:pt x="332211" y="193669"/>
                  </a:lnTo>
                  <a:lnTo>
                    <a:pt x="332967" y="188438"/>
                  </a:lnTo>
                  <a:lnTo>
                    <a:pt x="333556" y="183186"/>
                  </a:lnTo>
                  <a:lnTo>
                    <a:pt x="333979" y="177918"/>
                  </a:lnTo>
                  <a:lnTo>
                    <a:pt x="334236" y="172639"/>
                  </a:lnTo>
                  <a:lnTo>
                    <a:pt x="334325" y="167355"/>
                  </a:lnTo>
                  <a:lnTo>
                    <a:pt x="334248" y="162070"/>
                  </a:lnTo>
                  <a:lnTo>
                    <a:pt x="334003" y="156791"/>
                  </a:lnTo>
                  <a:lnTo>
                    <a:pt x="333592" y="151522"/>
                  </a:lnTo>
                  <a:lnTo>
                    <a:pt x="333014" y="146268"/>
                  </a:lnTo>
                  <a:lnTo>
                    <a:pt x="332270" y="141036"/>
                  </a:lnTo>
                  <a:lnTo>
                    <a:pt x="331362" y="135829"/>
                  </a:lnTo>
                  <a:lnTo>
                    <a:pt x="330289" y="130654"/>
                  </a:lnTo>
                  <a:lnTo>
                    <a:pt x="329053" y="125515"/>
                  </a:lnTo>
                  <a:lnTo>
                    <a:pt x="327656" y="120419"/>
                  </a:lnTo>
                  <a:lnTo>
                    <a:pt x="326098" y="115368"/>
                  </a:lnTo>
                  <a:lnTo>
                    <a:pt x="324381" y="110370"/>
                  </a:lnTo>
                  <a:lnTo>
                    <a:pt x="322507" y="105428"/>
                  </a:lnTo>
                  <a:lnTo>
                    <a:pt x="320477" y="100548"/>
                  </a:lnTo>
                  <a:lnTo>
                    <a:pt x="318295" y="95735"/>
                  </a:lnTo>
                  <a:lnTo>
                    <a:pt x="315961" y="90993"/>
                  </a:lnTo>
                  <a:lnTo>
                    <a:pt x="313479" y="86327"/>
                  </a:lnTo>
                  <a:lnTo>
                    <a:pt x="310850" y="81742"/>
                  </a:lnTo>
                  <a:lnTo>
                    <a:pt x="308078" y="77242"/>
                  </a:lnTo>
                  <a:lnTo>
                    <a:pt x="305165" y="72832"/>
                  </a:lnTo>
                  <a:lnTo>
                    <a:pt x="302114" y="68517"/>
                  </a:lnTo>
                  <a:lnTo>
                    <a:pt x="298928" y="64300"/>
                  </a:lnTo>
                  <a:lnTo>
                    <a:pt x="295610" y="60186"/>
                  </a:lnTo>
                  <a:lnTo>
                    <a:pt x="292164" y="56179"/>
                  </a:lnTo>
                  <a:lnTo>
                    <a:pt x="288593" y="52283"/>
                  </a:lnTo>
                  <a:lnTo>
                    <a:pt x="284901" y="48501"/>
                  </a:lnTo>
                  <a:lnTo>
                    <a:pt x="281091" y="44839"/>
                  </a:lnTo>
                  <a:lnTo>
                    <a:pt x="277167" y="41298"/>
                  </a:lnTo>
                  <a:lnTo>
                    <a:pt x="273133" y="37883"/>
                  </a:lnTo>
                  <a:lnTo>
                    <a:pt x="268993" y="34598"/>
                  </a:lnTo>
                  <a:lnTo>
                    <a:pt x="264752" y="31445"/>
                  </a:lnTo>
                  <a:lnTo>
                    <a:pt x="260412" y="28428"/>
                  </a:lnTo>
                  <a:lnTo>
                    <a:pt x="255980" y="25549"/>
                  </a:lnTo>
                  <a:lnTo>
                    <a:pt x="251459" y="22812"/>
                  </a:lnTo>
                  <a:lnTo>
                    <a:pt x="246853" y="20219"/>
                  </a:lnTo>
                  <a:lnTo>
                    <a:pt x="242168" y="17773"/>
                  </a:lnTo>
                  <a:lnTo>
                    <a:pt x="237408" y="15477"/>
                  </a:lnTo>
                  <a:lnTo>
                    <a:pt x="232578" y="13332"/>
                  </a:lnTo>
                  <a:lnTo>
                    <a:pt x="227682" y="11341"/>
                  </a:lnTo>
                  <a:lnTo>
                    <a:pt x="222726" y="9505"/>
                  </a:lnTo>
                  <a:lnTo>
                    <a:pt x="217714" y="7828"/>
                  </a:lnTo>
                  <a:lnTo>
                    <a:pt x="212652" y="6309"/>
                  </a:lnTo>
                  <a:lnTo>
                    <a:pt x="207544" y="4951"/>
                  </a:lnTo>
                  <a:lnTo>
                    <a:pt x="202396" y="3756"/>
                  </a:lnTo>
                  <a:lnTo>
                    <a:pt x="197213" y="2723"/>
                  </a:lnTo>
                  <a:lnTo>
                    <a:pt x="192000" y="1856"/>
                  </a:lnTo>
                  <a:lnTo>
                    <a:pt x="186761" y="115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629088" y="5103947"/>
              <a:ext cx="19603" cy="167167"/>
            </a:xfrm>
            <a:custGeom>
              <a:avLst/>
              <a:pathLst>
                <a:path w="19603" h="167167">
                  <a:moveTo>
                    <a:pt x="19603" y="1153"/>
                  </a:moveTo>
                  <a:lnTo>
                    <a:pt x="9818" y="2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43357" y="5309273"/>
              <a:ext cx="162537" cy="167167"/>
            </a:xfrm>
            <a:custGeom>
              <a:avLst/>
              <a:pathLst>
                <a:path w="162537" h="167167">
                  <a:moveTo>
                    <a:pt x="162531" y="0"/>
                  </a:moveTo>
                  <a:lnTo>
                    <a:pt x="157089" y="88"/>
                  </a:lnTo>
                  <a:lnTo>
                    <a:pt x="151653" y="354"/>
                  </a:lnTo>
                  <a:lnTo>
                    <a:pt x="146229" y="797"/>
                  </a:lnTo>
                  <a:lnTo>
                    <a:pt x="140822" y="1416"/>
                  </a:lnTo>
                  <a:lnTo>
                    <a:pt x="135438" y="2211"/>
                  </a:lnTo>
                  <a:lnTo>
                    <a:pt x="130083" y="3180"/>
                  </a:lnTo>
                  <a:lnTo>
                    <a:pt x="124762" y="4323"/>
                  </a:lnTo>
                  <a:lnTo>
                    <a:pt x="119481" y="5639"/>
                  </a:lnTo>
                  <a:lnTo>
                    <a:pt x="114246" y="7126"/>
                  </a:lnTo>
                  <a:lnTo>
                    <a:pt x="109062" y="8783"/>
                  </a:lnTo>
                  <a:lnTo>
                    <a:pt x="103935" y="10608"/>
                  </a:lnTo>
                  <a:lnTo>
                    <a:pt x="98870" y="12598"/>
                  </a:lnTo>
                  <a:lnTo>
                    <a:pt x="93872" y="14753"/>
                  </a:lnTo>
                  <a:lnTo>
                    <a:pt x="88947" y="17069"/>
                  </a:lnTo>
                  <a:lnTo>
                    <a:pt x="84100" y="19544"/>
                  </a:lnTo>
                  <a:lnTo>
                    <a:pt x="79336" y="22175"/>
                  </a:lnTo>
                  <a:lnTo>
                    <a:pt x="74661" y="24960"/>
                  </a:lnTo>
                  <a:lnTo>
                    <a:pt x="70078" y="27896"/>
                  </a:lnTo>
                  <a:lnTo>
                    <a:pt x="65594" y="30980"/>
                  </a:lnTo>
                  <a:lnTo>
                    <a:pt x="61212" y="34207"/>
                  </a:lnTo>
                  <a:lnTo>
                    <a:pt x="56938" y="37576"/>
                  </a:lnTo>
                  <a:lnTo>
                    <a:pt x="52775" y="41082"/>
                  </a:lnTo>
                  <a:lnTo>
                    <a:pt x="48729" y="44722"/>
                  </a:lnTo>
                  <a:lnTo>
                    <a:pt x="44804" y="48492"/>
                  </a:lnTo>
                  <a:lnTo>
                    <a:pt x="41003" y="52387"/>
                  </a:lnTo>
                  <a:lnTo>
                    <a:pt x="37331" y="56404"/>
                  </a:lnTo>
                  <a:lnTo>
                    <a:pt x="33792" y="60538"/>
                  </a:lnTo>
                  <a:lnTo>
                    <a:pt x="30389" y="64785"/>
                  </a:lnTo>
                  <a:lnTo>
                    <a:pt x="27127" y="69141"/>
                  </a:lnTo>
                  <a:lnTo>
                    <a:pt x="24007" y="73601"/>
                  </a:lnTo>
                  <a:lnTo>
                    <a:pt x="21035" y="78160"/>
                  </a:lnTo>
                  <a:lnTo>
                    <a:pt x="18213" y="82813"/>
                  </a:lnTo>
                  <a:lnTo>
                    <a:pt x="15543" y="87556"/>
                  </a:lnTo>
                  <a:lnTo>
                    <a:pt x="13030" y="92383"/>
                  </a:lnTo>
                  <a:lnTo>
                    <a:pt x="10675" y="97289"/>
                  </a:lnTo>
                  <a:lnTo>
                    <a:pt x="8481" y="102270"/>
                  </a:lnTo>
                  <a:lnTo>
                    <a:pt x="6450" y="107319"/>
                  </a:lnTo>
                  <a:lnTo>
                    <a:pt x="4584" y="112432"/>
                  </a:lnTo>
                  <a:lnTo>
                    <a:pt x="2886" y="117602"/>
                  </a:lnTo>
                  <a:lnTo>
                    <a:pt x="1357" y="122825"/>
                  </a:lnTo>
                  <a:lnTo>
                    <a:pt x="0" y="128095"/>
                  </a:lnTo>
                  <a:lnTo>
                    <a:pt x="16253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38743" y="5309273"/>
              <a:ext cx="334299" cy="334334"/>
            </a:xfrm>
            <a:custGeom>
              <a:avLst/>
              <a:pathLst>
                <a:path w="334299" h="334334">
                  <a:moveTo>
                    <a:pt x="4614" y="128095"/>
                  </a:moveTo>
                  <a:lnTo>
                    <a:pt x="3456" y="133270"/>
                  </a:lnTo>
                  <a:lnTo>
                    <a:pt x="2464" y="138478"/>
                  </a:lnTo>
                  <a:lnTo>
                    <a:pt x="1637" y="143716"/>
                  </a:lnTo>
                  <a:lnTo>
                    <a:pt x="976" y="148977"/>
                  </a:lnTo>
                  <a:lnTo>
                    <a:pt x="483" y="154256"/>
                  </a:lnTo>
                  <a:lnTo>
                    <a:pt x="157" y="159549"/>
                  </a:lnTo>
                  <a:lnTo>
                    <a:pt x="0" y="164848"/>
                  </a:lnTo>
                  <a:lnTo>
                    <a:pt x="10" y="170151"/>
                  </a:lnTo>
                  <a:lnTo>
                    <a:pt x="189" y="175450"/>
                  </a:lnTo>
                  <a:lnTo>
                    <a:pt x="535" y="180741"/>
                  </a:lnTo>
                  <a:lnTo>
                    <a:pt x="1050" y="186018"/>
                  </a:lnTo>
                  <a:lnTo>
                    <a:pt x="1731" y="191277"/>
                  </a:lnTo>
                  <a:lnTo>
                    <a:pt x="2579" y="196511"/>
                  </a:lnTo>
                  <a:lnTo>
                    <a:pt x="3592" y="201715"/>
                  </a:lnTo>
                  <a:lnTo>
                    <a:pt x="4770" y="206885"/>
                  </a:lnTo>
                  <a:lnTo>
                    <a:pt x="6112" y="212015"/>
                  </a:lnTo>
                  <a:lnTo>
                    <a:pt x="7615" y="217100"/>
                  </a:lnTo>
                  <a:lnTo>
                    <a:pt x="9279" y="222134"/>
                  </a:lnTo>
                  <a:lnTo>
                    <a:pt x="11102" y="227113"/>
                  </a:lnTo>
                  <a:lnTo>
                    <a:pt x="13081" y="232032"/>
                  </a:lnTo>
                  <a:lnTo>
                    <a:pt x="15216" y="236886"/>
                  </a:lnTo>
                  <a:lnTo>
                    <a:pt x="17503" y="241669"/>
                  </a:lnTo>
                  <a:lnTo>
                    <a:pt x="19942" y="246378"/>
                  </a:lnTo>
                  <a:lnTo>
                    <a:pt x="22528" y="251007"/>
                  </a:lnTo>
                  <a:lnTo>
                    <a:pt x="25259" y="255551"/>
                  </a:lnTo>
                  <a:lnTo>
                    <a:pt x="28134" y="260007"/>
                  </a:lnTo>
                  <a:lnTo>
                    <a:pt x="31148" y="264369"/>
                  </a:lnTo>
                  <a:lnTo>
                    <a:pt x="34299" y="268633"/>
                  </a:lnTo>
                  <a:lnTo>
                    <a:pt x="37584" y="272796"/>
                  </a:lnTo>
                  <a:lnTo>
                    <a:pt x="40999" y="276852"/>
                  </a:lnTo>
                  <a:lnTo>
                    <a:pt x="44541" y="280797"/>
                  </a:lnTo>
                  <a:lnTo>
                    <a:pt x="48207" y="284629"/>
                  </a:lnTo>
                  <a:lnTo>
                    <a:pt x="51992" y="288342"/>
                  </a:lnTo>
                  <a:lnTo>
                    <a:pt x="55893" y="291933"/>
                  </a:lnTo>
                  <a:lnTo>
                    <a:pt x="59906" y="295399"/>
                  </a:lnTo>
                  <a:lnTo>
                    <a:pt x="64026" y="298735"/>
                  </a:lnTo>
                  <a:lnTo>
                    <a:pt x="68251" y="301940"/>
                  </a:lnTo>
                  <a:lnTo>
                    <a:pt x="72575" y="305009"/>
                  </a:lnTo>
                  <a:lnTo>
                    <a:pt x="76994" y="307939"/>
                  </a:lnTo>
                  <a:lnTo>
                    <a:pt x="81504" y="310727"/>
                  </a:lnTo>
                  <a:lnTo>
                    <a:pt x="86100" y="313371"/>
                  </a:lnTo>
                  <a:lnTo>
                    <a:pt x="90777" y="315868"/>
                  </a:lnTo>
                  <a:lnTo>
                    <a:pt x="95532" y="318216"/>
                  </a:lnTo>
                  <a:lnTo>
                    <a:pt x="100358" y="320411"/>
                  </a:lnTo>
                  <a:lnTo>
                    <a:pt x="105252" y="322452"/>
                  </a:lnTo>
                  <a:lnTo>
                    <a:pt x="110208" y="324337"/>
                  </a:lnTo>
                  <a:lnTo>
                    <a:pt x="115221" y="326064"/>
                  </a:lnTo>
                  <a:lnTo>
                    <a:pt x="120287" y="327631"/>
                  </a:lnTo>
                  <a:lnTo>
                    <a:pt x="125399" y="329036"/>
                  </a:lnTo>
                  <a:lnTo>
                    <a:pt x="130554" y="330279"/>
                  </a:lnTo>
                  <a:lnTo>
                    <a:pt x="135745" y="331358"/>
                  </a:lnTo>
                  <a:lnTo>
                    <a:pt x="140968" y="332271"/>
                  </a:lnTo>
                  <a:lnTo>
                    <a:pt x="146218" y="333019"/>
                  </a:lnTo>
                  <a:lnTo>
                    <a:pt x="151488" y="333599"/>
                  </a:lnTo>
                  <a:lnTo>
                    <a:pt x="156774" y="334012"/>
                  </a:lnTo>
                  <a:lnTo>
                    <a:pt x="162071" y="334257"/>
                  </a:lnTo>
                  <a:lnTo>
                    <a:pt x="167373" y="334334"/>
                  </a:lnTo>
                  <a:lnTo>
                    <a:pt x="172674" y="334243"/>
                  </a:lnTo>
                  <a:lnTo>
                    <a:pt x="177970" y="333984"/>
                  </a:lnTo>
                  <a:lnTo>
                    <a:pt x="183255" y="333557"/>
                  </a:lnTo>
                  <a:lnTo>
                    <a:pt x="188524" y="332962"/>
                  </a:lnTo>
                  <a:lnTo>
                    <a:pt x="193771" y="332201"/>
                  </a:lnTo>
                  <a:lnTo>
                    <a:pt x="198992" y="331274"/>
                  </a:lnTo>
                  <a:lnTo>
                    <a:pt x="204181" y="330182"/>
                  </a:lnTo>
                  <a:lnTo>
                    <a:pt x="209332" y="328925"/>
                  </a:lnTo>
                  <a:lnTo>
                    <a:pt x="214441" y="327506"/>
                  </a:lnTo>
                  <a:lnTo>
                    <a:pt x="219502" y="325926"/>
                  </a:lnTo>
                  <a:lnTo>
                    <a:pt x="224511" y="324185"/>
                  </a:lnTo>
                  <a:lnTo>
                    <a:pt x="229462" y="322287"/>
                  </a:lnTo>
                  <a:lnTo>
                    <a:pt x="234350" y="320233"/>
                  </a:lnTo>
                  <a:lnTo>
                    <a:pt x="239170" y="318025"/>
                  </a:lnTo>
                  <a:lnTo>
                    <a:pt x="243919" y="315665"/>
                  </a:lnTo>
                  <a:lnTo>
                    <a:pt x="248590" y="313156"/>
                  </a:lnTo>
                  <a:lnTo>
                    <a:pt x="253179" y="310499"/>
                  </a:lnTo>
                  <a:lnTo>
                    <a:pt x="257681" y="307699"/>
                  </a:lnTo>
                  <a:lnTo>
                    <a:pt x="262092" y="304757"/>
                  </a:lnTo>
                  <a:lnTo>
                    <a:pt x="266408" y="301677"/>
                  </a:lnTo>
                  <a:lnTo>
                    <a:pt x="270624" y="298461"/>
                  </a:lnTo>
                  <a:lnTo>
                    <a:pt x="274736" y="295114"/>
                  </a:lnTo>
                  <a:lnTo>
                    <a:pt x="278740" y="291637"/>
                  </a:lnTo>
                  <a:lnTo>
                    <a:pt x="282631" y="288036"/>
                  </a:lnTo>
                  <a:lnTo>
                    <a:pt x="286406" y="284312"/>
                  </a:lnTo>
                  <a:lnTo>
                    <a:pt x="290062" y="280471"/>
                  </a:lnTo>
                  <a:lnTo>
                    <a:pt x="293593" y="276516"/>
                  </a:lnTo>
                  <a:lnTo>
                    <a:pt x="296998" y="272451"/>
                  </a:lnTo>
                  <a:lnTo>
                    <a:pt x="300271" y="268280"/>
                  </a:lnTo>
                  <a:lnTo>
                    <a:pt x="303411" y="264008"/>
                  </a:lnTo>
                  <a:lnTo>
                    <a:pt x="306414" y="259637"/>
                  </a:lnTo>
                  <a:lnTo>
                    <a:pt x="309276" y="255174"/>
                  </a:lnTo>
                  <a:lnTo>
                    <a:pt x="311996" y="250623"/>
                  </a:lnTo>
                  <a:lnTo>
                    <a:pt x="314570" y="245987"/>
                  </a:lnTo>
                  <a:lnTo>
                    <a:pt x="316995" y="241272"/>
                  </a:lnTo>
                  <a:lnTo>
                    <a:pt x="319270" y="236482"/>
                  </a:lnTo>
                  <a:lnTo>
                    <a:pt x="321392" y="231623"/>
                  </a:lnTo>
                  <a:lnTo>
                    <a:pt x="323359" y="226699"/>
                  </a:lnTo>
                  <a:lnTo>
                    <a:pt x="325168" y="221715"/>
                  </a:lnTo>
                  <a:lnTo>
                    <a:pt x="326819" y="216676"/>
                  </a:lnTo>
                  <a:lnTo>
                    <a:pt x="328308" y="211587"/>
                  </a:lnTo>
                  <a:lnTo>
                    <a:pt x="329636" y="206454"/>
                  </a:lnTo>
                  <a:lnTo>
                    <a:pt x="330800" y="201281"/>
                  </a:lnTo>
                  <a:lnTo>
                    <a:pt x="331800" y="196074"/>
                  </a:lnTo>
                  <a:lnTo>
                    <a:pt x="332634" y="190838"/>
                  </a:lnTo>
                  <a:lnTo>
                    <a:pt x="333301" y="185577"/>
                  </a:lnTo>
                  <a:lnTo>
                    <a:pt x="333802" y="180299"/>
                  </a:lnTo>
                  <a:lnTo>
                    <a:pt x="334134" y="175007"/>
                  </a:lnTo>
                  <a:lnTo>
                    <a:pt x="334299" y="169707"/>
                  </a:lnTo>
                  <a:lnTo>
                    <a:pt x="334295" y="164405"/>
                  </a:lnTo>
                  <a:lnTo>
                    <a:pt x="334124" y="159105"/>
                  </a:lnTo>
                  <a:lnTo>
                    <a:pt x="333784" y="153814"/>
                  </a:lnTo>
                  <a:lnTo>
                    <a:pt x="333277" y="148536"/>
                  </a:lnTo>
                  <a:lnTo>
                    <a:pt x="332602" y="143277"/>
                  </a:lnTo>
                  <a:lnTo>
                    <a:pt x="331762" y="138042"/>
                  </a:lnTo>
                  <a:lnTo>
                    <a:pt x="330755" y="132836"/>
                  </a:lnTo>
                  <a:lnTo>
                    <a:pt x="329584" y="127664"/>
                  </a:lnTo>
                  <a:lnTo>
                    <a:pt x="328249" y="122533"/>
                  </a:lnTo>
                  <a:lnTo>
                    <a:pt x="326753" y="117446"/>
                  </a:lnTo>
                  <a:lnTo>
                    <a:pt x="325096" y="112409"/>
                  </a:lnTo>
                  <a:lnTo>
                    <a:pt x="323280" y="107428"/>
                  </a:lnTo>
                  <a:lnTo>
                    <a:pt x="321306" y="102506"/>
                  </a:lnTo>
                  <a:lnTo>
                    <a:pt x="319178" y="97650"/>
                  </a:lnTo>
                  <a:lnTo>
                    <a:pt x="316897" y="92863"/>
                  </a:lnTo>
                  <a:lnTo>
                    <a:pt x="314465" y="88151"/>
                  </a:lnTo>
                  <a:lnTo>
                    <a:pt x="311885" y="83519"/>
                  </a:lnTo>
                  <a:lnTo>
                    <a:pt x="309159" y="78971"/>
                  </a:lnTo>
                  <a:lnTo>
                    <a:pt x="306291" y="74512"/>
                  </a:lnTo>
                  <a:lnTo>
                    <a:pt x="303282" y="70146"/>
                  </a:lnTo>
                  <a:lnTo>
                    <a:pt x="300137" y="65877"/>
                  </a:lnTo>
                  <a:lnTo>
                    <a:pt x="296858" y="61710"/>
                  </a:lnTo>
                  <a:lnTo>
                    <a:pt x="293448" y="57650"/>
                  </a:lnTo>
                  <a:lnTo>
                    <a:pt x="289911" y="53699"/>
                  </a:lnTo>
                  <a:lnTo>
                    <a:pt x="286251" y="49863"/>
                  </a:lnTo>
                  <a:lnTo>
                    <a:pt x="282471" y="46145"/>
                  </a:lnTo>
                  <a:lnTo>
                    <a:pt x="278575" y="42549"/>
                  </a:lnTo>
                  <a:lnTo>
                    <a:pt x="274566" y="39078"/>
                  </a:lnTo>
                  <a:lnTo>
                    <a:pt x="270450" y="35735"/>
                  </a:lnTo>
                  <a:lnTo>
                    <a:pt x="266230" y="32525"/>
                  </a:lnTo>
                  <a:lnTo>
                    <a:pt x="261910" y="29451"/>
                  </a:lnTo>
                  <a:lnTo>
                    <a:pt x="257494" y="26515"/>
                  </a:lnTo>
                  <a:lnTo>
                    <a:pt x="252988" y="23720"/>
                  </a:lnTo>
                  <a:lnTo>
                    <a:pt x="248396" y="21070"/>
                  </a:lnTo>
                  <a:lnTo>
                    <a:pt x="243722" y="18567"/>
                  </a:lnTo>
                  <a:lnTo>
                    <a:pt x="238970" y="16214"/>
                  </a:lnTo>
                  <a:lnTo>
                    <a:pt x="234147" y="14012"/>
                  </a:lnTo>
                  <a:lnTo>
                    <a:pt x="229256" y="11964"/>
                  </a:lnTo>
                  <a:lnTo>
                    <a:pt x="224302" y="10073"/>
                  </a:lnTo>
                  <a:lnTo>
                    <a:pt x="219291" y="8339"/>
                  </a:lnTo>
                  <a:lnTo>
                    <a:pt x="214228" y="6765"/>
                  </a:lnTo>
                  <a:lnTo>
                    <a:pt x="209117" y="5353"/>
                  </a:lnTo>
                  <a:lnTo>
                    <a:pt x="203964" y="4103"/>
                  </a:lnTo>
                  <a:lnTo>
                    <a:pt x="198774" y="3018"/>
                  </a:lnTo>
                  <a:lnTo>
                    <a:pt x="193552" y="2098"/>
                  </a:lnTo>
                  <a:lnTo>
                    <a:pt x="188304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1860" y="5399291"/>
              <a:ext cx="5419" cy="167167"/>
            </a:xfrm>
            <a:custGeom>
              <a:avLst/>
              <a:pathLst>
                <a:path w="5419" h="167167">
                  <a:moveTo>
                    <a:pt x="5419" y="0"/>
                  </a:moveTo>
                  <a:lnTo>
                    <a:pt x="0" y="87"/>
                  </a:lnTo>
                  <a:lnTo>
                    <a:pt x="541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1860" y="5399379"/>
              <a:ext cx="5419" cy="167079"/>
            </a:xfrm>
            <a:custGeom>
              <a:avLst/>
              <a:pathLst>
                <a:path w="5419" h="167079">
                  <a:moveTo>
                    <a:pt x="0" y="0"/>
                  </a:moveTo>
                  <a:lnTo>
                    <a:pt x="5419" y="1670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1860" y="5399379"/>
              <a:ext cx="5419" cy="167079"/>
            </a:xfrm>
            <a:custGeom>
              <a:avLst/>
              <a:pathLst>
                <a:path w="5419" h="167079">
                  <a:moveTo>
                    <a:pt x="0" y="0"/>
                  </a:moveTo>
                  <a:lnTo>
                    <a:pt x="5419" y="1670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1860" y="5399379"/>
              <a:ext cx="5419" cy="167079"/>
            </a:xfrm>
            <a:custGeom>
              <a:avLst/>
              <a:pathLst>
                <a:path w="5419" h="167079">
                  <a:moveTo>
                    <a:pt x="0" y="0"/>
                  </a:moveTo>
                  <a:lnTo>
                    <a:pt x="5419" y="1670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1860" y="5399379"/>
              <a:ext cx="5419" cy="167079"/>
            </a:xfrm>
            <a:custGeom>
              <a:avLst/>
              <a:pathLst>
                <a:path w="5419" h="167079">
                  <a:moveTo>
                    <a:pt x="0" y="0"/>
                  </a:moveTo>
                  <a:lnTo>
                    <a:pt x="5419" y="1670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1860" y="5399379"/>
              <a:ext cx="5419" cy="167079"/>
            </a:xfrm>
            <a:custGeom>
              <a:avLst/>
              <a:pathLst>
                <a:path w="5419" h="167079">
                  <a:moveTo>
                    <a:pt x="0" y="0"/>
                  </a:moveTo>
                  <a:lnTo>
                    <a:pt x="5419" y="1670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1860" y="5399379"/>
              <a:ext cx="5419" cy="167079"/>
            </a:xfrm>
            <a:custGeom>
              <a:avLst/>
              <a:pathLst>
                <a:path w="5419" h="167079">
                  <a:moveTo>
                    <a:pt x="0" y="0"/>
                  </a:moveTo>
                  <a:lnTo>
                    <a:pt x="5419" y="1670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0121" y="5399379"/>
              <a:ext cx="334325" cy="334234"/>
            </a:xfrm>
            <a:custGeom>
              <a:avLst/>
              <a:pathLst>
                <a:path w="334325" h="334234">
                  <a:moveTo>
                    <a:pt x="161739" y="0"/>
                  </a:moveTo>
                  <a:lnTo>
                    <a:pt x="156462" y="254"/>
                  </a:lnTo>
                  <a:lnTo>
                    <a:pt x="151196" y="675"/>
                  </a:lnTo>
                  <a:lnTo>
                    <a:pt x="145945" y="1263"/>
                  </a:lnTo>
                  <a:lnTo>
                    <a:pt x="140717" y="2016"/>
                  </a:lnTo>
                  <a:lnTo>
                    <a:pt x="135514" y="2934"/>
                  </a:lnTo>
                  <a:lnTo>
                    <a:pt x="130343" y="4016"/>
                  </a:lnTo>
                  <a:lnTo>
                    <a:pt x="125209" y="5261"/>
                  </a:lnTo>
                  <a:lnTo>
                    <a:pt x="120117" y="6667"/>
                  </a:lnTo>
                  <a:lnTo>
                    <a:pt x="115071" y="8234"/>
                  </a:lnTo>
                  <a:lnTo>
                    <a:pt x="110078" y="9959"/>
                  </a:lnTo>
                  <a:lnTo>
                    <a:pt x="105142" y="11841"/>
                  </a:lnTo>
                  <a:lnTo>
                    <a:pt x="100267" y="13878"/>
                  </a:lnTo>
                  <a:lnTo>
                    <a:pt x="95460" y="16068"/>
                  </a:lnTo>
                  <a:lnTo>
                    <a:pt x="90724" y="18409"/>
                  </a:lnTo>
                  <a:lnTo>
                    <a:pt x="86064" y="20899"/>
                  </a:lnTo>
                  <a:lnTo>
                    <a:pt x="81486" y="23534"/>
                  </a:lnTo>
                  <a:lnTo>
                    <a:pt x="76993" y="26313"/>
                  </a:lnTo>
                  <a:lnTo>
                    <a:pt x="72590" y="29232"/>
                  </a:lnTo>
                  <a:lnTo>
                    <a:pt x="68281" y="32289"/>
                  </a:lnTo>
                  <a:lnTo>
                    <a:pt x="64071" y="35481"/>
                  </a:lnTo>
                  <a:lnTo>
                    <a:pt x="59964" y="38804"/>
                  </a:lnTo>
                  <a:lnTo>
                    <a:pt x="55965" y="42255"/>
                  </a:lnTo>
                  <a:lnTo>
                    <a:pt x="52076" y="45831"/>
                  </a:lnTo>
                  <a:lnTo>
                    <a:pt x="48302" y="49528"/>
                  </a:lnTo>
                  <a:lnTo>
                    <a:pt x="44647" y="53343"/>
                  </a:lnTo>
                  <a:lnTo>
                    <a:pt x="41114" y="57271"/>
                  </a:lnTo>
                  <a:lnTo>
                    <a:pt x="37707" y="61308"/>
                  </a:lnTo>
                  <a:lnTo>
                    <a:pt x="34430" y="65452"/>
                  </a:lnTo>
                  <a:lnTo>
                    <a:pt x="31285" y="69696"/>
                  </a:lnTo>
                  <a:lnTo>
                    <a:pt x="28276" y="74038"/>
                  </a:lnTo>
                  <a:lnTo>
                    <a:pt x="25405" y="78473"/>
                  </a:lnTo>
                  <a:lnTo>
                    <a:pt x="22676" y="82997"/>
                  </a:lnTo>
                  <a:lnTo>
                    <a:pt x="20091" y="87604"/>
                  </a:lnTo>
                  <a:lnTo>
                    <a:pt x="17653" y="92291"/>
                  </a:lnTo>
                  <a:lnTo>
                    <a:pt x="15365" y="97052"/>
                  </a:lnTo>
                  <a:lnTo>
                    <a:pt x="13228" y="101884"/>
                  </a:lnTo>
                  <a:lnTo>
                    <a:pt x="11245" y="106780"/>
                  </a:lnTo>
                  <a:lnTo>
                    <a:pt x="9417" y="111737"/>
                  </a:lnTo>
                  <a:lnTo>
                    <a:pt x="7747" y="116749"/>
                  </a:lnTo>
                  <a:lnTo>
                    <a:pt x="6236" y="121812"/>
                  </a:lnTo>
                  <a:lnTo>
                    <a:pt x="4886" y="126919"/>
                  </a:lnTo>
                  <a:lnTo>
                    <a:pt x="3698" y="132067"/>
                  </a:lnTo>
                  <a:lnTo>
                    <a:pt x="2674" y="137249"/>
                  </a:lnTo>
                  <a:lnTo>
                    <a:pt x="1813" y="142462"/>
                  </a:lnTo>
                  <a:lnTo>
                    <a:pt x="1118" y="147699"/>
                  </a:lnTo>
                  <a:lnTo>
                    <a:pt x="589" y="152955"/>
                  </a:lnTo>
                  <a:lnTo>
                    <a:pt x="225" y="158225"/>
                  </a:lnTo>
                  <a:lnTo>
                    <a:pt x="29" y="163505"/>
                  </a:lnTo>
                  <a:lnTo>
                    <a:pt x="0" y="168787"/>
                  </a:lnTo>
                  <a:lnTo>
                    <a:pt x="137" y="174069"/>
                  </a:lnTo>
                  <a:lnTo>
                    <a:pt x="441" y="179343"/>
                  </a:lnTo>
                  <a:lnTo>
                    <a:pt x="912" y="184605"/>
                  </a:lnTo>
                  <a:lnTo>
                    <a:pt x="1549" y="189849"/>
                  </a:lnTo>
                  <a:lnTo>
                    <a:pt x="2351" y="195071"/>
                  </a:lnTo>
                  <a:lnTo>
                    <a:pt x="3318" y="200264"/>
                  </a:lnTo>
                  <a:lnTo>
                    <a:pt x="4448" y="205425"/>
                  </a:lnTo>
                  <a:lnTo>
                    <a:pt x="5741" y="210547"/>
                  </a:lnTo>
                  <a:lnTo>
                    <a:pt x="7195" y="215626"/>
                  </a:lnTo>
                  <a:lnTo>
                    <a:pt x="8809" y="220656"/>
                  </a:lnTo>
                  <a:lnTo>
                    <a:pt x="10581" y="225633"/>
                  </a:lnTo>
                  <a:lnTo>
                    <a:pt x="12510" y="230552"/>
                  </a:lnTo>
                  <a:lnTo>
                    <a:pt x="14592" y="235407"/>
                  </a:lnTo>
                  <a:lnTo>
                    <a:pt x="16828" y="240193"/>
                  </a:lnTo>
                  <a:lnTo>
                    <a:pt x="19213" y="244907"/>
                  </a:lnTo>
                  <a:lnTo>
                    <a:pt x="21746" y="249543"/>
                  </a:lnTo>
                  <a:lnTo>
                    <a:pt x="24425" y="254097"/>
                  </a:lnTo>
                  <a:lnTo>
                    <a:pt x="27246" y="258563"/>
                  </a:lnTo>
                  <a:lnTo>
                    <a:pt x="30206" y="262939"/>
                  </a:lnTo>
                  <a:lnTo>
                    <a:pt x="33304" y="267218"/>
                  </a:lnTo>
                  <a:lnTo>
                    <a:pt x="36535" y="271398"/>
                  </a:lnTo>
                  <a:lnTo>
                    <a:pt x="39896" y="275473"/>
                  </a:lnTo>
                  <a:lnTo>
                    <a:pt x="43385" y="279441"/>
                  </a:lnTo>
                  <a:lnTo>
                    <a:pt x="46997" y="283296"/>
                  </a:lnTo>
                  <a:lnTo>
                    <a:pt x="50729" y="287034"/>
                  </a:lnTo>
                  <a:lnTo>
                    <a:pt x="54578" y="290654"/>
                  </a:lnTo>
                  <a:lnTo>
                    <a:pt x="58539" y="294149"/>
                  </a:lnTo>
                  <a:lnTo>
                    <a:pt x="62609" y="297518"/>
                  </a:lnTo>
                  <a:lnTo>
                    <a:pt x="66782" y="300756"/>
                  </a:lnTo>
                  <a:lnTo>
                    <a:pt x="71057" y="303861"/>
                  </a:lnTo>
                  <a:lnTo>
                    <a:pt x="75427" y="306830"/>
                  </a:lnTo>
                  <a:lnTo>
                    <a:pt x="79888" y="309659"/>
                  </a:lnTo>
                  <a:lnTo>
                    <a:pt x="84437" y="312345"/>
                  </a:lnTo>
                  <a:lnTo>
                    <a:pt x="89069" y="314886"/>
                  </a:lnTo>
                  <a:lnTo>
                    <a:pt x="93778" y="317280"/>
                  </a:lnTo>
                  <a:lnTo>
                    <a:pt x="98561" y="319524"/>
                  </a:lnTo>
                  <a:lnTo>
                    <a:pt x="103412" y="321615"/>
                  </a:lnTo>
                  <a:lnTo>
                    <a:pt x="108327" y="323552"/>
                  </a:lnTo>
                  <a:lnTo>
                    <a:pt x="113301" y="325333"/>
                  </a:lnTo>
                  <a:lnTo>
                    <a:pt x="118329" y="326956"/>
                  </a:lnTo>
                  <a:lnTo>
                    <a:pt x="123405" y="328419"/>
                  </a:lnTo>
                  <a:lnTo>
                    <a:pt x="128525" y="329721"/>
                  </a:lnTo>
                  <a:lnTo>
                    <a:pt x="133683" y="330861"/>
                  </a:lnTo>
                  <a:lnTo>
                    <a:pt x="138875" y="331837"/>
                  </a:lnTo>
                  <a:lnTo>
                    <a:pt x="144096" y="332648"/>
                  </a:lnTo>
                  <a:lnTo>
                    <a:pt x="149339" y="333294"/>
                  </a:lnTo>
                  <a:lnTo>
                    <a:pt x="154600" y="333774"/>
                  </a:lnTo>
                  <a:lnTo>
                    <a:pt x="159874" y="334088"/>
                  </a:lnTo>
                  <a:lnTo>
                    <a:pt x="165154" y="334234"/>
                  </a:lnTo>
                  <a:lnTo>
                    <a:pt x="170437" y="334214"/>
                  </a:lnTo>
                  <a:lnTo>
                    <a:pt x="175717" y="334027"/>
                  </a:lnTo>
                  <a:lnTo>
                    <a:pt x="180988" y="333673"/>
                  </a:lnTo>
                  <a:lnTo>
                    <a:pt x="186245" y="333153"/>
                  </a:lnTo>
                  <a:lnTo>
                    <a:pt x="191483" y="332467"/>
                  </a:lnTo>
                  <a:lnTo>
                    <a:pt x="196697" y="331616"/>
                  </a:lnTo>
                  <a:lnTo>
                    <a:pt x="201882" y="330600"/>
                  </a:lnTo>
                  <a:lnTo>
                    <a:pt x="207031" y="329422"/>
                  </a:lnTo>
                  <a:lnTo>
                    <a:pt x="212141" y="328081"/>
                  </a:lnTo>
                  <a:lnTo>
                    <a:pt x="217206" y="326579"/>
                  </a:lnTo>
                  <a:lnTo>
                    <a:pt x="222221" y="324918"/>
                  </a:lnTo>
                  <a:lnTo>
                    <a:pt x="227181" y="323099"/>
                  </a:lnTo>
                  <a:lnTo>
                    <a:pt x="232081" y="321124"/>
                  </a:lnTo>
                  <a:lnTo>
                    <a:pt x="236916" y="318996"/>
                  </a:lnTo>
                  <a:lnTo>
                    <a:pt x="241682" y="316716"/>
                  </a:lnTo>
                  <a:lnTo>
                    <a:pt x="246373" y="314286"/>
                  </a:lnTo>
                  <a:lnTo>
                    <a:pt x="250985" y="311710"/>
                  </a:lnTo>
                  <a:lnTo>
                    <a:pt x="255513" y="308989"/>
                  </a:lnTo>
                  <a:lnTo>
                    <a:pt x="259953" y="306126"/>
                  </a:lnTo>
                  <a:lnTo>
                    <a:pt x="264301" y="303124"/>
                  </a:lnTo>
                  <a:lnTo>
                    <a:pt x="268551" y="299987"/>
                  </a:lnTo>
                  <a:lnTo>
                    <a:pt x="272700" y="296717"/>
                  </a:lnTo>
                  <a:lnTo>
                    <a:pt x="276744" y="293317"/>
                  </a:lnTo>
                  <a:lnTo>
                    <a:pt x="280678" y="289791"/>
                  </a:lnTo>
                  <a:lnTo>
                    <a:pt x="284499" y="286143"/>
                  </a:lnTo>
                  <a:lnTo>
                    <a:pt x="288202" y="282375"/>
                  </a:lnTo>
                  <a:lnTo>
                    <a:pt x="291785" y="278493"/>
                  </a:lnTo>
                  <a:lnTo>
                    <a:pt x="295243" y="274499"/>
                  </a:lnTo>
                  <a:lnTo>
                    <a:pt x="298574" y="270398"/>
                  </a:lnTo>
                  <a:lnTo>
                    <a:pt x="301773" y="266194"/>
                  </a:lnTo>
                  <a:lnTo>
                    <a:pt x="304838" y="261891"/>
                  </a:lnTo>
                  <a:lnTo>
                    <a:pt x="307765" y="257493"/>
                  </a:lnTo>
                  <a:lnTo>
                    <a:pt x="310552" y="253005"/>
                  </a:lnTo>
                  <a:lnTo>
                    <a:pt x="313195" y="248431"/>
                  </a:lnTo>
                  <a:lnTo>
                    <a:pt x="315693" y="243776"/>
                  </a:lnTo>
                  <a:lnTo>
                    <a:pt x="318042" y="239044"/>
                  </a:lnTo>
                  <a:lnTo>
                    <a:pt x="320241" y="234241"/>
                  </a:lnTo>
                  <a:lnTo>
                    <a:pt x="322287" y="229370"/>
                  </a:lnTo>
                  <a:lnTo>
                    <a:pt x="324177" y="224437"/>
                  </a:lnTo>
                  <a:lnTo>
                    <a:pt x="325911" y="219447"/>
                  </a:lnTo>
                  <a:lnTo>
                    <a:pt x="327487" y="214404"/>
                  </a:lnTo>
                  <a:lnTo>
                    <a:pt x="328902" y="209314"/>
                  </a:lnTo>
                  <a:lnTo>
                    <a:pt x="330156" y="204182"/>
                  </a:lnTo>
                  <a:lnTo>
                    <a:pt x="331247" y="199013"/>
                  </a:lnTo>
                  <a:lnTo>
                    <a:pt x="332174" y="193812"/>
                  </a:lnTo>
                  <a:lnTo>
                    <a:pt x="332937" y="188585"/>
                  </a:lnTo>
                  <a:lnTo>
                    <a:pt x="333533" y="183336"/>
                  </a:lnTo>
                  <a:lnTo>
                    <a:pt x="333964" y="178070"/>
                  </a:lnTo>
                  <a:lnTo>
                    <a:pt x="334228" y="172794"/>
                  </a:lnTo>
                  <a:lnTo>
                    <a:pt x="334325" y="167512"/>
                  </a:lnTo>
                  <a:lnTo>
                    <a:pt x="334255" y="162230"/>
                  </a:lnTo>
                  <a:lnTo>
                    <a:pt x="334019" y="156952"/>
                  </a:lnTo>
                  <a:lnTo>
                    <a:pt x="333615" y="151684"/>
                  </a:lnTo>
                  <a:lnTo>
                    <a:pt x="333046" y="146432"/>
                  </a:lnTo>
                  <a:lnTo>
                    <a:pt x="332310" y="141201"/>
                  </a:lnTo>
                  <a:lnTo>
                    <a:pt x="331410" y="135995"/>
                  </a:lnTo>
                  <a:lnTo>
                    <a:pt x="330346" y="130821"/>
                  </a:lnTo>
                  <a:lnTo>
                    <a:pt x="329119" y="125682"/>
                  </a:lnTo>
                  <a:lnTo>
                    <a:pt x="327730" y="120585"/>
                  </a:lnTo>
                  <a:lnTo>
                    <a:pt x="326181" y="115535"/>
                  </a:lnTo>
                  <a:lnTo>
                    <a:pt x="324472" y="110535"/>
                  </a:lnTo>
                  <a:lnTo>
                    <a:pt x="322607" y="105593"/>
                  </a:lnTo>
                  <a:lnTo>
                    <a:pt x="320587" y="100711"/>
                  </a:lnTo>
                  <a:lnTo>
                    <a:pt x="318413" y="95896"/>
                  </a:lnTo>
                  <a:lnTo>
                    <a:pt x="316088" y="91153"/>
                  </a:lnTo>
                  <a:lnTo>
                    <a:pt x="313615" y="86484"/>
                  </a:lnTo>
                  <a:lnTo>
                    <a:pt x="310995" y="81897"/>
                  </a:lnTo>
                  <a:lnTo>
                    <a:pt x="308231" y="77394"/>
                  </a:lnTo>
                  <a:lnTo>
                    <a:pt x="305327" y="72981"/>
                  </a:lnTo>
                  <a:lnTo>
                    <a:pt x="302285" y="68663"/>
                  </a:lnTo>
                  <a:lnTo>
                    <a:pt x="299107" y="64442"/>
                  </a:lnTo>
                  <a:lnTo>
                    <a:pt x="295798" y="60324"/>
                  </a:lnTo>
                  <a:lnTo>
                    <a:pt x="292361" y="56312"/>
                  </a:lnTo>
                  <a:lnTo>
                    <a:pt x="288798" y="52411"/>
                  </a:lnTo>
                  <a:lnTo>
                    <a:pt x="285114" y="48625"/>
                  </a:lnTo>
                  <a:lnTo>
                    <a:pt x="281312" y="44957"/>
                  </a:lnTo>
                  <a:lnTo>
                    <a:pt x="277396" y="41411"/>
                  </a:lnTo>
                  <a:lnTo>
                    <a:pt x="273370" y="37990"/>
                  </a:lnTo>
                  <a:lnTo>
                    <a:pt x="269238" y="34698"/>
                  </a:lnTo>
                  <a:lnTo>
                    <a:pt x="265004" y="31539"/>
                  </a:lnTo>
                  <a:lnTo>
                    <a:pt x="260672" y="28515"/>
                  </a:lnTo>
                  <a:lnTo>
                    <a:pt x="256247" y="25629"/>
                  </a:lnTo>
                  <a:lnTo>
                    <a:pt x="251733" y="22885"/>
                  </a:lnTo>
                  <a:lnTo>
                    <a:pt x="247135" y="20284"/>
                  </a:lnTo>
                  <a:lnTo>
                    <a:pt x="242456" y="17830"/>
                  </a:lnTo>
                  <a:lnTo>
                    <a:pt x="237702" y="15526"/>
                  </a:lnTo>
                  <a:lnTo>
                    <a:pt x="232878" y="13372"/>
                  </a:lnTo>
                  <a:lnTo>
                    <a:pt x="227989" y="11372"/>
                  </a:lnTo>
                  <a:lnTo>
                    <a:pt x="223038" y="9528"/>
                  </a:lnTo>
                  <a:lnTo>
                    <a:pt x="218032" y="7841"/>
                  </a:lnTo>
                  <a:lnTo>
                    <a:pt x="212975" y="6313"/>
                  </a:lnTo>
                  <a:lnTo>
                    <a:pt x="207872" y="4945"/>
                  </a:lnTo>
                  <a:lnTo>
                    <a:pt x="202728" y="3740"/>
                  </a:lnTo>
                  <a:lnTo>
                    <a:pt x="197549" y="2697"/>
                  </a:lnTo>
                  <a:lnTo>
                    <a:pt x="192340" y="1819"/>
                  </a:lnTo>
                  <a:lnTo>
                    <a:pt x="187105" y="1106"/>
                  </a:lnTo>
                  <a:lnTo>
                    <a:pt x="181851" y="559"/>
                  </a:lnTo>
                  <a:lnTo>
                    <a:pt x="176582" y="177"/>
                  </a:lnTo>
                  <a:lnTo>
                    <a:pt x="167158" y="1670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617280" y="5399291"/>
              <a:ext cx="9423" cy="167167"/>
            </a:xfrm>
            <a:custGeom>
              <a:avLst/>
              <a:pathLst>
                <a:path w="9423" h="167167">
                  <a:moveTo>
                    <a:pt x="9423" y="26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92230" y="5369149"/>
              <a:ext cx="43445" cy="167167"/>
            </a:xfrm>
            <a:custGeom>
              <a:avLst/>
              <a:pathLst>
                <a:path w="43445" h="167167">
                  <a:moveTo>
                    <a:pt x="43445" y="0"/>
                  </a:moveTo>
                  <a:lnTo>
                    <a:pt x="37168" y="117"/>
                  </a:lnTo>
                  <a:lnTo>
                    <a:pt x="30900" y="471"/>
                  </a:lnTo>
                  <a:lnTo>
                    <a:pt x="24649" y="1060"/>
                  </a:lnTo>
                  <a:lnTo>
                    <a:pt x="18425" y="1882"/>
                  </a:lnTo>
                  <a:lnTo>
                    <a:pt x="12236" y="2939"/>
                  </a:lnTo>
                  <a:lnTo>
                    <a:pt x="6092" y="4226"/>
                  </a:lnTo>
                  <a:lnTo>
                    <a:pt x="0" y="5744"/>
                  </a:lnTo>
                  <a:lnTo>
                    <a:pt x="4344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92230" y="5374894"/>
              <a:ext cx="43445" cy="161423"/>
            </a:xfrm>
            <a:custGeom>
              <a:avLst/>
              <a:pathLst>
                <a:path w="43445" h="161423">
                  <a:moveTo>
                    <a:pt x="0" y="0"/>
                  </a:moveTo>
                  <a:lnTo>
                    <a:pt x="43445" y="161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92230" y="5374894"/>
              <a:ext cx="43445" cy="161423"/>
            </a:xfrm>
            <a:custGeom>
              <a:avLst/>
              <a:pathLst>
                <a:path w="43445" h="161423">
                  <a:moveTo>
                    <a:pt x="0" y="0"/>
                  </a:moveTo>
                  <a:lnTo>
                    <a:pt x="43445" y="161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92230" y="5374894"/>
              <a:ext cx="43445" cy="161423"/>
            </a:xfrm>
            <a:custGeom>
              <a:avLst/>
              <a:pathLst>
                <a:path w="43445" h="161423">
                  <a:moveTo>
                    <a:pt x="0" y="0"/>
                  </a:moveTo>
                  <a:lnTo>
                    <a:pt x="43445" y="161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92230" y="5374894"/>
              <a:ext cx="43445" cy="161423"/>
            </a:xfrm>
            <a:custGeom>
              <a:avLst/>
              <a:pathLst>
                <a:path w="43445" h="161423">
                  <a:moveTo>
                    <a:pt x="0" y="0"/>
                  </a:moveTo>
                  <a:lnTo>
                    <a:pt x="43445" y="1614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92230" y="5374894"/>
              <a:ext cx="43445" cy="161423"/>
            </a:xfrm>
            <a:custGeom>
              <a:avLst/>
              <a:pathLst>
                <a:path w="43445" h="161423">
                  <a:moveTo>
                    <a:pt x="0" y="0"/>
                  </a:moveTo>
                  <a:lnTo>
                    <a:pt x="43445" y="1614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68508" y="5374894"/>
              <a:ext cx="171422" cy="328587"/>
            </a:xfrm>
            <a:custGeom>
              <a:avLst/>
              <a:pathLst>
                <a:path w="171422" h="328587">
                  <a:moveTo>
                    <a:pt x="123721" y="0"/>
                  </a:moveTo>
                  <a:lnTo>
                    <a:pt x="118593" y="1468"/>
                  </a:lnTo>
                  <a:lnTo>
                    <a:pt x="113514" y="3099"/>
                  </a:lnTo>
                  <a:lnTo>
                    <a:pt x="108489" y="4892"/>
                  </a:lnTo>
                  <a:lnTo>
                    <a:pt x="103524" y="6844"/>
                  </a:lnTo>
                  <a:lnTo>
                    <a:pt x="98624" y="8953"/>
                  </a:lnTo>
                  <a:lnTo>
                    <a:pt x="93794" y="11218"/>
                  </a:lnTo>
                  <a:lnTo>
                    <a:pt x="89039" y="13636"/>
                  </a:lnTo>
                  <a:lnTo>
                    <a:pt x="84363" y="16204"/>
                  </a:lnTo>
                  <a:lnTo>
                    <a:pt x="79772" y="18920"/>
                  </a:lnTo>
                  <a:lnTo>
                    <a:pt x="75269" y="21781"/>
                  </a:lnTo>
                  <a:lnTo>
                    <a:pt x="70860" y="24785"/>
                  </a:lnTo>
                  <a:lnTo>
                    <a:pt x="66549" y="27927"/>
                  </a:lnTo>
                  <a:lnTo>
                    <a:pt x="62341" y="31206"/>
                  </a:lnTo>
                  <a:lnTo>
                    <a:pt x="58239" y="34617"/>
                  </a:lnTo>
                  <a:lnTo>
                    <a:pt x="54249" y="38157"/>
                  </a:lnTo>
                  <a:lnTo>
                    <a:pt x="50373" y="41823"/>
                  </a:lnTo>
                  <a:lnTo>
                    <a:pt x="46616" y="45610"/>
                  </a:lnTo>
                  <a:lnTo>
                    <a:pt x="42982" y="49516"/>
                  </a:lnTo>
                  <a:lnTo>
                    <a:pt x="39475" y="53535"/>
                  </a:lnTo>
                  <a:lnTo>
                    <a:pt x="36097" y="57665"/>
                  </a:lnTo>
                  <a:lnTo>
                    <a:pt x="32853" y="61900"/>
                  </a:lnTo>
                  <a:lnTo>
                    <a:pt x="29746" y="66236"/>
                  </a:lnTo>
                  <a:lnTo>
                    <a:pt x="26779" y="70669"/>
                  </a:lnTo>
                  <a:lnTo>
                    <a:pt x="23955" y="75195"/>
                  </a:lnTo>
                  <a:lnTo>
                    <a:pt x="21276" y="79809"/>
                  </a:lnTo>
                  <a:lnTo>
                    <a:pt x="18746" y="84505"/>
                  </a:lnTo>
                  <a:lnTo>
                    <a:pt x="16368" y="89280"/>
                  </a:lnTo>
                  <a:lnTo>
                    <a:pt x="14142" y="94129"/>
                  </a:lnTo>
                  <a:lnTo>
                    <a:pt x="12073" y="99046"/>
                  </a:lnTo>
                  <a:lnTo>
                    <a:pt x="10162" y="104026"/>
                  </a:lnTo>
                  <a:lnTo>
                    <a:pt x="8410" y="109065"/>
                  </a:lnTo>
                  <a:lnTo>
                    <a:pt x="6821" y="114158"/>
                  </a:lnTo>
                  <a:lnTo>
                    <a:pt x="5394" y="119298"/>
                  </a:lnTo>
                  <a:lnTo>
                    <a:pt x="4132" y="124481"/>
                  </a:lnTo>
                  <a:lnTo>
                    <a:pt x="3037" y="129702"/>
                  </a:lnTo>
                  <a:lnTo>
                    <a:pt x="2108" y="134956"/>
                  </a:lnTo>
                  <a:lnTo>
                    <a:pt x="1348" y="140236"/>
                  </a:lnTo>
                  <a:lnTo>
                    <a:pt x="756" y="145538"/>
                  </a:lnTo>
                  <a:lnTo>
                    <a:pt x="334" y="150855"/>
                  </a:lnTo>
                  <a:lnTo>
                    <a:pt x="82" y="156184"/>
                  </a:lnTo>
                  <a:lnTo>
                    <a:pt x="0" y="161518"/>
                  </a:lnTo>
                  <a:lnTo>
                    <a:pt x="88" y="166852"/>
                  </a:lnTo>
                  <a:lnTo>
                    <a:pt x="346" y="172181"/>
                  </a:lnTo>
                  <a:lnTo>
                    <a:pt x="774" y="177498"/>
                  </a:lnTo>
                  <a:lnTo>
                    <a:pt x="1372" y="182799"/>
                  </a:lnTo>
                  <a:lnTo>
                    <a:pt x="2138" y="188079"/>
                  </a:lnTo>
                  <a:lnTo>
                    <a:pt x="3073" y="193331"/>
                  </a:lnTo>
                  <a:lnTo>
                    <a:pt x="4175" y="198550"/>
                  </a:lnTo>
                  <a:lnTo>
                    <a:pt x="5442" y="203732"/>
                  </a:lnTo>
                  <a:lnTo>
                    <a:pt x="6875" y="208871"/>
                  </a:lnTo>
                  <a:lnTo>
                    <a:pt x="8470" y="213962"/>
                  </a:lnTo>
                  <a:lnTo>
                    <a:pt x="10228" y="218999"/>
                  </a:lnTo>
                  <a:lnTo>
                    <a:pt x="12145" y="223977"/>
                  </a:lnTo>
                  <a:lnTo>
                    <a:pt x="14220" y="228891"/>
                  </a:lnTo>
                  <a:lnTo>
                    <a:pt x="16450" y="233737"/>
                  </a:lnTo>
                  <a:lnTo>
                    <a:pt x="18834" y="238510"/>
                  </a:lnTo>
                  <a:lnTo>
                    <a:pt x="21370" y="243203"/>
                  </a:lnTo>
                  <a:lnTo>
                    <a:pt x="24053" y="247814"/>
                  </a:lnTo>
                  <a:lnTo>
                    <a:pt x="26883" y="252336"/>
                  </a:lnTo>
                  <a:lnTo>
                    <a:pt x="29855" y="256766"/>
                  </a:lnTo>
                  <a:lnTo>
                    <a:pt x="32967" y="261099"/>
                  </a:lnTo>
                  <a:lnTo>
                    <a:pt x="36216" y="265330"/>
                  </a:lnTo>
                  <a:lnTo>
                    <a:pt x="39598" y="269456"/>
                  </a:lnTo>
                  <a:lnTo>
                    <a:pt x="43110" y="273471"/>
                  </a:lnTo>
                  <a:lnTo>
                    <a:pt x="46749" y="277373"/>
                  </a:lnTo>
                  <a:lnTo>
                    <a:pt x="50510" y="281156"/>
                  </a:lnTo>
                  <a:lnTo>
                    <a:pt x="54390" y="284817"/>
                  </a:lnTo>
                  <a:lnTo>
                    <a:pt x="58385" y="288353"/>
                  </a:lnTo>
                  <a:lnTo>
                    <a:pt x="62490" y="291760"/>
                  </a:lnTo>
                  <a:lnTo>
                    <a:pt x="66702" y="295033"/>
                  </a:lnTo>
                  <a:lnTo>
                    <a:pt x="71017" y="298171"/>
                  </a:lnTo>
                  <a:lnTo>
                    <a:pt x="75429" y="301169"/>
                  </a:lnTo>
                  <a:lnTo>
                    <a:pt x="79935" y="304025"/>
                  </a:lnTo>
                  <a:lnTo>
                    <a:pt x="84529" y="306736"/>
                  </a:lnTo>
                  <a:lnTo>
                    <a:pt x="89208" y="309299"/>
                  </a:lnTo>
                  <a:lnTo>
                    <a:pt x="93966" y="311711"/>
                  </a:lnTo>
                  <a:lnTo>
                    <a:pt x="98799" y="313970"/>
                  </a:lnTo>
                  <a:lnTo>
                    <a:pt x="103701" y="316074"/>
                  </a:lnTo>
                  <a:lnTo>
                    <a:pt x="108668" y="318020"/>
                  </a:lnTo>
                  <a:lnTo>
                    <a:pt x="113695" y="319807"/>
                  </a:lnTo>
                  <a:lnTo>
                    <a:pt x="118776" y="321433"/>
                  </a:lnTo>
                  <a:lnTo>
                    <a:pt x="123906" y="322895"/>
                  </a:lnTo>
                  <a:lnTo>
                    <a:pt x="129080" y="324194"/>
                  </a:lnTo>
                  <a:lnTo>
                    <a:pt x="134293" y="325326"/>
                  </a:lnTo>
                  <a:lnTo>
                    <a:pt x="139540" y="326291"/>
                  </a:lnTo>
                  <a:lnTo>
                    <a:pt x="144815" y="327089"/>
                  </a:lnTo>
                  <a:lnTo>
                    <a:pt x="150112" y="327718"/>
                  </a:lnTo>
                  <a:lnTo>
                    <a:pt x="155427" y="328177"/>
                  </a:lnTo>
                  <a:lnTo>
                    <a:pt x="160754" y="328467"/>
                  </a:lnTo>
                  <a:lnTo>
                    <a:pt x="166087" y="328587"/>
                  </a:lnTo>
                  <a:lnTo>
                    <a:pt x="171422" y="328536"/>
                  </a:lnTo>
                  <a:lnTo>
                    <a:pt x="167167" y="1614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135676" y="5369149"/>
              <a:ext cx="167153" cy="334280"/>
            </a:xfrm>
            <a:custGeom>
              <a:avLst/>
              <a:pathLst>
                <a:path w="167153" h="334280">
                  <a:moveTo>
                    <a:pt x="4254" y="334280"/>
                  </a:moveTo>
                  <a:lnTo>
                    <a:pt x="9565" y="334060"/>
                  </a:lnTo>
                  <a:lnTo>
                    <a:pt x="14866" y="333672"/>
                  </a:lnTo>
                  <a:lnTo>
                    <a:pt x="20152" y="333115"/>
                  </a:lnTo>
                  <a:lnTo>
                    <a:pt x="25418" y="332391"/>
                  </a:lnTo>
                  <a:lnTo>
                    <a:pt x="30658" y="331499"/>
                  </a:lnTo>
                  <a:lnTo>
                    <a:pt x="35867" y="330441"/>
                  </a:lnTo>
                  <a:lnTo>
                    <a:pt x="41039" y="329218"/>
                  </a:lnTo>
                  <a:lnTo>
                    <a:pt x="46170" y="327832"/>
                  </a:lnTo>
                  <a:lnTo>
                    <a:pt x="51255" y="326283"/>
                  </a:lnTo>
                  <a:lnTo>
                    <a:pt x="56288" y="324573"/>
                  </a:lnTo>
                  <a:lnTo>
                    <a:pt x="61263" y="322704"/>
                  </a:lnTo>
                  <a:lnTo>
                    <a:pt x="66177" y="320677"/>
                  </a:lnTo>
                  <a:lnTo>
                    <a:pt x="71024" y="318496"/>
                  </a:lnTo>
                  <a:lnTo>
                    <a:pt x="75799" y="316161"/>
                  </a:lnTo>
                  <a:lnTo>
                    <a:pt x="80498" y="313676"/>
                  </a:lnTo>
                  <a:lnTo>
                    <a:pt x="85115" y="311043"/>
                  </a:lnTo>
                  <a:lnTo>
                    <a:pt x="89646" y="308264"/>
                  </a:lnTo>
                  <a:lnTo>
                    <a:pt x="94087" y="305343"/>
                  </a:lnTo>
                  <a:lnTo>
                    <a:pt x="98432" y="302282"/>
                  </a:lnTo>
                  <a:lnTo>
                    <a:pt x="102678" y="299084"/>
                  </a:lnTo>
                  <a:lnTo>
                    <a:pt x="106820" y="295753"/>
                  </a:lnTo>
                  <a:lnTo>
                    <a:pt x="110854" y="292292"/>
                  </a:lnTo>
                  <a:lnTo>
                    <a:pt x="114776" y="288705"/>
                  </a:lnTo>
                  <a:lnTo>
                    <a:pt x="118581" y="284994"/>
                  </a:lnTo>
                  <a:lnTo>
                    <a:pt x="122268" y="281165"/>
                  </a:lnTo>
                  <a:lnTo>
                    <a:pt x="125830" y="277220"/>
                  </a:lnTo>
                  <a:lnTo>
                    <a:pt x="129265" y="273164"/>
                  </a:lnTo>
                  <a:lnTo>
                    <a:pt x="132570" y="269001"/>
                  </a:lnTo>
                  <a:lnTo>
                    <a:pt x="135740" y="264735"/>
                  </a:lnTo>
                  <a:lnTo>
                    <a:pt x="138773" y="260370"/>
                  </a:lnTo>
                  <a:lnTo>
                    <a:pt x="141666" y="255911"/>
                  </a:lnTo>
                  <a:lnTo>
                    <a:pt x="144416" y="251362"/>
                  </a:lnTo>
                  <a:lnTo>
                    <a:pt x="147020" y="246728"/>
                  </a:lnTo>
                  <a:lnTo>
                    <a:pt x="149475" y="242014"/>
                  </a:lnTo>
                  <a:lnTo>
                    <a:pt x="151779" y="237224"/>
                  </a:lnTo>
                  <a:lnTo>
                    <a:pt x="153929" y="232363"/>
                  </a:lnTo>
                  <a:lnTo>
                    <a:pt x="155924" y="227437"/>
                  </a:lnTo>
                  <a:lnTo>
                    <a:pt x="157762" y="222449"/>
                  </a:lnTo>
                  <a:lnTo>
                    <a:pt x="159439" y="217405"/>
                  </a:lnTo>
                  <a:lnTo>
                    <a:pt x="160956" y="212311"/>
                  </a:lnTo>
                  <a:lnTo>
                    <a:pt x="162310" y="207171"/>
                  </a:lnTo>
                  <a:lnTo>
                    <a:pt x="163500" y="201991"/>
                  </a:lnTo>
                  <a:lnTo>
                    <a:pt x="164524" y="196775"/>
                  </a:lnTo>
                  <a:lnTo>
                    <a:pt x="165382" y="191530"/>
                  </a:lnTo>
                  <a:lnTo>
                    <a:pt x="166073" y="186259"/>
                  </a:lnTo>
                  <a:lnTo>
                    <a:pt x="166596" y="180970"/>
                  </a:lnTo>
                  <a:lnTo>
                    <a:pt x="166951" y="175667"/>
                  </a:lnTo>
                  <a:lnTo>
                    <a:pt x="167137" y="170355"/>
                  </a:lnTo>
                  <a:lnTo>
                    <a:pt x="167153" y="165039"/>
                  </a:lnTo>
                  <a:lnTo>
                    <a:pt x="167001" y="159726"/>
                  </a:lnTo>
                  <a:lnTo>
                    <a:pt x="166680" y="154421"/>
                  </a:lnTo>
                  <a:lnTo>
                    <a:pt x="166191" y="149128"/>
                  </a:lnTo>
                  <a:lnTo>
                    <a:pt x="165533" y="143854"/>
                  </a:lnTo>
                  <a:lnTo>
                    <a:pt x="164708" y="138603"/>
                  </a:lnTo>
                  <a:lnTo>
                    <a:pt x="163717" y="133381"/>
                  </a:lnTo>
                  <a:lnTo>
                    <a:pt x="162560" y="128193"/>
                  </a:lnTo>
                  <a:lnTo>
                    <a:pt x="161239" y="123045"/>
                  </a:lnTo>
                  <a:lnTo>
                    <a:pt x="159755" y="117941"/>
                  </a:lnTo>
                  <a:lnTo>
                    <a:pt x="158109" y="112887"/>
                  </a:lnTo>
                  <a:lnTo>
                    <a:pt x="156303" y="107888"/>
                  </a:lnTo>
                  <a:lnTo>
                    <a:pt x="154340" y="102948"/>
                  </a:lnTo>
                  <a:lnTo>
                    <a:pt x="152220" y="98074"/>
                  </a:lnTo>
                  <a:lnTo>
                    <a:pt x="149947" y="93269"/>
                  </a:lnTo>
                  <a:lnTo>
                    <a:pt x="147521" y="88540"/>
                  </a:lnTo>
                  <a:lnTo>
                    <a:pt x="144947" y="83889"/>
                  </a:lnTo>
                  <a:lnTo>
                    <a:pt x="142226" y="79323"/>
                  </a:lnTo>
                  <a:lnTo>
                    <a:pt x="139362" y="74846"/>
                  </a:lnTo>
                  <a:lnTo>
                    <a:pt x="136356" y="70462"/>
                  </a:lnTo>
                  <a:lnTo>
                    <a:pt x="133213" y="66176"/>
                  </a:lnTo>
                  <a:lnTo>
                    <a:pt x="129935" y="61992"/>
                  </a:lnTo>
                  <a:lnTo>
                    <a:pt x="126525" y="57914"/>
                  </a:lnTo>
                  <a:lnTo>
                    <a:pt x="122988" y="53947"/>
                  </a:lnTo>
                  <a:lnTo>
                    <a:pt x="119326" y="50094"/>
                  </a:lnTo>
                  <a:lnTo>
                    <a:pt x="115544" y="46360"/>
                  </a:lnTo>
                  <a:lnTo>
                    <a:pt x="111645" y="42747"/>
                  </a:lnTo>
                  <a:lnTo>
                    <a:pt x="107633" y="39261"/>
                  </a:lnTo>
                  <a:lnTo>
                    <a:pt x="103512" y="35904"/>
                  </a:lnTo>
                  <a:lnTo>
                    <a:pt x="99287" y="32679"/>
                  </a:lnTo>
                  <a:lnTo>
                    <a:pt x="94961" y="29591"/>
                  </a:lnTo>
                  <a:lnTo>
                    <a:pt x="90539" y="26641"/>
                  </a:lnTo>
                  <a:lnTo>
                    <a:pt x="86026" y="23834"/>
                  </a:lnTo>
                  <a:lnTo>
                    <a:pt x="81425" y="21171"/>
                  </a:lnTo>
                  <a:lnTo>
                    <a:pt x="76743" y="18656"/>
                  </a:lnTo>
                  <a:lnTo>
                    <a:pt x="71983" y="16292"/>
                  </a:lnTo>
                  <a:lnTo>
                    <a:pt x="67150" y="14079"/>
                  </a:lnTo>
                  <a:lnTo>
                    <a:pt x="62249" y="12022"/>
                  </a:lnTo>
                  <a:lnTo>
                    <a:pt x="57285" y="10121"/>
                  </a:lnTo>
                  <a:lnTo>
                    <a:pt x="52263" y="8379"/>
                  </a:lnTo>
                  <a:lnTo>
                    <a:pt x="47188" y="6798"/>
                  </a:lnTo>
                  <a:lnTo>
                    <a:pt x="42066" y="5379"/>
                  </a:lnTo>
                  <a:lnTo>
                    <a:pt x="36901" y="4123"/>
                  </a:lnTo>
                  <a:lnTo>
                    <a:pt x="31699" y="3033"/>
                  </a:lnTo>
                  <a:lnTo>
                    <a:pt x="26465" y="2108"/>
                  </a:lnTo>
                  <a:lnTo>
                    <a:pt x="21204" y="1350"/>
                  </a:lnTo>
                  <a:lnTo>
                    <a:pt x="15922" y="760"/>
                  </a:lnTo>
                  <a:lnTo>
                    <a:pt x="10623" y="337"/>
                  </a:lnTo>
                  <a:lnTo>
                    <a:pt x="5314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19020" y="5220472"/>
              <a:ext cx="14115" cy="167167"/>
            </a:xfrm>
            <a:custGeom>
              <a:avLst/>
              <a:pathLst>
                <a:path w="14115" h="167167">
                  <a:moveTo>
                    <a:pt x="14115" y="0"/>
                  </a:moveTo>
                  <a:lnTo>
                    <a:pt x="0" y="596"/>
                  </a:lnTo>
                  <a:lnTo>
                    <a:pt x="141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19020" y="5221069"/>
              <a:ext cx="14115" cy="166570"/>
            </a:xfrm>
            <a:custGeom>
              <a:avLst/>
              <a:pathLst>
                <a:path w="14115" h="166570">
                  <a:moveTo>
                    <a:pt x="0" y="0"/>
                  </a:moveTo>
                  <a:lnTo>
                    <a:pt x="14115" y="1665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19020" y="5221069"/>
              <a:ext cx="14115" cy="166570"/>
            </a:xfrm>
            <a:custGeom>
              <a:avLst/>
              <a:pathLst>
                <a:path w="14115" h="166570">
                  <a:moveTo>
                    <a:pt x="0" y="0"/>
                  </a:moveTo>
                  <a:lnTo>
                    <a:pt x="14115" y="1665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19020" y="5221069"/>
              <a:ext cx="14115" cy="166570"/>
            </a:xfrm>
            <a:custGeom>
              <a:avLst/>
              <a:pathLst>
                <a:path w="14115" h="166570">
                  <a:moveTo>
                    <a:pt x="0" y="0"/>
                  </a:moveTo>
                  <a:lnTo>
                    <a:pt x="14115" y="1665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19020" y="5221069"/>
              <a:ext cx="14115" cy="166570"/>
            </a:xfrm>
            <a:custGeom>
              <a:avLst/>
              <a:pathLst>
                <a:path w="14115" h="166570">
                  <a:moveTo>
                    <a:pt x="0" y="0"/>
                  </a:moveTo>
                  <a:lnTo>
                    <a:pt x="14115" y="1665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73387" y="5221069"/>
              <a:ext cx="159748" cy="166570"/>
            </a:xfrm>
            <a:custGeom>
              <a:avLst/>
              <a:pathLst>
                <a:path w="159748" h="166570">
                  <a:moveTo>
                    <a:pt x="145633" y="0"/>
                  </a:moveTo>
                  <a:lnTo>
                    <a:pt x="140148" y="555"/>
                  </a:lnTo>
                  <a:lnTo>
                    <a:pt x="134685" y="1292"/>
                  </a:lnTo>
                  <a:lnTo>
                    <a:pt x="129249" y="2208"/>
                  </a:lnTo>
                  <a:lnTo>
                    <a:pt x="123846" y="3303"/>
                  </a:lnTo>
                  <a:lnTo>
                    <a:pt x="118482" y="4576"/>
                  </a:lnTo>
                  <a:lnTo>
                    <a:pt x="113164" y="6024"/>
                  </a:lnTo>
                  <a:lnTo>
                    <a:pt x="107895" y="7648"/>
                  </a:lnTo>
                  <a:lnTo>
                    <a:pt x="102684" y="9444"/>
                  </a:lnTo>
                  <a:lnTo>
                    <a:pt x="97534" y="11411"/>
                  </a:lnTo>
                  <a:lnTo>
                    <a:pt x="92452" y="13547"/>
                  </a:lnTo>
                  <a:lnTo>
                    <a:pt x="87443" y="15849"/>
                  </a:lnTo>
                  <a:lnTo>
                    <a:pt x="82512" y="18315"/>
                  </a:lnTo>
                  <a:lnTo>
                    <a:pt x="77666" y="20942"/>
                  </a:lnTo>
                  <a:lnTo>
                    <a:pt x="72909" y="23728"/>
                  </a:lnTo>
                  <a:lnTo>
                    <a:pt x="68246" y="26669"/>
                  </a:lnTo>
                  <a:lnTo>
                    <a:pt x="63683" y="29762"/>
                  </a:lnTo>
                  <a:lnTo>
                    <a:pt x="59225" y="33004"/>
                  </a:lnTo>
                  <a:lnTo>
                    <a:pt x="54875" y="36391"/>
                  </a:lnTo>
                  <a:lnTo>
                    <a:pt x="50640" y="39919"/>
                  </a:lnTo>
                  <a:lnTo>
                    <a:pt x="46523" y="43586"/>
                  </a:lnTo>
                  <a:lnTo>
                    <a:pt x="42530" y="47386"/>
                  </a:lnTo>
                  <a:lnTo>
                    <a:pt x="38664" y="51316"/>
                  </a:lnTo>
                  <a:lnTo>
                    <a:pt x="34929" y="55371"/>
                  </a:lnTo>
                  <a:lnTo>
                    <a:pt x="31331" y="59547"/>
                  </a:lnTo>
                  <a:lnTo>
                    <a:pt x="27872" y="63839"/>
                  </a:lnTo>
                  <a:lnTo>
                    <a:pt x="24556" y="68243"/>
                  </a:lnTo>
                  <a:lnTo>
                    <a:pt x="21388" y="72754"/>
                  </a:lnTo>
                  <a:lnTo>
                    <a:pt x="18370" y="77367"/>
                  </a:lnTo>
                  <a:lnTo>
                    <a:pt x="15505" y="82078"/>
                  </a:lnTo>
                  <a:lnTo>
                    <a:pt x="12798" y="86879"/>
                  </a:lnTo>
                  <a:lnTo>
                    <a:pt x="10250" y="91768"/>
                  </a:lnTo>
                  <a:lnTo>
                    <a:pt x="7865" y="96738"/>
                  </a:lnTo>
                  <a:lnTo>
                    <a:pt x="5645" y="101784"/>
                  </a:lnTo>
                  <a:lnTo>
                    <a:pt x="3593" y="106900"/>
                  </a:lnTo>
                  <a:lnTo>
                    <a:pt x="1710" y="112082"/>
                  </a:lnTo>
                  <a:lnTo>
                    <a:pt x="0" y="117322"/>
                  </a:lnTo>
                  <a:lnTo>
                    <a:pt x="159748" y="1665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65983" y="5220472"/>
              <a:ext cx="334300" cy="334334"/>
            </a:xfrm>
            <a:custGeom>
              <a:avLst/>
              <a:pathLst>
                <a:path w="334300" h="334334">
                  <a:moveTo>
                    <a:pt x="7403" y="117919"/>
                  </a:moveTo>
                  <a:lnTo>
                    <a:pt x="5922" y="123010"/>
                  </a:lnTo>
                  <a:lnTo>
                    <a:pt x="4602" y="128145"/>
                  </a:lnTo>
                  <a:lnTo>
                    <a:pt x="3447" y="133320"/>
                  </a:lnTo>
                  <a:lnTo>
                    <a:pt x="2456" y="138528"/>
                  </a:lnTo>
                  <a:lnTo>
                    <a:pt x="1630" y="143765"/>
                  </a:lnTo>
                  <a:lnTo>
                    <a:pt x="971" y="149026"/>
                  </a:lnTo>
                  <a:lnTo>
                    <a:pt x="480" y="154306"/>
                  </a:lnTo>
                  <a:lnTo>
                    <a:pt x="156" y="159598"/>
                  </a:lnTo>
                  <a:lnTo>
                    <a:pt x="0" y="164897"/>
                  </a:lnTo>
                  <a:lnTo>
                    <a:pt x="12" y="170199"/>
                  </a:lnTo>
                  <a:lnTo>
                    <a:pt x="192" y="175498"/>
                  </a:lnTo>
                  <a:lnTo>
                    <a:pt x="540" y="180789"/>
                  </a:lnTo>
                  <a:lnTo>
                    <a:pt x="1056" y="186065"/>
                  </a:lnTo>
                  <a:lnTo>
                    <a:pt x="1739" y="191323"/>
                  </a:lnTo>
                  <a:lnTo>
                    <a:pt x="2588" y="196557"/>
                  </a:lnTo>
                  <a:lnTo>
                    <a:pt x="3603" y="201761"/>
                  </a:lnTo>
                  <a:lnTo>
                    <a:pt x="4782" y="206930"/>
                  </a:lnTo>
                  <a:lnTo>
                    <a:pt x="6125" y="212059"/>
                  </a:lnTo>
                  <a:lnTo>
                    <a:pt x="7629" y="217143"/>
                  </a:lnTo>
                  <a:lnTo>
                    <a:pt x="9294" y="222177"/>
                  </a:lnTo>
                  <a:lnTo>
                    <a:pt x="11118" y="227155"/>
                  </a:lnTo>
                  <a:lnTo>
                    <a:pt x="13099" y="232073"/>
                  </a:lnTo>
                  <a:lnTo>
                    <a:pt x="15235" y="236926"/>
                  </a:lnTo>
                  <a:lnTo>
                    <a:pt x="17524" y="241709"/>
                  </a:lnTo>
                  <a:lnTo>
                    <a:pt x="19963" y="246416"/>
                  </a:lnTo>
                  <a:lnTo>
                    <a:pt x="22550" y="251044"/>
                  </a:lnTo>
                  <a:lnTo>
                    <a:pt x="25283" y="255588"/>
                  </a:lnTo>
                  <a:lnTo>
                    <a:pt x="28158" y="260042"/>
                  </a:lnTo>
                  <a:lnTo>
                    <a:pt x="31173" y="264403"/>
                  </a:lnTo>
                  <a:lnTo>
                    <a:pt x="34325" y="268667"/>
                  </a:lnTo>
                  <a:lnTo>
                    <a:pt x="37611" y="272828"/>
                  </a:lnTo>
                  <a:lnTo>
                    <a:pt x="41027" y="276883"/>
                  </a:lnTo>
                  <a:lnTo>
                    <a:pt x="44570" y="280827"/>
                  </a:lnTo>
                  <a:lnTo>
                    <a:pt x="48236" y="284657"/>
                  </a:lnTo>
                  <a:lnTo>
                    <a:pt x="52022" y="288369"/>
                  </a:lnTo>
                  <a:lnTo>
                    <a:pt x="55923" y="291960"/>
                  </a:lnTo>
                  <a:lnTo>
                    <a:pt x="59937" y="295424"/>
                  </a:lnTo>
                  <a:lnTo>
                    <a:pt x="64058" y="298760"/>
                  </a:lnTo>
                  <a:lnTo>
                    <a:pt x="68283" y="301963"/>
                  </a:lnTo>
                  <a:lnTo>
                    <a:pt x="72607" y="305030"/>
                  </a:lnTo>
                  <a:lnTo>
                    <a:pt x="77027" y="307959"/>
                  </a:lnTo>
                  <a:lnTo>
                    <a:pt x="81537" y="310747"/>
                  </a:lnTo>
                  <a:lnTo>
                    <a:pt x="86133" y="313389"/>
                  </a:lnTo>
                  <a:lnTo>
                    <a:pt x="90811" y="315885"/>
                  </a:lnTo>
                  <a:lnTo>
                    <a:pt x="95566" y="318231"/>
                  </a:lnTo>
                  <a:lnTo>
                    <a:pt x="100393" y="320426"/>
                  </a:lnTo>
                  <a:lnTo>
                    <a:pt x="105286" y="322466"/>
                  </a:lnTo>
                  <a:lnTo>
                    <a:pt x="110242" y="324349"/>
                  </a:lnTo>
                  <a:lnTo>
                    <a:pt x="115256" y="326075"/>
                  </a:lnTo>
                  <a:lnTo>
                    <a:pt x="120321" y="327641"/>
                  </a:lnTo>
                  <a:lnTo>
                    <a:pt x="125434" y="329045"/>
                  </a:lnTo>
                  <a:lnTo>
                    <a:pt x="130588" y="330287"/>
                  </a:lnTo>
                  <a:lnTo>
                    <a:pt x="135780" y="331364"/>
                  </a:lnTo>
                  <a:lnTo>
                    <a:pt x="141003" y="332277"/>
                  </a:lnTo>
                  <a:lnTo>
                    <a:pt x="146252" y="333023"/>
                  </a:lnTo>
                  <a:lnTo>
                    <a:pt x="151522" y="333602"/>
                  </a:lnTo>
                  <a:lnTo>
                    <a:pt x="156808" y="334014"/>
                  </a:lnTo>
                  <a:lnTo>
                    <a:pt x="162104" y="334258"/>
                  </a:lnTo>
                  <a:lnTo>
                    <a:pt x="167406" y="334334"/>
                  </a:lnTo>
                  <a:lnTo>
                    <a:pt x="172707" y="334242"/>
                  </a:lnTo>
                  <a:lnTo>
                    <a:pt x="178003" y="333982"/>
                  </a:lnTo>
                  <a:lnTo>
                    <a:pt x="183287" y="333554"/>
                  </a:lnTo>
                  <a:lnTo>
                    <a:pt x="188556" y="332958"/>
                  </a:lnTo>
                  <a:lnTo>
                    <a:pt x="193803" y="332196"/>
                  </a:lnTo>
                  <a:lnTo>
                    <a:pt x="199023" y="331268"/>
                  </a:lnTo>
                  <a:lnTo>
                    <a:pt x="204211" y="330175"/>
                  </a:lnTo>
                  <a:lnTo>
                    <a:pt x="209361" y="328918"/>
                  </a:lnTo>
                  <a:lnTo>
                    <a:pt x="214470" y="327498"/>
                  </a:lnTo>
                  <a:lnTo>
                    <a:pt x="219530" y="325916"/>
                  </a:lnTo>
                  <a:lnTo>
                    <a:pt x="224538" y="324176"/>
                  </a:lnTo>
                  <a:lnTo>
                    <a:pt x="229489" y="322277"/>
                  </a:lnTo>
                  <a:lnTo>
                    <a:pt x="234376" y="320222"/>
                  </a:lnTo>
                  <a:lnTo>
                    <a:pt x="239196" y="318013"/>
                  </a:lnTo>
                  <a:lnTo>
                    <a:pt x="243944" y="315652"/>
                  </a:lnTo>
                  <a:lnTo>
                    <a:pt x="248614" y="313142"/>
                  </a:lnTo>
                  <a:lnTo>
                    <a:pt x="253202" y="310486"/>
                  </a:lnTo>
                  <a:lnTo>
                    <a:pt x="257704" y="307685"/>
                  </a:lnTo>
                  <a:lnTo>
                    <a:pt x="262115" y="304742"/>
                  </a:lnTo>
                  <a:lnTo>
                    <a:pt x="266430" y="301662"/>
                  </a:lnTo>
                  <a:lnTo>
                    <a:pt x="270645" y="298446"/>
                  </a:lnTo>
                  <a:lnTo>
                    <a:pt x="274756" y="295097"/>
                  </a:lnTo>
                  <a:lnTo>
                    <a:pt x="278759" y="291621"/>
                  </a:lnTo>
                  <a:lnTo>
                    <a:pt x="282650" y="288019"/>
                  </a:lnTo>
                  <a:lnTo>
                    <a:pt x="286424" y="284295"/>
                  </a:lnTo>
                  <a:lnTo>
                    <a:pt x="290078" y="280454"/>
                  </a:lnTo>
                  <a:lnTo>
                    <a:pt x="293609" y="276499"/>
                  </a:lnTo>
                  <a:lnTo>
                    <a:pt x="297013" y="272433"/>
                  </a:lnTo>
                  <a:lnTo>
                    <a:pt x="300286" y="268262"/>
                  </a:lnTo>
                  <a:lnTo>
                    <a:pt x="303425" y="263989"/>
                  </a:lnTo>
                  <a:lnTo>
                    <a:pt x="306427" y="259619"/>
                  </a:lnTo>
                  <a:lnTo>
                    <a:pt x="309289" y="255156"/>
                  </a:lnTo>
                  <a:lnTo>
                    <a:pt x="312007" y="250604"/>
                  </a:lnTo>
                  <a:lnTo>
                    <a:pt x="314581" y="245968"/>
                  </a:lnTo>
                  <a:lnTo>
                    <a:pt x="317005" y="241253"/>
                  </a:lnTo>
                  <a:lnTo>
                    <a:pt x="319280" y="236464"/>
                  </a:lnTo>
                  <a:lnTo>
                    <a:pt x="321401" y="231604"/>
                  </a:lnTo>
                  <a:lnTo>
                    <a:pt x="323366" y="226680"/>
                  </a:lnTo>
                  <a:lnTo>
                    <a:pt x="325175" y="221696"/>
                  </a:lnTo>
                  <a:lnTo>
                    <a:pt x="326825" y="216658"/>
                  </a:lnTo>
                  <a:lnTo>
                    <a:pt x="328314" y="211569"/>
                  </a:lnTo>
                  <a:lnTo>
                    <a:pt x="329641" y="206436"/>
                  </a:lnTo>
                  <a:lnTo>
                    <a:pt x="330805" y="201263"/>
                  </a:lnTo>
                  <a:lnTo>
                    <a:pt x="331804" y="196056"/>
                  </a:lnTo>
                  <a:lnTo>
                    <a:pt x="332637" y="190820"/>
                  </a:lnTo>
                  <a:lnTo>
                    <a:pt x="333304" y="185560"/>
                  </a:lnTo>
                  <a:lnTo>
                    <a:pt x="333804" y="180282"/>
                  </a:lnTo>
                  <a:lnTo>
                    <a:pt x="334136" y="174990"/>
                  </a:lnTo>
                  <a:lnTo>
                    <a:pt x="334300" y="169691"/>
                  </a:lnTo>
                  <a:lnTo>
                    <a:pt x="334296" y="164389"/>
                  </a:lnTo>
                  <a:lnTo>
                    <a:pt x="334124" y="159090"/>
                  </a:lnTo>
                  <a:lnTo>
                    <a:pt x="333784" y="153799"/>
                  </a:lnTo>
                  <a:lnTo>
                    <a:pt x="333276" y="148521"/>
                  </a:lnTo>
                  <a:lnTo>
                    <a:pt x="332601" y="143262"/>
                  </a:lnTo>
                  <a:lnTo>
                    <a:pt x="331760" y="138027"/>
                  </a:lnTo>
                  <a:lnTo>
                    <a:pt x="330753" y="132822"/>
                  </a:lnTo>
                  <a:lnTo>
                    <a:pt x="329581" y="127651"/>
                  </a:lnTo>
                  <a:lnTo>
                    <a:pt x="328246" y="122520"/>
                  </a:lnTo>
                  <a:lnTo>
                    <a:pt x="326750" y="117433"/>
                  </a:lnTo>
                  <a:lnTo>
                    <a:pt x="325092" y="112397"/>
                  </a:lnTo>
                  <a:lnTo>
                    <a:pt x="323276" y="107416"/>
                  </a:lnTo>
                  <a:lnTo>
                    <a:pt x="321302" y="102495"/>
                  </a:lnTo>
                  <a:lnTo>
                    <a:pt x="319174" y="97639"/>
                  </a:lnTo>
                  <a:lnTo>
                    <a:pt x="316893" y="92853"/>
                  </a:lnTo>
                  <a:lnTo>
                    <a:pt x="314461" y="88142"/>
                  </a:lnTo>
                  <a:lnTo>
                    <a:pt x="311880" y="83510"/>
                  </a:lnTo>
                  <a:lnTo>
                    <a:pt x="309155" y="78962"/>
                  </a:lnTo>
                  <a:lnTo>
                    <a:pt x="306286" y="74503"/>
                  </a:lnTo>
                  <a:lnTo>
                    <a:pt x="303277" y="70138"/>
                  </a:lnTo>
                  <a:lnTo>
                    <a:pt x="300132" y="65869"/>
                  </a:lnTo>
                  <a:lnTo>
                    <a:pt x="296853" y="61703"/>
                  </a:lnTo>
                  <a:lnTo>
                    <a:pt x="293443" y="57643"/>
                  </a:lnTo>
                  <a:lnTo>
                    <a:pt x="289906" y="53693"/>
                  </a:lnTo>
                  <a:lnTo>
                    <a:pt x="286246" y="49857"/>
                  </a:lnTo>
                  <a:lnTo>
                    <a:pt x="282466" y="46140"/>
                  </a:lnTo>
                  <a:lnTo>
                    <a:pt x="278570" y="42544"/>
                  </a:lnTo>
                  <a:lnTo>
                    <a:pt x="274561" y="39073"/>
                  </a:lnTo>
                  <a:lnTo>
                    <a:pt x="270445" y="35731"/>
                  </a:lnTo>
                  <a:lnTo>
                    <a:pt x="266225" y="32522"/>
                  </a:lnTo>
                  <a:lnTo>
                    <a:pt x="261905" y="29447"/>
                  </a:lnTo>
                  <a:lnTo>
                    <a:pt x="257490" y="26512"/>
                  </a:lnTo>
                  <a:lnTo>
                    <a:pt x="252984" y="23718"/>
                  </a:lnTo>
                  <a:lnTo>
                    <a:pt x="248392" y="21068"/>
                  </a:lnTo>
                  <a:lnTo>
                    <a:pt x="243718" y="18565"/>
                  </a:lnTo>
                  <a:lnTo>
                    <a:pt x="238967" y="16212"/>
                  </a:lnTo>
                  <a:lnTo>
                    <a:pt x="234143" y="14010"/>
                  </a:lnTo>
                  <a:lnTo>
                    <a:pt x="229253" y="11963"/>
                  </a:lnTo>
                  <a:lnTo>
                    <a:pt x="224300" y="10071"/>
                  </a:lnTo>
                  <a:lnTo>
                    <a:pt x="219289" y="8338"/>
                  </a:lnTo>
                  <a:lnTo>
                    <a:pt x="214226" y="6764"/>
                  </a:lnTo>
                  <a:lnTo>
                    <a:pt x="209115" y="5352"/>
                  </a:lnTo>
                  <a:lnTo>
                    <a:pt x="203963" y="4103"/>
                  </a:lnTo>
                  <a:lnTo>
                    <a:pt x="198773" y="3018"/>
                  </a:lnTo>
                  <a:lnTo>
                    <a:pt x="193552" y="2097"/>
                  </a:lnTo>
                  <a:lnTo>
                    <a:pt x="188303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61037" y="4961274"/>
              <a:ext cx="21803" cy="167167"/>
            </a:xfrm>
            <a:custGeom>
              <a:avLst/>
              <a:pathLst>
                <a:path w="21803" h="167167">
                  <a:moveTo>
                    <a:pt x="21803" y="0"/>
                  </a:moveTo>
                  <a:lnTo>
                    <a:pt x="14517" y="158"/>
                  </a:lnTo>
                  <a:lnTo>
                    <a:pt x="7244" y="635"/>
                  </a:lnTo>
                  <a:lnTo>
                    <a:pt x="0" y="1427"/>
                  </a:lnTo>
                  <a:lnTo>
                    <a:pt x="2180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61037" y="4962702"/>
              <a:ext cx="21803" cy="165739"/>
            </a:xfrm>
            <a:custGeom>
              <a:avLst/>
              <a:pathLst>
                <a:path w="21803" h="165739">
                  <a:moveTo>
                    <a:pt x="0" y="0"/>
                  </a:moveTo>
                  <a:lnTo>
                    <a:pt x="21803" y="1657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61037" y="4962702"/>
              <a:ext cx="21803" cy="165739"/>
            </a:xfrm>
            <a:custGeom>
              <a:avLst/>
              <a:pathLst>
                <a:path w="21803" h="165739">
                  <a:moveTo>
                    <a:pt x="0" y="0"/>
                  </a:moveTo>
                  <a:lnTo>
                    <a:pt x="21803" y="1657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61037" y="4962702"/>
              <a:ext cx="21803" cy="165739"/>
            </a:xfrm>
            <a:custGeom>
              <a:avLst/>
              <a:pathLst>
                <a:path w="21803" h="165739">
                  <a:moveTo>
                    <a:pt x="0" y="0"/>
                  </a:moveTo>
                  <a:lnTo>
                    <a:pt x="21803" y="1657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915674" y="4962702"/>
              <a:ext cx="167165" cy="187949"/>
            </a:xfrm>
            <a:custGeom>
              <a:avLst/>
              <a:pathLst>
                <a:path w="167165" h="187949">
                  <a:moveTo>
                    <a:pt x="145362" y="0"/>
                  </a:moveTo>
                  <a:lnTo>
                    <a:pt x="140052" y="785"/>
                  </a:lnTo>
                  <a:lnTo>
                    <a:pt x="134771" y="1740"/>
                  </a:lnTo>
                  <a:lnTo>
                    <a:pt x="129523" y="2865"/>
                  </a:lnTo>
                  <a:lnTo>
                    <a:pt x="124314" y="4157"/>
                  </a:lnTo>
                  <a:lnTo>
                    <a:pt x="119149" y="5616"/>
                  </a:lnTo>
                  <a:lnTo>
                    <a:pt x="114034" y="7240"/>
                  </a:lnTo>
                  <a:lnTo>
                    <a:pt x="108973" y="9027"/>
                  </a:lnTo>
                  <a:lnTo>
                    <a:pt x="103972" y="10976"/>
                  </a:lnTo>
                  <a:lnTo>
                    <a:pt x="99037" y="13084"/>
                  </a:lnTo>
                  <a:lnTo>
                    <a:pt x="94171" y="15350"/>
                  </a:lnTo>
                  <a:lnTo>
                    <a:pt x="89381" y="17771"/>
                  </a:lnTo>
                  <a:lnTo>
                    <a:pt x="84671" y="20344"/>
                  </a:lnTo>
                  <a:lnTo>
                    <a:pt x="80046" y="23067"/>
                  </a:lnTo>
                  <a:lnTo>
                    <a:pt x="75511" y="25937"/>
                  </a:lnTo>
                  <a:lnTo>
                    <a:pt x="71071" y="28951"/>
                  </a:lnTo>
                  <a:lnTo>
                    <a:pt x="66729" y="32107"/>
                  </a:lnTo>
                  <a:lnTo>
                    <a:pt x="62491" y="35400"/>
                  </a:lnTo>
                  <a:lnTo>
                    <a:pt x="58361" y="38827"/>
                  </a:lnTo>
                  <a:lnTo>
                    <a:pt x="54343" y="42385"/>
                  </a:lnTo>
                  <a:lnTo>
                    <a:pt x="50441" y="46071"/>
                  </a:lnTo>
                  <a:lnTo>
                    <a:pt x="46660" y="49879"/>
                  </a:lnTo>
                  <a:lnTo>
                    <a:pt x="43003" y="53808"/>
                  </a:lnTo>
                  <a:lnTo>
                    <a:pt x="39473" y="57851"/>
                  </a:lnTo>
                  <a:lnTo>
                    <a:pt x="36076" y="62006"/>
                  </a:lnTo>
                  <a:lnTo>
                    <a:pt x="32813" y="66267"/>
                  </a:lnTo>
                  <a:lnTo>
                    <a:pt x="29689" y="70632"/>
                  </a:lnTo>
                  <a:lnTo>
                    <a:pt x="26707" y="75094"/>
                  </a:lnTo>
                  <a:lnTo>
                    <a:pt x="23870" y="79649"/>
                  </a:lnTo>
                  <a:lnTo>
                    <a:pt x="21180" y="84294"/>
                  </a:lnTo>
                  <a:lnTo>
                    <a:pt x="18641" y="89022"/>
                  </a:lnTo>
                  <a:lnTo>
                    <a:pt x="16254" y="93830"/>
                  </a:lnTo>
                  <a:lnTo>
                    <a:pt x="14024" y="98711"/>
                  </a:lnTo>
                  <a:lnTo>
                    <a:pt x="11951" y="103662"/>
                  </a:lnTo>
                  <a:lnTo>
                    <a:pt x="10038" y="108676"/>
                  </a:lnTo>
                  <a:lnTo>
                    <a:pt x="8287" y="113750"/>
                  </a:lnTo>
                  <a:lnTo>
                    <a:pt x="6700" y="118877"/>
                  </a:lnTo>
                  <a:lnTo>
                    <a:pt x="5279" y="124052"/>
                  </a:lnTo>
                  <a:lnTo>
                    <a:pt x="4024" y="129270"/>
                  </a:lnTo>
                  <a:lnTo>
                    <a:pt x="2937" y="134526"/>
                  </a:lnTo>
                  <a:lnTo>
                    <a:pt x="2020" y="139814"/>
                  </a:lnTo>
                  <a:lnTo>
                    <a:pt x="1273" y="145129"/>
                  </a:lnTo>
                  <a:lnTo>
                    <a:pt x="697" y="150465"/>
                  </a:lnTo>
                  <a:lnTo>
                    <a:pt x="292" y="155817"/>
                  </a:lnTo>
                  <a:lnTo>
                    <a:pt x="60" y="161179"/>
                  </a:lnTo>
                  <a:lnTo>
                    <a:pt x="0" y="166546"/>
                  </a:lnTo>
                  <a:lnTo>
                    <a:pt x="112" y="171912"/>
                  </a:lnTo>
                  <a:lnTo>
                    <a:pt x="396" y="177271"/>
                  </a:lnTo>
                  <a:lnTo>
                    <a:pt x="852" y="182619"/>
                  </a:lnTo>
                  <a:lnTo>
                    <a:pt x="1480" y="187949"/>
                  </a:lnTo>
                  <a:lnTo>
                    <a:pt x="167165" y="1657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917154" y="4961274"/>
              <a:ext cx="332839" cy="334331"/>
            </a:xfrm>
            <a:custGeom>
              <a:avLst/>
              <a:pathLst>
                <a:path w="332839" h="334331">
                  <a:moveTo>
                    <a:pt x="0" y="189377"/>
                  </a:moveTo>
                  <a:lnTo>
                    <a:pt x="789" y="194634"/>
                  </a:lnTo>
                  <a:lnTo>
                    <a:pt x="1746" y="199862"/>
                  </a:lnTo>
                  <a:lnTo>
                    <a:pt x="2868" y="205058"/>
                  </a:lnTo>
                  <a:lnTo>
                    <a:pt x="4155" y="210216"/>
                  </a:lnTo>
                  <a:lnTo>
                    <a:pt x="5606" y="215330"/>
                  </a:lnTo>
                  <a:lnTo>
                    <a:pt x="7218" y="220395"/>
                  </a:lnTo>
                  <a:lnTo>
                    <a:pt x="8991" y="225406"/>
                  </a:lnTo>
                  <a:lnTo>
                    <a:pt x="10921" y="230359"/>
                  </a:lnTo>
                  <a:lnTo>
                    <a:pt x="13009" y="235247"/>
                  </a:lnTo>
                  <a:lnTo>
                    <a:pt x="15251" y="240067"/>
                  </a:lnTo>
                  <a:lnTo>
                    <a:pt x="17644" y="244813"/>
                  </a:lnTo>
                  <a:lnTo>
                    <a:pt x="20188" y="249481"/>
                  </a:lnTo>
                  <a:lnTo>
                    <a:pt x="22879" y="254065"/>
                  </a:lnTo>
                  <a:lnTo>
                    <a:pt x="25714" y="258562"/>
                  </a:lnTo>
                  <a:lnTo>
                    <a:pt x="28690" y="262966"/>
                  </a:lnTo>
                  <a:lnTo>
                    <a:pt x="31805" y="267273"/>
                  </a:lnTo>
                  <a:lnTo>
                    <a:pt x="35056" y="271479"/>
                  </a:lnTo>
                  <a:lnTo>
                    <a:pt x="38438" y="275579"/>
                  </a:lnTo>
                  <a:lnTo>
                    <a:pt x="41950" y="279570"/>
                  </a:lnTo>
                  <a:lnTo>
                    <a:pt x="45586" y="283448"/>
                  </a:lnTo>
                  <a:lnTo>
                    <a:pt x="49344" y="287207"/>
                  </a:lnTo>
                  <a:lnTo>
                    <a:pt x="53219" y="290845"/>
                  </a:lnTo>
                  <a:lnTo>
                    <a:pt x="57208" y="294359"/>
                  </a:lnTo>
                  <a:lnTo>
                    <a:pt x="61307" y="297743"/>
                  </a:lnTo>
                  <a:lnTo>
                    <a:pt x="65511" y="300996"/>
                  </a:lnTo>
                  <a:lnTo>
                    <a:pt x="69817" y="304113"/>
                  </a:lnTo>
                  <a:lnTo>
                    <a:pt x="74220" y="307092"/>
                  </a:lnTo>
                  <a:lnTo>
                    <a:pt x="78715" y="309929"/>
                  </a:lnTo>
                  <a:lnTo>
                    <a:pt x="83298" y="312622"/>
                  </a:lnTo>
                  <a:lnTo>
                    <a:pt x="87964" y="315168"/>
                  </a:lnTo>
                  <a:lnTo>
                    <a:pt x="92709" y="317564"/>
                  </a:lnTo>
                  <a:lnTo>
                    <a:pt x="97527" y="319809"/>
                  </a:lnTo>
                  <a:lnTo>
                    <a:pt x="102415" y="321899"/>
                  </a:lnTo>
                  <a:lnTo>
                    <a:pt x="107366" y="323832"/>
                  </a:lnTo>
                  <a:lnTo>
                    <a:pt x="112377" y="325607"/>
                  </a:lnTo>
                  <a:lnTo>
                    <a:pt x="117441" y="327222"/>
                  </a:lnTo>
                  <a:lnTo>
                    <a:pt x="122555" y="328675"/>
                  </a:lnTo>
                  <a:lnTo>
                    <a:pt x="127711" y="329964"/>
                  </a:lnTo>
                  <a:lnTo>
                    <a:pt x="132907" y="331089"/>
                  </a:lnTo>
                  <a:lnTo>
                    <a:pt x="138135" y="332049"/>
                  </a:lnTo>
                  <a:lnTo>
                    <a:pt x="143391" y="332841"/>
                  </a:lnTo>
                  <a:lnTo>
                    <a:pt x="148670" y="333466"/>
                  </a:lnTo>
                  <a:lnTo>
                    <a:pt x="153966" y="333923"/>
                  </a:lnTo>
                  <a:lnTo>
                    <a:pt x="159274" y="334211"/>
                  </a:lnTo>
                  <a:lnTo>
                    <a:pt x="164588" y="334331"/>
                  </a:lnTo>
                  <a:lnTo>
                    <a:pt x="169903" y="334281"/>
                  </a:lnTo>
                  <a:lnTo>
                    <a:pt x="175214" y="334063"/>
                  </a:lnTo>
                  <a:lnTo>
                    <a:pt x="180516" y="333675"/>
                  </a:lnTo>
                  <a:lnTo>
                    <a:pt x="185802" y="333119"/>
                  </a:lnTo>
                  <a:lnTo>
                    <a:pt x="191069" y="332396"/>
                  </a:lnTo>
                  <a:lnTo>
                    <a:pt x="196309" y="331505"/>
                  </a:lnTo>
                  <a:lnTo>
                    <a:pt x="201519" y="330449"/>
                  </a:lnTo>
                  <a:lnTo>
                    <a:pt x="206692" y="329227"/>
                  </a:lnTo>
                  <a:lnTo>
                    <a:pt x="211824" y="327841"/>
                  </a:lnTo>
                  <a:lnTo>
                    <a:pt x="216909" y="326293"/>
                  </a:lnTo>
                  <a:lnTo>
                    <a:pt x="221942" y="324584"/>
                  </a:lnTo>
                  <a:lnTo>
                    <a:pt x="226919" y="322716"/>
                  </a:lnTo>
                  <a:lnTo>
                    <a:pt x="231833" y="320690"/>
                  </a:lnTo>
                  <a:lnTo>
                    <a:pt x="236681" y="318509"/>
                  </a:lnTo>
                  <a:lnTo>
                    <a:pt x="241457" y="316175"/>
                  </a:lnTo>
                  <a:lnTo>
                    <a:pt x="246156" y="313691"/>
                  </a:lnTo>
                  <a:lnTo>
                    <a:pt x="250774" y="311058"/>
                  </a:lnTo>
                  <a:lnTo>
                    <a:pt x="255306" y="308280"/>
                  </a:lnTo>
                  <a:lnTo>
                    <a:pt x="259747" y="305360"/>
                  </a:lnTo>
                  <a:lnTo>
                    <a:pt x="264094" y="302299"/>
                  </a:lnTo>
                  <a:lnTo>
                    <a:pt x="268340" y="299102"/>
                  </a:lnTo>
                  <a:lnTo>
                    <a:pt x="272483" y="295771"/>
                  </a:lnTo>
                  <a:lnTo>
                    <a:pt x="276518" y="292311"/>
                  </a:lnTo>
                  <a:lnTo>
                    <a:pt x="280441" y="288724"/>
                  </a:lnTo>
                  <a:lnTo>
                    <a:pt x="284248" y="285014"/>
                  </a:lnTo>
                  <a:lnTo>
                    <a:pt x="287934" y="281185"/>
                  </a:lnTo>
                  <a:lnTo>
                    <a:pt x="291498" y="277240"/>
                  </a:lnTo>
                  <a:lnTo>
                    <a:pt x="294934" y="273184"/>
                  </a:lnTo>
                  <a:lnTo>
                    <a:pt x="298239" y="269021"/>
                  </a:lnTo>
                  <a:lnTo>
                    <a:pt x="301411" y="264755"/>
                  </a:lnTo>
                  <a:lnTo>
                    <a:pt x="304445" y="260391"/>
                  </a:lnTo>
                  <a:lnTo>
                    <a:pt x="307339" y="255932"/>
                  </a:lnTo>
                  <a:lnTo>
                    <a:pt x="310089" y="251383"/>
                  </a:lnTo>
                  <a:lnTo>
                    <a:pt x="312694" y="246749"/>
                  </a:lnTo>
                  <a:lnTo>
                    <a:pt x="315150" y="242035"/>
                  </a:lnTo>
                  <a:lnTo>
                    <a:pt x="317454" y="237245"/>
                  </a:lnTo>
                  <a:lnTo>
                    <a:pt x="319606" y="232384"/>
                  </a:lnTo>
                  <a:lnTo>
                    <a:pt x="321602" y="227458"/>
                  </a:lnTo>
                  <a:lnTo>
                    <a:pt x="323440" y="222470"/>
                  </a:lnTo>
                  <a:lnTo>
                    <a:pt x="325118" y="217426"/>
                  </a:lnTo>
                  <a:lnTo>
                    <a:pt x="326636" y="212332"/>
                  </a:lnTo>
                  <a:lnTo>
                    <a:pt x="327990" y="207192"/>
                  </a:lnTo>
                  <a:lnTo>
                    <a:pt x="329181" y="202011"/>
                  </a:lnTo>
                  <a:lnTo>
                    <a:pt x="330206" y="196795"/>
                  </a:lnTo>
                  <a:lnTo>
                    <a:pt x="331065" y="191549"/>
                  </a:lnTo>
                  <a:lnTo>
                    <a:pt x="331756" y="186279"/>
                  </a:lnTo>
                  <a:lnTo>
                    <a:pt x="332280" y="180989"/>
                  </a:lnTo>
                  <a:lnTo>
                    <a:pt x="332635" y="175686"/>
                  </a:lnTo>
                  <a:lnTo>
                    <a:pt x="332822" y="170373"/>
                  </a:lnTo>
                  <a:lnTo>
                    <a:pt x="332839" y="165058"/>
                  </a:lnTo>
                  <a:lnTo>
                    <a:pt x="332688" y="159744"/>
                  </a:lnTo>
                  <a:lnTo>
                    <a:pt x="332367" y="154438"/>
                  </a:lnTo>
                  <a:lnTo>
                    <a:pt x="331878" y="149145"/>
                  </a:lnTo>
                  <a:lnTo>
                    <a:pt x="331221" y="143870"/>
                  </a:lnTo>
                  <a:lnTo>
                    <a:pt x="330397" y="138619"/>
                  </a:lnTo>
                  <a:lnTo>
                    <a:pt x="329406" y="133396"/>
                  </a:lnTo>
                  <a:lnTo>
                    <a:pt x="328249" y="128208"/>
                  </a:lnTo>
                  <a:lnTo>
                    <a:pt x="326928" y="123059"/>
                  </a:lnTo>
                  <a:lnTo>
                    <a:pt x="325445" y="117955"/>
                  </a:lnTo>
                  <a:lnTo>
                    <a:pt x="323799" y="112900"/>
                  </a:lnTo>
                  <a:lnTo>
                    <a:pt x="321994" y="107901"/>
                  </a:lnTo>
                  <a:lnTo>
                    <a:pt x="320030" y="102961"/>
                  </a:lnTo>
                  <a:lnTo>
                    <a:pt x="317911" y="98086"/>
                  </a:lnTo>
                  <a:lnTo>
                    <a:pt x="315638" y="93281"/>
                  </a:lnTo>
                  <a:lnTo>
                    <a:pt x="313213" y="88551"/>
                  </a:lnTo>
                  <a:lnTo>
                    <a:pt x="310639" y="83900"/>
                  </a:lnTo>
                  <a:lnTo>
                    <a:pt x="307918" y="79334"/>
                  </a:lnTo>
                  <a:lnTo>
                    <a:pt x="305054" y="74856"/>
                  </a:lnTo>
                  <a:lnTo>
                    <a:pt x="302048" y="70471"/>
                  </a:lnTo>
                  <a:lnTo>
                    <a:pt x="298905" y="66185"/>
                  </a:lnTo>
                  <a:lnTo>
                    <a:pt x="295627" y="62000"/>
                  </a:lnTo>
                  <a:lnTo>
                    <a:pt x="292217" y="57922"/>
                  </a:lnTo>
                  <a:lnTo>
                    <a:pt x="288680" y="53954"/>
                  </a:lnTo>
                  <a:lnTo>
                    <a:pt x="285018" y="50101"/>
                  </a:lnTo>
                  <a:lnTo>
                    <a:pt x="281236" y="46366"/>
                  </a:lnTo>
                  <a:lnTo>
                    <a:pt x="277337" y="42753"/>
                  </a:lnTo>
                  <a:lnTo>
                    <a:pt x="273325" y="39266"/>
                  </a:lnTo>
                  <a:lnTo>
                    <a:pt x="269204" y="35908"/>
                  </a:lnTo>
                  <a:lnTo>
                    <a:pt x="264978" y="32683"/>
                  </a:lnTo>
                  <a:lnTo>
                    <a:pt x="260652" y="29595"/>
                  </a:lnTo>
                  <a:lnTo>
                    <a:pt x="256230" y="26645"/>
                  </a:lnTo>
                  <a:lnTo>
                    <a:pt x="251717" y="23837"/>
                  </a:lnTo>
                  <a:lnTo>
                    <a:pt x="247116" y="21174"/>
                  </a:lnTo>
                  <a:lnTo>
                    <a:pt x="242433" y="18659"/>
                  </a:lnTo>
                  <a:lnTo>
                    <a:pt x="237673" y="16294"/>
                  </a:lnTo>
                  <a:lnTo>
                    <a:pt x="232839" y="14081"/>
                  </a:lnTo>
                  <a:lnTo>
                    <a:pt x="227938" y="12024"/>
                  </a:lnTo>
                  <a:lnTo>
                    <a:pt x="222974" y="10123"/>
                  </a:lnTo>
                  <a:lnTo>
                    <a:pt x="217952" y="8381"/>
                  </a:lnTo>
                  <a:lnTo>
                    <a:pt x="212877" y="6799"/>
                  </a:lnTo>
                  <a:lnTo>
                    <a:pt x="207755" y="5380"/>
                  </a:lnTo>
                  <a:lnTo>
                    <a:pt x="202589" y="4124"/>
                  </a:lnTo>
                  <a:lnTo>
                    <a:pt x="197387" y="3033"/>
                  </a:lnTo>
                  <a:lnTo>
                    <a:pt x="192152" y="2108"/>
                  </a:lnTo>
                  <a:lnTo>
                    <a:pt x="186891" y="1350"/>
                  </a:lnTo>
                  <a:lnTo>
                    <a:pt x="181608" y="760"/>
                  </a:lnTo>
                  <a:lnTo>
                    <a:pt x="176309" y="337"/>
                  </a:lnTo>
                  <a:lnTo>
                    <a:pt x="171000" y="84"/>
                  </a:lnTo>
                  <a:lnTo>
                    <a:pt x="165685" y="0"/>
                  </a:lnTo>
                  <a:lnTo>
                    <a:pt x="16568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386274" y="4605529"/>
              <a:ext cx="74272" cy="167167"/>
            </a:xfrm>
            <a:custGeom>
              <a:avLst/>
              <a:pathLst>
                <a:path w="74272" h="167167">
                  <a:moveTo>
                    <a:pt x="74272" y="0"/>
                  </a:moveTo>
                  <a:lnTo>
                    <a:pt x="68353" y="104"/>
                  </a:lnTo>
                  <a:lnTo>
                    <a:pt x="62442" y="419"/>
                  </a:lnTo>
                  <a:lnTo>
                    <a:pt x="56545" y="942"/>
                  </a:lnTo>
                  <a:lnTo>
                    <a:pt x="50671" y="1674"/>
                  </a:lnTo>
                  <a:lnTo>
                    <a:pt x="44826" y="2613"/>
                  </a:lnTo>
                  <a:lnTo>
                    <a:pt x="39018" y="3759"/>
                  </a:lnTo>
                  <a:lnTo>
                    <a:pt x="33254" y="5110"/>
                  </a:lnTo>
                  <a:lnTo>
                    <a:pt x="27542" y="6664"/>
                  </a:lnTo>
                  <a:lnTo>
                    <a:pt x="21888" y="8419"/>
                  </a:lnTo>
                  <a:lnTo>
                    <a:pt x="16300" y="10374"/>
                  </a:lnTo>
                  <a:lnTo>
                    <a:pt x="10784" y="12525"/>
                  </a:lnTo>
                  <a:lnTo>
                    <a:pt x="5349" y="14870"/>
                  </a:lnTo>
                  <a:lnTo>
                    <a:pt x="0" y="17405"/>
                  </a:lnTo>
                  <a:lnTo>
                    <a:pt x="7427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386274" y="4622935"/>
              <a:ext cx="74272" cy="149761"/>
            </a:xfrm>
            <a:custGeom>
              <a:avLst/>
              <a:pathLst>
                <a:path w="74272" h="149761">
                  <a:moveTo>
                    <a:pt x="0" y="0"/>
                  </a:moveTo>
                  <a:lnTo>
                    <a:pt x="74272" y="1497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386274" y="4622935"/>
              <a:ext cx="74272" cy="149761"/>
            </a:xfrm>
            <a:custGeom>
              <a:avLst/>
              <a:pathLst>
                <a:path w="74272" h="149761">
                  <a:moveTo>
                    <a:pt x="0" y="0"/>
                  </a:moveTo>
                  <a:lnTo>
                    <a:pt x="74272" y="1497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293380" y="4622935"/>
              <a:ext cx="308506" cy="316920"/>
            </a:xfrm>
            <a:custGeom>
              <a:avLst/>
              <a:pathLst>
                <a:path w="308506" h="316920">
                  <a:moveTo>
                    <a:pt x="92894" y="0"/>
                  </a:moveTo>
                  <a:lnTo>
                    <a:pt x="88170" y="2437"/>
                  </a:lnTo>
                  <a:lnTo>
                    <a:pt x="83526" y="5023"/>
                  </a:lnTo>
                  <a:lnTo>
                    <a:pt x="78966" y="7755"/>
                  </a:lnTo>
                  <a:lnTo>
                    <a:pt x="74496" y="10631"/>
                  </a:lnTo>
                  <a:lnTo>
                    <a:pt x="70119" y="13648"/>
                  </a:lnTo>
                  <a:lnTo>
                    <a:pt x="65841" y="16802"/>
                  </a:lnTo>
                  <a:lnTo>
                    <a:pt x="61665" y="20091"/>
                  </a:lnTo>
                  <a:lnTo>
                    <a:pt x="57595" y="23511"/>
                  </a:lnTo>
                  <a:lnTo>
                    <a:pt x="53637" y="27058"/>
                  </a:lnTo>
                  <a:lnTo>
                    <a:pt x="49793" y="30730"/>
                  </a:lnTo>
                  <a:lnTo>
                    <a:pt x="46068" y="34522"/>
                  </a:lnTo>
                  <a:lnTo>
                    <a:pt x="42465" y="38430"/>
                  </a:lnTo>
                  <a:lnTo>
                    <a:pt x="38989" y="42451"/>
                  </a:lnTo>
                  <a:lnTo>
                    <a:pt x="35642" y="46581"/>
                  </a:lnTo>
                  <a:lnTo>
                    <a:pt x="32428" y="50814"/>
                  </a:lnTo>
                  <a:lnTo>
                    <a:pt x="29350" y="55148"/>
                  </a:lnTo>
                  <a:lnTo>
                    <a:pt x="26411" y="59578"/>
                  </a:lnTo>
                  <a:lnTo>
                    <a:pt x="23615" y="64098"/>
                  </a:lnTo>
                  <a:lnTo>
                    <a:pt x="20964" y="68706"/>
                  </a:lnTo>
                  <a:lnTo>
                    <a:pt x="18461" y="73395"/>
                  </a:lnTo>
                  <a:lnTo>
                    <a:pt x="16109" y="78162"/>
                  </a:lnTo>
                  <a:lnTo>
                    <a:pt x="13908" y="83000"/>
                  </a:lnTo>
                  <a:lnTo>
                    <a:pt x="11863" y="87907"/>
                  </a:lnTo>
                  <a:lnTo>
                    <a:pt x="9975" y="92876"/>
                  </a:lnTo>
                  <a:lnTo>
                    <a:pt x="8246" y="97902"/>
                  </a:lnTo>
                  <a:lnTo>
                    <a:pt x="6678" y="102981"/>
                  </a:lnTo>
                  <a:lnTo>
                    <a:pt x="5272" y="108107"/>
                  </a:lnTo>
                  <a:lnTo>
                    <a:pt x="4029" y="113276"/>
                  </a:lnTo>
                  <a:lnTo>
                    <a:pt x="2952" y="118481"/>
                  </a:lnTo>
                  <a:lnTo>
                    <a:pt x="2040" y="123718"/>
                  </a:lnTo>
                  <a:lnTo>
                    <a:pt x="1296" y="128981"/>
                  </a:lnTo>
                  <a:lnTo>
                    <a:pt x="719" y="134265"/>
                  </a:lnTo>
                  <a:lnTo>
                    <a:pt x="310" y="139565"/>
                  </a:lnTo>
                  <a:lnTo>
                    <a:pt x="70" y="144875"/>
                  </a:lnTo>
                  <a:lnTo>
                    <a:pt x="0" y="150190"/>
                  </a:lnTo>
                  <a:lnTo>
                    <a:pt x="98" y="155504"/>
                  </a:lnTo>
                  <a:lnTo>
                    <a:pt x="365" y="160813"/>
                  </a:lnTo>
                  <a:lnTo>
                    <a:pt x="800" y="166111"/>
                  </a:lnTo>
                  <a:lnTo>
                    <a:pt x="1404" y="171392"/>
                  </a:lnTo>
                  <a:lnTo>
                    <a:pt x="2176" y="176651"/>
                  </a:lnTo>
                  <a:lnTo>
                    <a:pt x="3114" y="181883"/>
                  </a:lnTo>
                  <a:lnTo>
                    <a:pt x="4218" y="187083"/>
                  </a:lnTo>
                  <a:lnTo>
                    <a:pt x="5487" y="192245"/>
                  </a:lnTo>
                  <a:lnTo>
                    <a:pt x="6920" y="197364"/>
                  </a:lnTo>
                  <a:lnTo>
                    <a:pt x="8514" y="202434"/>
                  </a:lnTo>
                  <a:lnTo>
                    <a:pt x="10269" y="207452"/>
                  </a:lnTo>
                  <a:lnTo>
                    <a:pt x="12183" y="212411"/>
                  </a:lnTo>
                  <a:lnTo>
                    <a:pt x="14253" y="217307"/>
                  </a:lnTo>
                  <a:lnTo>
                    <a:pt x="16478" y="222134"/>
                  </a:lnTo>
                  <a:lnTo>
                    <a:pt x="18855" y="226889"/>
                  </a:lnTo>
                  <a:lnTo>
                    <a:pt x="21382" y="231565"/>
                  </a:lnTo>
                  <a:lnTo>
                    <a:pt x="24057" y="236159"/>
                  </a:lnTo>
                  <a:lnTo>
                    <a:pt x="26876" y="240665"/>
                  </a:lnTo>
                  <a:lnTo>
                    <a:pt x="29837" y="245080"/>
                  </a:lnTo>
                  <a:lnTo>
                    <a:pt x="32937" y="249398"/>
                  </a:lnTo>
                  <a:lnTo>
                    <a:pt x="36173" y="253615"/>
                  </a:lnTo>
                  <a:lnTo>
                    <a:pt x="39541" y="257727"/>
                  </a:lnTo>
                  <a:lnTo>
                    <a:pt x="43038" y="261730"/>
                  </a:lnTo>
                  <a:lnTo>
                    <a:pt x="46661" y="265620"/>
                  </a:lnTo>
                  <a:lnTo>
                    <a:pt x="50405" y="269393"/>
                  </a:lnTo>
                  <a:lnTo>
                    <a:pt x="54268" y="273045"/>
                  </a:lnTo>
                  <a:lnTo>
                    <a:pt x="58245" y="276572"/>
                  </a:lnTo>
                  <a:lnTo>
                    <a:pt x="62331" y="279971"/>
                  </a:lnTo>
                  <a:lnTo>
                    <a:pt x="66524" y="283238"/>
                  </a:lnTo>
                  <a:lnTo>
                    <a:pt x="70819" y="286370"/>
                  </a:lnTo>
                  <a:lnTo>
                    <a:pt x="75211" y="289364"/>
                  </a:lnTo>
                  <a:lnTo>
                    <a:pt x="79696" y="292217"/>
                  </a:lnTo>
                  <a:lnTo>
                    <a:pt x="84269" y="294926"/>
                  </a:lnTo>
                  <a:lnTo>
                    <a:pt x="88927" y="297489"/>
                  </a:lnTo>
                  <a:lnTo>
                    <a:pt x="93663" y="299902"/>
                  </a:lnTo>
                  <a:lnTo>
                    <a:pt x="98474" y="302163"/>
                  </a:lnTo>
                  <a:lnTo>
                    <a:pt x="103354" y="304270"/>
                  </a:lnTo>
                  <a:lnTo>
                    <a:pt x="108298" y="306220"/>
                  </a:lnTo>
                  <a:lnTo>
                    <a:pt x="113303" y="308013"/>
                  </a:lnTo>
                  <a:lnTo>
                    <a:pt x="118361" y="309645"/>
                  </a:lnTo>
                  <a:lnTo>
                    <a:pt x="123469" y="311116"/>
                  </a:lnTo>
                  <a:lnTo>
                    <a:pt x="128621" y="312424"/>
                  </a:lnTo>
                  <a:lnTo>
                    <a:pt x="133812" y="313567"/>
                  </a:lnTo>
                  <a:lnTo>
                    <a:pt x="139037" y="314545"/>
                  </a:lnTo>
                  <a:lnTo>
                    <a:pt x="144291" y="315356"/>
                  </a:lnTo>
                  <a:lnTo>
                    <a:pt x="149567" y="315999"/>
                  </a:lnTo>
                  <a:lnTo>
                    <a:pt x="154861" y="316475"/>
                  </a:lnTo>
                  <a:lnTo>
                    <a:pt x="160168" y="316782"/>
                  </a:lnTo>
                  <a:lnTo>
                    <a:pt x="165482" y="316920"/>
                  </a:lnTo>
                  <a:lnTo>
                    <a:pt x="170797" y="316889"/>
                  </a:lnTo>
                  <a:lnTo>
                    <a:pt x="176109" y="316689"/>
                  </a:lnTo>
                  <a:lnTo>
                    <a:pt x="181412" y="316320"/>
                  </a:lnTo>
                  <a:lnTo>
                    <a:pt x="186700" y="315783"/>
                  </a:lnTo>
                  <a:lnTo>
                    <a:pt x="191969" y="315078"/>
                  </a:lnTo>
                  <a:lnTo>
                    <a:pt x="197212" y="314206"/>
                  </a:lnTo>
                  <a:lnTo>
                    <a:pt x="202425" y="313168"/>
                  </a:lnTo>
                  <a:lnTo>
                    <a:pt x="207603" y="311964"/>
                  </a:lnTo>
                  <a:lnTo>
                    <a:pt x="212739" y="310596"/>
                  </a:lnTo>
                  <a:lnTo>
                    <a:pt x="217830" y="309066"/>
                  </a:lnTo>
                  <a:lnTo>
                    <a:pt x="222869" y="307375"/>
                  </a:lnTo>
                  <a:lnTo>
                    <a:pt x="227852" y="305524"/>
                  </a:lnTo>
                  <a:lnTo>
                    <a:pt x="232774" y="303516"/>
                  </a:lnTo>
                  <a:lnTo>
                    <a:pt x="237629" y="301352"/>
                  </a:lnTo>
                  <a:lnTo>
                    <a:pt x="242413" y="299036"/>
                  </a:lnTo>
                  <a:lnTo>
                    <a:pt x="247121" y="296568"/>
                  </a:lnTo>
                  <a:lnTo>
                    <a:pt x="251748" y="293951"/>
                  </a:lnTo>
                  <a:lnTo>
                    <a:pt x="256290" y="291189"/>
                  </a:lnTo>
                  <a:lnTo>
                    <a:pt x="260741" y="288284"/>
                  </a:lnTo>
                  <a:lnTo>
                    <a:pt x="265098" y="285239"/>
                  </a:lnTo>
                  <a:lnTo>
                    <a:pt x="269356" y="282057"/>
                  </a:lnTo>
                  <a:lnTo>
                    <a:pt x="273510" y="278741"/>
                  </a:lnTo>
                  <a:lnTo>
                    <a:pt x="277557" y="275295"/>
                  </a:lnTo>
                  <a:lnTo>
                    <a:pt x="281493" y="271722"/>
                  </a:lnTo>
                  <a:lnTo>
                    <a:pt x="285312" y="268025"/>
                  </a:lnTo>
                  <a:lnTo>
                    <a:pt x="289013" y="264209"/>
                  </a:lnTo>
                  <a:lnTo>
                    <a:pt x="292590" y="260277"/>
                  </a:lnTo>
                  <a:lnTo>
                    <a:pt x="296040" y="256234"/>
                  </a:lnTo>
                  <a:lnTo>
                    <a:pt x="299360" y="252083"/>
                  </a:lnTo>
                  <a:lnTo>
                    <a:pt x="302547" y="247828"/>
                  </a:lnTo>
                  <a:lnTo>
                    <a:pt x="305596" y="243474"/>
                  </a:lnTo>
                  <a:lnTo>
                    <a:pt x="308506" y="239026"/>
                  </a:lnTo>
                  <a:lnTo>
                    <a:pt x="167166" y="1497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60546" y="4605529"/>
              <a:ext cx="167151" cy="256432"/>
            </a:xfrm>
            <a:custGeom>
              <a:avLst/>
              <a:pathLst>
                <a:path w="167151" h="256432">
                  <a:moveTo>
                    <a:pt x="141339" y="256432"/>
                  </a:moveTo>
                  <a:lnTo>
                    <a:pt x="144151" y="251816"/>
                  </a:lnTo>
                  <a:lnTo>
                    <a:pt x="146812" y="247111"/>
                  </a:lnTo>
                  <a:lnTo>
                    <a:pt x="149320" y="242323"/>
                  </a:lnTo>
                  <a:lnTo>
                    <a:pt x="151671" y="237456"/>
                  </a:lnTo>
                  <a:lnTo>
                    <a:pt x="153865" y="232516"/>
                  </a:lnTo>
                  <a:lnTo>
                    <a:pt x="155897" y="227507"/>
                  </a:lnTo>
                  <a:lnTo>
                    <a:pt x="157766" y="222436"/>
                  </a:lnTo>
                  <a:lnTo>
                    <a:pt x="159470" y="217307"/>
                  </a:lnTo>
                  <a:lnTo>
                    <a:pt x="161008" y="212125"/>
                  </a:lnTo>
                  <a:lnTo>
                    <a:pt x="162377" y="206896"/>
                  </a:lnTo>
                  <a:lnTo>
                    <a:pt x="163577" y="201626"/>
                  </a:lnTo>
                  <a:lnTo>
                    <a:pt x="164605" y="196319"/>
                  </a:lnTo>
                  <a:lnTo>
                    <a:pt x="165462" y="190982"/>
                  </a:lnTo>
                  <a:lnTo>
                    <a:pt x="166145" y="185621"/>
                  </a:lnTo>
                  <a:lnTo>
                    <a:pt x="166655" y="180240"/>
                  </a:lnTo>
                  <a:lnTo>
                    <a:pt x="166991" y="174845"/>
                  </a:lnTo>
                  <a:lnTo>
                    <a:pt x="167151" y="169442"/>
                  </a:lnTo>
                  <a:lnTo>
                    <a:pt x="167138" y="164037"/>
                  </a:lnTo>
                  <a:lnTo>
                    <a:pt x="166949" y="158635"/>
                  </a:lnTo>
                  <a:lnTo>
                    <a:pt x="166586" y="153243"/>
                  </a:lnTo>
                  <a:lnTo>
                    <a:pt x="166049" y="147864"/>
                  </a:lnTo>
                  <a:lnTo>
                    <a:pt x="165338" y="142506"/>
                  </a:lnTo>
                  <a:lnTo>
                    <a:pt x="164454" y="137174"/>
                  </a:lnTo>
                  <a:lnTo>
                    <a:pt x="163399" y="131873"/>
                  </a:lnTo>
                  <a:lnTo>
                    <a:pt x="162172" y="126609"/>
                  </a:lnTo>
                  <a:lnTo>
                    <a:pt x="160776" y="121387"/>
                  </a:lnTo>
                  <a:lnTo>
                    <a:pt x="159212" y="116213"/>
                  </a:lnTo>
                  <a:lnTo>
                    <a:pt x="157482" y="111092"/>
                  </a:lnTo>
                  <a:lnTo>
                    <a:pt x="155586" y="106030"/>
                  </a:lnTo>
                  <a:lnTo>
                    <a:pt x="153529" y="101032"/>
                  </a:lnTo>
                  <a:lnTo>
                    <a:pt x="151310" y="96104"/>
                  </a:lnTo>
                  <a:lnTo>
                    <a:pt x="148934" y="91249"/>
                  </a:lnTo>
                  <a:lnTo>
                    <a:pt x="146402" y="86474"/>
                  </a:lnTo>
                  <a:lnTo>
                    <a:pt x="143716" y="81783"/>
                  </a:lnTo>
                  <a:lnTo>
                    <a:pt x="140881" y="77181"/>
                  </a:lnTo>
                  <a:lnTo>
                    <a:pt x="137898" y="72674"/>
                  </a:lnTo>
                  <a:lnTo>
                    <a:pt x="134771" y="68265"/>
                  </a:lnTo>
                  <a:lnTo>
                    <a:pt x="131503" y="63959"/>
                  </a:lnTo>
                  <a:lnTo>
                    <a:pt x="128098" y="59762"/>
                  </a:lnTo>
                  <a:lnTo>
                    <a:pt x="124558" y="55677"/>
                  </a:lnTo>
                  <a:lnTo>
                    <a:pt x="120889" y="51708"/>
                  </a:lnTo>
                  <a:lnTo>
                    <a:pt x="117093" y="47860"/>
                  </a:lnTo>
                  <a:lnTo>
                    <a:pt x="113175" y="44137"/>
                  </a:lnTo>
                  <a:lnTo>
                    <a:pt x="109138" y="40543"/>
                  </a:lnTo>
                  <a:lnTo>
                    <a:pt x="104987" y="37080"/>
                  </a:lnTo>
                  <a:lnTo>
                    <a:pt x="100727" y="33754"/>
                  </a:lnTo>
                  <a:lnTo>
                    <a:pt x="96361" y="30568"/>
                  </a:lnTo>
                  <a:lnTo>
                    <a:pt x="91895" y="27524"/>
                  </a:lnTo>
                  <a:lnTo>
                    <a:pt x="87332" y="24626"/>
                  </a:lnTo>
                  <a:lnTo>
                    <a:pt x="82678" y="21877"/>
                  </a:lnTo>
                  <a:lnTo>
                    <a:pt x="77938" y="19280"/>
                  </a:lnTo>
                  <a:lnTo>
                    <a:pt x="73116" y="16838"/>
                  </a:lnTo>
                  <a:lnTo>
                    <a:pt x="68218" y="14552"/>
                  </a:lnTo>
                  <a:lnTo>
                    <a:pt x="63248" y="12427"/>
                  </a:lnTo>
                  <a:lnTo>
                    <a:pt x="58212" y="10463"/>
                  </a:lnTo>
                  <a:lnTo>
                    <a:pt x="53116" y="8663"/>
                  </a:lnTo>
                  <a:lnTo>
                    <a:pt x="47964" y="7028"/>
                  </a:lnTo>
                  <a:lnTo>
                    <a:pt x="42762" y="5561"/>
                  </a:lnTo>
                  <a:lnTo>
                    <a:pt x="37515" y="4263"/>
                  </a:lnTo>
                  <a:lnTo>
                    <a:pt x="32228" y="3136"/>
                  </a:lnTo>
                  <a:lnTo>
                    <a:pt x="26909" y="2180"/>
                  </a:lnTo>
                  <a:lnTo>
                    <a:pt x="21561" y="1396"/>
                  </a:lnTo>
                  <a:lnTo>
                    <a:pt x="16190" y="785"/>
                  </a:lnTo>
                  <a:lnTo>
                    <a:pt x="10803" y="349"/>
                  </a:lnTo>
                  <a:lnTo>
                    <a:pt x="5404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654954" y="4172415"/>
              <a:ext cx="90937" cy="167167"/>
            </a:xfrm>
            <a:custGeom>
              <a:avLst/>
              <a:pathLst>
                <a:path w="90937" h="167167">
                  <a:moveTo>
                    <a:pt x="90937" y="0"/>
                  </a:moveTo>
                  <a:lnTo>
                    <a:pt x="85283" y="95"/>
                  </a:lnTo>
                  <a:lnTo>
                    <a:pt x="79634" y="382"/>
                  </a:lnTo>
                  <a:lnTo>
                    <a:pt x="73998" y="860"/>
                  </a:lnTo>
                  <a:lnTo>
                    <a:pt x="68382" y="1528"/>
                  </a:lnTo>
                  <a:lnTo>
                    <a:pt x="62792" y="2386"/>
                  </a:lnTo>
                  <a:lnTo>
                    <a:pt x="57234" y="3432"/>
                  </a:lnTo>
                  <a:lnTo>
                    <a:pt x="51714" y="4666"/>
                  </a:lnTo>
                  <a:lnTo>
                    <a:pt x="46240" y="6086"/>
                  </a:lnTo>
                  <a:lnTo>
                    <a:pt x="40816" y="7690"/>
                  </a:lnTo>
                  <a:lnTo>
                    <a:pt x="35450" y="9477"/>
                  </a:lnTo>
                  <a:lnTo>
                    <a:pt x="30147" y="11444"/>
                  </a:lnTo>
                  <a:lnTo>
                    <a:pt x="24914" y="13590"/>
                  </a:lnTo>
                  <a:lnTo>
                    <a:pt x="19757" y="15911"/>
                  </a:lnTo>
                  <a:lnTo>
                    <a:pt x="14681" y="18406"/>
                  </a:lnTo>
                  <a:lnTo>
                    <a:pt x="9692" y="21071"/>
                  </a:lnTo>
                  <a:lnTo>
                    <a:pt x="4797" y="23903"/>
                  </a:lnTo>
                  <a:lnTo>
                    <a:pt x="0" y="26898"/>
                  </a:lnTo>
                  <a:lnTo>
                    <a:pt x="9093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654954" y="4199314"/>
              <a:ext cx="90937" cy="140268"/>
            </a:xfrm>
            <a:custGeom>
              <a:avLst/>
              <a:pathLst>
                <a:path w="90937" h="140268">
                  <a:moveTo>
                    <a:pt x="0" y="0"/>
                  </a:moveTo>
                  <a:lnTo>
                    <a:pt x="90937" y="1402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578738" y="4199314"/>
              <a:ext cx="334306" cy="307435"/>
            </a:xfrm>
            <a:custGeom>
              <a:avLst/>
              <a:pathLst>
                <a:path w="334306" h="307435">
                  <a:moveTo>
                    <a:pt x="76216" y="0"/>
                  </a:moveTo>
                  <a:lnTo>
                    <a:pt x="71814" y="2954"/>
                  </a:lnTo>
                  <a:lnTo>
                    <a:pt x="67507" y="6047"/>
                  </a:lnTo>
                  <a:lnTo>
                    <a:pt x="63300" y="9275"/>
                  </a:lnTo>
                  <a:lnTo>
                    <a:pt x="59198" y="12634"/>
                  </a:lnTo>
                  <a:lnTo>
                    <a:pt x="55205" y="16122"/>
                  </a:lnTo>
                  <a:lnTo>
                    <a:pt x="51324" y="19735"/>
                  </a:lnTo>
                  <a:lnTo>
                    <a:pt x="47559" y="23469"/>
                  </a:lnTo>
                  <a:lnTo>
                    <a:pt x="43915" y="27321"/>
                  </a:lnTo>
                  <a:lnTo>
                    <a:pt x="40395" y="31286"/>
                  </a:lnTo>
                  <a:lnTo>
                    <a:pt x="37003" y="35361"/>
                  </a:lnTo>
                  <a:lnTo>
                    <a:pt x="33741" y="39541"/>
                  </a:lnTo>
                  <a:lnTo>
                    <a:pt x="30614" y="43823"/>
                  </a:lnTo>
                  <a:lnTo>
                    <a:pt x="27624" y="48202"/>
                  </a:lnTo>
                  <a:lnTo>
                    <a:pt x="24774" y="52673"/>
                  </a:lnTo>
                  <a:lnTo>
                    <a:pt x="22068" y="57233"/>
                  </a:lnTo>
                  <a:lnTo>
                    <a:pt x="19507" y="61876"/>
                  </a:lnTo>
                  <a:lnTo>
                    <a:pt x="17096" y="66598"/>
                  </a:lnTo>
                  <a:lnTo>
                    <a:pt x="14835" y="71394"/>
                  </a:lnTo>
                  <a:lnTo>
                    <a:pt x="12727" y="76259"/>
                  </a:lnTo>
                  <a:lnTo>
                    <a:pt x="10775" y="81189"/>
                  </a:lnTo>
                  <a:lnTo>
                    <a:pt x="8980" y="86178"/>
                  </a:lnTo>
                  <a:lnTo>
                    <a:pt x="7344" y="91221"/>
                  </a:lnTo>
                  <a:lnTo>
                    <a:pt x="5869" y="96314"/>
                  </a:lnTo>
                  <a:lnTo>
                    <a:pt x="4556" y="101451"/>
                  </a:lnTo>
                  <a:lnTo>
                    <a:pt x="3407" y="106628"/>
                  </a:lnTo>
                  <a:lnTo>
                    <a:pt x="2422" y="111838"/>
                  </a:lnTo>
                  <a:lnTo>
                    <a:pt x="1603" y="117076"/>
                  </a:lnTo>
                  <a:lnTo>
                    <a:pt x="951" y="122338"/>
                  </a:lnTo>
                  <a:lnTo>
                    <a:pt x="466" y="127618"/>
                  </a:lnTo>
                  <a:lnTo>
                    <a:pt x="149" y="132911"/>
                  </a:lnTo>
                  <a:lnTo>
                    <a:pt x="0" y="138211"/>
                  </a:lnTo>
                  <a:lnTo>
                    <a:pt x="18" y="143513"/>
                  </a:lnTo>
                  <a:lnTo>
                    <a:pt x="205" y="148812"/>
                  </a:lnTo>
                  <a:lnTo>
                    <a:pt x="560" y="154103"/>
                  </a:lnTo>
                  <a:lnTo>
                    <a:pt x="1083" y="159379"/>
                  </a:lnTo>
                  <a:lnTo>
                    <a:pt x="1772" y="164636"/>
                  </a:lnTo>
                  <a:lnTo>
                    <a:pt x="2629" y="169869"/>
                  </a:lnTo>
                  <a:lnTo>
                    <a:pt x="3650" y="175072"/>
                  </a:lnTo>
                  <a:lnTo>
                    <a:pt x="4836" y="180240"/>
                  </a:lnTo>
                  <a:lnTo>
                    <a:pt x="6185" y="185367"/>
                  </a:lnTo>
                  <a:lnTo>
                    <a:pt x="7697" y="190450"/>
                  </a:lnTo>
                  <a:lnTo>
                    <a:pt x="9368" y="195482"/>
                  </a:lnTo>
                  <a:lnTo>
                    <a:pt x="11199" y="200458"/>
                  </a:lnTo>
                  <a:lnTo>
                    <a:pt x="13186" y="205374"/>
                  </a:lnTo>
                  <a:lnTo>
                    <a:pt x="15328" y="210224"/>
                  </a:lnTo>
                  <a:lnTo>
                    <a:pt x="17623" y="215004"/>
                  </a:lnTo>
                  <a:lnTo>
                    <a:pt x="20069" y="219708"/>
                  </a:lnTo>
                  <a:lnTo>
                    <a:pt x="22662" y="224333"/>
                  </a:lnTo>
                  <a:lnTo>
                    <a:pt x="25401" y="228873"/>
                  </a:lnTo>
                  <a:lnTo>
                    <a:pt x="28282" y="233324"/>
                  </a:lnTo>
                  <a:lnTo>
                    <a:pt x="31303" y="237682"/>
                  </a:lnTo>
                  <a:lnTo>
                    <a:pt x="34461" y="241941"/>
                  </a:lnTo>
                  <a:lnTo>
                    <a:pt x="37752" y="246098"/>
                  </a:lnTo>
                  <a:lnTo>
                    <a:pt x="41174" y="250149"/>
                  </a:lnTo>
                  <a:lnTo>
                    <a:pt x="44722" y="254089"/>
                  </a:lnTo>
                  <a:lnTo>
                    <a:pt x="48393" y="257914"/>
                  </a:lnTo>
                  <a:lnTo>
                    <a:pt x="52184" y="261622"/>
                  </a:lnTo>
                  <a:lnTo>
                    <a:pt x="56090" y="265207"/>
                  </a:lnTo>
                  <a:lnTo>
                    <a:pt x="60108" y="268666"/>
                  </a:lnTo>
                  <a:lnTo>
                    <a:pt x="64234" y="271997"/>
                  </a:lnTo>
                  <a:lnTo>
                    <a:pt x="68464" y="275194"/>
                  </a:lnTo>
                  <a:lnTo>
                    <a:pt x="72792" y="278256"/>
                  </a:lnTo>
                  <a:lnTo>
                    <a:pt x="77216" y="281180"/>
                  </a:lnTo>
                  <a:lnTo>
                    <a:pt x="81730" y="283961"/>
                  </a:lnTo>
                  <a:lnTo>
                    <a:pt x="86330" y="286598"/>
                  </a:lnTo>
                  <a:lnTo>
                    <a:pt x="91012" y="289088"/>
                  </a:lnTo>
                  <a:lnTo>
                    <a:pt x="95770" y="291427"/>
                  </a:lnTo>
                  <a:lnTo>
                    <a:pt x="100600" y="293615"/>
                  </a:lnTo>
                  <a:lnTo>
                    <a:pt x="105496" y="295649"/>
                  </a:lnTo>
                  <a:lnTo>
                    <a:pt x="110455" y="297526"/>
                  </a:lnTo>
                  <a:lnTo>
                    <a:pt x="115471" y="299245"/>
                  </a:lnTo>
                  <a:lnTo>
                    <a:pt x="120539" y="300804"/>
                  </a:lnTo>
                  <a:lnTo>
                    <a:pt x="125653" y="302202"/>
                  </a:lnTo>
                  <a:lnTo>
                    <a:pt x="130810" y="303437"/>
                  </a:lnTo>
                  <a:lnTo>
                    <a:pt x="136003" y="304507"/>
                  </a:lnTo>
                  <a:lnTo>
                    <a:pt x="141227" y="305413"/>
                  </a:lnTo>
                  <a:lnTo>
                    <a:pt x="146478" y="306152"/>
                  </a:lnTo>
                  <a:lnTo>
                    <a:pt x="151749" y="306724"/>
                  </a:lnTo>
                  <a:lnTo>
                    <a:pt x="157036" y="307129"/>
                  </a:lnTo>
                  <a:lnTo>
                    <a:pt x="162333" y="307366"/>
                  </a:lnTo>
                  <a:lnTo>
                    <a:pt x="167635" y="307435"/>
                  </a:lnTo>
                  <a:lnTo>
                    <a:pt x="172936" y="307335"/>
                  </a:lnTo>
                  <a:lnTo>
                    <a:pt x="178231" y="307068"/>
                  </a:lnTo>
                  <a:lnTo>
                    <a:pt x="183516" y="306633"/>
                  </a:lnTo>
                  <a:lnTo>
                    <a:pt x="188784" y="306030"/>
                  </a:lnTo>
                  <a:lnTo>
                    <a:pt x="194030" y="305261"/>
                  </a:lnTo>
                  <a:lnTo>
                    <a:pt x="199249" y="304326"/>
                  </a:lnTo>
                  <a:lnTo>
                    <a:pt x="204436" y="303225"/>
                  </a:lnTo>
                  <a:lnTo>
                    <a:pt x="209585" y="301961"/>
                  </a:lnTo>
                  <a:lnTo>
                    <a:pt x="214692" y="300534"/>
                  </a:lnTo>
                  <a:lnTo>
                    <a:pt x="219750" y="298946"/>
                  </a:lnTo>
                  <a:lnTo>
                    <a:pt x="224756" y="297198"/>
                  </a:lnTo>
                  <a:lnTo>
                    <a:pt x="229704" y="295292"/>
                  </a:lnTo>
                  <a:lnTo>
                    <a:pt x="234589" y="293230"/>
                  </a:lnTo>
                  <a:lnTo>
                    <a:pt x="239406" y="291015"/>
                  </a:lnTo>
                  <a:lnTo>
                    <a:pt x="244151" y="288648"/>
                  </a:lnTo>
                  <a:lnTo>
                    <a:pt x="248818" y="286131"/>
                  </a:lnTo>
                  <a:lnTo>
                    <a:pt x="253403" y="283468"/>
                  </a:lnTo>
                  <a:lnTo>
                    <a:pt x="257901" y="280660"/>
                  </a:lnTo>
                  <a:lnTo>
                    <a:pt x="262307" y="277712"/>
                  </a:lnTo>
                  <a:lnTo>
                    <a:pt x="266618" y="274625"/>
                  </a:lnTo>
                  <a:lnTo>
                    <a:pt x="270829" y="271403"/>
                  </a:lnTo>
                  <a:lnTo>
                    <a:pt x="274936" y="268049"/>
                  </a:lnTo>
                  <a:lnTo>
                    <a:pt x="278934" y="264567"/>
                  </a:lnTo>
                  <a:lnTo>
                    <a:pt x="282820" y="260959"/>
                  </a:lnTo>
                  <a:lnTo>
                    <a:pt x="286590" y="257230"/>
                  </a:lnTo>
                  <a:lnTo>
                    <a:pt x="290239" y="253384"/>
                  </a:lnTo>
                  <a:lnTo>
                    <a:pt x="293764" y="249423"/>
                  </a:lnTo>
                  <a:lnTo>
                    <a:pt x="297162" y="245353"/>
                  </a:lnTo>
                  <a:lnTo>
                    <a:pt x="300430" y="241177"/>
                  </a:lnTo>
                  <a:lnTo>
                    <a:pt x="303563" y="236899"/>
                  </a:lnTo>
                  <a:lnTo>
                    <a:pt x="306559" y="232525"/>
                  </a:lnTo>
                  <a:lnTo>
                    <a:pt x="309415" y="228057"/>
                  </a:lnTo>
                  <a:lnTo>
                    <a:pt x="312127" y="223501"/>
                  </a:lnTo>
                  <a:lnTo>
                    <a:pt x="314694" y="218862"/>
                  </a:lnTo>
                  <a:lnTo>
                    <a:pt x="317112" y="214143"/>
                  </a:lnTo>
                  <a:lnTo>
                    <a:pt x="319380" y="209350"/>
                  </a:lnTo>
                  <a:lnTo>
                    <a:pt x="321494" y="204488"/>
                  </a:lnTo>
                  <a:lnTo>
                    <a:pt x="323453" y="199561"/>
                  </a:lnTo>
                  <a:lnTo>
                    <a:pt x="325255" y="194574"/>
                  </a:lnTo>
                  <a:lnTo>
                    <a:pt x="326898" y="189533"/>
                  </a:lnTo>
                  <a:lnTo>
                    <a:pt x="328380" y="184442"/>
                  </a:lnTo>
                  <a:lnTo>
                    <a:pt x="329700" y="179306"/>
                  </a:lnTo>
                  <a:lnTo>
                    <a:pt x="330856" y="174132"/>
                  </a:lnTo>
                  <a:lnTo>
                    <a:pt x="331847" y="168923"/>
                  </a:lnTo>
                  <a:lnTo>
                    <a:pt x="332673" y="163686"/>
                  </a:lnTo>
                  <a:lnTo>
                    <a:pt x="333333" y="158425"/>
                  </a:lnTo>
                  <a:lnTo>
                    <a:pt x="333825" y="153145"/>
                  </a:lnTo>
                  <a:lnTo>
                    <a:pt x="334150" y="147853"/>
                  </a:lnTo>
                  <a:lnTo>
                    <a:pt x="334306" y="142553"/>
                  </a:lnTo>
                  <a:lnTo>
                    <a:pt x="334294" y="137251"/>
                  </a:lnTo>
                  <a:lnTo>
                    <a:pt x="334115" y="131952"/>
                  </a:lnTo>
                  <a:lnTo>
                    <a:pt x="333767" y="126661"/>
                  </a:lnTo>
                  <a:lnTo>
                    <a:pt x="333252" y="121384"/>
                  </a:lnTo>
                  <a:lnTo>
                    <a:pt x="332569" y="116125"/>
                  </a:lnTo>
                  <a:lnTo>
                    <a:pt x="167154" y="1402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45892" y="4172415"/>
              <a:ext cx="165414" cy="167167"/>
            </a:xfrm>
            <a:custGeom>
              <a:avLst/>
              <a:pathLst>
                <a:path w="165414" h="167167">
                  <a:moveTo>
                    <a:pt x="165414" y="143024"/>
                  </a:moveTo>
                  <a:lnTo>
                    <a:pt x="164545" y="137678"/>
                  </a:lnTo>
                  <a:lnTo>
                    <a:pt x="163503" y="132362"/>
                  </a:lnTo>
                  <a:lnTo>
                    <a:pt x="162290" y="127082"/>
                  </a:lnTo>
                  <a:lnTo>
                    <a:pt x="160906" y="121845"/>
                  </a:lnTo>
                  <a:lnTo>
                    <a:pt x="159353" y="116656"/>
                  </a:lnTo>
                  <a:lnTo>
                    <a:pt x="157633" y="111519"/>
                  </a:lnTo>
                  <a:lnTo>
                    <a:pt x="155747" y="106441"/>
                  </a:lnTo>
                  <a:lnTo>
                    <a:pt x="153698" y="101426"/>
                  </a:lnTo>
                  <a:lnTo>
                    <a:pt x="151487" y="96481"/>
                  </a:lnTo>
                  <a:lnTo>
                    <a:pt x="149117" y="91610"/>
                  </a:lnTo>
                  <a:lnTo>
                    <a:pt x="146591" y="86818"/>
                  </a:lnTo>
                  <a:lnTo>
                    <a:pt x="143910" y="82111"/>
                  </a:lnTo>
                  <a:lnTo>
                    <a:pt x="141079" y="77492"/>
                  </a:lnTo>
                  <a:lnTo>
                    <a:pt x="138100" y="72969"/>
                  </a:lnTo>
                  <a:lnTo>
                    <a:pt x="134975" y="68543"/>
                  </a:lnTo>
                  <a:lnTo>
                    <a:pt x="131709" y="64222"/>
                  </a:lnTo>
                  <a:lnTo>
                    <a:pt x="128304" y="60009"/>
                  </a:lnTo>
                  <a:lnTo>
                    <a:pt x="124765" y="55908"/>
                  </a:lnTo>
                  <a:lnTo>
                    <a:pt x="121094" y="51924"/>
                  </a:lnTo>
                  <a:lnTo>
                    <a:pt x="117297" y="48061"/>
                  </a:lnTo>
                  <a:lnTo>
                    <a:pt x="113376" y="44323"/>
                  </a:lnTo>
                  <a:lnTo>
                    <a:pt x="109336" y="40714"/>
                  </a:lnTo>
                  <a:lnTo>
                    <a:pt x="105182" y="37238"/>
                  </a:lnTo>
                  <a:lnTo>
                    <a:pt x="100917" y="33898"/>
                  </a:lnTo>
                  <a:lnTo>
                    <a:pt x="96546" y="30698"/>
                  </a:lnTo>
                  <a:lnTo>
                    <a:pt x="92074" y="27642"/>
                  </a:lnTo>
                  <a:lnTo>
                    <a:pt x="87505" y="24732"/>
                  </a:lnTo>
                  <a:lnTo>
                    <a:pt x="82844" y="21971"/>
                  </a:lnTo>
                  <a:lnTo>
                    <a:pt x="78096" y="19363"/>
                  </a:lnTo>
                  <a:lnTo>
                    <a:pt x="73266" y="16911"/>
                  </a:lnTo>
                  <a:lnTo>
                    <a:pt x="68359" y="14616"/>
                  </a:lnTo>
                  <a:lnTo>
                    <a:pt x="63380" y="12481"/>
                  </a:lnTo>
                  <a:lnTo>
                    <a:pt x="58335" y="10508"/>
                  </a:lnTo>
                  <a:lnTo>
                    <a:pt x="53229" y="8701"/>
                  </a:lnTo>
                  <a:lnTo>
                    <a:pt x="48066" y="7059"/>
                  </a:lnTo>
                  <a:lnTo>
                    <a:pt x="42854" y="5586"/>
                  </a:lnTo>
                  <a:lnTo>
                    <a:pt x="37596" y="4282"/>
                  </a:lnTo>
                  <a:lnTo>
                    <a:pt x="32299" y="3149"/>
                  </a:lnTo>
                  <a:lnTo>
                    <a:pt x="26967" y="2189"/>
                  </a:lnTo>
                  <a:lnTo>
                    <a:pt x="21608" y="1402"/>
                  </a:lnTo>
                  <a:lnTo>
                    <a:pt x="16226" y="789"/>
                  </a:lnTo>
                  <a:lnTo>
                    <a:pt x="10826" y="350"/>
                  </a:lnTo>
                  <a:lnTo>
                    <a:pt x="541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765521" y="3685283"/>
              <a:ext cx="157973" cy="167167"/>
            </a:xfrm>
            <a:custGeom>
              <a:avLst/>
              <a:pathLst>
                <a:path w="157973" h="167167">
                  <a:moveTo>
                    <a:pt x="157973" y="0"/>
                  </a:moveTo>
                  <a:lnTo>
                    <a:pt x="152530" y="88"/>
                  </a:lnTo>
                  <a:lnTo>
                    <a:pt x="147092" y="354"/>
                  </a:lnTo>
                  <a:lnTo>
                    <a:pt x="141666" y="797"/>
                  </a:lnTo>
                  <a:lnTo>
                    <a:pt x="136257" y="1416"/>
                  </a:lnTo>
                  <a:lnTo>
                    <a:pt x="130872" y="2211"/>
                  </a:lnTo>
                  <a:lnTo>
                    <a:pt x="125514" y="3181"/>
                  </a:lnTo>
                  <a:lnTo>
                    <a:pt x="120192" y="4325"/>
                  </a:lnTo>
                  <a:lnTo>
                    <a:pt x="114909" y="5642"/>
                  </a:lnTo>
                  <a:lnTo>
                    <a:pt x="109672" y="7130"/>
                  </a:lnTo>
                  <a:lnTo>
                    <a:pt x="104487" y="8787"/>
                  </a:lnTo>
                  <a:lnTo>
                    <a:pt x="99358" y="10613"/>
                  </a:lnTo>
                  <a:lnTo>
                    <a:pt x="94291" y="12605"/>
                  </a:lnTo>
                  <a:lnTo>
                    <a:pt x="89292" y="14760"/>
                  </a:lnTo>
                  <a:lnTo>
                    <a:pt x="84365" y="17078"/>
                  </a:lnTo>
                  <a:lnTo>
                    <a:pt x="79517" y="19554"/>
                  </a:lnTo>
                  <a:lnTo>
                    <a:pt x="74752" y="22187"/>
                  </a:lnTo>
                  <a:lnTo>
                    <a:pt x="70075" y="24974"/>
                  </a:lnTo>
                  <a:lnTo>
                    <a:pt x="65492" y="27912"/>
                  </a:lnTo>
                  <a:lnTo>
                    <a:pt x="61006" y="30997"/>
                  </a:lnTo>
                  <a:lnTo>
                    <a:pt x="56623" y="34227"/>
                  </a:lnTo>
                  <a:lnTo>
                    <a:pt x="52348" y="37597"/>
                  </a:lnTo>
                  <a:lnTo>
                    <a:pt x="48185" y="41106"/>
                  </a:lnTo>
                  <a:lnTo>
                    <a:pt x="44138" y="44747"/>
                  </a:lnTo>
                  <a:lnTo>
                    <a:pt x="40212" y="48519"/>
                  </a:lnTo>
                  <a:lnTo>
                    <a:pt x="36411" y="52417"/>
                  </a:lnTo>
                  <a:lnTo>
                    <a:pt x="32739" y="56436"/>
                  </a:lnTo>
                  <a:lnTo>
                    <a:pt x="29200" y="60573"/>
                  </a:lnTo>
                  <a:lnTo>
                    <a:pt x="25797" y="64822"/>
                  </a:lnTo>
                  <a:lnTo>
                    <a:pt x="22535" y="69181"/>
                  </a:lnTo>
                  <a:lnTo>
                    <a:pt x="19416" y="73643"/>
                  </a:lnTo>
                  <a:lnTo>
                    <a:pt x="16444" y="78204"/>
                  </a:lnTo>
                  <a:lnTo>
                    <a:pt x="13622" y="82860"/>
                  </a:lnTo>
                  <a:lnTo>
                    <a:pt x="10953" y="87605"/>
                  </a:lnTo>
                  <a:lnTo>
                    <a:pt x="8441" y="92435"/>
                  </a:lnTo>
                  <a:lnTo>
                    <a:pt x="6086" y="97344"/>
                  </a:lnTo>
                  <a:lnTo>
                    <a:pt x="3893" y="102327"/>
                  </a:lnTo>
                  <a:lnTo>
                    <a:pt x="1864" y="107378"/>
                  </a:lnTo>
                  <a:lnTo>
                    <a:pt x="0" y="112494"/>
                  </a:lnTo>
                  <a:lnTo>
                    <a:pt x="15797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756346" y="3688798"/>
              <a:ext cx="334314" cy="330816"/>
            </a:xfrm>
            <a:custGeom>
              <a:avLst/>
              <a:pathLst>
                <a:path w="334314" h="330816">
                  <a:moveTo>
                    <a:pt x="9175" y="108978"/>
                  </a:moveTo>
                  <a:lnTo>
                    <a:pt x="7524" y="114003"/>
                  </a:lnTo>
                  <a:lnTo>
                    <a:pt x="6034" y="119076"/>
                  </a:lnTo>
                  <a:lnTo>
                    <a:pt x="4705" y="124195"/>
                  </a:lnTo>
                  <a:lnTo>
                    <a:pt x="3538" y="129352"/>
                  </a:lnTo>
                  <a:lnTo>
                    <a:pt x="2535" y="134544"/>
                  </a:lnTo>
                  <a:lnTo>
                    <a:pt x="1697" y="139766"/>
                  </a:lnTo>
                  <a:lnTo>
                    <a:pt x="1024" y="145011"/>
                  </a:lnTo>
                  <a:lnTo>
                    <a:pt x="517" y="150275"/>
                  </a:lnTo>
                  <a:lnTo>
                    <a:pt x="178" y="155552"/>
                  </a:lnTo>
                  <a:lnTo>
                    <a:pt x="5" y="160837"/>
                  </a:lnTo>
                  <a:lnTo>
                    <a:pt x="0" y="166125"/>
                  </a:lnTo>
                  <a:lnTo>
                    <a:pt x="161" y="171411"/>
                  </a:lnTo>
                  <a:lnTo>
                    <a:pt x="490" y="176689"/>
                  </a:lnTo>
                  <a:lnTo>
                    <a:pt x="986" y="181954"/>
                  </a:lnTo>
                  <a:lnTo>
                    <a:pt x="1648" y="187200"/>
                  </a:lnTo>
                  <a:lnTo>
                    <a:pt x="2476" y="192423"/>
                  </a:lnTo>
                  <a:lnTo>
                    <a:pt x="3468" y="197617"/>
                  </a:lnTo>
                  <a:lnTo>
                    <a:pt x="4624" y="202777"/>
                  </a:lnTo>
                  <a:lnTo>
                    <a:pt x="5943" y="207898"/>
                  </a:lnTo>
                  <a:lnTo>
                    <a:pt x="7423" y="212975"/>
                  </a:lnTo>
                  <a:lnTo>
                    <a:pt x="9063" y="218002"/>
                  </a:lnTo>
                  <a:lnTo>
                    <a:pt x="10861" y="222975"/>
                  </a:lnTo>
                  <a:lnTo>
                    <a:pt x="12816" y="227889"/>
                  </a:lnTo>
                  <a:lnTo>
                    <a:pt x="14925" y="232738"/>
                  </a:lnTo>
                  <a:lnTo>
                    <a:pt x="17186" y="237519"/>
                  </a:lnTo>
                  <a:lnTo>
                    <a:pt x="19598" y="242225"/>
                  </a:lnTo>
                  <a:lnTo>
                    <a:pt x="22157" y="246853"/>
                  </a:lnTo>
                  <a:lnTo>
                    <a:pt x="24861" y="251397"/>
                  </a:lnTo>
                  <a:lnTo>
                    <a:pt x="27708" y="255854"/>
                  </a:lnTo>
                  <a:lnTo>
                    <a:pt x="30694" y="260218"/>
                  </a:lnTo>
                  <a:lnTo>
                    <a:pt x="33816" y="264486"/>
                  </a:lnTo>
                  <a:lnTo>
                    <a:pt x="37072" y="268652"/>
                  </a:lnTo>
                  <a:lnTo>
                    <a:pt x="40459" y="272714"/>
                  </a:lnTo>
                  <a:lnTo>
                    <a:pt x="43972" y="276667"/>
                  </a:lnTo>
                  <a:lnTo>
                    <a:pt x="47608" y="280506"/>
                  </a:lnTo>
                  <a:lnTo>
                    <a:pt x="51364" y="284229"/>
                  </a:lnTo>
                  <a:lnTo>
                    <a:pt x="55235" y="287831"/>
                  </a:lnTo>
                  <a:lnTo>
                    <a:pt x="59219" y="291308"/>
                  </a:lnTo>
                  <a:lnTo>
                    <a:pt x="63311" y="294658"/>
                  </a:lnTo>
                  <a:lnTo>
                    <a:pt x="67507" y="297877"/>
                  </a:lnTo>
                  <a:lnTo>
                    <a:pt x="71802" y="300962"/>
                  </a:lnTo>
                  <a:lnTo>
                    <a:pt x="76193" y="303909"/>
                  </a:lnTo>
                  <a:lnTo>
                    <a:pt x="80674" y="306715"/>
                  </a:lnTo>
                  <a:lnTo>
                    <a:pt x="85243" y="309379"/>
                  </a:lnTo>
                  <a:lnTo>
                    <a:pt x="89893" y="311897"/>
                  </a:lnTo>
                  <a:lnTo>
                    <a:pt x="94621" y="314266"/>
                  </a:lnTo>
                  <a:lnTo>
                    <a:pt x="99421" y="316485"/>
                  </a:lnTo>
                  <a:lnTo>
                    <a:pt x="104289" y="318550"/>
                  </a:lnTo>
                  <a:lnTo>
                    <a:pt x="109220" y="320461"/>
                  </a:lnTo>
                  <a:lnTo>
                    <a:pt x="114208" y="322215"/>
                  </a:lnTo>
                  <a:lnTo>
                    <a:pt x="119250" y="323810"/>
                  </a:lnTo>
                  <a:lnTo>
                    <a:pt x="124340" y="325245"/>
                  </a:lnTo>
                  <a:lnTo>
                    <a:pt x="129472" y="326518"/>
                  </a:lnTo>
                  <a:lnTo>
                    <a:pt x="134643" y="327628"/>
                  </a:lnTo>
                  <a:lnTo>
                    <a:pt x="139845" y="328575"/>
                  </a:lnTo>
                  <a:lnTo>
                    <a:pt x="145076" y="329356"/>
                  </a:lnTo>
                  <a:lnTo>
                    <a:pt x="150328" y="329971"/>
                  </a:lnTo>
                  <a:lnTo>
                    <a:pt x="155597" y="330420"/>
                  </a:lnTo>
                  <a:lnTo>
                    <a:pt x="160877" y="330702"/>
                  </a:lnTo>
                  <a:lnTo>
                    <a:pt x="166164" y="330816"/>
                  </a:lnTo>
                  <a:lnTo>
                    <a:pt x="171452" y="330764"/>
                  </a:lnTo>
                  <a:lnTo>
                    <a:pt x="176736" y="330544"/>
                  </a:lnTo>
                  <a:lnTo>
                    <a:pt x="182010" y="330157"/>
                  </a:lnTo>
                  <a:lnTo>
                    <a:pt x="187269" y="329604"/>
                  </a:lnTo>
                  <a:lnTo>
                    <a:pt x="192508" y="328885"/>
                  </a:lnTo>
                  <a:lnTo>
                    <a:pt x="197721" y="328000"/>
                  </a:lnTo>
                  <a:lnTo>
                    <a:pt x="202904" y="326951"/>
                  </a:lnTo>
                  <a:lnTo>
                    <a:pt x="208051" y="325738"/>
                  </a:lnTo>
                  <a:lnTo>
                    <a:pt x="213158" y="324363"/>
                  </a:lnTo>
                  <a:lnTo>
                    <a:pt x="218218" y="322828"/>
                  </a:lnTo>
                  <a:lnTo>
                    <a:pt x="223227" y="321133"/>
                  </a:lnTo>
                  <a:lnTo>
                    <a:pt x="228180" y="319280"/>
                  </a:lnTo>
                  <a:lnTo>
                    <a:pt x="233072" y="317272"/>
                  </a:lnTo>
                  <a:lnTo>
                    <a:pt x="237898" y="315110"/>
                  </a:lnTo>
                  <a:lnTo>
                    <a:pt x="242653" y="312796"/>
                  </a:lnTo>
                  <a:lnTo>
                    <a:pt x="247333" y="310333"/>
                  </a:lnTo>
                  <a:lnTo>
                    <a:pt x="251932" y="307724"/>
                  </a:lnTo>
                  <a:lnTo>
                    <a:pt x="256446" y="304970"/>
                  </a:lnTo>
                  <a:lnTo>
                    <a:pt x="260872" y="302075"/>
                  </a:lnTo>
                  <a:lnTo>
                    <a:pt x="265203" y="299041"/>
                  </a:lnTo>
                  <a:lnTo>
                    <a:pt x="269436" y="295872"/>
                  </a:lnTo>
                  <a:lnTo>
                    <a:pt x="273567" y="292571"/>
                  </a:lnTo>
                  <a:lnTo>
                    <a:pt x="277592" y="289140"/>
                  </a:lnTo>
                  <a:lnTo>
                    <a:pt x="281505" y="285584"/>
                  </a:lnTo>
                  <a:lnTo>
                    <a:pt x="285305" y="281906"/>
                  </a:lnTo>
                  <a:lnTo>
                    <a:pt x="288986" y="278110"/>
                  </a:lnTo>
                  <a:lnTo>
                    <a:pt x="292545" y="274199"/>
                  </a:lnTo>
                  <a:lnTo>
                    <a:pt x="295979" y="270177"/>
                  </a:lnTo>
                  <a:lnTo>
                    <a:pt x="299284" y="266049"/>
                  </a:lnTo>
                  <a:lnTo>
                    <a:pt x="302457" y="261818"/>
                  </a:lnTo>
                  <a:lnTo>
                    <a:pt x="305494" y="257489"/>
                  </a:lnTo>
                  <a:lnTo>
                    <a:pt x="308393" y="253067"/>
                  </a:lnTo>
                  <a:lnTo>
                    <a:pt x="311150" y="248554"/>
                  </a:lnTo>
                  <a:lnTo>
                    <a:pt x="313764" y="243957"/>
                  </a:lnTo>
                  <a:lnTo>
                    <a:pt x="316230" y="239280"/>
                  </a:lnTo>
                  <a:lnTo>
                    <a:pt x="318548" y="234526"/>
                  </a:lnTo>
                  <a:lnTo>
                    <a:pt x="320714" y="229702"/>
                  </a:lnTo>
                  <a:lnTo>
                    <a:pt x="322726" y="224812"/>
                  </a:lnTo>
                  <a:lnTo>
                    <a:pt x="324583" y="219860"/>
                  </a:lnTo>
                  <a:lnTo>
                    <a:pt x="326282" y="214853"/>
                  </a:lnTo>
                  <a:lnTo>
                    <a:pt x="327822" y="209794"/>
                  </a:lnTo>
                  <a:lnTo>
                    <a:pt x="329201" y="204689"/>
                  </a:lnTo>
                  <a:lnTo>
                    <a:pt x="330418" y="199543"/>
                  </a:lnTo>
                  <a:lnTo>
                    <a:pt x="331471" y="194360"/>
                  </a:lnTo>
                  <a:lnTo>
                    <a:pt x="332360" y="189148"/>
                  </a:lnTo>
                  <a:lnTo>
                    <a:pt x="333084" y="183909"/>
                  </a:lnTo>
                  <a:lnTo>
                    <a:pt x="333642" y="178651"/>
                  </a:lnTo>
                  <a:lnTo>
                    <a:pt x="334033" y="173377"/>
                  </a:lnTo>
                  <a:lnTo>
                    <a:pt x="334257" y="168094"/>
                  </a:lnTo>
                  <a:lnTo>
                    <a:pt x="334314" y="162806"/>
                  </a:lnTo>
                  <a:lnTo>
                    <a:pt x="334204" y="157519"/>
                  </a:lnTo>
                  <a:lnTo>
                    <a:pt x="333926" y="152238"/>
                  </a:lnTo>
                  <a:lnTo>
                    <a:pt x="333482" y="146969"/>
                  </a:lnTo>
                  <a:lnTo>
                    <a:pt x="332871" y="141716"/>
                  </a:lnTo>
                  <a:lnTo>
                    <a:pt x="332094" y="136485"/>
                  </a:lnTo>
                  <a:lnTo>
                    <a:pt x="331152" y="131282"/>
                  </a:lnTo>
                  <a:lnTo>
                    <a:pt x="330046" y="126110"/>
                  </a:lnTo>
                  <a:lnTo>
                    <a:pt x="328777" y="120977"/>
                  </a:lnTo>
                  <a:lnTo>
                    <a:pt x="327347" y="115886"/>
                  </a:lnTo>
                  <a:lnTo>
                    <a:pt x="325756" y="110843"/>
                  </a:lnTo>
                  <a:lnTo>
                    <a:pt x="324006" y="105853"/>
                  </a:lnTo>
                  <a:lnTo>
                    <a:pt x="322099" y="100920"/>
                  </a:lnTo>
                  <a:lnTo>
                    <a:pt x="320038" y="96051"/>
                  </a:lnTo>
                  <a:lnTo>
                    <a:pt x="317823" y="91249"/>
                  </a:lnTo>
                  <a:lnTo>
                    <a:pt x="315457" y="86519"/>
                  </a:lnTo>
                  <a:lnTo>
                    <a:pt x="312943" y="81867"/>
                  </a:lnTo>
                  <a:lnTo>
                    <a:pt x="310284" y="77296"/>
                  </a:lnTo>
                  <a:lnTo>
                    <a:pt x="307481" y="72812"/>
                  </a:lnTo>
                  <a:lnTo>
                    <a:pt x="304537" y="68419"/>
                  </a:lnTo>
                  <a:lnTo>
                    <a:pt x="301456" y="64121"/>
                  </a:lnTo>
                  <a:lnTo>
                    <a:pt x="298241" y="59923"/>
                  </a:lnTo>
                  <a:lnTo>
                    <a:pt x="294894" y="55828"/>
                  </a:lnTo>
                  <a:lnTo>
                    <a:pt x="291420" y="51841"/>
                  </a:lnTo>
                  <a:lnTo>
                    <a:pt x="287821" y="47967"/>
                  </a:lnTo>
                  <a:lnTo>
                    <a:pt x="284102" y="44208"/>
                  </a:lnTo>
                  <a:lnTo>
                    <a:pt x="280265" y="40568"/>
                  </a:lnTo>
                  <a:lnTo>
                    <a:pt x="276316" y="37052"/>
                  </a:lnTo>
                  <a:lnTo>
                    <a:pt x="272257" y="33663"/>
                  </a:lnTo>
                  <a:lnTo>
                    <a:pt x="268093" y="30403"/>
                  </a:lnTo>
                  <a:lnTo>
                    <a:pt x="263828" y="27277"/>
                  </a:lnTo>
                  <a:lnTo>
                    <a:pt x="259466" y="24287"/>
                  </a:lnTo>
                  <a:lnTo>
                    <a:pt x="255012" y="21437"/>
                  </a:lnTo>
                  <a:lnTo>
                    <a:pt x="250469" y="18729"/>
                  </a:lnTo>
                  <a:lnTo>
                    <a:pt x="245844" y="16166"/>
                  </a:lnTo>
                  <a:lnTo>
                    <a:pt x="241139" y="13751"/>
                  </a:lnTo>
                  <a:lnTo>
                    <a:pt x="236361" y="11486"/>
                  </a:lnTo>
                  <a:lnTo>
                    <a:pt x="231514" y="9373"/>
                  </a:lnTo>
                  <a:lnTo>
                    <a:pt x="226602" y="7414"/>
                  </a:lnTo>
                  <a:lnTo>
                    <a:pt x="221630" y="5612"/>
                  </a:lnTo>
                  <a:lnTo>
                    <a:pt x="216604" y="3967"/>
                  </a:lnTo>
                  <a:lnTo>
                    <a:pt x="211529" y="2483"/>
                  </a:lnTo>
                  <a:lnTo>
                    <a:pt x="206409" y="1160"/>
                  </a:lnTo>
                  <a:lnTo>
                    <a:pt x="201249" y="0"/>
                  </a:lnTo>
                  <a:lnTo>
                    <a:pt x="167149" y="1636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23495" y="3685283"/>
              <a:ext cx="34100" cy="167167"/>
            </a:xfrm>
            <a:custGeom>
              <a:avLst/>
              <a:pathLst>
                <a:path w="34100" h="167167">
                  <a:moveTo>
                    <a:pt x="34100" y="3515"/>
                  </a:moveTo>
                  <a:lnTo>
                    <a:pt x="27349" y="2252"/>
                  </a:lnTo>
                  <a:lnTo>
                    <a:pt x="20552" y="1268"/>
                  </a:lnTo>
                  <a:lnTo>
                    <a:pt x="13721" y="564"/>
                  </a:lnTo>
                  <a:lnTo>
                    <a:pt x="6866" y="14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tx81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2025-06-26T11:28:19Z</dcterms:modified>
  <cp:category/>
</cp:coreProperties>
</file>