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57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62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04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300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388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8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7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58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2366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8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4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974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30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4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724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16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89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7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511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573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58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0962" y="3170392"/>
              <a:ext cx="2816" cy="167167"/>
            </a:xfrm>
            <a:custGeom>
              <a:avLst/>
              <a:pathLst>
                <a:path w="2816" h="167167">
                  <a:moveTo>
                    <a:pt x="2816" y="0"/>
                  </a:moveTo>
                  <a:lnTo>
                    <a:pt x="0" y="23"/>
                  </a:lnTo>
                  <a:lnTo>
                    <a:pt x="281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962" y="3170416"/>
              <a:ext cx="2816" cy="167143"/>
            </a:xfrm>
            <a:custGeom>
              <a:avLst/>
              <a:pathLst>
                <a:path w="2816" h="167143">
                  <a:moveTo>
                    <a:pt x="0" y="0"/>
                  </a:moveTo>
                  <a:lnTo>
                    <a:pt x="2816" y="1671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1" y="3170416"/>
              <a:ext cx="334333" cy="334295"/>
            </a:xfrm>
            <a:custGeom>
              <a:avLst/>
              <a:pathLst>
                <a:path w="334333" h="334295">
                  <a:moveTo>
                    <a:pt x="164351" y="0"/>
                  </a:moveTo>
                  <a:lnTo>
                    <a:pt x="159054" y="173"/>
                  </a:lnTo>
                  <a:lnTo>
                    <a:pt x="153765" y="514"/>
                  </a:lnTo>
                  <a:lnTo>
                    <a:pt x="148490" y="1022"/>
                  </a:lnTo>
                  <a:lnTo>
                    <a:pt x="143234" y="1698"/>
                  </a:lnTo>
                  <a:lnTo>
                    <a:pt x="138002" y="2540"/>
                  </a:lnTo>
                  <a:lnTo>
                    <a:pt x="132799" y="3547"/>
                  </a:lnTo>
                  <a:lnTo>
                    <a:pt x="127630" y="4718"/>
                  </a:lnTo>
                  <a:lnTo>
                    <a:pt x="122502" y="6053"/>
                  </a:lnTo>
                  <a:lnTo>
                    <a:pt x="117418" y="7550"/>
                  </a:lnTo>
                  <a:lnTo>
                    <a:pt x="112384" y="9207"/>
                  </a:lnTo>
                  <a:lnTo>
                    <a:pt x="107405" y="11023"/>
                  </a:lnTo>
                  <a:lnTo>
                    <a:pt x="102487" y="12996"/>
                  </a:lnTo>
                  <a:lnTo>
                    <a:pt x="97633" y="15123"/>
                  </a:lnTo>
                  <a:lnTo>
                    <a:pt x="92849" y="17404"/>
                  </a:lnTo>
                  <a:lnTo>
                    <a:pt x="88140" y="19835"/>
                  </a:lnTo>
                  <a:lnTo>
                    <a:pt x="83511" y="22414"/>
                  </a:lnTo>
                  <a:lnTo>
                    <a:pt x="78965" y="25138"/>
                  </a:lnTo>
                  <a:lnTo>
                    <a:pt x="74508" y="28006"/>
                  </a:lnTo>
                  <a:lnTo>
                    <a:pt x="70144" y="31013"/>
                  </a:lnTo>
                  <a:lnTo>
                    <a:pt x="65878" y="34156"/>
                  </a:lnTo>
                  <a:lnTo>
                    <a:pt x="61713" y="37434"/>
                  </a:lnTo>
                  <a:lnTo>
                    <a:pt x="57655" y="40842"/>
                  </a:lnTo>
                  <a:lnTo>
                    <a:pt x="53706" y="44376"/>
                  </a:lnTo>
                  <a:lnTo>
                    <a:pt x="49872" y="48035"/>
                  </a:lnTo>
                  <a:lnTo>
                    <a:pt x="46155" y="51813"/>
                  </a:lnTo>
                  <a:lnTo>
                    <a:pt x="42560" y="55706"/>
                  </a:lnTo>
                  <a:lnTo>
                    <a:pt x="39091" y="59712"/>
                  </a:lnTo>
                  <a:lnTo>
                    <a:pt x="35750" y="63826"/>
                  </a:lnTo>
                  <a:lnTo>
                    <a:pt x="32541" y="68043"/>
                  </a:lnTo>
                  <a:lnTo>
                    <a:pt x="29467" y="72361"/>
                  </a:lnTo>
                  <a:lnTo>
                    <a:pt x="26532" y="76773"/>
                  </a:lnTo>
                  <a:lnTo>
                    <a:pt x="23738" y="81276"/>
                  </a:lnTo>
                  <a:lnTo>
                    <a:pt x="21088" y="85866"/>
                  </a:lnTo>
                  <a:lnTo>
                    <a:pt x="18585" y="90537"/>
                  </a:lnTo>
                  <a:lnTo>
                    <a:pt x="16232" y="95285"/>
                  </a:lnTo>
                  <a:lnTo>
                    <a:pt x="14030" y="100106"/>
                  </a:lnTo>
                  <a:lnTo>
                    <a:pt x="11982" y="104994"/>
                  </a:lnTo>
                  <a:lnTo>
                    <a:pt x="10090" y="109944"/>
                  </a:lnTo>
                  <a:lnTo>
                    <a:pt x="8356" y="114952"/>
                  </a:lnTo>
                  <a:lnTo>
                    <a:pt x="6781" y="120012"/>
                  </a:lnTo>
                  <a:lnTo>
                    <a:pt x="5368" y="125119"/>
                  </a:lnTo>
                  <a:lnTo>
                    <a:pt x="4117" y="130269"/>
                  </a:lnTo>
                  <a:lnTo>
                    <a:pt x="3030" y="135456"/>
                  </a:lnTo>
                  <a:lnTo>
                    <a:pt x="2108" y="140675"/>
                  </a:lnTo>
                  <a:lnTo>
                    <a:pt x="1352" y="145920"/>
                  </a:lnTo>
                  <a:lnTo>
                    <a:pt x="763" y="151187"/>
                  </a:lnTo>
                  <a:lnTo>
                    <a:pt x="341" y="156469"/>
                  </a:lnTo>
                  <a:lnTo>
                    <a:pt x="86" y="161763"/>
                  </a:lnTo>
                  <a:lnTo>
                    <a:pt x="0" y="167062"/>
                  </a:lnTo>
                  <a:lnTo>
                    <a:pt x="81" y="172361"/>
                  </a:lnTo>
                  <a:lnTo>
                    <a:pt x="330" y="177654"/>
                  </a:lnTo>
                  <a:lnTo>
                    <a:pt x="747" y="182937"/>
                  </a:lnTo>
                  <a:lnTo>
                    <a:pt x="1332" y="188205"/>
                  </a:lnTo>
                  <a:lnTo>
                    <a:pt x="2082" y="193451"/>
                  </a:lnTo>
                  <a:lnTo>
                    <a:pt x="2999" y="198670"/>
                  </a:lnTo>
                  <a:lnTo>
                    <a:pt x="4081" y="203858"/>
                  </a:lnTo>
                  <a:lnTo>
                    <a:pt x="5327" y="209009"/>
                  </a:lnTo>
                  <a:lnTo>
                    <a:pt x="6735" y="214118"/>
                  </a:lnTo>
                  <a:lnTo>
                    <a:pt x="8305" y="219180"/>
                  </a:lnTo>
                  <a:lnTo>
                    <a:pt x="10034" y="224189"/>
                  </a:lnTo>
                  <a:lnTo>
                    <a:pt x="11921" y="229142"/>
                  </a:lnTo>
                  <a:lnTo>
                    <a:pt x="13965" y="234031"/>
                  </a:lnTo>
                  <a:lnTo>
                    <a:pt x="16162" y="238854"/>
                  </a:lnTo>
                  <a:lnTo>
                    <a:pt x="18511" y="243604"/>
                  </a:lnTo>
                  <a:lnTo>
                    <a:pt x="21009" y="248278"/>
                  </a:lnTo>
                  <a:lnTo>
                    <a:pt x="23654" y="252870"/>
                  </a:lnTo>
                  <a:lnTo>
                    <a:pt x="26444" y="257376"/>
                  </a:lnTo>
                  <a:lnTo>
                    <a:pt x="29375" y="261792"/>
                  </a:lnTo>
                  <a:lnTo>
                    <a:pt x="32444" y="266112"/>
                  </a:lnTo>
                  <a:lnTo>
                    <a:pt x="35649" y="270332"/>
                  </a:lnTo>
                  <a:lnTo>
                    <a:pt x="38986" y="274449"/>
                  </a:lnTo>
                  <a:lnTo>
                    <a:pt x="42452" y="278459"/>
                  </a:lnTo>
                  <a:lnTo>
                    <a:pt x="46043" y="282356"/>
                  </a:lnTo>
                  <a:lnTo>
                    <a:pt x="49756" y="286137"/>
                  </a:lnTo>
                  <a:lnTo>
                    <a:pt x="53587" y="289799"/>
                  </a:lnTo>
                  <a:lnTo>
                    <a:pt x="57532" y="293338"/>
                  </a:lnTo>
                  <a:lnTo>
                    <a:pt x="61587" y="296750"/>
                  </a:lnTo>
                  <a:lnTo>
                    <a:pt x="65748" y="300031"/>
                  </a:lnTo>
                  <a:lnTo>
                    <a:pt x="70012" y="303179"/>
                  </a:lnTo>
                  <a:lnTo>
                    <a:pt x="74372" y="306190"/>
                  </a:lnTo>
                  <a:lnTo>
                    <a:pt x="78827" y="309062"/>
                  </a:lnTo>
                  <a:lnTo>
                    <a:pt x="83369" y="311791"/>
                  </a:lnTo>
                  <a:lnTo>
                    <a:pt x="87997" y="314374"/>
                  </a:lnTo>
                  <a:lnTo>
                    <a:pt x="92703" y="316810"/>
                  </a:lnTo>
                  <a:lnTo>
                    <a:pt x="97485" y="319095"/>
                  </a:lnTo>
                  <a:lnTo>
                    <a:pt x="102336" y="321227"/>
                  </a:lnTo>
                  <a:lnTo>
                    <a:pt x="107253" y="323205"/>
                  </a:lnTo>
                  <a:lnTo>
                    <a:pt x="112230" y="325026"/>
                  </a:lnTo>
                  <a:lnTo>
                    <a:pt x="117262" y="326688"/>
                  </a:lnTo>
                  <a:lnTo>
                    <a:pt x="122345" y="328190"/>
                  </a:lnTo>
                  <a:lnTo>
                    <a:pt x="127472" y="329529"/>
                  </a:lnTo>
                  <a:lnTo>
                    <a:pt x="132639" y="330706"/>
                  </a:lnTo>
                  <a:lnTo>
                    <a:pt x="137841" y="331718"/>
                  </a:lnTo>
                  <a:lnTo>
                    <a:pt x="143073" y="332565"/>
                  </a:lnTo>
                  <a:lnTo>
                    <a:pt x="148328" y="333246"/>
                  </a:lnTo>
                  <a:lnTo>
                    <a:pt x="153603" y="333759"/>
                  </a:lnTo>
                  <a:lnTo>
                    <a:pt x="158891" y="334106"/>
                  </a:lnTo>
                  <a:lnTo>
                    <a:pt x="164188" y="334284"/>
                  </a:lnTo>
                  <a:lnTo>
                    <a:pt x="169487" y="334295"/>
                  </a:lnTo>
                  <a:lnTo>
                    <a:pt x="174784" y="334137"/>
                  </a:lnTo>
                  <a:lnTo>
                    <a:pt x="180074" y="333812"/>
                  </a:lnTo>
                  <a:lnTo>
                    <a:pt x="185350" y="333319"/>
                  </a:lnTo>
                  <a:lnTo>
                    <a:pt x="190609" y="332659"/>
                  </a:lnTo>
                  <a:lnTo>
                    <a:pt x="195843" y="331833"/>
                  </a:lnTo>
                  <a:lnTo>
                    <a:pt x="201049" y="330841"/>
                  </a:lnTo>
                  <a:lnTo>
                    <a:pt x="206221" y="329685"/>
                  </a:lnTo>
                  <a:lnTo>
                    <a:pt x="211354" y="328365"/>
                  </a:lnTo>
                  <a:lnTo>
                    <a:pt x="216442" y="326883"/>
                  </a:lnTo>
                  <a:lnTo>
                    <a:pt x="221481" y="325241"/>
                  </a:lnTo>
                  <a:lnTo>
                    <a:pt x="226465" y="323440"/>
                  </a:lnTo>
                  <a:lnTo>
                    <a:pt x="231389" y="321482"/>
                  </a:lnTo>
                  <a:lnTo>
                    <a:pt x="236249" y="319369"/>
                  </a:lnTo>
                  <a:lnTo>
                    <a:pt x="241040" y="317102"/>
                  </a:lnTo>
                  <a:lnTo>
                    <a:pt x="245756" y="314685"/>
                  </a:lnTo>
                  <a:lnTo>
                    <a:pt x="250393" y="312120"/>
                  </a:lnTo>
                  <a:lnTo>
                    <a:pt x="254947" y="309409"/>
                  </a:lnTo>
                  <a:lnTo>
                    <a:pt x="259412" y="306555"/>
                  </a:lnTo>
                  <a:lnTo>
                    <a:pt x="263785" y="303561"/>
                  </a:lnTo>
                  <a:lnTo>
                    <a:pt x="268061" y="300430"/>
                  </a:lnTo>
                  <a:lnTo>
                    <a:pt x="272235" y="297165"/>
                  </a:lnTo>
                  <a:lnTo>
                    <a:pt x="276304" y="293769"/>
                  </a:lnTo>
                  <a:lnTo>
                    <a:pt x="280263" y="290246"/>
                  </a:lnTo>
                  <a:lnTo>
                    <a:pt x="284108" y="286599"/>
                  </a:lnTo>
                  <a:lnTo>
                    <a:pt x="287836" y="282833"/>
                  </a:lnTo>
                  <a:lnTo>
                    <a:pt x="291442" y="278949"/>
                  </a:lnTo>
                  <a:lnTo>
                    <a:pt x="294924" y="274954"/>
                  </a:lnTo>
                  <a:lnTo>
                    <a:pt x="298277" y="270850"/>
                  </a:lnTo>
                  <a:lnTo>
                    <a:pt x="301498" y="266642"/>
                  </a:lnTo>
                  <a:lnTo>
                    <a:pt x="304585" y="262334"/>
                  </a:lnTo>
                  <a:lnTo>
                    <a:pt x="307533" y="257930"/>
                  </a:lnTo>
                  <a:lnTo>
                    <a:pt x="310340" y="253435"/>
                  </a:lnTo>
                  <a:lnTo>
                    <a:pt x="313004" y="248854"/>
                  </a:lnTo>
                  <a:lnTo>
                    <a:pt x="315520" y="244190"/>
                  </a:lnTo>
                  <a:lnTo>
                    <a:pt x="317888" y="239449"/>
                  </a:lnTo>
                  <a:lnTo>
                    <a:pt x="320104" y="234635"/>
                  </a:lnTo>
                  <a:lnTo>
                    <a:pt x="322167" y="229753"/>
                  </a:lnTo>
                  <a:lnTo>
                    <a:pt x="324073" y="224809"/>
                  </a:lnTo>
                  <a:lnTo>
                    <a:pt x="325822" y="219806"/>
                  </a:lnTo>
                  <a:lnTo>
                    <a:pt x="327412" y="214750"/>
                  </a:lnTo>
                  <a:lnTo>
                    <a:pt x="328841" y="209647"/>
                  </a:lnTo>
                  <a:lnTo>
                    <a:pt x="330107" y="204501"/>
                  </a:lnTo>
                  <a:lnTo>
                    <a:pt x="331209" y="199317"/>
                  </a:lnTo>
                  <a:lnTo>
                    <a:pt x="332146" y="194101"/>
                  </a:lnTo>
                  <a:lnTo>
                    <a:pt x="332918" y="188858"/>
                  </a:lnTo>
                  <a:lnTo>
                    <a:pt x="333523" y="183593"/>
                  </a:lnTo>
                  <a:lnTo>
                    <a:pt x="333961" y="178312"/>
                  </a:lnTo>
                  <a:lnTo>
                    <a:pt x="334231" y="173019"/>
                  </a:lnTo>
                  <a:lnTo>
                    <a:pt x="334333" y="167721"/>
                  </a:lnTo>
                  <a:lnTo>
                    <a:pt x="334268" y="162422"/>
                  </a:lnTo>
                  <a:lnTo>
                    <a:pt x="334034" y="157127"/>
                  </a:lnTo>
                  <a:lnTo>
                    <a:pt x="333633" y="151843"/>
                  </a:lnTo>
                  <a:lnTo>
                    <a:pt x="333064" y="146574"/>
                  </a:lnTo>
                  <a:lnTo>
                    <a:pt x="332329" y="141326"/>
                  </a:lnTo>
                  <a:lnTo>
                    <a:pt x="331427" y="136104"/>
                  </a:lnTo>
                  <a:lnTo>
                    <a:pt x="330361" y="130912"/>
                  </a:lnTo>
                  <a:lnTo>
                    <a:pt x="329130" y="125758"/>
                  </a:lnTo>
                  <a:lnTo>
                    <a:pt x="327737" y="120645"/>
                  </a:lnTo>
                  <a:lnTo>
                    <a:pt x="326183" y="115578"/>
                  </a:lnTo>
                  <a:lnTo>
                    <a:pt x="324468" y="110564"/>
                  </a:lnTo>
                  <a:lnTo>
                    <a:pt x="322596" y="105606"/>
                  </a:lnTo>
                  <a:lnTo>
                    <a:pt x="320567" y="100710"/>
                  </a:lnTo>
                  <a:lnTo>
                    <a:pt x="318384" y="95881"/>
                  </a:lnTo>
                  <a:lnTo>
                    <a:pt x="316049" y="91123"/>
                  </a:lnTo>
                  <a:lnTo>
                    <a:pt x="313565" y="86442"/>
                  </a:lnTo>
                  <a:lnTo>
                    <a:pt x="310933" y="81842"/>
                  </a:lnTo>
                  <a:lnTo>
                    <a:pt x="308157" y="77328"/>
                  </a:lnTo>
                  <a:lnTo>
                    <a:pt x="305239" y="72904"/>
                  </a:lnTo>
                  <a:lnTo>
                    <a:pt x="302183" y="68575"/>
                  </a:lnTo>
                  <a:lnTo>
                    <a:pt x="298990" y="64345"/>
                  </a:lnTo>
                  <a:lnTo>
                    <a:pt x="295666" y="60218"/>
                  </a:lnTo>
                  <a:lnTo>
                    <a:pt x="292212" y="56198"/>
                  </a:lnTo>
                  <a:lnTo>
                    <a:pt x="288632" y="52291"/>
                  </a:lnTo>
                  <a:lnTo>
                    <a:pt x="284931" y="48498"/>
                  </a:lnTo>
                  <a:lnTo>
                    <a:pt x="281111" y="44825"/>
                  </a:lnTo>
                  <a:lnTo>
                    <a:pt x="277176" y="41275"/>
                  </a:lnTo>
                  <a:lnTo>
                    <a:pt x="273131" y="37851"/>
                  </a:lnTo>
                  <a:lnTo>
                    <a:pt x="268980" y="34557"/>
                  </a:lnTo>
                  <a:lnTo>
                    <a:pt x="264726" y="31396"/>
                  </a:lnTo>
                  <a:lnTo>
                    <a:pt x="260374" y="28372"/>
                  </a:lnTo>
                  <a:lnTo>
                    <a:pt x="255928" y="25487"/>
                  </a:lnTo>
                  <a:lnTo>
                    <a:pt x="251393" y="22745"/>
                  </a:lnTo>
                  <a:lnTo>
                    <a:pt x="246774" y="20148"/>
                  </a:lnTo>
                  <a:lnTo>
                    <a:pt x="242074" y="17698"/>
                  </a:lnTo>
                  <a:lnTo>
                    <a:pt x="237300" y="15399"/>
                  </a:lnTo>
                  <a:lnTo>
                    <a:pt x="232454" y="13252"/>
                  </a:lnTo>
                  <a:lnTo>
                    <a:pt x="227544" y="11260"/>
                  </a:lnTo>
                  <a:lnTo>
                    <a:pt x="222572" y="9424"/>
                  </a:lnTo>
                  <a:lnTo>
                    <a:pt x="217545" y="7747"/>
                  </a:lnTo>
                  <a:lnTo>
                    <a:pt x="212467" y="6231"/>
                  </a:lnTo>
                  <a:lnTo>
                    <a:pt x="207344" y="4876"/>
                  </a:lnTo>
                  <a:lnTo>
                    <a:pt x="202180" y="3684"/>
                  </a:lnTo>
                  <a:lnTo>
                    <a:pt x="196981" y="2656"/>
                  </a:lnTo>
                  <a:lnTo>
                    <a:pt x="191752" y="1794"/>
                  </a:lnTo>
                  <a:lnTo>
                    <a:pt x="186498" y="1097"/>
                  </a:lnTo>
                  <a:lnTo>
                    <a:pt x="181225" y="568"/>
                  </a:lnTo>
                  <a:lnTo>
                    <a:pt x="175938" y="206"/>
                  </a:lnTo>
                  <a:lnTo>
                    <a:pt x="170642" y="12"/>
                  </a:lnTo>
                  <a:lnTo>
                    <a:pt x="167167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3475" cy="167167"/>
            </a:xfrm>
            <a:custGeom>
              <a:avLst/>
              <a:pathLst>
                <a:path w="3475" h="167167">
                  <a:moveTo>
                    <a:pt x="3475" y="3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5767" y="2633064"/>
              <a:ext cx="33244" cy="167167"/>
            </a:xfrm>
            <a:custGeom>
              <a:avLst/>
              <a:pathLst>
                <a:path w="33244" h="167167">
                  <a:moveTo>
                    <a:pt x="33244" y="0"/>
                  </a:moveTo>
                  <a:lnTo>
                    <a:pt x="26552" y="133"/>
                  </a:lnTo>
                  <a:lnTo>
                    <a:pt x="19871" y="535"/>
                  </a:lnTo>
                  <a:lnTo>
                    <a:pt x="13212" y="1204"/>
                  </a:lnTo>
                  <a:lnTo>
                    <a:pt x="6584" y="2139"/>
                  </a:lnTo>
                  <a:lnTo>
                    <a:pt x="0" y="3338"/>
                  </a:lnTo>
                  <a:lnTo>
                    <a:pt x="3324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5767" y="2636403"/>
              <a:ext cx="33244" cy="163828"/>
            </a:xfrm>
            <a:custGeom>
              <a:avLst/>
              <a:pathLst>
                <a:path w="33244" h="163828">
                  <a:moveTo>
                    <a:pt x="0" y="0"/>
                  </a:moveTo>
                  <a:lnTo>
                    <a:pt x="33244" y="16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47" y="2636403"/>
              <a:ext cx="334324" cy="330990"/>
            </a:xfrm>
            <a:custGeom>
              <a:avLst/>
              <a:pathLst>
                <a:path w="334324" h="330990">
                  <a:moveTo>
                    <a:pt x="133919" y="0"/>
                  </a:moveTo>
                  <a:lnTo>
                    <a:pt x="128740" y="1136"/>
                  </a:lnTo>
                  <a:lnTo>
                    <a:pt x="123601" y="2436"/>
                  </a:lnTo>
                  <a:lnTo>
                    <a:pt x="118505" y="3899"/>
                  </a:lnTo>
                  <a:lnTo>
                    <a:pt x="113458" y="5522"/>
                  </a:lnTo>
                  <a:lnTo>
                    <a:pt x="108465" y="7305"/>
                  </a:lnTo>
                  <a:lnTo>
                    <a:pt x="103531" y="9245"/>
                  </a:lnTo>
                  <a:lnTo>
                    <a:pt x="98661" y="11340"/>
                  </a:lnTo>
                  <a:lnTo>
                    <a:pt x="93860" y="13589"/>
                  </a:lnTo>
                  <a:lnTo>
                    <a:pt x="89133" y="15989"/>
                  </a:lnTo>
                  <a:lnTo>
                    <a:pt x="84484" y="18538"/>
                  </a:lnTo>
                  <a:lnTo>
                    <a:pt x="79919" y="21233"/>
                  </a:lnTo>
                  <a:lnTo>
                    <a:pt x="75441" y="24071"/>
                  </a:lnTo>
                  <a:lnTo>
                    <a:pt x="71055" y="27050"/>
                  </a:lnTo>
                  <a:lnTo>
                    <a:pt x="66766" y="30166"/>
                  </a:lnTo>
                  <a:lnTo>
                    <a:pt x="62579" y="33417"/>
                  </a:lnTo>
                  <a:lnTo>
                    <a:pt x="58496" y="36799"/>
                  </a:lnTo>
                  <a:lnTo>
                    <a:pt x="54522" y="40309"/>
                  </a:lnTo>
                  <a:lnTo>
                    <a:pt x="50662" y="43943"/>
                  </a:lnTo>
                  <a:lnTo>
                    <a:pt x="46919" y="47697"/>
                  </a:lnTo>
                  <a:lnTo>
                    <a:pt x="43297" y="51569"/>
                  </a:lnTo>
                  <a:lnTo>
                    <a:pt x="39800" y="55553"/>
                  </a:lnTo>
                  <a:lnTo>
                    <a:pt x="36430" y="59646"/>
                  </a:lnTo>
                  <a:lnTo>
                    <a:pt x="33192" y="63844"/>
                  </a:lnTo>
                  <a:lnTo>
                    <a:pt x="30089" y="68142"/>
                  </a:lnTo>
                  <a:lnTo>
                    <a:pt x="27124" y="72537"/>
                  </a:lnTo>
                  <a:lnTo>
                    <a:pt x="24300" y="77024"/>
                  </a:lnTo>
                  <a:lnTo>
                    <a:pt x="21619" y="81598"/>
                  </a:lnTo>
                  <a:lnTo>
                    <a:pt x="19084" y="86254"/>
                  </a:lnTo>
                  <a:lnTo>
                    <a:pt x="16699" y="90989"/>
                  </a:lnTo>
                  <a:lnTo>
                    <a:pt x="14465" y="95797"/>
                  </a:lnTo>
                  <a:lnTo>
                    <a:pt x="12384" y="100673"/>
                  </a:lnTo>
                  <a:lnTo>
                    <a:pt x="10460" y="105613"/>
                  </a:lnTo>
                  <a:lnTo>
                    <a:pt x="8692" y="110611"/>
                  </a:lnTo>
                  <a:lnTo>
                    <a:pt x="7085" y="115663"/>
                  </a:lnTo>
                  <a:lnTo>
                    <a:pt x="5638" y="120763"/>
                  </a:lnTo>
                  <a:lnTo>
                    <a:pt x="4353" y="125907"/>
                  </a:lnTo>
                  <a:lnTo>
                    <a:pt x="3233" y="131089"/>
                  </a:lnTo>
                  <a:lnTo>
                    <a:pt x="2277" y="136304"/>
                  </a:lnTo>
                  <a:lnTo>
                    <a:pt x="1487" y="141546"/>
                  </a:lnTo>
                  <a:lnTo>
                    <a:pt x="864" y="146811"/>
                  </a:lnTo>
                  <a:lnTo>
                    <a:pt x="408" y="152093"/>
                  </a:lnTo>
                  <a:lnTo>
                    <a:pt x="120" y="157386"/>
                  </a:lnTo>
                  <a:lnTo>
                    <a:pt x="0" y="162687"/>
                  </a:lnTo>
                  <a:lnTo>
                    <a:pt x="47" y="167988"/>
                  </a:lnTo>
                  <a:lnTo>
                    <a:pt x="263" y="173285"/>
                  </a:lnTo>
                  <a:lnTo>
                    <a:pt x="647" y="178573"/>
                  </a:lnTo>
                  <a:lnTo>
                    <a:pt x="1198" y="183846"/>
                  </a:lnTo>
                  <a:lnTo>
                    <a:pt x="1917" y="189098"/>
                  </a:lnTo>
                  <a:lnTo>
                    <a:pt x="2801" y="194326"/>
                  </a:lnTo>
                  <a:lnTo>
                    <a:pt x="3851" y="199522"/>
                  </a:lnTo>
                  <a:lnTo>
                    <a:pt x="5065" y="204683"/>
                  </a:lnTo>
                  <a:lnTo>
                    <a:pt x="6442" y="209803"/>
                  </a:lnTo>
                  <a:lnTo>
                    <a:pt x="7981" y="214876"/>
                  </a:lnTo>
                  <a:lnTo>
                    <a:pt x="9679" y="219898"/>
                  </a:lnTo>
                  <a:lnTo>
                    <a:pt x="11537" y="224864"/>
                  </a:lnTo>
                  <a:lnTo>
                    <a:pt x="13550" y="229768"/>
                  </a:lnTo>
                  <a:lnTo>
                    <a:pt x="15719" y="234606"/>
                  </a:lnTo>
                  <a:lnTo>
                    <a:pt x="18039" y="239373"/>
                  </a:lnTo>
                  <a:lnTo>
                    <a:pt x="20510" y="244063"/>
                  </a:lnTo>
                  <a:lnTo>
                    <a:pt x="23128" y="248673"/>
                  </a:lnTo>
                  <a:lnTo>
                    <a:pt x="25890" y="253198"/>
                  </a:lnTo>
                  <a:lnTo>
                    <a:pt x="28795" y="257633"/>
                  </a:lnTo>
                  <a:lnTo>
                    <a:pt x="31840" y="261973"/>
                  </a:lnTo>
                  <a:lnTo>
                    <a:pt x="35020" y="266215"/>
                  </a:lnTo>
                  <a:lnTo>
                    <a:pt x="38333" y="270354"/>
                  </a:lnTo>
                  <a:lnTo>
                    <a:pt x="41776" y="274386"/>
                  </a:lnTo>
                  <a:lnTo>
                    <a:pt x="45345" y="278306"/>
                  </a:lnTo>
                  <a:lnTo>
                    <a:pt x="49036" y="282111"/>
                  </a:lnTo>
                  <a:lnTo>
                    <a:pt x="52846" y="285798"/>
                  </a:lnTo>
                  <a:lnTo>
                    <a:pt x="56771" y="289361"/>
                  </a:lnTo>
                  <a:lnTo>
                    <a:pt x="60808" y="292799"/>
                  </a:lnTo>
                  <a:lnTo>
                    <a:pt x="64951" y="296107"/>
                  </a:lnTo>
                  <a:lnTo>
                    <a:pt x="69197" y="299281"/>
                  </a:lnTo>
                  <a:lnTo>
                    <a:pt x="73541" y="302320"/>
                  </a:lnTo>
                  <a:lnTo>
                    <a:pt x="77980" y="305219"/>
                  </a:lnTo>
                  <a:lnTo>
                    <a:pt x="82508" y="307976"/>
                  </a:lnTo>
                  <a:lnTo>
                    <a:pt x="87122" y="310588"/>
                  </a:lnTo>
                  <a:lnTo>
                    <a:pt x="91816" y="313052"/>
                  </a:lnTo>
                  <a:lnTo>
                    <a:pt x="96586" y="315366"/>
                  </a:lnTo>
                  <a:lnTo>
                    <a:pt x="101426" y="317528"/>
                  </a:lnTo>
                  <a:lnTo>
                    <a:pt x="106333" y="319535"/>
                  </a:lnTo>
                  <a:lnTo>
                    <a:pt x="111301" y="321386"/>
                  </a:lnTo>
                  <a:lnTo>
                    <a:pt x="116326" y="323078"/>
                  </a:lnTo>
                  <a:lnTo>
                    <a:pt x="121401" y="324610"/>
                  </a:lnTo>
                  <a:lnTo>
                    <a:pt x="126523" y="325980"/>
                  </a:lnTo>
                  <a:lnTo>
                    <a:pt x="131685" y="327187"/>
                  </a:lnTo>
                  <a:lnTo>
                    <a:pt x="136883" y="328230"/>
                  </a:lnTo>
                  <a:lnTo>
                    <a:pt x="142111" y="329108"/>
                  </a:lnTo>
                  <a:lnTo>
                    <a:pt x="147365" y="329819"/>
                  </a:lnTo>
                  <a:lnTo>
                    <a:pt x="152639" y="330363"/>
                  </a:lnTo>
                  <a:lnTo>
                    <a:pt x="157927" y="330740"/>
                  </a:lnTo>
                  <a:lnTo>
                    <a:pt x="163224" y="330949"/>
                  </a:lnTo>
                  <a:lnTo>
                    <a:pt x="168526" y="330990"/>
                  </a:lnTo>
                  <a:lnTo>
                    <a:pt x="173826" y="330863"/>
                  </a:lnTo>
                  <a:lnTo>
                    <a:pt x="179119" y="330567"/>
                  </a:lnTo>
                  <a:lnTo>
                    <a:pt x="184400" y="330104"/>
                  </a:lnTo>
                  <a:lnTo>
                    <a:pt x="189664" y="329474"/>
                  </a:lnTo>
                  <a:lnTo>
                    <a:pt x="194906" y="328677"/>
                  </a:lnTo>
                  <a:lnTo>
                    <a:pt x="200119" y="327715"/>
                  </a:lnTo>
                  <a:lnTo>
                    <a:pt x="205299" y="326587"/>
                  </a:lnTo>
                  <a:lnTo>
                    <a:pt x="210441" y="325296"/>
                  </a:lnTo>
                  <a:lnTo>
                    <a:pt x="215540" y="323843"/>
                  </a:lnTo>
                  <a:lnTo>
                    <a:pt x="220589" y="322228"/>
                  </a:lnTo>
                  <a:lnTo>
                    <a:pt x="225586" y="320454"/>
                  </a:lnTo>
                  <a:lnTo>
                    <a:pt x="230523" y="318523"/>
                  </a:lnTo>
                  <a:lnTo>
                    <a:pt x="235396" y="316436"/>
                  </a:lnTo>
                  <a:lnTo>
                    <a:pt x="240201" y="314195"/>
                  </a:lnTo>
                  <a:lnTo>
                    <a:pt x="244933" y="311804"/>
                  </a:lnTo>
                  <a:lnTo>
                    <a:pt x="249586" y="309263"/>
                  </a:lnTo>
                  <a:lnTo>
                    <a:pt x="254156" y="306576"/>
                  </a:lnTo>
                  <a:lnTo>
                    <a:pt x="258639" y="303746"/>
                  </a:lnTo>
                  <a:lnTo>
                    <a:pt x="263030" y="300775"/>
                  </a:lnTo>
                  <a:lnTo>
                    <a:pt x="267324" y="297666"/>
                  </a:lnTo>
                  <a:lnTo>
                    <a:pt x="271518" y="294423"/>
                  </a:lnTo>
                  <a:lnTo>
                    <a:pt x="275607" y="291048"/>
                  </a:lnTo>
                  <a:lnTo>
                    <a:pt x="279586" y="287545"/>
                  </a:lnTo>
                  <a:lnTo>
                    <a:pt x="283453" y="283918"/>
                  </a:lnTo>
                  <a:lnTo>
                    <a:pt x="287202" y="280170"/>
                  </a:lnTo>
                  <a:lnTo>
                    <a:pt x="290831" y="276305"/>
                  </a:lnTo>
                  <a:lnTo>
                    <a:pt x="294336" y="272327"/>
                  </a:lnTo>
                  <a:lnTo>
                    <a:pt x="297712" y="268240"/>
                  </a:lnTo>
                  <a:lnTo>
                    <a:pt x="300958" y="264048"/>
                  </a:lnTo>
                  <a:lnTo>
                    <a:pt x="304068" y="259755"/>
                  </a:lnTo>
                  <a:lnTo>
                    <a:pt x="307041" y="255365"/>
                  </a:lnTo>
                  <a:lnTo>
                    <a:pt x="309874" y="250883"/>
                  </a:lnTo>
                  <a:lnTo>
                    <a:pt x="312562" y="246314"/>
                  </a:lnTo>
                  <a:lnTo>
                    <a:pt x="315105" y="241662"/>
                  </a:lnTo>
                  <a:lnTo>
                    <a:pt x="317499" y="236932"/>
                  </a:lnTo>
                  <a:lnTo>
                    <a:pt x="319741" y="232128"/>
                  </a:lnTo>
                  <a:lnTo>
                    <a:pt x="321830" y="227255"/>
                  </a:lnTo>
                  <a:lnTo>
                    <a:pt x="323764" y="222319"/>
                  </a:lnTo>
                  <a:lnTo>
                    <a:pt x="325540" y="217323"/>
                  </a:lnTo>
                  <a:lnTo>
                    <a:pt x="327156" y="212274"/>
                  </a:lnTo>
                  <a:lnTo>
                    <a:pt x="328612" y="207177"/>
                  </a:lnTo>
                  <a:lnTo>
                    <a:pt x="329906" y="202035"/>
                  </a:lnTo>
                  <a:lnTo>
                    <a:pt x="331035" y="196855"/>
                  </a:lnTo>
                  <a:lnTo>
                    <a:pt x="332000" y="191642"/>
                  </a:lnTo>
                  <a:lnTo>
                    <a:pt x="332799" y="186401"/>
                  </a:lnTo>
                  <a:lnTo>
                    <a:pt x="333432" y="181138"/>
                  </a:lnTo>
                  <a:lnTo>
                    <a:pt x="333897" y="175857"/>
                  </a:lnTo>
                  <a:lnTo>
                    <a:pt x="334195" y="170563"/>
                  </a:lnTo>
                  <a:lnTo>
                    <a:pt x="334324" y="165263"/>
                  </a:lnTo>
                  <a:lnTo>
                    <a:pt x="334286" y="159962"/>
                  </a:lnTo>
                  <a:lnTo>
                    <a:pt x="334079" y="154664"/>
                  </a:lnTo>
                  <a:lnTo>
                    <a:pt x="333705" y="149376"/>
                  </a:lnTo>
                  <a:lnTo>
                    <a:pt x="333163" y="144102"/>
                  </a:lnTo>
                  <a:lnTo>
                    <a:pt x="332454" y="138848"/>
                  </a:lnTo>
                  <a:lnTo>
                    <a:pt x="331578" y="133619"/>
                  </a:lnTo>
                  <a:lnTo>
                    <a:pt x="330538" y="128421"/>
                  </a:lnTo>
                  <a:lnTo>
                    <a:pt x="329333" y="123258"/>
                  </a:lnTo>
                  <a:lnTo>
                    <a:pt x="327965" y="118136"/>
                  </a:lnTo>
                  <a:lnTo>
                    <a:pt x="326435" y="113060"/>
                  </a:lnTo>
                  <a:lnTo>
                    <a:pt x="324745" y="108035"/>
                  </a:lnTo>
                  <a:lnTo>
                    <a:pt x="322897" y="103066"/>
                  </a:lnTo>
                  <a:lnTo>
                    <a:pt x="320892" y="98158"/>
                  </a:lnTo>
                  <a:lnTo>
                    <a:pt x="318732" y="93317"/>
                  </a:lnTo>
                  <a:lnTo>
                    <a:pt x="316420" y="88546"/>
                  </a:lnTo>
                  <a:lnTo>
                    <a:pt x="313957" y="83851"/>
                  </a:lnTo>
                  <a:lnTo>
                    <a:pt x="311348" y="79236"/>
                  </a:lnTo>
                  <a:lnTo>
                    <a:pt x="308593" y="74707"/>
                  </a:lnTo>
                  <a:lnTo>
                    <a:pt x="305695" y="70267"/>
                  </a:lnTo>
                  <a:lnTo>
                    <a:pt x="302659" y="65921"/>
                  </a:lnTo>
                  <a:lnTo>
                    <a:pt x="299486" y="61673"/>
                  </a:lnTo>
                  <a:lnTo>
                    <a:pt x="296180" y="57529"/>
                  </a:lnTo>
                  <a:lnTo>
                    <a:pt x="292745" y="53491"/>
                  </a:lnTo>
                  <a:lnTo>
                    <a:pt x="289183" y="49564"/>
                  </a:lnTo>
                  <a:lnTo>
                    <a:pt x="285498" y="45753"/>
                  </a:lnTo>
                  <a:lnTo>
                    <a:pt x="281694" y="42060"/>
                  </a:lnTo>
                  <a:lnTo>
                    <a:pt x="277775" y="38489"/>
                  </a:lnTo>
                  <a:lnTo>
                    <a:pt x="273745" y="35044"/>
                  </a:lnTo>
                  <a:lnTo>
                    <a:pt x="269608" y="31729"/>
                  </a:lnTo>
                  <a:lnTo>
                    <a:pt x="265367" y="28547"/>
                  </a:lnTo>
                  <a:lnTo>
                    <a:pt x="261028" y="25501"/>
                  </a:lnTo>
                  <a:lnTo>
                    <a:pt x="256595" y="22594"/>
                  </a:lnTo>
                  <a:lnTo>
                    <a:pt x="252071" y="19830"/>
                  </a:lnTo>
                  <a:lnTo>
                    <a:pt x="247462" y="17209"/>
                  </a:lnTo>
                  <a:lnTo>
                    <a:pt x="242773" y="14737"/>
                  </a:lnTo>
                  <a:lnTo>
                    <a:pt x="238007" y="12414"/>
                  </a:lnTo>
                  <a:lnTo>
                    <a:pt x="233170" y="10244"/>
                  </a:lnTo>
                  <a:lnTo>
                    <a:pt x="228267" y="8228"/>
                  </a:lnTo>
                  <a:lnTo>
                    <a:pt x="223302" y="6369"/>
                  </a:lnTo>
                  <a:lnTo>
                    <a:pt x="218280" y="4668"/>
                  </a:lnTo>
                  <a:lnTo>
                    <a:pt x="213208" y="3127"/>
                  </a:lnTo>
                  <a:lnTo>
                    <a:pt x="208089" y="1748"/>
                  </a:lnTo>
                  <a:lnTo>
                    <a:pt x="202929" y="531"/>
                  </a:lnTo>
                  <a:lnTo>
                    <a:pt x="167163" y="16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35765" cy="167167"/>
            </a:xfrm>
            <a:custGeom>
              <a:avLst/>
              <a:pathLst>
                <a:path w="35765" h="167167">
                  <a:moveTo>
                    <a:pt x="35765" y="3870"/>
                  </a:moveTo>
                  <a:lnTo>
                    <a:pt x="28692" y="2480"/>
                  </a:lnTo>
                  <a:lnTo>
                    <a:pt x="21566" y="1396"/>
                  </a:lnTo>
                  <a:lnTo>
                    <a:pt x="14399" y="621"/>
                  </a:lnTo>
                  <a:lnTo>
                    <a:pt x="7206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283" y="2126963"/>
              <a:ext cx="7188" cy="167167"/>
            </a:xfrm>
            <a:custGeom>
              <a:avLst/>
              <a:pathLst>
                <a:path w="7188" h="167167">
                  <a:moveTo>
                    <a:pt x="7188" y="0"/>
                  </a:moveTo>
                  <a:lnTo>
                    <a:pt x="0" y="154"/>
                  </a:lnTo>
                  <a:lnTo>
                    <a:pt x="718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283" y="2127118"/>
              <a:ext cx="7188" cy="167012"/>
            </a:xfrm>
            <a:custGeom>
              <a:avLst/>
              <a:pathLst>
                <a:path w="7188" h="167012">
                  <a:moveTo>
                    <a:pt x="0" y="0"/>
                  </a:moveTo>
                  <a:lnTo>
                    <a:pt x="7188" y="1670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04" y="2127118"/>
              <a:ext cx="167167" cy="333711"/>
            </a:xfrm>
            <a:custGeom>
              <a:avLst/>
              <a:pathLst>
                <a:path w="167167" h="333711">
                  <a:moveTo>
                    <a:pt x="159978" y="0"/>
                  </a:moveTo>
                  <a:lnTo>
                    <a:pt x="154667" y="313"/>
                  </a:lnTo>
                  <a:lnTo>
                    <a:pt x="149369" y="795"/>
                  </a:lnTo>
                  <a:lnTo>
                    <a:pt x="144088" y="1446"/>
                  </a:lnTo>
                  <a:lnTo>
                    <a:pt x="138831" y="2264"/>
                  </a:lnTo>
                  <a:lnTo>
                    <a:pt x="133603" y="3249"/>
                  </a:lnTo>
                  <a:lnTo>
                    <a:pt x="128408" y="4400"/>
                  </a:lnTo>
                  <a:lnTo>
                    <a:pt x="123253" y="5716"/>
                  </a:lnTo>
                  <a:lnTo>
                    <a:pt x="118143" y="7195"/>
                  </a:lnTo>
                  <a:lnTo>
                    <a:pt x="113082" y="8836"/>
                  </a:lnTo>
                  <a:lnTo>
                    <a:pt x="108076" y="10637"/>
                  </a:lnTo>
                  <a:lnTo>
                    <a:pt x="103129" y="12597"/>
                  </a:lnTo>
                  <a:lnTo>
                    <a:pt x="98248" y="14713"/>
                  </a:lnTo>
                  <a:lnTo>
                    <a:pt x="93436" y="16983"/>
                  </a:lnTo>
                  <a:lnTo>
                    <a:pt x="88699" y="19406"/>
                  </a:lnTo>
                  <a:lnTo>
                    <a:pt x="84042" y="21977"/>
                  </a:lnTo>
                  <a:lnTo>
                    <a:pt x="79468" y="24696"/>
                  </a:lnTo>
                  <a:lnTo>
                    <a:pt x="74984" y="27559"/>
                  </a:lnTo>
                  <a:lnTo>
                    <a:pt x="70593" y="30563"/>
                  </a:lnTo>
                  <a:lnTo>
                    <a:pt x="66300" y="33705"/>
                  </a:lnTo>
                  <a:lnTo>
                    <a:pt x="62108" y="36983"/>
                  </a:lnTo>
                  <a:lnTo>
                    <a:pt x="58024" y="40392"/>
                  </a:lnTo>
                  <a:lnTo>
                    <a:pt x="54050" y="43929"/>
                  </a:lnTo>
                  <a:lnTo>
                    <a:pt x="50190" y="47591"/>
                  </a:lnTo>
                  <a:lnTo>
                    <a:pt x="46449" y="51374"/>
                  </a:lnTo>
                  <a:lnTo>
                    <a:pt x="42830" y="55274"/>
                  </a:lnTo>
                  <a:lnTo>
                    <a:pt x="39337" y="59288"/>
                  </a:lnTo>
                  <a:lnTo>
                    <a:pt x="35974" y="63410"/>
                  </a:lnTo>
                  <a:lnTo>
                    <a:pt x="32744" y="67638"/>
                  </a:lnTo>
                  <a:lnTo>
                    <a:pt x="29649" y="71966"/>
                  </a:lnTo>
                  <a:lnTo>
                    <a:pt x="26694" y="76390"/>
                  </a:lnTo>
                  <a:lnTo>
                    <a:pt x="23882" y="80906"/>
                  </a:lnTo>
                  <a:lnTo>
                    <a:pt x="21214" y="85509"/>
                  </a:lnTo>
                  <a:lnTo>
                    <a:pt x="18694" y="90195"/>
                  </a:lnTo>
                  <a:lnTo>
                    <a:pt x="16325" y="94959"/>
                  </a:lnTo>
                  <a:lnTo>
                    <a:pt x="14109" y="99795"/>
                  </a:lnTo>
                  <a:lnTo>
                    <a:pt x="12047" y="104700"/>
                  </a:lnTo>
                  <a:lnTo>
                    <a:pt x="10143" y="109668"/>
                  </a:lnTo>
                  <a:lnTo>
                    <a:pt x="8397" y="114694"/>
                  </a:lnTo>
                  <a:lnTo>
                    <a:pt x="6813" y="119773"/>
                  </a:lnTo>
                  <a:lnTo>
                    <a:pt x="5391" y="124900"/>
                  </a:lnTo>
                  <a:lnTo>
                    <a:pt x="4133" y="130069"/>
                  </a:lnTo>
                  <a:lnTo>
                    <a:pt x="3040" y="135276"/>
                  </a:lnTo>
                  <a:lnTo>
                    <a:pt x="2113" y="140515"/>
                  </a:lnTo>
                  <a:lnTo>
                    <a:pt x="1353" y="145781"/>
                  </a:lnTo>
                  <a:lnTo>
                    <a:pt x="762" y="151068"/>
                  </a:lnTo>
                  <a:lnTo>
                    <a:pt x="338" y="156372"/>
                  </a:lnTo>
                  <a:lnTo>
                    <a:pt x="84" y="161686"/>
                  </a:lnTo>
                  <a:lnTo>
                    <a:pt x="0" y="167006"/>
                  </a:lnTo>
                  <a:lnTo>
                    <a:pt x="84" y="172326"/>
                  </a:lnTo>
                  <a:lnTo>
                    <a:pt x="338" y="177640"/>
                  </a:lnTo>
                  <a:lnTo>
                    <a:pt x="760" y="182944"/>
                  </a:lnTo>
                  <a:lnTo>
                    <a:pt x="1352" y="188231"/>
                  </a:lnTo>
                  <a:lnTo>
                    <a:pt x="2111" y="193497"/>
                  </a:lnTo>
                  <a:lnTo>
                    <a:pt x="3037" y="198736"/>
                  </a:lnTo>
                  <a:lnTo>
                    <a:pt x="4130" y="203943"/>
                  </a:lnTo>
                  <a:lnTo>
                    <a:pt x="5388" y="209113"/>
                  </a:lnTo>
                  <a:lnTo>
                    <a:pt x="6809" y="214239"/>
                  </a:lnTo>
                  <a:lnTo>
                    <a:pt x="8393" y="219319"/>
                  </a:lnTo>
                  <a:lnTo>
                    <a:pt x="10138" y="224345"/>
                  </a:lnTo>
                  <a:lnTo>
                    <a:pt x="12042" y="229313"/>
                  </a:lnTo>
                  <a:lnTo>
                    <a:pt x="14104" y="234218"/>
                  </a:lnTo>
                  <a:lnTo>
                    <a:pt x="16320" y="239054"/>
                  </a:lnTo>
                  <a:lnTo>
                    <a:pt x="18689" y="243818"/>
                  </a:lnTo>
                  <a:lnTo>
                    <a:pt x="21208" y="248504"/>
                  </a:lnTo>
                  <a:lnTo>
                    <a:pt x="23875" y="253108"/>
                  </a:lnTo>
                  <a:lnTo>
                    <a:pt x="26688" y="257624"/>
                  </a:lnTo>
                  <a:lnTo>
                    <a:pt x="29642" y="262049"/>
                  </a:lnTo>
                  <a:lnTo>
                    <a:pt x="32736" y="266377"/>
                  </a:lnTo>
                  <a:lnTo>
                    <a:pt x="35966" y="270605"/>
                  </a:lnTo>
                  <a:lnTo>
                    <a:pt x="39329" y="274727"/>
                  </a:lnTo>
                  <a:lnTo>
                    <a:pt x="42822" y="278741"/>
                  </a:lnTo>
                  <a:lnTo>
                    <a:pt x="46440" y="282641"/>
                  </a:lnTo>
                  <a:lnTo>
                    <a:pt x="50181" y="286424"/>
                  </a:lnTo>
                  <a:lnTo>
                    <a:pt x="54040" y="290087"/>
                  </a:lnTo>
                  <a:lnTo>
                    <a:pt x="58014" y="293624"/>
                  </a:lnTo>
                  <a:lnTo>
                    <a:pt x="62099" y="297034"/>
                  </a:lnTo>
                  <a:lnTo>
                    <a:pt x="66289" y="300312"/>
                  </a:lnTo>
                  <a:lnTo>
                    <a:pt x="70582" y="303454"/>
                  </a:lnTo>
                  <a:lnTo>
                    <a:pt x="74973" y="306459"/>
                  </a:lnTo>
                  <a:lnTo>
                    <a:pt x="79458" y="309322"/>
                  </a:lnTo>
                  <a:lnTo>
                    <a:pt x="84031" y="312041"/>
                  </a:lnTo>
                  <a:lnTo>
                    <a:pt x="88688" y="314613"/>
                  </a:lnTo>
                  <a:lnTo>
                    <a:pt x="93425" y="317036"/>
                  </a:lnTo>
                  <a:lnTo>
                    <a:pt x="98236" y="319306"/>
                  </a:lnTo>
                  <a:lnTo>
                    <a:pt x="103118" y="321423"/>
                  </a:lnTo>
                  <a:lnTo>
                    <a:pt x="108064" y="323383"/>
                  </a:lnTo>
                  <a:lnTo>
                    <a:pt x="113070" y="325185"/>
                  </a:lnTo>
                  <a:lnTo>
                    <a:pt x="118131" y="326826"/>
                  </a:lnTo>
                  <a:lnTo>
                    <a:pt x="123241" y="328305"/>
                  </a:lnTo>
                  <a:lnTo>
                    <a:pt x="128396" y="329622"/>
                  </a:lnTo>
                  <a:lnTo>
                    <a:pt x="133590" y="330773"/>
                  </a:lnTo>
                  <a:lnTo>
                    <a:pt x="138819" y="331759"/>
                  </a:lnTo>
                  <a:lnTo>
                    <a:pt x="144076" y="332577"/>
                  </a:lnTo>
                  <a:lnTo>
                    <a:pt x="149356" y="333228"/>
                  </a:lnTo>
                  <a:lnTo>
                    <a:pt x="154655" y="333711"/>
                  </a:lnTo>
                  <a:lnTo>
                    <a:pt x="167167" y="167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15959" y="2126963"/>
              <a:ext cx="179670" cy="334324"/>
            </a:xfrm>
            <a:custGeom>
              <a:avLst/>
              <a:pathLst>
                <a:path w="179670" h="334324">
                  <a:moveTo>
                    <a:pt x="0" y="333865"/>
                  </a:moveTo>
                  <a:lnTo>
                    <a:pt x="5314" y="334179"/>
                  </a:lnTo>
                  <a:lnTo>
                    <a:pt x="10635" y="334324"/>
                  </a:lnTo>
                  <a:lnTo>
                    <a:pt x="15959" y="334299"/>
                  </a:lnTo>
                  <a:lnTo>
                    <a:pt x="21279" y="334104"/>
                  </a:lnTo>
                  <a:lnTo>
                    <a:pt x="26590" y="333741"/>
                  </a:lnTo>
                  <a:lnTo>
                    <a:pt x="31886" y="333208"/>
                  </a:lnTo>
                  <a:lnTo>
                    <a:pt x="37164" y="332507"/>
                  </a:lnTo>
                  <a:lnTo>
                    <a:pt x="42416" y="331638"/>
                  </a:lnTo>
                  <a:lnTo>
                    <a:pt x="47638" y="330602"/>
                  </a:lnTo>
                  <a:lnTo>
                    <a:pt x="52824" y="329401"/>
                  </a:lnTo>
                  <a:lnTo>
                    <a:pt x="57969" y="328035"/>
                  </a:lnTo>
                  <a:lnTo>
                    <a:pt x="63068" y="326506"/>
                  </a:lnTo>
                  <a:lnTo>
                    <a:pt x="68116" y="324816"/>
                  </a:lnTo>
                  <a:lnTo>
                    <a:pt x="73108" y="322965"/>
                  </a:lnTo>
                  <a:lnTo>
                    <a:pt x="78038" y="320957"/>
                  </a:lnTo>
                  <a:lnTo>
                    <a:pt x="82901" y="318792"/>
                  </a:lnTo>
                  <a:lnTo>
                    <a:pt x="87694" y="316474"/>
                  </a:lnTo>
                  <a:lnTo>
                    <a:pt x="92410" y="314005"/>
                  </a:lnTo>
                  <a:lnTo>
                    <a:pt x="97045" y="311386"/>
                  </a:lnTo>
                  <a:lnTo>
                    <a:pt x="101594" y="308621"/>
                  </a:lnTo>
                  <a:lnTo>
                    <a:pt x="106053" y="305713"/>
                  </a:lnTo>
                  <a:lnTo>
                    <a:pt x="110417" y="302664"/>
                  </a:lnTo>
                  <a:lnTo>
                    <a:pt x="114682" y="299478"/>
                  </a:lnTo>
                  <a:lnTo>
                    <a:pt x="118843" y="296158"/>
                  </a:lnTo>
                  <a:lnTo>
                    <a:pt x="122896" y="292707"/>
                  </a:lnTo>
                  <a:lnTo>
                    <a:pt x="126838" y="289128"/>
                  </a:lnTo>
                  <a:lnTo>
                    <a:pt x="130663" y="285426"/>
                  </a:lnTo>
                  <a:lnTo>
                    <a:pt x="134369" y="281604"/>
                  </a:lnTo>
                  <a:lnTo>
                    <a:pt x="137951" y="277666"/>
                  </a:lnTo>
                  <a:lnTo>
                    <a:pt x="141405" y="273616"/>
                  </a:lnTo>
                  <a:lnTo>
                    <a:pt x="144730" y="269458"/>
                  </a:lnTo>
                  <a:lnTo>
                    <a:pt x="147920" y="265196"/>
                  </a:lnTo>
                  <a:lnTo>
                    <a:pt x="150972" y="260835"/>
                  </a:lnTo>
                  <a:lnTo>
                    <a:pt x="153885" y="256379"/>
                  </a:lnTo>
                  <a:lnTo>
                    <a:pt x="156654" y="251832"/>
                  </a:lnTo>
                  <a:lnTo>
                    <a:pt x="159276" y="247199"/>
                  </a:lnTo>
                  <a:lnTo>
                    <a:pt x="161750" y="242485"/>
                  </a:lnTo>
                  <a:lnTo>
                    <a:pt x="164073" y="237695"/>
                  </a:lnTo>
                  <a:lnTo>
                    <a:pt x="166242" y="232834"/>
                  </a:lnTo>
                  <a:lnTo>
                    <a:pt x="168255" y="227905"/>
                  </a:lnTo>
                  <a:lnTo>
                    <a:pt x="170110" y="222916"/>
                  </a:lnTo>
                  <a:lnTo>
                    <a:pt x="171805" y="217869"/>
                  </a:lnTo>
                  <a:lnTo>
                    <a:pt x="173338" y="212771"/>
                  </a:lnTo>
                  <a:lnTo>
                    <a:pt x="174709" y="207627"/>
                  </a:lnTo>
                  <a:lnTo>
                    <a:pt x="175915" y="202442"/>
                  </a:lnTo>
                  <a:lnTo>
                    <a:pt x="176955" y="197221"/>
                  </a:lnTo>
                  <a:lnTo>
                    <a:pt x="177829" y="191970"/>
                  </a:lnTo>
                  <a:lnTo>
                    <a:pt x="178535" y="186694"/>
                  </a:lnTo>
                  <a:lnTo>
                    <a:pt x="179073" y="181397"/>
                  </a:lnTo>
                  <a:lnTo>
                    <a:pt x="179441" y="176087"/>
                  </a:lnTo>
                  <a:lnTo>
                    <a:pt x="179641" y="170767"/>
                  </a:lnTo>
                  <a:lnTo>
                    <a:pt x="179670" y="165443"/>
                  </a:lnTo>
                  <a:lnTo>
                    <a:pt x="179531" y="160122"/>
                  </a:lnTo>
                  <a:lnTo>
                    <a:pt x="179222" y="154807"/>
                  </a:lnTo>
                  <a:lnTo>
                    <a:pt x="178744" y="149505"/>
                  </a:lnTo>
                  <a:lnTo>
                    <a:pt x="178097" y="144221"/>
                  </a:lnTo>
                  <a:lnTo>
                    <a:pt x="177282" y="138960"/>
                  </a:lnTo>
                  <a:lnTo>
                    <a:pt x="176301" y="133728"/>
                  </a:lnTo>
                  <a:lnTo>
                    <a:pt x="175153" y="128530"/>
                  </a:lnTo>
                  <a:lnTo>
                    <a:pt x="173840" y="123371"/>
                  </a:lnTo>
                  <a:lnTo>
                    <a:pt x="172364" y="118256"/>
                  </a:lnTo>
                  <a:lnTo>
                    <a:pt x="170725" y="113191"/>
                  </a:lnTo>
                  <a:lnTo>
                    <a:pt x="168927" y="108181"/>
                  </a:lnTo>
                  <a:lnTo>
                    <a:pt x="166969" y="103230"/>
                  </a:lnTo>
                  <a:lnTo>
                    <a:pt x="164855" y="98344"/>
                  </a:lnTo>
                  <a:lnTo>
                    <a:pt x="162586" y="93528"/>
                  </a:lnTo>
                  <a:lnTo>
                    <a:pt x="160165" y="88787"/>
                  </a:lnTo>
                  <a:lnTo>
                    <a:pt x="157595" y="84126"/>
                  </a:lnTo>
                  <a:lnTo>
                    <a:pt x="154877" y="79548"/>
                  </a:lnTo>
                  <a:lnTo>
                    <a:pt x="152015" y="75059"/>
                  </a:lnTo>
                  <a:lnTo>
                    <a:pt x="149012" y="70664"/>
                  </a:lnTo>
                  <a:lnTo>
                    <a:pt x="145870" y="66367"/>
                  </a:lnTo>
                  <a:lnTo>
                    <a:pt x="142592" y="62172"/>
                  </a:lnTo>
                  <a:lnTo>
                    <a:pt x="139183" y="58083"/>
                  </a:lnTo>
                  <a:lnTo>
                    <a:pt x="135646" y="54105"/>
                  </a:lnTo>
                  <a:lnTo>
                    <a:pt x="131983" y="50241"/>
                  </a:lnTo>
                  <a:lnTo>
                    <a:pt x="128199" y="46497"/>
                  </a:lnTo>
                  <a:lnTo>
                    <a:pt x="124298" y="42874"/>
                  </a:lnTo>
                  <a:lnTo>
                    <a:pt x="120284" y="39378"/>
                  </a:lnTo>
                  <a:lnTo>
                    <a:pt x="116161" y="36011"/>
                  </a:lnTo>
                  <a:lnTo>
                    <a:pt x="111932" y="32777"/>
                  </a:lnTo>
                  <a:lnTo>
                    <a:pt x="107602" y="29680"/>
                  </a:lnTo>
                  <a:lnTo>
                    <a:pt x="103176" y="26722"/>
                  </a:lnTo>
                  <a:lnTo>
                    <a:pt x="98658" y="23906"/>
                  </a:lnTo>
                  <a:lnTo>
                    <a:pt x="94053" y="21235"/>
                  </a:lnTo>
                  <a:lnTo>
                    <a:pt x="89365" y="18713"/>
                  </a:lnTo>
                  <a:lnTo>
                    <a:pt x="84599" y="16341"/>
                  </a:lnTo>
                  <a:lnTo>
                    <a:pt x="79760" y="14122"/>
                  </a:lnTo>
                  <a:lnTo>
                    <a:pt x="74853" y="12059"/>
                  </a:lnTo>
                  <a:lnTo>
                    <a:pt x="69882" y="10152"/>
                  </a:lnTo>
                  <a:lnTo>
                    <a:pt x="64854" y="8405"/>
                  </a:lnTo>
                  <a:lnTo>
                    <a:pt x="59772" y="6819"/>
                  </a:lnTo>
                  <a:lnTo>
                    <a:pt x="54642" y="5396"/>
                  </a:lnTo>
                  <a:lnTo>
                    <a:pt x="49470" y="4136"/>
                  </a:lnTo>
                  <a:lnTo>
                    <a:pt x="44260" y="3042"/>
                  </a:lnTo>
                  <a:lnTo>
                    <a:pt x="39018" y="2114"/>
                  </a:lnTo>
                  <a:lnTo>
                    <a:pt x="33749" y="1354"/>
                  </a:lnTo>
                  <a:lnTo>
                    <a:pt x="28459" y="762"/>
                  </a:lnTo>
                  <a:lnTo>
                    <a:pt x="23152" y="338"/>
                  </a:lnTo>
                  <a:lnTo>
                    <a:pt x="17835" y="84"/>
                  </a:lnTo>
                  <a:lnTo>
                    <a:pt x="12512" y="0"/>
                  </a:lnTo>
                  <a:lnTo>
                    <a:pt x="1251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842" y="1681503"/>
              <a:ext cx="12392" cy="167167"/>
            </a:xfrm>
            <a:custGeom>
              <a:avLst/>
              <a:pathLst>
                <a:path w="12392" h="167167">
                  <a:moveTo>
                    <a:pt x="12392" y="0"/>
                  </a:moveTo>
                  <a:lnTo>
                    <a:pt x="0" y="460"/>
                  </a:lnTo>
                  <a:lnTo>
                    <a:pt x="1239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842" y="1681963"/>
              <a:ext cx="12392" cy="166707"/>
            </a:xfrm>
            <a:custGeom>
              <a:avLst/>
              <a:pathLst>
                <a:path w="12392" h="166707">
                  <a:moveTo>
                    <a:pt x="0" y="0"/>
                  </a:moveTo>
                  <a:lnTo>
                    <a:pt x="12392" y="1667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77" y="1681963"/>
              <a:ext cx="334319" cy="333874"/>
            </a:xfrm>
            <a:custGeom>
              <a:avLst/>
              <a:pathLst>
                <a:path w="334319" h="333874">
                  <a:moveTo>
                    <a:pt x="154764" y="0"/>
                  </a:moveTo>
                  <a:lnTo>
                    <a:pt x="149502" y="474"/>
                  </a:lnTo>
                  <a:lnTo>
                    <a:pt x="144258" y="1115"/>
                  </a:lnTo>
                  <a:lnTo>
                    <a:pt x="139036" y="1922"/>
                  </a:lnTo>
                  <a:lnTo>
                    <a:pt x="133843" y="2893"/>
                  </a:lnTo>
                  <a:lnTo>
                    <a:pt x="128683" y="4027"/>
                  </a:lnTo>
                  <a:lnTo>
                    <a:pt x="123561" y="5324"/>
                  </a:lnTo>
                  <a:lnTo>
                    <a:pt x="118483" y="6782"/>
                  </a:lnTo>
                  <a:lnTo>
                    <a:pt x="113454" y="8400"/>
                  </a:lnTo>
                  <a:lnTo>
                    <a:pt x="108478" y="10177"/>
                  </a:lnTo>
                  <a:lnTo>
                    <a:pt x="103561" y="12109"/>
                  </a:lnTo>
                  <a:lnTo>
                    <a:pt x="98707" y="14196"/>
                  </a:lnTo>
                  <a:lnTo>
                    <a:pt x="93922" y="16435"/>
                  </a:lnTo>
                  <a:lnTo>
                    <a:pt x="89209" y="18825"/>
                  </a:lnTo>
                  <a:lnTo>
                    <a:pt x="84575" y="21362"/>
                  </a:lnTo>
                  <a:lnTo>
                    <a:pt x="80023" y="24044"/>
                  </a:lnTo>
                  <a:lnTo>
                    <a:pt x="75558" y="26869"/>
                  </a:lnTo>
                  <a:lnTo>
                    <a:pt x="71185" y="29833"/>
                  </a:lnTo>
                  <a:lnTo>
                    <a:pt x="66908" y="32934"/>
                  </a:lnTo>
                  <a:lnTo>
                    <a:pt x="62730" y="36169"/>
                  </a:lnTo>
                  <a:lnTo>
                    <a:pt x="58657" y="39534"/>
                  </a:lnTo>
                  <a:lnTo>
                    <a:pt x="54693" y="43026"/>
                  </a:lnTo>
                  <a:lnTo>
                    <a:pt x="50841" y="46642"/>
                  </a:lnTo>
                  <a:lnTo>
                    <a:pt x="47105" y="50378"/>
                  </a:lnTo>
                  <a:lnTo>
                    <a:pt x="43488" y="54230"/>
                  </a:lnTo>
                  <a:lnTo>
                    <a:pt x="39996" y="58194"/>
                  </a:lnTo>
                  <a:lnTo>
                    <a:pt x="36630" y="62267"/>
                  </a:lnTo>
                  <a:lnTo>
                    <a:pt x="33395" y="66444"/>
                  </a:lnTo>
                  <a:lnTo>
                    <a:pt x="30293" y="70721"/>
                  </a:lnTo>
                  <a:lnTo>
                    <a:pt x="27328" y="75094"/>
                  </a:lnTo>
                  <a:lnTo>
                    <a:pt x="24503" y="79558"/>
                  </a:lnTo>
                  <a:lnTo>
                    <a:pt x="21820" y="84110"/>
                  </a:lnTo>
                  <a:lnTo>
                    <a:pt x="19283" y="88744"/>
                  </a:lnTo>
                  <a:lnTo>
                    <a:pt x="16893" y="93455"/>
                  </a:lnTo>
                  <a:lnTo>
                    <a:pt x="14653" y="98241"/>
                  </a:lnTo>
                  <a:lnTo>
                    <a:pt x="12566" y="103094"/>
                  </a:lnTo>
                  <a:lnTo>
                    <a:pt x="10633" y="108011"/>
                  </a:lnTo>
                  <a:lnTo>
                    <a:pt x="8856" y="112987"/>
                  </a:lnTo>
                  <a:lnTo>
                    <a:pt x="7237" y="118016"/>
                  </a:lnTo>
                  <a:lnTo>
                    <a:pt x="5779" y="123094"/>
                  </a:lnTo>
                  <a:lnTo>
                    <a:pt x="4481" y="128215"/>
                  </a:lnTo>
                  <a:lnTo>
                    <a:pt x="3346" y="133375"/>
                  </a:lnTo>
                  <a:lnTo>
                    <a:pt x="2374" y="138569"/>
                  </a:lnTo>
                  <a:lnTo>
                    <a:pt x="1568" y="143790"/>
                  </a:lnTo>
                  <a:lnTo>
                    <a:pt x="926" y="149034"/>
                  </a:lnTo>
                  <a:lnTo>
                    <a:pt x="451" y="154296"/>
                  </a:lnTo>
                  <a:lnTo>
                    <a:pt x="142" y="159570"/>
                  </a:lnTo>
                  <a:lnTo>
                    <a:pt x="0" y="164852"/>
                  </a:lnTo>
                  <a:lnTo>
                    <a:pt x="24" y="170135"/>
                  </a:lnTo>
                  <a:lnTo>
                    <a:pt x="216" y="175415"/>
                  </a:lnTo>
                  <a:lnTo>
                    <a:pt x="575" y="180686"/>
                  </a:lnTo>
                  <a:lnTo>
                    <a:pt x="1100" y="185943"/>
                  </a:lnTo>
                  <a:lnTo>
                    <a:pt x="1790" y="191181"/>
                  </a:lnTo>
                  <a:lnTo>
                    <a:pt x="2646" y="196395"/>
                  </a:lnTo>
                  <a:lnTo>
                    <a:pt x="3667" y="201578"/>
                  </a:lnTo>
                  <a:lnTo>
                    <a:pt x="4850" y="206728"/>
                  </a:lnTo>
                  <a:lnTo>
                    <a:pt x="6196" y="211837"/>
                  </a:lnTo>
                  <a:lnTo>
                    <a:pt x="7703" y="216901"/>
                  </a:lnTo>
                  <a:lnTo>
                    <a:pt x="9369" y="221914"/>
                  </a:lnTo>
                  <a:lnTo>
                    <a:pt x="11192" y="226873"/>
                  </a:lnTo>
                  <a:lnTo>
                    <a:pt x="13171" y="231772"/>
                  </a:lnTo>
                  <a:lnTo>
                    <a:pt x="15304" y="236605"/>
                  </a:lnTo>
                  <a:lnTo>
                    <a:pt x="17589" y="241369"/>
                  </a:lnTo>
                  <a:lnTo>
                    <a:pt x="20023" y="246058"/>
                  </a:lnTo>
                  <a:lnTo>
                    <a:pt x="22604" y="250668"/>
                  </a:lnTo>
                  <a:lnTo>
                    <a:pt x="25329" y="255194"/>
                  </a:lnTo>
                  <a:lnTo>
                    <a:pt x="28197" y="259632"/>
                  </a:lnTo>
                  <a:lnTo>
                    <a:pt x="31203" y="263977"/>
                  </a:lnTo>
                  <a:lnTo>
                    <a:pt x="34344" y="268225"/>
                  </a:lnTo>
                  <a:lnTo>
                    <a:pt x="37619" y="272371"/>
                  </a:lnTo>
                  <a:lnTo>
                    <a:pt x="41022" y="276412"/>
                  </a:lnTo>
                  <a:lnTo>
                    <a:pt x="44552" y="280343"/>
                  </a:lnTo>
                  <a:lnTo>
                    <a:pt x="48204" y="284160"/>
                  </a:lnTo>
                  <a:lnTo>
                    <a:pt x="51976" y="287861"/>
                  </a:lnTo>
                  <a:lnTo>
                    <a:pt x="55862" y="291440"/>
                  </a:lnTo>
                  <a:lnTo>
                    <a:pt x="59859" y="294895"/>
                  </a:lnTo>
                  <a:lnTo>
                    <a:pt x="63963" y="298222"/>
                  </a:lnTo>
                  <a:lnTo>
                    <a:pt x="68171" y="301417"/>
                  </a:lnTo>
                  <a:lnTo>
                    <a:pt x="72477" y="304478"/>
                  </a:lnTo>
                  <a:lnTo>
                    <a:pt x="76878" y="307401"/>
                  </a:lnTo>
                  <a:lnTo>
                    <a:pt x="81369" y="310183"/>
                  </a:lnTo>
                  <a:lnTo>
                    <a:pt x="85946" y="312823"/>
                  </a:lnTo>
                  <a:lnTo>
                    <a:pt x="90604" y="315316"/>
                  </a:lnTo>
                  <a:lnTo>
                    <a:pt x="95339" y="317661"/>
                  </a:lnTo>
                  <a:lnTo>
                    <a:pt x="100145" y="319855"/>
                  </a:lnTo>
                  <a:lnTo>
                    <a:pt x="105018" y="321896"/>
                  </a:lnTo>
                  <a:lnTo>
                    <a:pt x="109953" y="323782"/>
                  </a:lnTo>
                  <a:lnTo>
                    <a:pt x="114946" y="325512"/>
                  </a:lnTo>
                  <a:lnTo>
                    <a:pt x="119990" y="327082"/>
                  </a:lnTo>
                  <a:lnTo>
                    <a:pt x="125082" y="328493"/>
                  </a:lnTo>
                  <a:lnTo>
                    <a:pt x="130215" y="329742"/>
                  </a:lnTo>
                  <a:lnTo>
                    <a:pt x="135386" y="330828"/>
                  </a:lnTo>
                  <a:lnTo>
                    <a:pt x="140588" y="331750"/>
                  </a:lnTo>
                  <a:lnTo>
                    <a:pt x="145817" y="332507"/>
                  </a:lnTo>
                  <a:lnTo>
                    <a:pt x="151067" y="333098"/>
                  </a:lnTo>
                  <a:lnTo>
                    <a:pt x="156333" y="333524"/>
                  </a:lnTo>
                  <a:lnTo>
                    <a:pt x="161610" y="333782"/>
                  </a:lnTo>
                  <a:lnTo>
                    <a:pt x="166893" y="333874"/>
                  </a:lnTo>
                  <a:lnTo>
                    <a:pt x="172175" y="333799"/>
                  </a:lnTo>
                  <a:lnTo>
                    <a:pt x="177453" y="333557"/>
                  </a:lnTo>
                  <a:lnTo>
                    <a:pt x="182721" y="333148"/>
                  </a:lnTo>
                  <a:lnTo>
                    <a:pt x="187973" y="332573"/>
                  </a:lnTo>
                  <a:lnTo>
                    <a:pt x="193204" y="331833"/>
                  </a:lnTo>
                  <a:lnTo>
                    <a:pt x="198409" y="330927"/>
                  </a:lnTo>
                  <a:lnTo>
                    <a:pt x="203583" y="329857"/>
                  </a:lnTo>
                  <a:lnTo>
                    <a:pt x="208720" y="328625"/>
                  </a:lnTo>
                  <a:lnTo>
                    <a:pt x="213816" y="327231"/>
                  </a:lnTo>
                  <a:lnTo>
                    <a:pt x="218866" y="325676"/>
                  </a:lnTo>
                  <a:lnTo>
                    <a:pt x="223863" y="323962"/>
                  </a:lnTo>
                  <a:lnTo>
                    <a:pt x="228805" y="322092"/>
                  </a:lnTo>
                  <a:lnTo>
                    <a:pt x="233684" y="320066"/>
                  </a:lnTo>
                  <a:lnTo>
                    <a:pt x="238497" y="317887"/>
                  </a:lnTo>
                  <a:lnTo>
                    <a:pt x="243239" y="315557"/>
                  </a:lnTo>
                  <a:lnTo>
                    <a:pt x="247905" y="313079"/>
                  </a:lnTo>
                  <a:lnTo>
                    <a:pt x="252490" y="310454"/>
                  </a:lnTo>
                  <a:lnTo>
                    <a:pt x="256990" y="307685"/>
                  </a:lnTo>
                  <a:lnTo>
                    <a:pt x="261400" y="304776"/>
                  </a:lnTo>
                  <a:lnTo>
                    <a:pt x="265716" y="301729"/>
                  </a:lnTo>
                  <a:lnTo>
                    <a:pt x="269934" y="298547"/>
                  </a:lnTo>
                  <a:lnTo>
                    <a:pt x="274049" y="295233"/>
                  </a:lnTo>
                  <a:lnTo>
                    <a:pt x="278057" y="291791"/>
                  </a:lnTo>
                  <a:lnTo>
                    <a:pt x="281954" y="288224"/>
                  </a:lnTo>
                  <a:lnTo>
                    <a:pt x="285737" y="284536"/>
                  </a:lnTo>
                  <a:lnTo>
                    <a:pt x="289401" y="280730"/>
                  </a:lnTo>
                  <a:lnTo>
                    <a:pt x="292944" y="276810"/>
                  </a:lnTo>
                  <a:lnTo>
                    <a:pt x="296360" y="272780"/>
                  </a:lnTo>
                  <a:lnTo>
                    <a:pt x="299648" y="268644"/>
                  </a:lnTo>
                  <a:lnTo>
                    <a:pt x="302803" y="264406"/>
                  </a:lnTo>
                  <a:lnTo>
                    <a:pt x="305822" y="260071"/>
                  </a:lnTo>
                  <a:lnTo>
                    <a:pt x="308703" y="255642"/>
                  </a:lnTo>
                  <a:lnTo>
                    <a:pt x="311443" y="251125"/>
                  </a:lnTo>
                  <a:lnTo>
                    <a:pt x="314039" y="246523"/>
                  </a:lnTo>
                  <a:lnTo>
                    <a:pt x="316488" y="241841"/>
                  </a:lnTo>
                  <a:lnTo>
                    <a:pt x="318787" y="237085"/>
                  </a:lnTo>
                  <a:lnTo>
                    <a:pt x="320936" y="232258"/>
                  </a:lnTo>
                  <a:lnTo>
                    <a:pt x="322930" y="227366"/>
                  </a:lnTo>
                  <a:lnTo>
                    <a:pt x="324770" y="222413"/>
                  </a:lnTo>
                  <a:lnTo>
                    <a:pt x="326451" y="217404"/>
                  </a:lnTo>
                  <a:lnTo>
                    <a:pt x="327974" y="212345"/>
                  </a:lnTo>
                  <a:lnTo>
                    <a:pt x="329336" y="207240"/>
                  </a:lnTo>
                  <a:lnTo>
                    <a:pt x="330535" y="202095"/>
                  </a:lnTo>
                  <a:lnTo>
                    <a:pt x="331572" y="196914"/>
                  </a:lnTo>
                  <a:lnTo>
                    <a:pt x="332445" y="191704"/>
                  </a:lnTo>
                  <a:lnTo>
                    <a:pt x="333152" y="186468"/>
                  </a:lnTo>
                  <a:lnTo>
                    <a:pt x="333694" y="181212"/>
                  </a:lnTo>
                  <a:lnTo>
                    <a:pt x="334069" y="175942"/>
                  </a:lnTo>
                  <a:lnTo>
                    <a:pt x="334277" y="170663"/>
                  </a:lnTo>
                  <a:lnTo>
                    <a:pt x="334319" y="165380"/>
                  </a:lnTo>
                  <a:lnTo>
                    <a:pt x="334193" y="160098"/>
                  </a:lnTo>
                  <a:lnTo>
                    <a:pt x="333901" y="154823"/>
                  </a:lnTo>
                  <a:lnTo>
                    <a:pt x="333442" y="149560"/>
                  </a:lnTo>
                  <a:lnTo>
                    <a:pt x="332817" y="144313"/>
                  </a:lnTo>
                  <a:lnTo>
                    <a:pt x="332027" y="139089"/>
                  </a:lnTo>
                  <a:lnTo>
                    <a:pt x="331072" y="133893"/>
                  </a:lnTo>
                  <a:lnTo>
                    <a:pt x="329953" y="128730"/>
                  </a:lnTo>
                  <a:lnTo>
                    <a:pt x="328672" y="123604"/>
                  </a:lnTo>
                  <a:lnTo>
                    <a:pt x="327229" y="118522"/>
                  </a:lnTo>
                  <a:lnTo>
                    <a:pt x="325626" y="113487"/>
                  </a:lnTo>
                  <a:lnTo>
                    <a:pt x="323865" y="108506"/>
                  </a:lnTo>
                  <a:lnTo>
                    <a:pt x="321948" y="103583"/>
                  </a:lnTo>
                  <a:lnTo>
                    <a:pt x="319876" y="98723"/>
                  </a:lnTo>
                  <a:lnTo>
                    <a:pt x="317651" y="93931"/>
                  </a:lnTo>
                  <a:lnTo>
                    <a:pt x="315276" y="89211"/>
                  </a:lnTo>
                  <a:lnTo>
                    <a:pt x="312753" y="84569"/>
                  </a:lnTo>
                  <a:lnTo>
                    <a:pt x="310085" y="80009"/>
                  </a:lnTo>
                  <a:lnTo>
                    <a:pt x="307274" y="75536"/>
                  </a:lnTo>
                  <a:lnTo>
                    <a:pt x="304323" y="71154"/>
                  </a:lnTo>
                  <a:lnTo>
                    <a:pt x="301235" y="66867"/>
                  </a:lnTo>
                  <a:lnTo>
                    <a:pt x="298013" y="62680"/>
                  </a:lnTo>
                  <a:lnTo>
                    <a:pt x="294660" y="58596"/>
                  </a:lnTo>
                  <a:lnTo>
                    <a:pt x="291180" y="54621"/>
                  </a:lnTo>
                  <a:lnTo>
                    <a:pt x="287576" y="50758"/>
                  </a:lnTo>
                  <a:lnTo>
                    <a:pt x="283852" y="47010"/>
                  </a:lnTo>
                  <a:lnTo>
                    <a:pt x="280011" y="43383"/>
                  </a:lnTo>
                  <a:lnTo>
                    <a:pt x="276057" y="39878"/>
                  </a:lnTo>
                  <a:lnTo>
                    <a:pt x="271995" y="36500"/>
                  </a:lnTo>
                  <a:lnTo>
                    <a:pt x="267828" y="33252"/>
                  </a:lnTo>
                  <a:lnTo>
                    <a:pt x="263560" y="30137"/>
                  </a:lnTo>
                  <a:lnTo>
                    <a:pt x="259196" y="27159"/>
                  </a:lnTo>
                  <a:lnTo>
                    <a:pt x="254740" y="24320"/>
                  </a:lnTo>
                  <a:lnTo>
                    <a:pt x="250197" y="21623"/>
                  </a:lnTo>
                  <a:lnTo>
                    <a:pt x="245571" y="19072"/>
                  </a:lnTo>
                  <a:lnTo>
                    <a:pt x="240866" y="16667"/>
                  </a:lnTo>
                  <a:lnTo>
                    <a:pt x="236088" y="14413"/>
                  </a:lnTo>
                  <a:lnTo>
                    <a:pt x="231241" y="12311"/>
                  </a:lnTo>
                  <a:lnTo>
                    <a:pt x="226330" y="10363"/>
                  </a:lnTo>
                  <a:lnTo>
                    <a:pt x="221360" y="8571"/>
                  </a:lnTo>
                  <a:lnTo>
                    <a:pt x="216335" y="6937"/>
                  </a:lnTo>
                  <a:lnTo>
                    <a:pt x="211262" y="5463"/>
                  </a:lnTo>
                  <a:lnTo>
                    <a:pt x="206144" y="4150"/>
                  </a:lnTo>
                  <a:lnTo>
                    <a:pt x="200988" y="2999"/>
                  </a:lnTo>
                  <a:lnTo>
                    <a:pt x="167157" y="1667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33831" cy="167167"/>
            </a:xfrm>
            <a:custGeom>
              <a:avLst/>
              <a:pathLst>
                <a:path w="33831" h="167167">
                  <a:moveTo>
                    <a:pt x="33831" y="3459"/>
                  </a:moveTo>
                  <a:lnTo>
                    <a:pt x="27132" y="2216"/>
                  </a:lnTo>
                  <a:lnTo>
                    <a:pt x="20389" y="1248"/>
                  </a:lnTo>
                  <a:lnTo>
                    <a:pt x="13611" y="555"/>
                  </a:lnTo>
                  <a:lnTo>
                    <a:pt x="6811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9" y="1322571"/>
              <a:ext cx="167159" cy="324894"/>
            </a:xfrm>
            <a:custGeom>
              <a:avLst/>
              <a:pathLst>
                <a:path w="167159" h="324894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4" y="763"/>
                  </a:lnTo>
                  <a:lnTo>
                    <a:pt x="145911" y="1355"/>
                  </a:lnTo>
                  <a:lnTo>
                    <a:pt x="140640" y="2116"/>
                  </a:lnTo>
                  <a:lnTo>
                    <a:pt x="135395" y="3045"/>
                  </a:lnTo>
                  <a:lnTo>
                    <a:pt x="130183" y="4140"/>
                  </a:lnTo>
                  <a:lnTo>
                    <a:pt x="125008" y="5401"/>
                  </a:lnTo>
                  <a:lnTo>
                    <a:pt x="119876" y="6826"/>
                  </a:lnTo>
                  <a:lnTo>
                    <a:pt x="114792" y="8414"/>
                  </a:lnTo>
                  <a:lnTo>
                    <a:pt x="109761" y="10163"/>
                  </a:lnTo>
                  <a:lnTo>
                    <a:pt x="104789" y="12071"/>
                  </a:lnTo>
                  <a:lnTo>
                    <a:pt x="99879" y="14136"/>
                  </a:lnTo>
                  <a:lnTo>
                    <a:pt x="95038" y="16357"/>
                  </a:lnTo>
                  <a:lnTo>
                    <a:pt x="90270" y="18732"/>
                  </a:lnTo>
                  <a:lnTo>
                    <a:pt x="85581" y="21256"/>
                  </a:lnTo>
                  <a:lnTo>
                    <a:pt x="80974" y="23929"/>
                  </a:lnTo>
                  <a:lnTo>
                    <a:pt x="76454" y="26748"/>
                  </a:lnTo>
                  <a:lnTo>
                    <a:pt x="72027" y="29709"/>
                  </a:lnTo>
                  <a:lnTo>
                    <a:pt x="67696" y="32809"/>
                  </a:lnTo>
                  <a:lnTo>
                    <a:pt x="63466" y="36046"/>
                  </a:lnTo>
                  <a:lnTo>
                    <a:pt x="59342" y="39416"/>
                  </a:lnTo>
                  <a:lnTo>
                    <a:pt x="55327" y="42915"/>
                  </a:lnTo>
                  <a:lnTo>
                    <a:pt x="51425" y="46541"/>
                  </a:lnTo>
                  <a:lnTo>
                    <a:pt x="47641" y="50289"/>
                  </a:lnTo>
                  <a:lnTo>
                    <a:pt x="43978" y="54156"/>
                  </a:lnTo>
                  <a:lnTo>
                    <a:pt x="40441" y="58138"/>
                  </a:lnTo>
                  <a:lnTo>
                    <a:pt x="37032" y="62230"/>
                  </a:lnTo>
                  <a:lnTo>
                    <a:pt x="33755" y="66429"/>
                  </a:lnTo>
                  <a:lnTo>
                    <a:pt x="30613" y="70730"/>
                  </a:lnTo>
                  <a:lnTo>
                    <a:pt x="27610" y="75129"/>
                  </a:lnTo>
                  <a:lnTo>
                    <a:pt x="24749" y="79621"/>
                  </a:lnTo>
                  <a:lnTo>
                    <a:pt x="22032" y="84202"/>
                  </a:lnTo>
                  <a:lnTo>
                    <a:pt x="19463" y="88868"/>
                  </a:lnTo>
                  <a:lnTo>
                    <a:pt x="17044" y="93613"/>
                  </a:lnTo>
                  <a:lnTo>
                    <a:pt x="14777" y="98432"/>
                  </a:lnTo>
                  <a:lnTo>
                    <a:pt x="12664" y="103322"/>
                  </a:lnTo>
                  <a:lnTo>
                    <a:pt x="10709" y="108276"/>
                  </a:lnTo>
                  <a:lnTo>
                    <a:pt x="8912" y="113290"/>
                  </a:lnTo>
                  <a:lnTo>
                    <a:pt x="7276" y="118359"/>
                  </a:lnTo>
                  <a:lnTo>
                    <a:pt x="5802" y="123477"/>
                  </a:lnTo>
                  <a:lnTo>
                    <a:pt x="4492" y="128640"/>
                  </a:lnTo>
                  <a:lnTo>
                    <a:pt x="3347" y="133841"/>
                  </a:lnTo>
                  <a:lnTo>
                    <a:pt x="2369" y="139077"/>
                  </a:lnTo>
                  <a:lnTo>
                    <a:pt x="1558" y="144341"/>
                  </a:lnTo>
                  <a:lnTo>
                    <a:pt x="915" y="149628"/>
                  </a:lnTo>
                  <a:lnTo>
                    <a:pt x="440" y="154933"/>
                  </a:lnTo>
                  <a:lnTo>
                    <a:pt x="135" y="160250"/>
                  </a:lnTo>
                  <a:lnTo>
                    <a:pt x="0" y="165575"/>
                  </a:lnTo>
                  <a:lnTo>
                    <a:pt x="34" y="170901"/>
                  </a:lnTo>
                  <a:lnTo>
                    <a:pt x="237" y="176223"/>
                  </a:lnTo>
                  <a:lnTo>
                    <a:pt x="611" y="181536"/>
                  </a:lnTo>
                  <a:lnTo>
                    <a:pt x="1153" y="186835"/>
                  </a:lnTo>
                  <a:lnTo>
                    <a:pt x="1864" y="192113"/>
                  </a:lnTo>
                  <a:lnTo>
                    <a:pt x="2742" y="197367"/>
                  </a:lnTo>
                  <a:lnTo>
                    <a:pt x="3788" y="202589"/>
                  </a:lnTo>
                  <a:lnTo>
                    <a:pt x="4999" y="207776"/>
                  </a:lnTo>
                  <a:lnTo>
                    <a:pt x="6375" y="212921"/>
                  </a:lnTo>
                  <a:lnTo>
                    <a:pt x="7915" y="218020"/>
                  </a:lnTo>
                  <a:lnTo>
                    <a:pt x="9615" y="223067"/>
                  </a:lnTo>
                  <a:lnTo>
                    <a:pt x="11476" y="228058"/>
                  </a:lnTo>
                  <a:lnTo>
                    <a:pt x="13495" y="232987"/>
                  </a:lnTo>
                  <a:lnTo>
                    <a:pt x="15670" y="237849"/>
                  </a:lnTo>
                  <a:lnTo>
                    <a:pt x="17998" y="242639"/>
                  </a:lnTo>
                  <a:lnTo>
                    <a:pt x="20479" y="247352"/>
                  </a:lnTo>
                  <a:lnTo>
                    <a:pt x="23107" y="251984"/>
                  </a:lnTo>
                  <a:lnTo>
                    <a:pt x="25883" y="256530"/>
                  </a:lnTo>
                  <a:lnTo>
                    <a:pt x="28801" y="260986"/>
                  </a:lnTo>
                  <a:lnTo>
                    <a:pt x="31860" y="265346"/>
                  </a:lnTo>
                  <a:lnTo>
                    <a:pt x="35057" y="269606"/>
                  </a:lnTo>
                  <a:lnTo>
                    <a:pt x="38387" y="273763"/>
                  </a:lnTo>
                  <a:lnTo>
                    <a:pt x="41848" y="277811"/>
                  </a:lnTo>
                  <a:lnTo>
                    <a:pt x="45437" y="281747"/>
                  </a:lnTo>
                  <a:lnTo>
                    <a:pt x="49149" y="285567"/>
                  </a:lnTo>
                  <a:lnTo>
                    <a:pt x="52981" y="289266"/>
                  </a:lnTo>
                  <a:lnTo>
                    <a:pt x="56928" y="292841"/>
                  </a:lnTo>
                  <a:lnTo>
                    <a:pt x="60988" y="296289"/>
                  </a:lnTo>
                  <a:lnTo>
                    <a:pt x="65155" y="299606"/>
                  </a:lnTo>
                  <a:lnTo>
                    <a:pt x="69426" y="302788"/>
                  </a:lnTo>
                  <a:lnTo>
                    <a:pt x="73796" y="305833"/>
                  </a:lnTo>
                  <a:lnTo>
                    <a:pt x="78261" y="308737"/>
                  </a:lnTo>
                  <a:lnTo>
                    <a:pt x="82816" y="311497"/>
                  </a:lnTo>
                  <a:lnTo>
                    <a:pt x="87457" y="314111"/>
                  </a:lnTo>
                  <a:lnTo>
                    <a:pt x="92179" y="316575"/>
                  </a:lnTo>
                  <a:lnTo>
                    <a:pt x="96977" y="318888"/>
                  </a:lnTo>
                  <a:lnTo>
                    <a:pt x="101846" y="321047"/>
                  </a:lnTo>
                  <a:lnTo>
                    <a:pt x="106781" y="323050"/>
                  </a:lnTo>
                  <a:lnTo>
                    <a:pt x="111778" y="324894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5657" y="1489739"/>
              <a:ext cx="55381" cy="157727"/>
            </a:xfrm>
            <a:custGeom>
              <a:avLst/>
              <a:pathLst>
                <a:path w="55381" h="157727">
                  <a:moveTo>
                    <a:pt x="0" y="157727"/>
                  </a:moveTo>
                  <a:lnTo>
                    <a:pt x="553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5657" y="1324824"/>
              <a:ext cx="222547" cy="332068"/>
            </a:xfrm>
            <a:custGeom>
              <a:avLst/>
              <a:pathLst>
                <a:path w="222547" h="332068">
                  <a:moveTo>
                    <a:pt x="0" y="322641"/>
                  </a:moveTo>
                  <a:lnTo>
                    <a:pt x="5054" y="324326"/>
                  </a:lnTo>
                  <a:lnTo>
                    <a:pt x="10160" y="325849"/>
                  </a:lnTo>
                  <a:lnTo>
                    <a:pt x="15312" y="327208"/>
                  </a:lnTo>
                  <a:lnTo>
                    <a:pt x="20504" y="328403"/>
                  </a:lnTo>
                  <a:lnTo>
                    <a:pt x="25732" y="329431"/>
                  </a:lnTo>
                  <a:lnTo>
                    <a:pt x="30990" y="330293"/>
                  </a:lnTo>
                  <a:lnTo>
                    <a:pt x="36273" y="330986"/>
                  </a:lnTo>
                  <a:lnTo>
                    <a:pt x="41575" y="331511"/>
                  </a:lnTo>
                  <a:lnTo>
                    <a:pt x="46891" y="331866"/>
                  </a:lnTo>
                  <a:lnTo>
                    <a:pt x="52216" y="332052"/>
                  </a:lnTo>
                  <a:lnTo>
                    <a:pt x="57544" y="332068"/>
                  </a:lnTo>
                  <a:lnTo>
                    <a:pt x="62870" y="331914"/>
                  </a:lnTo>
                  <a:lnTo>
                    <a:pt x="68188" y="331590"/>
                  </a:lnTo>
                  <a:lnTo>
                    <a:pt x="73494" y="331097"/>
                  </a:lnTo>
                  <a:lnTo>
                    <a:pt x="78781" y="330436"/>
                  </a:lnTo>
                  <a:lnTo>
                    <a:pt x="84044" y="329606"/>
                  </a:lnTo>
                  <a:lnTo>
                    <a:pt x="89278" y="328609"/>
                  </a:lnTo>
                  <a:lnTo>
                    <a:pt x="94477" y="327446"/>
                  </a:lnTo>
                  <a:lnTo>
                    <a:pt x="99637" y="326117"/>
                  </a:lnTo>
                  <a:lnTo>
                    <a:pt x="104752" y="324625"/>
                  </a:lnTo>
                  <a:lnTo>
                    <a:pt x="109816" y="322970"/>
                  </a:lnTo>
                  <a:lnTo>
                    <a:pt x="114826" y="321155"/>
                  </a:lnTo>
                  <a:lnTo>
                    <a:pt x="119775" y="319181"/>
                  </a:lnTo>
                  <a:lnTo>
                    <a:pt x="124658" y="317051"/>
                  </a:lnTo>
                  <a:lnTo>
                    <a:pt x="129472" y="314766"/>
                  </a:lnTo>
                  <a:lnTo>
                    <a:pt x="134210" y="312329"/>
                  </a:lnTo>
                  <a:lnTo>
                    <a:pt x="138868" y="309742"/>
                  </a:lnTo>
                  <a:lnTo>
                    <a:pt x="143441" y="307007"/>
                  </a:lnTo>
                  <a:lnTo>
                    <a:pt x="147924" y="304129"/>
                  </a:lnTo>
                  <a:lnTo>
                    <a:pt x="152314" y="301109"/>
                  </a:lnTo>
                  <a:lnTo>
                    <a:pt x="156605" y="297951"/>
                  </a:lnTo>
                  <a:lnTo>
                    <a:pt x="160793" y="294657"/>
                  </a:lnTo>
                  <a:lnTo>
                    <a:pt x="164874" y="291232"/>
                  </a:lnTo>
                  <a:lnTo>
                    <a:pt x="168844" y="287678"/>
                  </a:lnTo>
                  <a:lnTo>
                    <a:pt x="172699" y="284000"/>
                  </a:lnTo>
                  <a:lnTo>
                    <a:pt x="176435" y="280201"/>
                  </a:lnTo>
                  <a:lnTo>
                    <a:pt x="180047" y="276284"/>
                  </a:lnTo>
                  <a:lnTo>
                    <a:pt x="183533" y="272255"/>
                  </a:lnTo>
                  <a:lnTo>
                    <a:pt x="186889" y="268116"/>
                  </a:lnTo>
                  <a:lnTo>
                    <a:pt x="190111" y="263873"/>
                  </a:lnTo>
                  <a:lnTo>
                    <a:pt x="193196" y="259529"/>
                  </a:lnTo>
                  <a:lnTo>
                    <a:pt x="196141" y="255089"/>
                  </a:lnTo>
                  <a:lnTo>
                    <a:pt x="198944" y="250557"/>
                  </a:lnTo>
                  <a:lnTo>
                    <a:pt x="201600" y="245939"/>
                  </a:lnTo>
                  <a:lnTo>
                    <a:pt x="204108" y="241238"/>
                  </a:lnTo>
                  <a:lnTo>
                    <a:pt x="206465" y="236459"/>
                  </a:lnTo>
                  <a:lnTo>
                    <a:pt x="208668" y="231608"/>
                  </a:lnTo>
                  <a:lnTo>
                    <a:pt x="210716" y="226689"/>
                  </a:lnTo>
                  <a:lnTo>
                    <a:pt x="212605" y="221707"/>
                  </a:lnTo>
                  <a:lnTo>
                    <a:pt x="214335" y="216668"/>
                  </a:lnTo>
                  <a:lnTo>
                    <a:pt x="215904" y="211576"/>
                  </a:lnTo>
                  <a:lnTo>
                    <a:pt x="217310" y="206437"/>
                  </a:lnTo>
                  <a:lnTo>
                    <a:pt x="218551" y="201255"/>
                  </a:lnTo>
                  <a:lnTo>
                    <a:pt x="219626" y="196037"/>
                  </a:lnTo>
                  <a:lnTo>
                    <a:pt x="220534" y="190786"/>
                  </a:lnTo>
                  <a:lnTo>
                    <a:pt x="221275" y="185510"/>
                  </a:lnTo>
                  <a:lnTo>
                    <a:pt x="221847" y="180213"/>
                  </a:lnTo>
                  <a:lnTo>
                    <a:pt x="222250" y="174900"/>
                  </a:lnTo>
                  <a:lnTo>
                    <a:pt x="222483" y="169577"/>
                  </a:lnTo>
                  <a:lnTo>
                    <a:pt x="222547" y="164249"/>
                  </a:lnTo>
                  <a:lnTo>
                    <a:pt x="222441" y="158922"/>
                  </a:lnTo>
                  <a:lnTo>
                    <a:pt x="222165" y="153601"/>
                  </a:lnTo>
                  <a:lnTo>
                    <a:pt x="221720" y="148292"/>
                  </a:lnTo>
                  <a:lnTo>
                    <a:pt x="221106" y="142999"/>
                  </a:lnTo>
                  <a:lnTo>
                    <a:pt x="220323" y="137729"/>
                  </a:lnTo>
                  <a:lnTo>
                    <a:pt x="219373" y="132486"/>
                  </a:lnTo>
                  <a:lnTo>
                    <a:pt x="218256" y="127276"/>
                  </a:lnTo>
                  <a:lnTo>
                    <a:pt x="216974" y="122105"/>
                  </a:lnTo>
                  <a:lnTo>
                    <a:pt x="215528" y="116977"/>
                  </a:lnTo>
                  <a:lnTo>
                    <a:pt x="213919" y="111898"/>
                  </a:lnTo>
                  <a:lnTo>
                    <a:pt x="212149" y="106872"/>
                  </a:lnTo>
                  <a:lnTo>
                    <a:pt x="210219" y="101906"/>
                  </a:lnTo>
                  <a:lnTo>
                    <a:pt x="208133" y="97003"/>
                  </a:lnTo>
                  <a:lnTo>
                    <a:pt x="205891" y="92170"/>
                  </a:lnTo>
                  <a:lnTo>
                    <a:pt x="203496" y="87410"/>
                  </a:lnTo>
                  <a:lnTo>
                    <a:pt x="200951" y="82729"/>
                  </a:lnTo>
                  <a:lnTo>
                    <a:pt x="198258" y="78132"/>
                  </a:lnTo>
                  <a:lnTo>
                    <a:pt x="195420" y="73623"/>
                  </a:lnTo>
                  <a:lnTo>
                    <a:pt x="192439" y="69206"/>
                  </a:lnTo>
                  <a:lnTo>
                    <a:pt x="189319" y="64887"/>
                  </a:lnTo>
                  <a:lnTo>
                    <a:pt x="186064" y="60669"/>
                  </a:lnTo>
                  <a:lnTo>
                    <a:pt x="182675" y="56557"/>
                  </a:lnTo>
                  <a:lnTo>
                    <a:pt x="179157" y="52556"/>
                  </a:lnTo>
                  <a:lnTo>
                    <a:pt x="175514" y="48668"/>
                  </a:lnTo>
                  <a:lnTo>
                    <a:pt x="171748" y="44899"/>
                  </a:lnTo>
                  <a:lnTo>
                    <a:pt x="167864" y="41251"/>
                  </a:lnTo>
                  <a:lnTo>
                    <a:pt x="163866" y="37729"/>
                  </a:lnTo>
                  <a:lnTo>
                    <a:pt x="159758" y="34337"/>
                  </a:lnTo>
                  <a:lnTo>
                    <a:pt x="155543" y="31077"/>
                  </a:lnTo>
                  <a:lnTo>
                    <a:pt x="151227" y="27953"/>
                  </a:lnTo>
                  <a:lnTo>
                    <a:pt x="146814" y="24968"/>
                  </a:lnTo>
                  <a:lnTo>
                    <a:pt x="142307" y="22125"/>
                  </a:lnTo>
                  <a:lnTo>
                    <a:pt x="137713" y="19427"/>
                  </a:lnTo>
                  <a:lnTo>
                    <a:pt x="133034" y="16877"/>
                  </a:lnTo>
                  <a:lnTo>
                    <a:pt x="128277" y="14478"/>
                  </a:lnTo>
                  <a:lnTo>
                    <a:pt x="123446" y="12231"/>
                  </a:lnTo>
                  <a:lnTo>
                    <a:pt x="118546" y="10140"/>
                  </a:lnTo>
                  <a:lnTo>
                    <a:pt x="113581" y="8205"/>
                  </a:lnTo>
                  <a:lnTo>
                    <a:pt x="108557" y="6430"/>
                  </a:lnTo>
                  <a:lnTo>
                    <a:pt x="103480" y="4816"/>
                  </a:lnTo>
                  <a:lnTo>
                    <a:pt x="98353" y="3364"/>
                  </a:lnTo>
                  <a:lnTo>
                    <a:pt x="93183" y="2077"/>
                  </a:lnTo>
                  <a:lnTo>
                    <a:pt x="87974" y="955"/>
                  </a:lnTo>
                  <a:lnTo>
                    <a:pt x="82733" y="0"/>
                  </a:lnTo>
                  <a:lnTo>
                    <a:pt x="55381" y="1649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27351" cy="167167"/>
            </a:xfrm>
            <a:custGeom>
              <a:avLst/>
              <a:pathLst>
                <a:path w="27351" h="167167">
                  <a:moveTo>
                    <a:pt x="27351" y="2252"/>
                  </a:moveTo>
                  <a:lnTo>
                    <a:pt x="20554" y="1268"/>
                  </a:lnTo>
                  <a:lnTo>
                    <a:pt x="13722" y="564"/>
                  </a:lnTo>
                  <a:lnTo>
                    <a:pt x="6866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102" y="1071028"/>
              <a:ext cx="167156" cy="299271"/>
            </a:xfrm>
            <a:custGeom>
              <a:avLst/>
              <a:pathLst>
                <a:path w="167156" h="299271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2" y="761"/>
                  </a:lnTo>
                  <a:lnTo>
                    <a:pt x="145936" y="1352"/>
                  </a:lnTo>
                  <a:lnTo>
                    <a:pt x="140671" y="2111"/>
                  </a:lnTo>
                  <a:lnTo>
                    <a:pt x="135433" y="3037"/>
                  </a:lnTo>
                  <a:lnTo>
                    <a:pt x="130227" y="4129"/>
                  </a:lnTo>
                  <a:lnTo>
                    <a:pt x="125059" y="5387"/>
                  </a:lnTo>
                  <a:lnTo>
                    <a:pt x="119933" y="6808"/>
                  </a:lnTo>
                  <a:lnTo>
                    <a:pt x="114855" y="8392"/>
                  </a:lnTo>
                  <a:lnTo>
                    <a:pt x="109830" y="10136"/>
                  </a:lnTo>
                  <a:lnTo>
                    <a:pt x="104863" y="12039"/>
                  </a:lnTo>
                  <a:lnTo>
                    <a:pt x="99959" y="14100"/>
                  </a:lnTo>
                  <a:lnTo>
                    <a:pt x="95123" y="16315"/>
                  </a:lnTo>
                  <a:lnTo>
                    <a:pt x="90360" y="18683"/>
                  </a:lnTo>
                  <a:lnTo>
                    <a:pt x="85675" y="21202"/>
                  </a:lnTo>
                  <a:lnTo>
                    <a:pt x="81072" y="23868"/>
                  </a:lnTo>
                  <a:lnTo>
                    <a:pt x="76557" y="26679"/>
                  </a:lnTo>
                  <a:lnTo>
                    <a:pt x="72133" y="29633"/>
                  </a:lnTo>
                  <a:lnTo>
                    <a:pt x="67806" y="32726"/>
                  </a:lnTo>
                  <a:lnTo>
                    <a:pt x="63579" y="35954"/>
                  </a:lnTo>
                  <a:lnTo>
                    <a:pt x="59456" y="39316"/>
                  </a:lnTo>
                  <a:lnTo>
                    <a:pt x="55443" y="42807"/>
                  </a:lnTo>
                  <a:lnTo>
                    <a:pt x="51543" y="46425"/>
                  </a:lnTo>
                  <a:lnTo>
                    <a:pt x="47760" y="50164"/>
                  </a:lnTo>
                  <a:lnTo>
                    <a:pt x="44098" y="54022"/>
                  </a:lnTo>
                  <a:lnTo>
                    <a:pt x="40561" y="57994"/>
                  </a:lnTo>
                  <a:lnTo>
                    <a:pt x="37152" y="62077"/>
                  </a:lnTo>
                  <a:lnTo>
                    <a:pt x="33874" y="66266"/>
                  </a:lnTo>
                  <a:lnTo>
                    <a:pt x="30731" y="70558"/>
                  </a:lnTo>
                  <a:lnTo>
                    <a:pt x="27727" y="74947"/>
                  </a:lnTo>
                  <a:lnTo>
                    <a:pt x="24863" y="79430"/>
                  </a:lnTo>
                  <a:lnTo>
                    <a:pt x="22144" y="84001"/>
                  </a:lnTo>
                  <a:lnTo>
                    <a:pt x="19571" y="88657"/>
                  </a:lnTo>
                  <a:lnTo>
                    <a:pt x="17148" y="93392"/>
                  </a:lnTo>
                  <a:lnTo>
                    <a:pt x="14877" y="98202"/>
                  </a:lnTo>
                  <a:lnTo>
                    <a:pt x="12760" y="103082"/>
                  </a:lnTo>
                  <a:lnTo>
                    <a:pt x="10799" y="108026"/>
                  </a:lnTo>
                  <a:lnTo>
                    <a:pt x="8997" y="113031"/>
                  </a:lnTo>
                  <a:lnTo>
                    <a:pt x="7355" y="118090"/>
                  </a:lnTo>
                  <a:lnTo>
                    <a:pt x="5874" y="123199"/>
                  </a:lnTo>
                  <a:lnTo>
                    <a:pt x="4557" y="128353"/>
                  </a:lnTo>
                  <a:lnTo>
                    <a:pt x="3404" y="133546"/>
                  </a:lnTo>
                  <a:lnTo>
                    <a:pt x="2417" y="138772"/>
                  </a:lnTo>
                  <a:lnTo>
                    <a:pt x="1597" y="144028"/>
                  </a:lnTo>
                  <a:lnTo>
                    <a:pt x="945" y="149307"/>
                  </a:lnTo>
                  <a:lnTo>
                    <a:pt x="461" y="154604"/>
                  </a:lnTo>
                  <a:lnTo>
                    <a:pt x="146" y="159914"/>
                  </a:lnTo>
                  <a:lnTo>
                    <a:pt x="0" y="165231"/>
                  </a:lnTo>
                  <a:lnTo>
                    <a:pt x="23" y="170550"/>
                  </a:lnTo>
                  <a:lnTo>
                    <a:pt x="215" y="175866"/>
                  </a:lnTo>
                  <a:lnTo>
                    <a:pt x="576" y="181173"/>
                  </a:lnTo>
                  <a:lnTo>
                    <a:pt x="1106" y="186465"/>
                  </a:lnTo>
                  <a:lnTo>
                    <a:pt x="1804" y="191739"/>
                  </a:lnTo>
                  <a:lnTo>
                    <a:pt x="2669" y="196987"/>
                  </a:lnTo>
                  <a:lnTo>
                    <a:pt x="3701" y="202205"/>
                  </a:lnTo>
                  <a:lnTo>
                    <a:pt x="4899" y="207388"/>
                  </a:lnTo>
                  <a:lnTo>
                    <a:pt x="6261" y="212529"/>
                  </a:lnTo>
                  <a:lnTo>
                    <a:pt x="7785" y="217625"/>
                  </a:lnTo>
                  <a:lnTo>
                    <a:pt x="9471" y="222670"/>
                  </a:lnTo>
                  <a:lnTo>
                    <a:pt x="11317" y="227659"/>
                  </a:lnTo>
                  <a:lnTo>
                    <a:pt x="13321" y="232586"/>
                  </a:lnTo>
                  <a:lnTo>
                    <a:pt x="15480" y="237448"/>
                  </a:lnTo>
                  <a:lnTo>
                    <a:pt x="17793" y="242238"/>
                  </a:lnTo>
                  <a:lnTo>
                    <a:pt x="20257" y="246952"/>
                  </a:lnTo>
                  <a:lnTo>
                    <a:pt x="22869" y="251585"/>
                  </a:lnTo>
                  <a:lnTo>
                    <a:pt x="25628" y="256133"/>
                  </a:lnTo>
                  <a:lnTo>
                    <a:pt x="28530" y="260590"/>
                  </a:lnTo>
                  <a:lnTo>
                    <a:pt x="31573" y="264954"/>
                  </a:lnTo>
                  <a:lnTo>
                    <a:pt x="34753" y="269218"/>
                  </a:lnTo>
                  <a:lnTo>
                    <a:pt x="38066" y="273378"/>
                  </a:lnTo>
                  <a:lnTo>
                    <a:pt x="41511" y="277432"/>
                  </a:lnTo>
                  <a:lnTo>
                    <a:pt x="45083" y="281373"/>
                  </a:lnTo>
                  <a:lnTo>
                    <a:pt x="48778" y="285199"/>
                  </a:lnTo>
                  <a:lnTo>
                    <a:pt x="52593" y="288906"/>
                  </a:lnTo>
                  <a:lnTo>
                    <a:pt x="56524" y="292489"/>
                  </a:lnTo>
                  <a:lnTo>
                    <a:pt x="60567" y="295945"/>
                  </a:lnTo>
                  <a:lnTo>
                    <a:pt x="64718" y="29927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42821" y="1238196"/>
              <a:ext cx="102437" cy="132104"/>
            </a:xfrm>
            <a:custGeom>
              <a:avLst/>
              <a:pathLst>
                <a:path w="102437" h="132104">
                  <a:moveTo>
                    <a:pt x="0" y="132104"/>
                  </a:moveTo>
                  <a:lnTo>
                    <a:pt x="1024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42821" y="1108401"/>
              <a:ext cx="269604" cy="296956"/>
            </a:xfrm>
            <a:custGeom>
              <a:avLst/>
              <a:pathLst>
                <a:path w="269604" h="296956">
                  <a:moveTo>
                    <a:pt x="0" y="261899"/>
                  </a:moveTo>
                  <a:lnTo>
                    <a:pt x="4256" y="265092"/>
                  </a:lnTo>
                  <a:lnTo>
                    <a:pt x="8611" y="268148"/>
                  </a:lnTo>
                  <a:lnTo>
                    <a:pt x="13062" y="271064"/>
                  </a:lnTo>
                  <a:lnTo>
                    <a:pt x="17603" y="273837"/>
                  </a:lnTo>
                  <a:lnTo>
                    <a:pt x="22230" y="276464"/>
                  </a:lnTo>
                  <a:lnTo>
                    <a:pt x="26938" y="278942"/>
                  </a:lnTo>
                  <a:lnTo>
                    <a:pt x="31723" y="281269"/>
                  </a:lnTo>
                  <a:lnTo>
                    <a:pt x="36580" y="283443"/>
                  </a:lnTo>
                  <a:lnTo>
                    <a:pt x="41503" y="285461"/>
                  </a:lnTo>
                  <a:lnTo>
                    <a:pt x="46488" y="287321"/>
                  </a:lnTo>
                  <a:lnTo>
                    <a:pt x="51529" y="289022"/>
                  </a:lnTo>
                  <a:lnTo>
                    <a:pt x="56623" y="290562"/>
                  </a:lnTo>
                  <a:lnTo>
                    <a:pt x="61762" y="291938"/>
                  </a:lnTo>
                  <a:lnTo>
                    <a:pt x="66943" y="293151"/>
                  </a:lnTo>
                  <a:lnTo>
                    <a:pt x="72160" y="294197"/>
                  </a:lnTo>
                  <a:lnTo>
                    <a:pt x="77407" y="295078"/>
                  </a:lnTo>
                  <a:lnTo>
                    <a:pt x="82680" y="295791"/>
                  </a:lnTo>
                  <a:lnTo>
                    <a:pt x="87973" y="296335"/>
                  </a:lnTo>
                  <a:lnTo>
                    <a:pt x="93280" y="296711"/>
                  </a:lnTo>
                  <a:lnTo>
                    <a:pt x="98597" y="296918"/>
                  </a:lnTo>
                  <a:lnTo>
                    <a:pt x="103918" y="296956"/>
                  </a:lnTo>
                  <a:lnTo>
                    <a:pt x="109237" y="296824"/>
                  </a:lnTo>
                  <a:lnTo>
                    <a:pt x="114549" y="296523"/>
                  </a:lnTo>
                  <a:lnTo>
                    <a:pt x="119849" y="296053"/>
                  </a:lnTo>
                  <a:lnTo>
                    <a:pt x="125131" y="295415"/>
                  </a:lnTo>
                  <a:lnTo>
                    <a:pt x="130391" y="294608"/>
                  </a:lnTo>
                  <a:lnTo>
                    <a:pt x="135622" y="293635"/>
                  </a:lnTo>
                  <a:lnTo>
                    <a:pt x="140819" y="292496"/>
                  </a:lnTo>
                  <a:lnTo>
                    <a:pt x="145978" y="291192"/>
                  </a:lnTo>
                  <a:lnTo>
                    <a:pt x="151092" y="289725"/>
                  </a:lnTo>
                  <a:lnTo>
                    <a:pt x="156157" y="288095"/>
                  </a:lnTo>
                  <a:lnTo>
                    <a:pt x="161168" y="286305"/>
                  </a:lnTo>
                  <a:lnTo>
                    <a:pt x="166119" y="284357"/>
                  </a:lnTo>
                  <a:lnTo>
                    <a:pt x="171006" y="282252"/>
                  </a:lnTo>
                  <a:lnTo>
                    <a:pt x="175823" y="279993"/>
                  </a:lnTo>
                  <a:lnTo>
                    <a:pt x="180566" y="277581"/>
                  </a:lnTo>
                  <a:lnTo>
                    <a:pt x="185230" y="275020"/>
                  </a:lnTo>
                  <a:lnTo>
                    <a:pt x="189809" y="272311"/>
                  </a:lnTo>
                  <a:lnTo>
                    <a:pt x="194301" y="269459"/>
                  </a:lnTo>
                  <a:lnTo>
                    <a:pt x="198699" y="266464"/>
                  </a:lnTo>
                  <a:lnTo>
                    <a:pt x="203000" y="263331"/>
                  </a:lnTo>
                  <a:lnTo>
                    <a:pt x="207199" y="260063"/>
                  </a:lnTo>
                  <a:lnTo>
                    <a:pt x="211291" y="256663"/>
                  </a:lnTo>
                  <a:lnTo>
                    <a:pt x="215274" y="253135"/>
                  </a:lnTo>
                  <a:lnTo>
                    <a:pt x="219142" y="249481"/>
                  </a:lnTo>
                  <a:lnTo>
                    <a:pt x="222892" y="245707"/>
                  </a:lnTo>
                  <a:lnTo>
                    <a:pt x="226520" y="241814"/>
                  </a:lnTo>
                  <a:lnTo>
                    <a:pt x="230022" y="237809"/>
                  </a:lnTo>
                  <a:lnTo>
                    <a:pt x="233395" y="233694"/>
                  </a:lnTo>
                  <a:lnTo>
                    <a:pt x="236635" y="229473"/>
                  </a:lnTo>
                  <a:lnTo>
                    <a:pt x="239739" y="225152"/>
                  </a:lnTo>
                  <a:lnTo>
                    <a:pt x="242704" y="220734"/>
                  </a:lnTo>
                  <a:lnTo>
                    <a:pt x="245527" y="216224"/>
                  </a:lnTo>
                  <a:lnTo>
                    <a:pt x="248206" y="211626"/>
                  </a:lnTo>
                  <a:lnTo>
                    <a:pt x="250736" y="206946"/>
                  </a:lnTo>
                  <a:lnTo>
                    <a:pt x="253116" y="202187"/>
                  </a:lnTo>
                  <a:lnTo>
                    <a:pt x="255344" y="197355"/>
                  </a:lnTo>
                  <a:lnTo>
                    <a:pt x="257416" y="192455"/>
                  </a:lnTo>
                  <a:lnTo>
                    <a:pt x="259332" y="187491"/>
                  </a:lnTo>
                  <a:lnTo>
                    <a:pt x="261089" y="182468"/>
                  </a:lnTo>
                  <a:lnTo>
                    <a:pt x="262685" y="177393"/>
                  </a:lnTo>
                  <a:lnTo>
                    <a:pt x="264118" y="172269"/>
                  </a:lnTo>
                  <a:lnTo>
                    <a:pt x="265388" y="167102"/>
                  </a:lnTo>
                  <a:lnTo>
                    <a:pt x="266493" y="161897"/>
                  </a:lnTo>
                  <a:lnTo>
                    <a:pt x="267431" y="156659"/>
                  </a:lnTo>
                  <a:lnTo>
                    <a:pt x="268203" y="151395"/>
                  </a:lnTo>
                  <a:lnTo>
                    <a:pt x="268806" y="146108"/>
                  </a:lnTo>
                  <a:lnTo>
                    <a:pt x="269241" y="140805"/>
                  </a:lnTo>
                  <a:lnTo>
                    <a:pt x="269507" y="135491"/>
                  </a:lnTo>
                  <a:lnTo>
                    <a:pt x="269604" y="130171"/>
                  </a:lnTo>
                  <a:lnTo>
                    <a:pt x="269531" y="124851"/>
                  </a:lnTo>
                  <a:lnTo>
                    <a:pt x="269289" y="119536"/>
                  </a:lnTo>
                  <a:lnTo>
                    <a:pt x="268878" y="114231"/>
                  </a:lnTo>
                  <a:lnTo>
                    <a:pt x="268298" y="108942"/>
                  </a:lnTo>
                  <a:lnTo>
                    <a:pt x="267551" y="103674"/>
                  </a:lnTo>
                  <a:lnTo>
                    <a:pt x="266636" y="98432"/>
                  </a:lnTo>
                  <a:lnTo>
                    <a:pt x="265555" y="93223"/>
                  </a:lnTo>
                  <a:lnTo>
                    <a:pt x="264308" y="88050"/>
                  </a:lnTo>
                  <a:lnTo>
                    <a:pt x="262898" y="82920"/>
                  </a:lnTo>
                  <a:lnTo>
                    <a:pt x="261325" y="77837"/>
                  </a:lnTo>
                  <a:lnTo>
                    <a:pt x="259590" y="72806"/>
                  </a:lnTo>
                  <a:lnTo>
                    <a:pt x="257697" y="67834"/>
                  </a:lnTo>
                  <a:lnTo>
                    <a:pt x="255647" y="62924"/>
                  </a:lnTo>
                  <a:lnTo>
                    <a:pt x="253441" y="58082"/>
                  </a:lnTo>
                  <a:lnTo>
                    <a:pt x="251082" y="53313"/>
                  </a:lnTo>
                  <a:lnTo>
                    <a:pt x="248573" y="48621"/>
                  </a:lnTo>
                  <a:lnTo>
                    <a:pt x="245915" y="44011"/>
                  </a:lnTo>
                  <a:lnTo>
                    <a:pt x="243113" y="39488"/>
                  </a:lnTo>
                  <a:lnTo>
                    <a:pt x="240168" y="35057"/>
                  </a:lnTo>
                  <a:lnTo>
                    <a:pt x="237083" y="30722"/>
                  </a:lnTo>
                  <a:lnTo>
                    <a:pt x="233862" y="26487"/>
                  </a:lnTo>
                  <a:lnTo>
                    <a:pt x="230507" y="22357"/>
                  </a:lnTo>
                  <a:lnTo>
                    <a:pt x="227023" y="18335"/>
                  </a:lnTo>
                  <a:lnTo>
                    <a:pt x="223413" y="14427"/>
                  </a:lnTo>
                  <a:lnTo>
                    <a:pt x="219680" y="10635"/>
                  </a:lnTo>
                  <a:lnTo>
                    <a:pt x="215828" y="6964"/>
                  </a:lnTo>
                  <a:lnTo>
                    <a:pt x="211862" y="3418"/>
                  </a:lnTo>
                  <a:lnTo>
                    <a:pt x="207785" y="0"/>
                  </a:lnTo>
                  <a:lnTo>
                    <a:pt x="102437" y="1297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05347" cy="167167"/>
            </a:xfrm>
            <a:custGeom>
              <a:avLst/>
              <a:pathLst>
                <a:path w="105347" h="167167">
                  <a:moveTo>
                    <a:pt x="105347" y="37372"/>
                  </a:moveTo>
                  <a:lnTo>
                    <a:pt x="100862" y="33856"/>
                  </a:lnTo>
                  <a:lnTo>
                    <a:pt x="96260" y="30496"/>
                  </a:lnTo>
                  <a:lnTo>
                    <a:pt x="91546" y="27295"/>
                  </a:lnTo>
                  <a:lnTo>
                    <a:pt x="86725" y="24256"/>
                  </a:lnTo>
                  <a:lnTo>
                    <a:pt x="81804" y="21383"/>
                  </a:lnTo>
                  <a:lnTo>
                    <a:pt x="76788" y="18679"/>
                  </a:lnTo>
                  <a:lnTo>
                    <a:pt x="71682" y="16148"/>
                  </a:lnTo>
                  <a:lnTo>
                    <a:pt x="66493" y="13793"/>
                  </a:lnTo>
                  <a:lnTo>
                    <a:pt x="61227" y="11616"/>
                  </a:lnTo>
                  <a:lnTo>
                    <a:pt x="55890" y="9619"/>
                  </a:lnTo>
                  <a:lnTo>
                    <a:pt x="50487" y="7806"/>
                  </a:lnTo>
                  <a:lnTo>
                    <a:pt x="45026" y="6178"/>
                  </a:lnTo>
                  <a:lnTo>
                    <a:pt x="39513" y="4737"/>
                  </a:lnTo>
                  <a:lnTo>
                    <a:pt x="33954" y="3484"/>
                  </a:lnTo>
                  <a:lnTo>
                    <a:pt x="28355" y="2422"/>
                  </a:lnTo>
                  <a:lnTo>
                    <a:pt x="22724" y="1551"/>
                  </a:lnTo>
                  <a:lnTo>
                    <a:pt x="17066" y="873"/>
                  </a:lnTo>
                  <a:lnTo>
                    <a:pt x="11388" y="388"/>
                  </a:lnTo>
                  <a:lnTo>
                    <a:pt x="5697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2053" y="941493"/>
              <a:ext cx="81490" cy="167167"/>
            </a:xfrm>
            <a:custGeom>
              <a:avLst/>
              <a:pathLst>
                <a:path w="81490" h="167167">
                  <a:moveTo>
                    <a:pt x="81490" y="0"/>
                  </a:moveTo>
                  <a:lnTo>
                    <a:pt x="75816" y="96"/>
                  </a:lnTo>
                  <a:lnTo>
                    <a:pt x="70149" y="385"/>
                  </a:lnTo>
                  <a:lnTo>
                    <a:pt x="64495" y="866"/>
                  </a:lnTo>
                  <a:lnTo>
                    <a:pt x="58861" y="1538"/>
                  </a:lnTo>
                  <a:lnTo>
                    <a:pt x="53252" y="2402"/>
                  </a:lnTo>
                  <a:lnTo>
                    <a:pt x="47676" y="3455"/>
                  </a:lnTo>
                  <a:lnTo>
                    <a:pt x="42139" y="4697"/>
                  </a:lnTo>
                  <a:lnTo>
                    <a:pt x="36648" y="6126"/>
                  </a:lnTo>
                  <a:lnTo>
                    <a:pt x="31208" y="7741"/>
                  </a:lnTo>
                  <a:lnTo>
                    <a:pt x="25826" y="9539"/>
                  </a:lnTo>
                  <a:lnTo>
                    <a:pt x="20508" y="11519"/>
                  </a:lnTo>
                  <a:lnTo>
                    <a:pt x="15261" y="13679"/>
                  </a:lnTo>
                  <a:lnTo>
                    <a:pt x="10089" y="16015"/>
                  </a:lnTo>
                  <a:lnTo>
                    <a:pt x="5000" y="18526"/>
                  </a:lnTo>
                  <a:lnTo>
                    <a:pt x="0" y="21207"/>
                  </a:lnTo>
                  <a:lnTo>
                    <a:pt x="8149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2053" y="962701"/>
              <a:ext cx="81490" cy="145959"/>
            </a:xfrm>
            <a:custGeom>
              <a:avLst/>
              <a:pathLst>
                <a:path w="81490" h="145959">
                  <a:moveTo>
                    <a:pt x="0" y="0"/>
                  </a:moveTo>
                  <a:lnTo>
                    <a:pt x="81490" y="1459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91" y="951123"/>
              <a:ext cx="334313" cy="324703"/>
            </a:xfrm>
            <a:custGeom>
              <a:avLst/>
              <a:pathLst>
                <a:path w="334313" h="324703">
                  <a:moveTo>
                    <a:pt x="85662" y="11577"/>
                  </a:moveTo>
                  <a:lnTo>
                    <a:pt x="81066" y="14240"/>
                  </a:lnTo>
                  <a:lnTo>
                    <a:pt x="76558" y="17047"/>
                  </a:lnTo>
                  <a:lnTo>
                    <a:pt x="72141" y="19995"/>
                  </a:lnTo>
                  <a:lnTo>
                    <a:pt x="67820" y="23083"/>
                  </a:lnTo>
                  <a:lnTo>
                    <a:pt x="63599" y="26306"/>
                  </a:lnTo>
                  <a:lnTo>
                    <a:pt x="59482" y="29662"/>
                  </a:lnTo>
                  <a:lnTo>
                    <a:pt x="55474" y="33147"/>
                  </a:lnTo>
                  <a:lnTo>
                    <a:pt x="51579" y="36757"/>
                  </a:lnTo>
                  <a:lnTo>
                    <a:pt x="47801" y="40489"/>
                  </a:lnTo>
                  <a:lnTo>
                    <a:pt x="44143" y="44340"/>
                  </a:lnTo>
                  <a:lnTo>
                    <a:pt x="40609" y="48304"/>
                  </a:lnTo>
                  <a:lnTo>
                    <a:pt x="37203" y="52379"/>
                  </a:lnTo>
                  <a:lnTo>
                    <a:pt x="33928" y="56560"/>
                  </a:lnTo>
                  <a:lnTo>
                    <a:pt x="30788" y="60843"/>
                  </a:lnTo>
                  <a:lnTo>
                    <a:pt x="27785" y="65224"/>
                  </a:lnTo>
                  <a:lnTo>
                    <a:pt x="24923" y="69698"/>
                  </a:lnTo>
                  <a:lnTo>
                    <a:pt x="22205" y="74260"/>
                  </a:lnTo>
                  <a:lnTo>
                    <a:pt x="19632" y="78906"/>
                  </a:lnTo>
                  <a:lnTo>
                    <a:pt x="17209" y="83632"/>
                  </a:lnTo>
                  <a:lnTo>
                    <a:pt x="14937" y="88433"/>
                  </a:lnTo>
                  <a:lnTo>
                    <a:pt x="12819" y="93303"/>
                  </a:lnTo>
                  <a:lnTo>
                    <a:pt x="10856" y="98238"/>
                  </a:lnTo>
                  <a:lnTo>
                    <a:pt x="9051" y="103233"/>
                  </a:lnTo>
                  <a:lnTo>
                    <a:pt x="7406" y="108282"/>
                  </a:lnTo>
                  <a:lnTo>
                    <a:pt x="5922" y="113382"/>
                  </a:lnTo>
                  <a:lnTo>
                    <a:pt x="4601" y="118526"/>
                  </a:lnTo>
                  <a:lnTo>
                    <a:pt x="3444" y="123709"/>
                  </a:lnTo>
                  <a:lnTo>
                    <a:pt x="2452" y="128926"/>
                  </a:lnTo>
                  <a:lnTo>
                    <a:pt x="1626" y="134173"/>
                  </a:lnTo>
                  <a:lnTo>
                    <a:pt x="967" y="139443"/>
                  </a:lnTo>
                  <a:lnTo>
                    <a:pt x="476" y="144731"/>
                  </a:lnTo>
                  <a:lnTo>
                    <a:pt x="154" y="150032"/>
                  </a:lnTo>
                  <a:lnTo>
                    <a:pt x="0" y="155340"/>
                  </a:lnTo>
                  <a:lnTo>
                    <a:pt x="14" y="160651"/>
                  </a:lnTo>
                  <a:lnTo>
                    <a:pt x="197" y="165959"/>
                  </a:lnTo>
                  <a:lnTo>
                    <a:pt x="549" y="171258"/>
                  </a:lnTo>
                  <a:lnTo>
                    <a:pt x="1069" y="176544"/>
                  </a:lnTo>
                  <a:lnTo>
                    <a:pt x="1757" y="181810"/>
                  </a:lnTo>
                  <a:lnTo>
                    <a:pt x="2611" y="187052"/>
                  </a:lnTo>
                  <a:lnTo>
                    <a:pt x="3632" y="192264"/>
                  </a:lnTo>
                  <a:lnTo>
                    <a:pt x="4817" y="197441"/>
                  </a:lnTo>
                  <a:lnTo>
                    <a:pt x="6167" y="202577"/>
                  </a:lnTo>
                  <a:lnTo>
                    <a:pt x="7679" y="207668"/>
                  </a:lnTo>
                  <a:lnTo>
                    <a:pt x="9352" y="212709"/>
                  </a:lnTo>
                  <a:lnTo>
                    <a:pt x="11184" y="217694"/>
                  </a:lnTo>
                  <a:lnTo>
                    <a:pt x="13174" y="222618"/>
                  </a:lnTo>
                  <a:lnTo>
                    <a:pt x="15319" y="227476"/>
                  </a:lnTo>
                  <a:lnTo>
                    <a:pt x="17617" y="232264"/>
                  </a:lnTo>
                  <a:lnTo>
                    <a:pt x="20066" y="236977"/>
                  </a:lnTo>
                  <a:lnTo>
                    <a:pt x="22664" y="241609"/>
                  </a:lnTo>
                  <a:lnTo>
                    <a:pt x="25408" y="246156"/>
                  </a:lnTo>
                  <a:lnTo>
                    <a:pt x="28294" y="250614"/>
                  </a:lnTo>
                  <a:lnTo>
                    <a:pt x="31321" y="254978"/>
                  </a:lnTo>
                  <a:lnTo>
                    <a:pt x="34485" y="259244"/>
                  </a:lnTo>
                  <a:lnTo>
                    <a:pt x="37783" y="263407"/>
                  </a:lnTo>
                  <a:lnTo>
                    <a:pt x="41211" y="267463"/>
                  </a:lnTo>
                  <a:lnTo>
                    <a:pt x="44766" y="271408"/>
                  </a:lnTo>
                  <a:lnTo>
                    <a:pt x="48445" y="275238"/>
                  </a:lnTo>
                  <a:lnTo>
                    <a:pt x="52244" y="278950"/>
                  </a:lnTo>
                  <a:lnTo>
                    <a:pt x="56159" y="282539"/>
                  </a:lnTo>
                  <a:lnTo>
                    <a:pt x="60186" y="286001"/>
                  </a:lnTo>
                  <a:lnTo>
                    <a:pt x="64321" y="289335"/>
                  </a:lnTo>
                  <a:lnTo>
                    <a:pt x="68559" y="292535"/>
                  </a:lnTo>
                  <a:lnTo>
                    <a:pt x="72897" y="295598"/>
                  </a:lnTo>
                  <a:lnTo>
                    <a:pt x="77331" y="298523"/>
                  </a:lnTo>
                  <a:lnTo>
                    <a:pt x="81854" y="301305"/>
                  </a:lnTo>
                  <a:lnTo>
                    <a:pt x="86464" y="303942"/>
                  </a:lnTo>
                  <a:lnTo>
                    <a:pt x="91156" y="306431"/>
                  </a:lnTo>
                  <a:lnTo>
                    <a:pt x="95924" y="308770"/>
                  </a:lnTo>
                  <a:lnTo>
                    <a:pt x="100764" y="310957"/>
                  </a:lnTo>
                  <a:lnTo>
                    <a:pt x="105671" y="312988"/>
                  </a:lnTo>
                  <a:lnTo>
                    <a:pt x="110640" y="314863"/>
                  </a:lnTo>
                  <a:lnTo>
                    <a:pt x="115666" y="316578"/>
                  </a:lnTo>
                  <a:lnTo>
                    <a:pt x="120744" y="318134"/>
                  </a:lnTo>
                  <a:lnTo>
                    <a:pt x="125869" y="319527"/>
                  </a:lnTo>
                  <a:lnTo>
                    <a:pt x="131036" y="320756"/>
                  </a:lnTo>
                  <a:lnTo>
                    <a:pt x="136239" y="321821"/>
                  </a:lnTo>
                  <a:lnTo>
                    <a:pt x="141473" y="322720"/>
                  </a:lnTo>
                  <a:lnTo>
                    <a:pt x="146733" y="323453"/>
                  </a:lnTo>
                  <a:lnTo>
                    <a:pt x="152014" y="324018"/>
                  </a:lnTo>
                  <a:lnTo>
                    <a:pt x="157310" y="324415"/>
                  </a:lnTo>
                  <a:lnTo>
                    <a:pt x="162616" y="324643"/>
                  </a:lnTo>
                  <a:lnTo>
                    <a:pt x="167927" y="324703"/>
                  </a:lnTo>
                  <a:lnTo>
                    <a:pt x="173237" y="324594"/>
                  </a:lnTo>
                  <a:lnTo>
                    <a:pt x="178540" y="324316"/>
                  </a:lnTo>
                  <a:lnTo>
                    <a:pt x="183832" y="323870"/>
                  </a:lnTo>
                  <a:lnTo>
                    <a:pt x="189108" y="323256"/>
                  </a:lnTo>
                  <a:lnTo>
                    <a:pt x="194361" y="322475"/>
                  </a:lnTo>
                  <a:lnTo>
                    <a:pt x="199587" y="321528"/>
                  </a:lnTo>
                  <a:lnTo>
                    <a:pt x="204780" y="320415"/>
                  </a:lnTo>
                  <a:lnTo>
                    <a:pt x="209935" y="319137"/>
                  </a:lnTo>
                  <a:lnTo>
                    <a:pt x="215046" y="317697"/>
                  </a:lnTo>
                  <a:lnTo>
                    <a:pt x="220110" y="316095"/>
                  </a:lnTo>
                  <a:lnTo>
                    <a:pt x="225120" y="314332"/>
                  </a:lnTo>
                  <a:lnTo>
                    <a:pt x="230071" y="312412"/>
                  </a:lnTo>
                  <a:lnTo>
                    <a:pt x="234959" y="310335"/>
                  </a:lnTo>
                  <a:lnTo>
                    <a:pt x="239779" y="308104"/>
                  </a:lnTo>
                  <a:lnTo>
                    <a:pt x="244525" y="305721"/>
                  </a:lnTo>
                  <a:lnTo>
                    <a:pt x="249193" y="303188"/>
                  </a:lnTo>
                  <a:lnTo>
                    <a:pt x="253779" y="300509"/>
                  </a:lnTo>
                  <a:lnTo>
                    <a:pt x="258277" y="297685"/>
                  </a:lnTo>
                  <a:lnTo>
                    <a:pt x="262683" y="294719"/>
                  </a:lnTo>
                  <a:lnTo>
                    <a:pt x="266992" y="291615"/>
                  </a:lnTo>
                  <a:lnTo>
                    <a:pt x="271201" y="288376"/>
                  </a:lnTo>
                  <a:lnTo>
                    <a:pt x="275305" y="285005"/>
                  </a:lnTo>
                  <a:lnTo>
                    <a:pt x="279299" y="281505"/>
                  </a:lnTo>
                  <a:lnTo>
                    <a:pt x="283181" y="277880"/>
                  </a:lnTo>
                  <a:lnTo>
                    <a:pt x="286945" y="274134"/>
                  </a:lnTo>
                  <a:lnTo>
                    <a:pt x="290588" y="270270"/>
                  </a:lnTo>
                  <a:lnTo>
                    <a:pt x="294107" y="266292"/>
                  </a:lnTo>
                  <a:lnTo>
                    <a:pt x="297498" y="262204"/>
                  </a:lnTo>
                  <a:lnTo>
                    <a:pt x="300757" y="258010"/>
                  </a:lnTo>
                  <a:lnTo>
                    <a:pt x="303881" y="253716"/>
                  </a:lnTo>
                  <a:lnTo>
                    <a:pt x="306867" y="249324"/>
                  </a:lnTo>
                  <a:lnTo>
                    <a:pt x="309712" y="244839"/>
                  </a:lnTo>
                  <a:lnTo>
                    <a:pt x="312414" y="240267"/>
                  </a:lnTo>
                  <a:lnTo>
                    <a:pt x="314968" y="235611"/>
                  </a:lnTo>
                  <a:lnTo>
                    <a:pt x="317374" y="230876"/>
                  </a:lnTo>
                  <a:lnTo>
                    <a:pt x="319628" y="226067"/>
                  </a:lnTo>
                  <a:lnTo>
                    <a:pt x="321728" y="221189"/>
                  </a:lnTo>
                  <a:lnTo>
                    <a:pt x="323671" y="216246"/>
                  </a:lnTo>
                  <a:lnTo>
                    <a:pt x="325457" y="211245"/>
                  </a:lnTo>
                  <a:lnTo>
                    <a:pt x="327084" y="206189"/>
                  </a:lnTo>
                  <a:lnTo>
                    <a:pt x="328548" y="201084"/>
                  </a:lnTo>
                  <a:lnTo>
                    <a:pt x="329850" y="195935"/>
                  </a:lnTo>
                  <a:lnTo>
                    <a:pt x="330988" y="190747"/>
                  </a:lnTo>
                  <a:lnTo>
                    <a:pt x="331960" y="185526"/>
                  </a:lnTo>
                  <a:lnTo>
                    <a:pt x="332766" y="180277"/>
                  </a:lnTo>
                  <a:lnTo>
                    <a:pt x="333405" y="175004"/>
                  </a:lnTo>
                  <a:lnTo>
                    <a:pt x="333876" y="169714"/>
                  </a:lnTo>
                  <a:lnTo>
                    <a:pt x="334179" y="164412"/>
                  </a:lnTo>
                  <a:lnTo>
                    <a:pt x="334313" y="159103"/>
                  </a:lnTo>
                  <a:lnTo>
                    <a:pt x="334278" y="153792"/>
                  </a:lnTo>
                  <a:lnTo>
                    <a:pt x="334075" y="148485"/>
                  </a:lnTo>
                  <a:lnTo>
                    <a:pt x="333703" y="143187"/>
                  </a:lnTo>
                  <a:lnTo>
                    <a:pt x="333163" y="137904"/>
                  </a:lnTo>
                  <a:lnTo>
                    <a:pt x="332456" y="132640"/>
                  </a:lnTo>
                  <a:lnTo>
                    <a:pt x="331581" y="127402"/>
                  </a:lnTo>
                  <a:lnTo>
                    <a:pt x="330541" y="122194"/>
                  </a:lnTo>
                  <a:lnTo>
                    <a:pt x="329336" y="117021"/>
                  </a:lnTo>
                  <a:lnTo>
                    <a:pt x="327967" y="111890"/>
                  </a:lnTo>
                  <a:lnTo>
                    <a:pt x="326436" y="106805"/>
                  </a:lnTo>
                  <a:lnTo>
                    <a:pt x="324744" y="101770"/>
                  </a:lnTo>
                  <a:lnTo>
                    <a:pt x="322893" y="96792"/>
                  </a:lnTo>
                  <a:lnTo>
                    <a:pt x="320885" y="91876"/>
                  </a:lnTo>
                  <a:lnTo>
                    <a:pt x="318721" y="87026"/>
                  </a:lnTo>
                  <a:lnTo>
                    <a:pt x="316405" y="82246"/>
                  </a:lnTo>
                  <a:lnTo>
                    <a:pt x="313938" y="77543"/>
                  </a:lnTo>
                  <a:lnTo>
                    <a:pt x="311323" y="72921"/>
                  </a:lnTo>
                  <a:lnTo>
                    <a:pt x="308562" y="68384"/>
                  </a:lnTo>
                  <a:lnTo>
                    <a:pt x="305659" y="63937"/>
                  </a:lnTo>
                  <a:lnTo>
                    <a:pt x="302615" y="59584"/>
                  </a:lnTo>
                  <a:lnTo>
                    <a:pt x="299435" y="55331"/>
                  </a:lnTo>
                  <a:lnTo>
                    <a:pt x="296122" y="51180"/>
                  </a:lnTo>
                  <a:lnTo>
                    <a:pt x="292678" y="47137"/>
                  </a:lnTo>
                  <a:lnTo>
                    <a:pt x="289108" y="43205"/>
                  </a:lnTo>
                  <a:lnTo>
                    <a:pt x="285415" y="39389"/>
                  </a:lnTo>
                  <a:lnTo>
                    <a:pt x="281602" y="35692"/>
                  </a:lnTo>
                  <a:lnTo>
                    <a:pt x="277674" y="32118"/>
                  </a:lnTo>
                  <a:lnTo>
                    <a:pt x="273634" y="28670"/>
                  </a:lnTo>
                  <a:lnTo>
                    <a:pt x="269486" y="25353"/>
                  </a:lnTo>
                  <a:lnTo>
                    <a:pt x="265236" y="22169"/>
                  </a:lnTo>
                  <a:lnTo>
                    <a:pt x="260886" y="19121"/>
                  </a:lnTo>
                  <a:lnTo>
                    <a:pt x="256442" y="16213"/>
                  </a:lnTo>
                  <a:lnTo>
                    <a:pt x="251907" y="13448"/>
                  </a:lnTo>
                  <a:lnTo>
                    <a:pt x="247288" y="10829"/>
                  </a:lnTo>
                  <a:lnTo>
                    <a:pt x="242587" y="8357"/>
                  </a:lnTo>
                  <a:lnTo>
                    <a:pt x="237810" y="6036"/>
                  </a:lnTo>
                  <a:lnTo>
                    <a:pt x="232962" y="3868"/>
                  </a:lnTo>
                  <a:lnTo>
                    <a:pt x="228047" y="1855"/>
                  </a:lnTo>
                  <a:lnTo>
                    <a:pt x="223071" y="0"/>
                  </a:lnTo>
                  <a:lnTo>
                    <a:pt x="167153" y="1575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55918" cy="167167"/>
            </a:xfrm>
            <a:custGeom>
              <a:avLst/>
              <a:pathLst>
                <a:path w="55918" h="167167">
                  <a:moveTo>
                    <a:pt x="55918" y="9629"/>
                  </a:moveTo>
                  <a:lnTo>
                    <a:pt x="49909" y="7624"/>
                  </a:lnTo>
                  <a:lnTo>
                    <a:pt x="43828" y="5847"/>
                  </a:lnTo>
                  <a:lnTo>
                    <a:pt x="37684" y="4303"/>
                  </a:lnTo>
                  <a:lnTo>
                    <a:pt x="31487" y="2992"/>
                  </a:lnTo>
                  <a:lnTo>
                    <a:pt x="25244" y="1917"/>
                  </a:lnTo>
                  <a:lnTo>
                    <a:pt x="18964" y="1079"/>
                  </a:lnTo>
                  <a:lnTo>
                    <a:pt x="12658" y="479"/>
                  </a:lnTo>
                  <a:lnTo>
                    <a:pt x="6333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799" y="941493"/>
              <a:ext cx="166416" cy="167167"/>
            </a:xfrm>
            <a:custGeom>
              <a:avLst/>
              <a:pathLst>
                <a:path w="166416" h="167167">
                  <a:moveTo>
                    <a:pt x="166416" y="0"/>
                  </a:moveTo>
                  <a:lnTo>
                    <a:pt x="160934" y="89"/>
                  </a:lnTo>
                  <a:lnTo>
                    <a:pt x="155458" y="359"/>
                  </a:lnTo>
                  <a:lnTo>
                    <a:pt x="149994" y="808"/>
                  </a:lnTo>
                  <a:lnTo>
                    <a:pt x="144547" y="1436"/>
                  </a:lnTo>
                  <a:lnTo>
                    <a:pt x="139124" y="2242"/>
                  </a:lnTo>
                  <a:lnTo>
                    <a:pt x="133730" y="3226"/>
                  </a:lnTo>
                  <a:lnTo>
                    <a:pt x="128371" y="4386"/>
                  </a:lnTo>
                  <a:lnTo>
                    <a:pt x="123054" y="5721"/>
                  </a:lnTo>
                  <a:lnTo>
                    <a:pt x="117782" y="7230"/>
                  </a:lnTo>
                  <a:lnTo>
                    <a:pt x="112564" y="8911"/>
                  </a:lnTo>
                  <a:lnTo>
                    <a:pt x="107403" y="10762"/>
                  </a:lnTo>
                  <a:lnTo>
                    <a:pt x="102306" y="12782"/>
                  </a:lnTo>
                  <a:lnTo>
                    <a:pt x="97277" y="14967"/>
                  </a:lnTo>
                  <a:lnTo>
                    <a:pt x="92323" y="17316"/>
                  </a:lnTo>
                  <a:lnTo>
                    <a:pt x="87449" y="19827"/>
                  </a:lnTo>
                  <a:lnTo>
                    <a:pt x="82659" y="22496"/>
                  </a:lnTo>
                  <a:lnTo>
                    <a:pt x="77960" y="25320"/>
                  </a:lnTo>
                  <a:lnTo>
                    <a:pt x="73356" y="28297"/>
                  </a:lnTo>
                  <a:lnTo>
                    <a:pt x="68852" y="31424"/>
                  </a:lnTo>
                  <a:lnTo>
                    <a:pt x="64453" y="34696"/>
                  </a:lnTo>
                  <a:lnTo>
                    <a:pt x="60164" y="38111"/>
                  </a:lnTo>
                  <a:lnTo>
                    <a:pt x="55989" y="41665"/>
                  </a:lnTo>
                  <a:lnTo>
                    <a:pt x="51932" y="45354"/>
                  </a:lnTo>
                  <a:lnTo>
                    <a:pt x="47999" y="49174"/>
                  </a:lnTo>
                  <a:lnTo>
                    <a:pt x="44193" y="53121"/>
                  </a:lnTo>
                  <a:lnTo>
                    <a:pt x="40519" y="57190"/>
                  </a:lnTo>
                  <a:lnTo>
                    <a:pt x="36980" y="61378"/>
                  </a:lnTo>
                  <a:lnTo>
                    <a:pt x="33581" y="65679"/>
                  </a:lnTo>
                  <a:lnTo>
                    <a:pt x="30324" y="70090"/>
                  </a:lnTo>
                  <a:lnTo>
                    <a:pt x="27214" y="74605"/>
                  </a:lnTo>
                  <a:lnTo>
                    <a:pt x="24253" y="79220"/>
                  </a:lnTo>
                  <a:lnTo>
                    <a:pt x="21446" y="83929"/>
                  </a:lnTo>
                  <a:lnTo>
                    <a:pt x="18794" y="88728"/>
                  </a:lnTo>
                  <a:lnTo>
                    <a:pt x="16301" y="93612"/>
                  </a:lnTo>
                  <a:lnTo>
                    <a:pt x="13970" y="98574"/>
                  </a:lnTo>
                  <a:lnTo>
                    <a:pt x="11802" y="103610"/>
                  </a:lnTo>
                  <a:lnTo>
                    <a:pt x="9801" y="108715"/>
                  </a:lnTo>
                  <a:lnTo>
                    <a:pt x="7968" y="113882"/>
                  </a:lnTo>
                  <a:lnTo>
                    <a:pt x="6306" y="119107"/>
                  </a:lnTo>
                  <a:lnTo>
                    <a:pt x="4816" y="124383"/>
                  </a:lnTo>
                  <a:lnTo>
                    <a:pt x="3500" y="129706"/>
                  </a:lnTo>
                  <a:lnTo>
                    <a:pt x="2359" y="135069"/>
                  </a:lnTo>
                  <a:lnTo>
                    <a:pt x="1395" y="140466"/>
                  </a:lnTo>
                  <a:lnTo>
                    <a:pt x="608" y="145892"/>
                  </a:lnTo>
                  <a:lnTo>
                    <a:pt x="0" y="151341"/>
                  </a:lnTo>
                  <a:lnTo>
                    <a:pt x="1664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799" y="1092834"/>
              <a:ext cx="166416" cy="15826"/>
            </a:xfrm>
            <a:custGeom>
              <a:avLst/>
              <a:pathLst>
                <a:path w="166416" h="15826">
                  <a:moveTo>
                    <a:pt x="0" y="0"/>
                  </a:moveTo>
                  <a:lnTo>
                    <a:pt x="166416" y="158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48" y="1092834"/>
              <a:ext cx="170732" cy="182983"/>
            </a:xfrm>
            <a:custGeom>
              <a:avLst/>
              <a:pathLst>
                <a:path w="170732" h="182983">
                  <a:moveTo>
                    <a:pt x="750" y="0"/>
                  </a:moveTo>
                  <a:lnTo>
                    <a:pt x="324" y="5406"/>
                  </a:lnTo>
                  <a:lnTo>
                    <a:pt x="74" y="10823"/>
                  </a:lnTo>
                  <a:lnTo>
                    <a:pt x="0" y="16245"/>
                  </a:lnTo>
                  <a:lnTo>
                    <a:pt x="101" y="21667"/>
                  </a:lnTo>
                  <a:lnTo>
                    <a:pt x="378" y="27083"/>
                  </a:lnTo>
                  <a:lnTo>
                    <a:pt x="831" y="32487"/>
                  </a:lnTo>
                  <a:lnTo>
                    <a:pt x="1459" y="37873"/>
                  </a:lnTo>
                  <a:lnTo>
                    <a:pt x="2262" y="43236"/>
                  </a:lnTo>
                  <a:lnTo>
                    <a:pt x="3237" y="48571"/>
                  </a:lnTo>
                  <a:lnTo>
                    <a:pt x="4386" y="53870"/>
                  </a:lnTo>
                  <a:lnTo>
                    <a:pt x="5705" y="59130"/>
                  </a:lnTo>
                  <a:lnTo>
                    <a:pt x="7195" y="64345"/>
                  </a:lnTo>
                  <a:lnTo>
                    <a:pt x="8853" y="69508"/>
                  </a:lnTo>
                  <a:lnTo>
                    <a:pt x="10677" y="74615"/>
                  </a:lnTo>
                  <a:lnTo>
                    <a:pt x="12667" y="79659"/>
                  </a:lnTo>
                  <a:lnTo>
                    <a:pt x="14818" y="84637"/>
                  </a:lnTo>
                  <a:lnTo>
                    <a:pt x="17130" y="89542"/>
                  </a:lnTo>
                  <a:lnTo>
                    <a:pt x="19600" y="94370"/>
                  </a:lnTo>
                  <a:lnTo>
                    <a:pt x="22226" y="99115"/>
                  </a:lnTo>
                  <a:lnTo>
                    <a:pt x="25003" y="103772"/>
                  </a:lnTo>
                  <a:lnTo>
                    <a:pt x="27931" y="108337"/>
                  </a:lnTo>
                  <a:lnTo>
                    <a:pt x="31005" y="112805"/>
                  </a:lnTo>
                  <a:lnTo>
                    <a:pt x="34222" y="117170"/>
                  </a:lnTo>
                  <a:lnTo>
                    <a:pt x="37579" y="121429"/>
                  </a:lnTo>
                  <a:lnTo>
                    <a:pt x="41073" y="125577"/>
                  </a:lnTo>
                  <a:lnTo>
                    <a:pt x="44699" y="129609"/>
                  </a:lnTo>
                  <a:lnTo>
                    <a:pt x="48454" y="133521"/>
                  </a:lnTo>
                  <a:lnTo>
                    <a:pt x="52334" y="137310"/>
                  </a:lnTo>
                  <a:lnTo>
                    <a:pt x="56335" y="140971"/>
                  </a:lnTo>
                  <a:lnTo>
                    <a:pt x="60452" y="144500"/>
                  </a:lnTo>
                  <a:lnTo>
                    <a:pt x="64682" y="147893"/>
                  </a:lnTo>
                  <a:lnTo>
                    <a:pt x="69019" y="151148"/>
                  </a:lnTo>
                  <a:lnTo>
                    <a:pt x="73460" y="154260"/>
                  </a:lnTo>
                  <a:lnTo>
                    <a:pt x="78000" y="157227"/>
                  </a:lnTo>
                  <a:lnTo>
                    <a:pt x="82633" y="160044"/>
                  </a:lnTo>
                  <a:lnTo>
                    <a:pt x="87355" y="162710"/>
                  </a:lnTo>
                  <a:lnTo>
                    <a:pt x="92162" y="165222"/>
                  </a:lnTo>
                  <a:lnTo>
                    <a:pt x="97047" y="167576"/>
                  </a:lnTo>
                  <a:lnTo>
                    <a:pt x="102006" y="169771"/>
                  </a:lnTo>
                  <a:lnTo>
                    <a:pt x="107033" y="171803"/>
                  </a:lnTo>
                  <a:lnTo>
                    <a:pt x="112124" y="173671"/>
                  </a:lnTo>
                  <a:lnTo>
                    <a:pt x="117273" y="175374"/>
                  </a:lnTo>
                  <a:lnTo>
                    <a:pt x="122474" y="176908"/>
                  </a:lnTo>
                  <a:lnTo>
                    <a:pt x="127723" y="178273"/>
                  </a:lnTo>
                  <a:lnTo>
                    <a:pt x="133012" y="179467"/>
                  </a:lnTo>
                  <a:lnTo>
                    <a:pt x="138338" y="180489"/>
                  </a:lnTo>
                  <a:lnTo>
                    <a:pt x="143694" y="181337"/>
                  </a:lnTo>
                  <a:lnTo>
                    <a:pt x="149075" y="182011"/>
                  </a:lnTo>
                  <a:lnTo>
                    <a:pt x="154475" y="182511"/>
                  </a:lnTo>
                  <a:lnTo>
                    <a:pt x="159888" y="182835"/>
                  </a:lnTo>
                  <a:lnTo>
                    <a:pt x="165309" y="182983"/>
                  </a:lnTo>
                  <a:lnTo>
                    <a:pt x="170732" y="182955"/>
                  </a:lnTo>
                  <a:lnTo>
                    <a:pt x="167166" y="158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86215" y="941493"/>
              <a:ext cx="167157" cy="334296"/>
            </a:xfrm>
            <a:custGeom>
              <a:avLst/>
              <a:pathLst>
                <a:path w="167157" h="334296">
                  <a:moveTo>
                    <a:pt x="3565" y="334296"/>
                  </a:moveTo>
                  <a:lnTo>
                    <a:pt x="8883" y="334098"/>
                  </a:lnTo>
                  <a:lnTo>
                    <a:pt x="14193" y="333731"/>
                  </a:lnTo>
                  <a:lnTo>
                    <a:pt x="19488" y="333194"/>
                  </a:lnTo>
                  <a:lnTo>
                    <a:pt x="24764" y="332490"/>
                  </a:lnTo>
                  <a:lnTo>
                    <a:pt x="30014" y="331618"/>
                  </a:lnTo>
                  <a:lnTo>
                    <a:pt x="35234" y="330579"/>
                  </a:lnTo>
                  <a:lnTo>
                    <a:pt x="40418" y="329375"/>
                  </a:lnTo>
                  <a:lnTo>
                    <a:pt x="45561" y="328006"/>
                  </a:lnTo>
                  <a:lnTo>
                    <a:pt x="50658" y="326474"/>
                  </a:lnTo>
                  <a:lnTo>
                    <a:pt x="55704" y="324780"/>
                  </a:lnTo>
                  <a:lnTo>
                    <a:pt x="60693" y="322927"/>
                  </a:lnTo>
                  <a:lnTo>
                    <a:pt x="65621" y="320916"/>
                  </a:lnTo>
                  <a:lnTo>
                    <a:pt x="70482" y="318749"/>
                  </a:lnTo>
                  <a:lnTo>
                    <a:pt x="75272" y="316429"/>
                  </a:lnTo>
                  <a:lnTo>
                    <a:pt x="79985" y="313957"/>
                  </a:lnTo>
                  <a:lnTo>
                    <a:pt x="84618" y="311336"/>
                  </a:lnTo>
                  <a:lnTo>
                    <a:pt x="89164" y="308569"/>
                  </a:lnTo>
                  <a:lnTo>
                    <a:pt x="93621" y="305659"/>
                  </a:lnTo>
                  <a:lnTo>
                    <a:pt x="97982" y="302608"/>
                  </a:lnTo>
                  <a:lnTo>
                    <a:pt x="102244" y="299421"/>
                  </a:lnTo>
                  <a:lnTo>
                    <a:pt x="106402" y="296099"/>
                  </a:lnTo>
                  <a:lnTo>
                    <a:pt x="110453" y="292646"/>
                  </a:lnTo>
                  <a:lnTo>
                    <a:pt x="114391" y="289066"/>
                  </a:lnTo>
                  <a:lnTo>
                    <a:pt x="118214" y="285363"/>
                  </a:lnTo>
                  <a:lnTo>
                    <a:pt x="121917" y="281540"/>
                  </a:lnTo>
                  <a:lnTo>
                    <a:pt x="125496" y="277601"/>
                  </a:lnTo>
                  <a:lnTo>
                    <a:pt x="128948" y="273550"/>
                  </a:lnTo>
                  <a:lnTo>
                    <a:pt x="132269" y="269391"/>
                  </a:lnTo>
                  <a:lnTo>
                    <a:pt x="135456" y="265128"/>
                  </a:lnTo>
                  <a:lnTo>
                    <a:pt x="138506" y="260767"/>
                  </a:lnTo>
                  <a:lnTo>
                    <a:pt x="141415" y="256310"/>
                  </a:lnTo>
                  <a:lnTo>
                    <a:pt x="144182" y="251763"/>
                  </a:lnTo>
                  <a:lnTo>
                    <a:pt x="146801" y="247130"/>
                  </a:lnTo>
                  <a:lnTo>
                    <a:pt x="149273" y="242416"/>
                  </a:lnTo>
                  <a:lnTo>
                    <a:pt x="151592" y="237626"/>
                  </a:lnTo>
                  <a:lnTo>
                    <a:pt x="153759" y="232765"/>
                  </a:lnTo>
                  <a:lnTo>
                    <a:pt x="155769" y="227837"/>
                  </a:lnTo>
                  <a:lnTo>
                    <a:pt x="157621" y="222847"/>
                  </a:lnTo>
                  <a:lnTo>
                    <a:pt x="159314" y="217801"/>
                  </a:lnTo>
                  <a:lnTo>
                    <a:pt x="160845" y="212704"/>
                  </a:lnTo>
                  <a:lnTo>
                    <a:pt x="162213" y="207561"/>
                  </a:lnTo>
                  <a:lnTo>
                    <a:pt x="163417" y="202376"/>
                  </a:lnTo>
                  <a:lnTo>
                    <a:pt x="164455" y="197156"/>
                  </a:lnTo>
                  <a:lnTo>
                    <a:pt x="165326" y="191906"/>
                  </a:lnTo>
                  <a:lnTo>
                    <a:pt x="166030" y="186630"/>
                  </a:lnTo>
                  <a:lnTo>
                    <a:pt x="166565" y="181335"/>
                  </a:lnTo>
                  <a:lnTo>
                    <a:pt x="166932" y="176025"/>
                  </a:lnTo>
                  <a:lnTo>
                    <a:pt x="167129" y="170706"/>
                  </a:lnTo>
                  <a:lnTo>
                    <a:pt x="167157" y="165384"/>
                  </a:lnTo>
                  <a:lnTo>
                    <a:pt x="167016" y="160064"/>
                  </a:lnTo>
                  <a:lnTo>
                    <a:pt x="166705" y="154751"/>
                  </a:lnTo>
                  <a:lnTo>
                    <a:pt x="166225" y="149450"/>
                  </a:lnTo>
                  <a:lnTo>
                    <a:pt x="165577" y="144167"/>
                  </a:lnTo>
                  <a:lnTo>
                    <a:pt x="164761" y="138908"/>
                  </a:lnTo>
                  <a:lnTo>
                    <a:pt x="163778" y="133677"/>
                  </a:lnTo>
                  <a:lnTo>
                    <a:pt x="162629" y="128481"/>
                  </a:lnTo>
                  <a:lnTo>
                    <a:pt x="161315" y="123323"/>
                  </a:lnTo>
                  <a:lnTo>
                    <a:pt x="159837" y="118210"/>
                  </a:lnTo>
                  <a:lnTo>
                    <a:pt x="158198" y="113146"/>
                  </a:lnTo>
                  <a:lnTo>
                    <a:pt x="156398" y="108138"/>
                  </a:lnTo>
                  <a:lnTo>
                    <a:pt x="154440" y="103189"/>
                  </a:lnTo>
                  <a:lnTo>
                    <a:pt x="152325" y="98305"/>
                  </a:lnTo>
                  <a:lnTo>
                    <a:pt x="150055" y="93491"/>
                  </a:lnTo>
                  <a:lnTo>
                    <a:pt x="147634" y="88751"/>
                  </a:lnTo>
                  <a:lnTo>
                    <a:pt x="145063" y="84091"/>
                  </a:lnTo>
                  <a:lnTo>
                    <a:pt x="142345" y="79515"/>
                  </a:lnTo>
                  <a:lnTo>
                    <a:pt x="139482" y="75028"/>
                  </a:lnTo>
                  <a:lnTo>
                    <a:pt x="136478" y="70635"/>
                  </a:lnTo>
                  <a:lnTo>
                    <a:pt x="133336" y="66339"/>
                  </a:lnTo>
                  <a:lnTo>
                    <a:pt x="130059" y="62145"/>
                  </a:lnTo>
                  <a:lnTo>
                    <a:pt x="126650" y="58058"/>
                  </a:lnTo>
                  <a:lnTo>
                    <a:pt x="123112" y="54082"/>
                  </a:lnTo>
                  <a:lnTo>
                    <a:pt x="119450" y="50220"/>
                  </a:lnTo>
                  <a:lnTo>
                    <a:pt x="115666" y="46477"/>
                  </a:lnTo>
                  <a:lnTo>
                    <a:pt x="111765" y="42856"/>
                  </a:lnTo>
                  <a:lnTo>
                    <a:pt x="107751" y="39361"/>
                  </a:lnTo>
                  <a:lnTo>
                    <a:pt x="103628" y="35995"/>
                  </a:lnTo>
                  <a:lnTo>
                    <a:pt x="99400" y="32763"/>
                  </a:lnTo>
                  <a:lnTo>
                    <a:pt x="95071" y="29667"/>
                  </a:lnTo>
                  <a:lnTo>
                    <a:pt x="90646" y="26710"/>
                  </a:lnTo>
                  <a:lnTo>
                    <a:pt x="86128" y="23895"/>
                  </a:lnTo>
                  <a:lnTo>
                    <a:pt x="81524" y="21226"/>
                  </a:lnTo>
                  <a:lnTo>
                    <a:pt x="76837" y="18705"/>
                  </a:lnTo>
                  <a:lnTo>
                    <a:pt x="72071" y="16334"/>
                  </a:lnTo>
                  <a:lnTo>
                    <a:pt x="67233" y="14116"/>
                  </a:lnTo>
                  <a:lnTo>
                    <a:pt x="62327" y="12053"/>
                  </a:lnTo>
                  <a:lnTo>
                    <a:pt x="57358" y="10148"/>
                  </a:lnTo>
                  <a:lnTo>
                    <a:pt x="52330" y="8401"/>
                  </a:lnTo>
                  <a:lnTo>
                    <a:pt x="47249" y="6816"/>
                  </a:lnTo>
                  <a:lnTo>
                    <a:pt x="42121" y="5393"/>
                  </a:lnTo>
                  <a:lnTo>
                    <a:pt x="36949" y="4134"/>
                  </a:lnTo>
                  <a:lnTo>
                    <a:pt x="31741" y="3041"/>
                  </a:lnTo>
                  <a:lnTo>
                    <a:pt x="26500" y="2113"/>
                  </a:lnTo>
                  <a:lnTo>
                    <a:pt x="21232" y="1353"/>
                  </a:lnTo>
                  <a:lnTo>
                    <a:pt x="15943" y="762"/>
                  </a:lnTo>
                  <a:lnTo>
                    <a:pt x="10637" y="338"/>
                  </a:lnTo>
                  <a:lnTo>
                    <a:pt x="532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335" y="1071028"/>
              <a:ext cx="167166" cy="183888"/>
            </a:xfrm>
            <a:custGeom>
              <a:avLst/>
              <a:pathLst>
                <a:path w="167166" h="183888">
                  <a:moveTo>
                    <a:pt x="167166" y="0"/>
                  </a:moveTo>
                  <a:lnTo>
                    <a:pt x="161795" y="86"/>
                  </a:lnTo>
                  <a:lnTo>
                    <a:pt x="156429" y="345"/>
                  </a:lnTo>
                  <a:lnTo>
                    <a:pt x="151075" y="776"/>
                  </a:lnTo>
                  <a:lnTo>
                    <a:pt x="145738" y="1379"/>
                  </a:lnTo>
                  <a:lnTo>
                    <a:pt x="140422" y="2153"/>
                  </a:lnTo>
                  <a:lnTo>
                    <a:pt x="135134" y="3097"/>
                  </a:lnTo>
                  <a:lnTo>
                    <a:pt x="129879" y="4211"/>
                  </a:lnTo>
                  <a:lnTo>
                    <a:pt x="124663" y="5493"/>
                  </a:lnTo>
                  <a:lnTo>
                    <a:pt x="119491" y="6942"/>
                  </a:lnTo>
                  <a:lnTo>
                    <a:pt x="114367" y="8556"/>
                  </a:lnTo>
                  <a:lnTo>
                    <a:pt x="109299" y="10335"/>
                  </a:lnTo>
                  <a:lnTo>
                    <a:pt x="104290" y="12275"/>
                  </a:lnTo>
                  <a:lnTo>
                    <a:pt x="99346" y="14375"/>
                  </a:lnTo>
                  <a:lnTo>
                    <a:pt x="94472" y="16633"/>
                  </a:lnTo>
                  <a:lnTo>
                    <a:pt x="89673" y="19046"/>
                  </a:lnTo>
                  <a:lnTo>
                    <a:pt x="84954" y="21612"/>
                  </a:lnTo>
                  <a:lnTo>
                    <a:pt x="80320" y="24329"/>
                  </a:lnTo>
                  <a:lnTo>
                    <a:pt x="75775" y="27193"/>
                  </a:lnTo>
                  <a:lnTo>
                    <a:pt x="71325" y="30201"/>
                  </a:lnTo>
                  <a:lnTo>
                    <a:pt x="66974" y="33351"/>
                  </a:lnTo>
                  <a:lnTo>
                    <a:pt x="62727" y="36640"/>
                  </a:lnTo>
                  <a:lnTo>
                    <a:pt x="58587" y="40062"/>
                  </a:lnTo>
                  <a:lnTo>
                    <a:pt x="54559" y="43617"/>
                  </a:lnTo>
                  <a:lnTo>
                    <a:pt x="50648" y="47298"/>
                  </a:lnTo>
                  <a:lnTo>
                    <a:pt x="46857" y="51104"/>
                  </a:lnTo>
                  <a:lnTo>
                    <a:pt x="43190" y="55029"/>
                  </a:lnTo>
                  <a:lnTo>
                    <a:pt x="39651" y="59070"/>
                  </a:lnTo>
                  <a:lnTo>
                    <a:pt x="36244" y="63223"/>
                  </a:lnTo>
                  <a:lnTo>
                    <a:pt x="32972" y="67483"/>
                  </a:lnTo>
                  <a:lnTo>
                    <a:pt x="29838" y="71846"/>
                  </a:lnTo>
                  <a:lnTo>
                    <a:pt x="26847" y="76307"/>
                  </a:lnTo>
                  <a:lnTo>
                    <a:pt x="24000" y="80862"/>
                  </a:lnTo>
                  <a:lnTo>
                    <a:pt x="21301" y="85507"/>
                  </a:lnTo>
                  <a:lnTo>
                    <a:pt x="18752" y="90235"/>
                  </a:lnTo>
                  <a:lnTo>
                    <a:pt x="16357" y="95043"/>
                  </a:lnTo>
                  <a:lnTo>
                    <a:pt x="14118" y="99926"/>
                  </a:lnTo>
                  <a:lnTo>
                    <a:pt x="12037" y="104878"/>
                  </a:lnTo>
                  <a:lnTo>
                    <a:pt x="10115" y="109894"/>
                  </a:lnTo>
                  <a:lnTo>
                    <a:pt x="8356" y="114970"/>
                  </a:lnTo>
                  <a:lnTo>
                    <a:pt x="6761" y="120099"/>
                  </a:lnTo>
                  <a:lnTo>
                    <a:pt x="5332" y="125277"/>
                  </a:lnTo>
                  <a:lnTo>
                    <a:pt x="4070" y="130498"/>
                  </a:lnTo>
                  <a:lnTo>
                    <a:pt x="2976" y="135757"/>
                  </a:lnTo>
                  <a:lnTo>
                    <a:pt x="2051" y="141049"/>
                  </a:lnTo>
                  <a:lnTo>
                    <a:pt x="1297" y="146367"/>
                  </a:lnTo>
                  <a:lnTo>
                    <a:pt x="715" y="151707"/>
                  </a:lnTo>
                  <a:lnTo>
                    <a:pt x="304" y="157063"/>
                  </a:lnTo>
                  <a:lnTo>
                    <a:pt x="65" y="162429"/>
                  </a:lnTo>
                  <a:lnTo>
                    <a:pt x="0" y="167800"/>
                  </a:lnTo>
                  <a:lnTo>
                    <a:pt x="106" y="173171"/>
                  </a:lnTo>
                  <a:lnTo>
                    <a:pt x="385" y="178535"/>
                  </a:lnTo>
                  <a:lnTo>
                    <a:pt x="837" y="183888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172" y="1238196"/>
              <a:ext cx="166329" cy="16720"/>
            </a:xfrm>
            <a:custGeom>
              <a:avLst/>
              <a:pathLst>
                <a:path w="166329" h="16720">
                  <a:moveTo>
                    <a:pt x="0" y="16720"/>
                  </a:moveTo>
                  <a:lnTo>
                    <a:pt x="1663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172" y="1071283"/>
              <a:ext cx="333495" cy="334061"/>
            </a:xfrm>
            <a:custGeom>
              <a:avLst/>
              <a:pathLst>
                <a:path w="333495" h="334061">
                  <a:moveTo>
                    <a:pt x="0" y="183633"/>
                  </a:moveTo>
                  <a:lnTo>
                    <a:pt x="612" y="188887"/>
                  </a:lnTo>
                  <a:lnTo>
                    <a:pt x="1390" y="194120"/>
                  </a:lnTo>
                  <a:lnTo>
                    <a:pt x="2334" y="199325"/>
                  </a:lnTo>
                  <a:lnTo>
                    <a:pt x="3441" y="204497"/>
                  </a:lnTo>
                  <a:lnTo>
                    <a:pt x="4712" y="209633"/>
                  </a:lnTo>
                  <a:lnTo>
                    <a:pt x="6145" y="214725"/>
                  </a:lnTo>
                  <a:lnTo>
                    <a:pt x="7738" y="219769"/>
                  </a:lnTo>
                  <a:lnTo>
                    <a:pt x="9489" y="224761"/>
                  </a:lnTo>
                  <a:lnTo>
                    <a:pt x="11398" y="229694"/>
                  </a:lnTo>
                  <a:lnTo>
                    <a:pt x="13462" y="234565"/>
                  </a:lnTo>
                  <a:lnTo>
                    <a:pt x="15679" y="239368"/>
                  </a:lnTo>
                  <a:lnTo>
                    <a:pt x="18047" y="244098"/>
                  </a:lnTo>
                  <a:lnTo>
                    <a:pt x="20564" y="248751"/>
                  </a:lnTo>
                  <a:lnTo>
                    <a:pt x="23226" y="253322"/>
                  </a:lnTo>
                  <a:lnTo>
                    <a:pt x="26032" y="257807"/>
                  </a:lnTo>
                  <a:lnTo>
                    <a:pt x="28978" y="262200"/>
                  </a:lnTo>
                  <a:lnTo>
                    <a:pt x="32062" y="266498"/>
                  </a:lnTo>
                  <a:lnTo>
                    <a:pt x="35280" y="270697"/>
                  </a:lnTo>
                  <a:lnTo>
                    <a:pt x="38629" y="274791"/>
                  </a:lnTo>
                  <a:lnTo>
                    <a:pt x="42107" y="278778"/>
                  </a:lnTo>
                  <a:lnTo>
                    <a:pt x="45708" y="282652"/>
                  </a:lnTo>
                  <a:lnTo>
                    <a:pt x="49431" y="286411"/>
                  </a:lnTo>
                  <a:lnTo>
                    <a:pt x="53270" y="290050"/>
                  </a:lnTo>
                  <a:lnTo>
                    <a:pt x="57223" y="293565"/>
                  </a:lnTo>
                  <a:lnTo>
                    <a:pt x="61285" y="296954"/>
                  </a:lnTo>
                  <a:lnTo>
                    <a:pt x="65452" y="300212"/>
                  </a:lnTo>
                  <a:lnTo>
                    <a:pt x="69720" y="303337"/>
                  </a:lnTo>
                  <a:lnTo>
                    <a:pt x="74085" y="306326"/>
                  </a:lnTo>
                  <a:lnTo>
                    <a:pt x="78543" y="309175"/>
                  </a:lnTo>
                  <a:lnTo>
                    <a:pt x="83088" y="311881"/>
                  </a:lnTo>
                  <a:lnTo>
                    <a:pt x="87716" y="314442"/>
                  </a:lnTo>
                  <a:lnTo>
                    <a:pt x="92424" y="316856"/>
                  </a:lnTo>
                  <a:lnTo>
                    <a:pt x="97205" y="319119"/>
                  </a:lnTo>
                  <a:lnTo>
                    <a:pt x="102055" y="321230"/>
                  </a:lnTo>
                  <a:lnTo>
                    <a:pt x="106970" y="323186"/>
                  </a:lnTo>
                  <a:lnTo>
                    <a:pt x="111945" y="324986"/>
                  </a:lnTo>
                  <a:lnTo>
                    <a:pt x="116973" y="326628"/>
                  </a:lnTo>
                  <a:lnTo>
                    <a:pt x="122052" y="328109"/>
                  </a:lnTo>
                  <a:lnTo>
                    <a:pt x="127174" y="329430"/>
                  </a:lnTo>
                  <a:lnTo>
                    <a:pt x="132336" y="330587"/>
                  </a:lnTo>
                  <a:lnTo>
                    <a:pt x="137532" y="331581"/>
                  </a:lnTo>
                  <a:lnTo>
                    <a:pt x="142756" y="332409"/>
                  </a:lnTo>
                  <a:lnTo>
                    <a:pt x="148004" y="333072"/>
                  </a:lnTo>
                  <a:lnTo>
                    <a:pt x="153271" y="333569"/>
                  </a:lnTo>
                  <a:lnTo>
                    <a:pt x="158551" y="333899"/>
                  </a:lnTo>
                  <a:lnTo>
                    <a:pt x="163838" y="334061"/>
                  </a:lnTo>
                  <a:lnTo>
                    <a:pt x="169128" y="334056"/>
                  </a:lnTo>
                  <a:lnTo>
                    <a:pt x="174415" y="333884"/>
                  </a:lnTo>
                  <a:lnTo>
                    <a:pt x="179694" y="333545"/>
                  </a:lnTo>
                  <a:lnTo>
                    <a:pt x="184960" y="333038"/>
                  </a:lnTo>
                  <a:lnTo>
                    <a:pt x="190207" y="332366"/>
                  </a:lnTo>
                  <a:lnTo>
                    <a:pt x="195430" y="331527"/>
                  </a:lnTo>
                  <a:lnTo>
                    <a:pt x="200624" y="330524"/>
                  </a:lnTo>
                  <a:lnTo>
                    <a:pt x="205783" y="329357"/>
                  </a:lnTo>
                  <a:lnTo>
                    <a:pt x="210903" y="328027"/>
                  </a:lnTo>
                  <a:lnTo>
                    <a:pt x="215979" y="326536"/>
                  </a:lnTo>
                  <a:lnTo>
                    <a:pt x="221005" y="324885"/>
                  </a:lnTo>
                  <a:lnTo>
                    <a:pt x="225976" y="323076"/>
                  </a:lnTo>
                  <a:lnTo>
                    <a:pt x="230887" y="321111"/>
                  </a:lnTo>
                  <a:lnTo>
                    <a:pt x="235733" y="318991"/>
                  </a:lnTo>
                  <a:lnTo>
                    <a:pt x="240511" y="316719"/>
                  </a:lnTo>
                  <a:lnTo>
                    <a:pt x="245213" y="314297"/>
                  </a:lnTo>
                  <a:lnTo>
                    <a:pt x="249837" y="311727"/>
                  </a:lnTo>
                  <a:lnTo>
                    <a:pt x="254377" y="309012"/>
                  </a:lnTo>
                  <a:lnTo>
                    <a:pt x="258829" y="306155"/>
                  </a:lnTo>
                  <a:lnTo>
                    <a:pt x="263189" y="303159"/>
                  </a:lnTo>
                  <a:lnTo>
                    <a:pt x="267451" y="300026"/>
                  </a:lnTo>
                  <a:lnTo>
                    <a:pt x="271612" y="296759"/>
                  </a:lnTo>
                  <a:lnTo>
                    <a:pt x="275668" y="293363"/>
                  </a:lnTo>
                  <a:lnTo>
                    <a:pt x="279614" y="289840"/>
                  </a:lnTo>
                  <a:lnTo>
                    <a:pt x="283447" y="286194"/>
                  </a:lnTo>
                  <a:lnTo>
                    <a:pt x="287163" y="282429"/>
                  </a:lnTo>
                  <a:lnTo>
                    <a:pt x="290757" y="278548"/>
                  </a:lnTo>
                  <a:lnTo>
                    <a:pt x="294227" y="274555"/>
                  </a:lnTo>
                  <a:lnTo>
                    <a:pt x="297569" y="270454"/>
                  </a:lnTo>
                  <a:lnTo>
                    <a:pt x="300779" y="266250"/>
                  </a:lnTo>
                  <a:lnTo>
                    <a:pt x="303855" y="261946"/>
                  </a:lnTo>
                  <a:lnTo>
                    <a:pt x="306793" y="257547"/>
                  </a:lnTo>
                  <a:lnTo>
                    <a:pt x="309590" y="253057"/>
                  </a:lnTo>
                  <a:lnTo>
                    <a:pt x="312244" y="248481"/>
                  </a:lnTo>
                  <a:lnTo>
                    <a:pt x="314752" y="243824"/>
                  </a:lnTo>
                  <a:lnTo>
                    <a:pt x="317111" y="239089"/>
                  </a:lnTo>
                  <a:lnTo>
                    <a:pt x="319320" y="234282"/>
                  </a:lnTo>
                  <a:lnTo>
                    <a:pt x="321375" y="229408"/>
                  </a:lnTo>
                  <a:lnTo>
                    <a:pt x="323274" y="224471"/>
                  </a:lnTo>
                  <a:lnTo>
                    <a:pt x="325017" y="219476"/>
                  </a:lnTo>
                  <a:lnTo>
                    <a:pt x="326601" y="214429"/>
                  </a:lnTo>
                  <a:lnTo>
                    <a:pt x="328024" y="209334"/>
                  </a:lnTo>
                  <a:lnTo>
                    <a:pt x="329285" y="204196"/>
                  </a:lnTo>
                  <a:lnTo>
                    <a:pt x="330383" y="199022"/>
                  </a:lnTo>
                  <a:lnTo>
                    <a:pt x="331317" y="193815"/>
                  </a:lnTo>
                  <a:lnTo>
                    <a:pt x="332086" y="188581"/>
                  </a:lnTo>
                  <a:lnTo>
                    <a:pt x="332688" y="183326"/>
                  </a:lnTo>
                  <a:lnTo>
                    <a:pt x="333124" y="178054"/>
                  </a:lnTo>
                  <a:lnTo>
                    <a:pt x="333393" y="172771"/>
                  </a:lnTo>
                  <a:lnTo>
                    <a:pt x="333495" y="167482"/>
                  </a:lnTo>
                  <a:lnTo>
                    <a:pt x="333429" y="162192"/>
                  </a:lnTo>
                  <a:lnTo>
                    <a:pt x="333196" y="156907"/>
                  </a:lnTo>
                  <a:lnTo>
                    <a:pt x="332796" y="151632"/>
                  </a:lnTo>
                  <a:lnTo>
                    <a:pt x="332229" y="146373"/>
                  </a:lnTo>
                  <a:lnTo>
                    <a:pt x="331497" y="141134"/>
                  </a:lnTo>
                  <a:lnTo>
                    <a:pt x="330598" y="135921"/>
                  </a:lnTo>
                  <a:lnTo>
                    <a:pt x="329535" y="130739"/>
                  </a:lnTo>
                  <a:lnTo>
                    <a:pt x="328309" y="125593"/>
                  </a:lnTo>
                  <a:lnTo>
                    <a:pt x="326921" y="120489"/>
                  </a:lnTo>
                  <a:lnTo>
                    <a:pt x="325371" y="115431"/>
                  </a:lnTo>
                  <a:lnTo>
                    <a:pt x="323663" y="110424"/>
                  </a:lnTo>
                  <a:lnTo>
                    <a:pt x="321797" y="105474"/>
                  </a:lnTo>
                  <a:lnTo>
                    <a:pt x="319775" y="100586"/>
                  </a:lnTo>
                  <a:lnTo>
                    <a:pt x="317600" y="95764"/>
                  </a:lnTo>
                  <a:lnTo>
                    <a:pt x="315273" y="91014"/>
                  </a:lnTo>
                  <a:lnTo>
                    <a:pt x="312797" y="86339"/>
                  </a:lnTo>
                  <a:lnTo>
                    <a:pt x="310174" y="81745"/>
                  </a:lnTo>
                  <a:lnTo>
                    <a:pt x="307407" y="77236"/>
                  </a:lnTo>
                  <a:lnTo>
                    <a:pt x="304499" y="72817"/>
                  </a:lnTo>
                  <a:lnTo>
                    <a:pt x="301453" y="68493"/>
                  </a:lnTo>
                  <a:lnTo>
                    <a:pt x="298271" y="64266"/>
                  </a:lnTo>
                  <a:lnTo>
                    <a:pt x="294957" y="60143"/>
                  </a:lnTo>
                  <a:lnTo>
                    <a:pt x="291515" y="56127"/>
                  </a:lnTo>
                  <a:lnTo>
                    <a:pt x="287947" y="52221"/>
                  </a:lnTo>
                  <a:lnTo>
                    <a:pt x="284257" y="48431"/>
                  </a:lnTo>
                  <a:lnTo>
                    <a:pt x="280449" y="44759"/>
                  </a:lnTo>
                  <a:lnTo>
                    <a:pt x="276527" y="41209"/>
                  </a:lnTo>
                  <a:lnTo>
                    <a:pt x="272494" y="37785"/>
                  </a:lnTo>
                  <a:lnTo>
                    <a:pt x="268355" y="34491"/>
                  </a:lnTo>
                  <a:lnTo>
                    <a:pt x="264114" y="31329"/>
                  </a:lnTo>
                  <a:lnTo>
                    <a:pt x="259776" y="28303"/>
                  </a:lnTo>
                  <a:lnTo>
                    <a:pt x="255343" y="25415"/>
                  </a:lnTo>
                  <a:lnTo>
                    <a:pt x="250822" y="22670"/>
                  </a:lnTo>
                  <a:lnTo>
                    <a:pt x="246215" y="20069"/>
                  </a:lnTo>
                  <a:lnTo>
                    <a:pt x="241529" y="17614"/>
                  </a:lnTo>
                  <a:lnTo>
                    <a:pt x="236768" y="15310"/>
                  </a:lnTo>
                  <a:lnTo>
                    <a:pt x="231936" y="13157"/>
                  </a:lnTo>
                  <a:lnTo>
                    <a:pt x="227038" y="11158"/>
                  </a:lnTo>
                  <a:lnTo>
                    <a:pt x="222079" y="9315"/>
                  </a:lnTo>
                  <a:lnTo>
                    <a:pt x="217065" y="7630"/>
                  </a:lnTo>
                  <a:lnTo>
                    <a:pt x="212000" y="6105"/>
                  </a:lnTo>
                  <a:lnTo>
                    <a:pt x="206889" y="4740"/>
                  </a:lnTo>
                  <a:lnTo>
                    <a:pt x="201737" y="3538"/>
                  </a:lnTo>
                  <a:lnTo>
                    <a:pt x="196550" y="2499"/>
                  </a:lnTo>
                  <a:lnTo>
                    <a:pt x="191333" y="1625"/>
                  </a:lnTo>
                  <a:lnTo>
                    <a:pt x="186091" y="917"/>
                  </a:lnTo>
                  <a:lnTo>
                    <a:pt x="180829" y="375"/>
                  </a:lnTo>
                  <a:lnTo>
                    <a:pt x="175552" y="0"/>
                  </a:lnTo>
                  <a:lnTo>
                    <a:pt x="166329" y="1669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9223" cy="167167"/>
            </a:xfrm>
            <a:custGeom>
              <a:avLst/>
              <a:pathLst>
                <a:path w="9223" h="167167">
                  <a:moveTo>
                    <a:pt x="9223" y="25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7656" y="1322571"/>
              <a:ext cx="51064" cy="167167"/>
            </a:xfrm>
            <a:custGeom>
              <a:avLst/>
              <a:pathLst>
                <a:path w="51064" h="167167">
                  <a:moveTo>
                    <a:pt x="51064" y="0"/>
                  </a:moveTo>
                  <a:lnTo>
                    <a:pt x="44579" y="125"/>
                  </a:lnTo>
                  <a:lnTo>
                    <a:pt x="38104" y="503"/>
                  </a:lnTo>
                  <a:lnTo>
                    <a:pt x="31648" y="1131"/>
                  </a:lnTo>
                  <a:lnTo>
                    <a:pt x="25221" y="2009"/>
                  </a:lnTo>
                  <a:lnTo>
                    <a:pt x="18833" y="3136"/>
                  </a:lnTo>
                  <a:lnTo>
                    <a:pt x="12494" y="4510"/>
                  </a:lnTo>
                  <a:lnTo>
                    <a:pt x="6213" y="6129"/>
                  </a:lnTo>
                  <a:lnTo>
                    <a:pt x="0" y="7990"/>
                  </a:lnTo>
                  <a:lnTo>
                    <a:pt x="510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7656" y="1330562"/>
              <a:ext cx="51064" cy="159177"/>
            </a:xfrm>
            <a:custGeom>
              <a:avLst/>
              <a:pathLst>
                <a:path w="51064" h="159177">
                  <a:moveTo>
                    <a:pt x="0" y="0"/>
                  </a:moveTo>
                  <a:lnTo>
                    <a:pt x="51064" y="1591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61" y="1330562"/>
              <a:ext cx="334314" cy="326342"/>
            </a:xfrm>
            <a:custGeom>
              <a:avLst/>
              <a:pathLst>
                <a:path w="334314" h="326342">
                  <a:moveTo>
                    <a:pt x="116094" y="0"/>
                  </a:moveTo>
                  <a:lnTo>
                    <a:pt x="111066" y="1701"/>
                  </a:lnTo>
                  <a:lnTo>
                    <a:pt x="106095" y="3561"/>
                  </a:lnTo>
                  <a:lnTo>
                    <a:pt x="101185" y="5579"/>
                  </a:lnTo>
                  <a:lnTo>
                    <a:pt x="96341" y="7751"/>
                  </a:lnTo>
                  <a:lnTo>
                    <a:pt x="91569" y="10076"/>
                  </a:lnTo>
                  <a:lnTo>
                    <a:pt x="86873" y="12551"/>
                  </a:lnTo>
                  <a:lnTo>
                    <a:pt x="82258" y="15174"/>
                  </a:lnTo>
                  <a:lnTo>
                    <a:pt x="77729" y="17942"/>
                  </a:lnTo>
                  <a:lnTo>
                    <a:pt x="73290" y="20853"/>
                  </a:lnTo>
                  <a:lnTo>
                    <a:pt x="68945" y="23903"/>
                  </a:lnTo>
                  <a:lnTo>
                    <a:pt x="64700" y="27089"/>
                  </a:lnTo>
                  <a:lnTo>
                    <a:pt x="60558" y="30409"/>
                  </a:lnTo>
                  <a:lnTo>
                    <a:pt x="56523" y="33858"/>
                  </a:lnTo>
                  <a:lnTo>
                    <a:pt x="52600" y="37434"/>
                  </a:lnTo>
                  <a:lnTo>
                    <a:pt x="48792" y="41133"/>
                  </a:lnTo>
                  <a:lnTo>
                    <a:pt x="45104" y="44950"/>
                  </a:lnTo>
                  <a:lnTo>
                    <a:pt x="41539" y="48883"/>
                  </a:lnTo>
                  <a:lnTo>
                    <a:pt x="38101" y="52927"/>
                  </a:lnTo>
                  <a:lnTo>
                    <a:pt x="34792" y="57079"/>
                  </a:lnTo>
                  <a:lnTo>
                    <a:pt x="31617" y="61333"/>
                  </a:lnTo>
                  <a:lnTo>
                    <a:pt x="28579" y="65685"/>
                  </a:lnTo>
                  <a:lnTo>
                    <a:pt x="25681" y="70132"/>
                  </a:lnTo>
                  <a:lnTo>
                    <a:pt x="22925" y="74669"/>
                  </a:lnTo>
                  <a:lnTo>
                    <a:pt x="20314" y="79291"/>
                  </a:lnTo>
                  <a:lnTo>
                    <a:pt x="17852" y="83994"/>
                  </a:lnTo>
                  <a:lnTo>
                    <a:pt x="15540" y="88772"/>
                  </a:lnTo>
                  <a:lnTo>
                    <a:pt x="13381" y="93622"/>
                  </a:lnTo>
                  <a:lnTo>
                    <a:pt x="11378" y="98537"/>
                  </a:lnTo>
                  <a:lnTo>
                    <a:pt x="9531" y="103514"/>
                  </a:lnTo>
                  <a:lnTo>
                    <a:pt x="7843" y="108547"/>
                  </a:lnTo>
                  <a:lnTo>
                    <a:pt x="6316" y="113631"/>
                  </a:lnTo>
                  <a:lnTo>
                    <a:pt x="4951" y="118760"/>
                  </a:lnTo>
                  <a:lnTo>
                    <a:pt x="3749" y="123931"/>
                  </a:lnTo>
                  <a:lnTo>
                    <a:pt x="2713" y="129137"/>
                  </a:lnTo>
                  <a:lnTo>
                    <a:pt x="1842" y="134373"/>
                  </a:lnTo>
                  <a:lnTo>
                    <a:pt x="1138" y="139634"/>
                  </a:lnTo>
                  <a:lnTo>
                    <a:pt x="601" y="144915"/>
                  </a:lnTo>
                  <a:lnTo>
                    <a:pt x="232" y="150211"/>
                  </a:lnTo>
                  <a:lnTo>
                    <a:pt x="31" y="155515"/>
                  </a:lnTo>
                  <a:lnTo>
                    <a:pt x="0" y="160824"/>
                  </a:lnTo>
                  <a:lnTo>
                    <a:pt x="136" y="166130"/>
                  </a:lnTo>
                  <a:lnTo>
                    <a:pt x="441" y="171430"/>
                  </a:lnTo>
                  <a:lnTo>
                    <a:pt x="914" y="176717"/>
                  </a:lnTo>
                  <a:lnTo>
                    <a:pt x="1555" y="181986"/>
                  </a:lnTo>
                  <a:lnTo>
                    <a:pt x="2363" y="187233"/>
                  </a:lnTo>
                  <a:lnTo>
                    <a:pt x="3336" y="192451"/>
                  </a:lnTo>
                  <a:lnTo>
                    <a:pt x="4475" y="197635"/>
                  </a:lnTo>
                  <a:lnTo>
                    <a:pt x="5779" y="202781"/>
                  </a:lnTo>
                  <a:lnTo>
                    <a:pt x="7244" y="207883"/>
                  </a:lnTo>
                  <a:lnTo>
                    <a:pt x="8871" y="212936"/>
                  </a:lnTo>
                  <a:lnTo>
                    <a:pt x="10658" y="217934"/>
                  </a:lnTo>
                  <a:lnTo>
                    <a:pt x="12602" y="222874"/>
                  </a:lnTo>
                  <a:lnTo>
                    <a:pt x="14703" y="227749"/>
                  </a:lnTo>
                  <a:lnTo>
                    <a:pt x="16957" y="232554"/>
                  </a:lnTo>
                  <a:lnTo>
                    <a:pt x="19362" y="237286"/>
                  </a:lnTo>
                  <a:lnTo>
                    <a:pt x="21917" y="241940"/>
                  </a:lnTo>
                  <a:lnTo>
                    <a:pt x="24618" y="246509"/>
                  </a:lnTo>
                  <a:lnTo>
                    <a:pt x="27462" y="250991"/>
                  </a:lnTo>
                  <a:lnTo>
                    <a:pt x="30448" y="255380"/>
                  </a:lnTo>
                  <a:lnTo>
                    <a:pt x="33571" y="259672"/>
                  </a:lnTo>
                  <a:lnTo>
                    <a:pt x="36829" y="263863"/>
                  </a:lnTo>
                  <a:lnTo>
                    <a:pt x="40219" y="267948"/>
                  </a:lnTo>
                  <a:lnTo>
                    <a:pt x="43736" y="271924"/>
                  </a:lnTo>
                  <a:lnTo>
                    <a:pt x="47378" y="275785"/>
                  </a:lnTo>
                  <a:lnTo>
                    <a:pt x="51141" y="279530"/>
                  </a:lnTo>
                  <a:lnTo>
                    <a:pt x="55021" y="283153"/>
                  </a:lnTo>
                  <a:lnTo>
                    <a:pt x="59014" y="286650"/>
                  </a:lnTo>
                  <a:lnTo>
                    <a:pt x="63115" y="290020"/>
                  </a:lnTo>
                  <a:lnTo>
                    <a:pt x="67322" y="293257"/>
                  </a:lnTo>
                  <a:lnTo>
                    <a:pt x="71630" y="296359"/>
                  </a:lnTo>
                  <a:lnTo>
                    <a:pt x="76033" y="299323"/>
                  </a:lnTo>
                  <a:lnTo>
                    <a:pt x="80529" y="302146"/>
                  </a:lnTo>
                  <a:lnTo>
                    <a:pt x="85112" y="304824"/>
                  </a:lnTo>
                  <a:lnTo>
                    <a:pt x="89778" y="307356"/>
                  </a:lnTo>
                  <a:lnTo>
                    <a:pt x="94521" y="309738"/>
                  </a:lnTo>
                  <a:lnTo>
                    <a:pt x="99338" y="311968"/>
                  </a:lnTo>
                  <a:lnTo>
                    <a:pt x="104224" y="314045"/>
                  </a:lnTo>
                  <a:lnTo>
                    <a:pt x="109172" y="315965"/>
                  </a:lnTo>
                  <a:lnTo>
                    <a:pt x="114180" y="317727"/>
                  </a:lnTo>
                  <a:lnTo>
                    <a:pt x="119240" y="319329"/>
                  </a:lnTo>
                  <a:lnTo>
                    <a:pt x="124349" y="320770"/>
                  </a:lnTo>
                  <a:lnTo>
                    <a:pt x="129502" y="322047"/>
                  </a:lnTo>
                  <a:lnTo>
                    <a:pt x="134692" y="323161"/>
                  </a:lnTo>
                  <a:lnTo>
                    <a:pt x="139915" y="324109"/>
                  </a:lnTo>
                  <a:lnTo>
                    <a:pt x="145165" y="324891"/>
                  </a:lnTo>
                  <a:lnTo>
                    <a:pt x="150437" y="325506"/>
                  </a:lnTo>
                  <a:lnTo>
                    <a:pt x="155727" y="325953"/>
                  </a:lnTo>
                  <a:lnTo>
                    <a:pt x="161028" y="326232"/>
                  </a:lnTo>
                  <a:lnTo>
                    <a:pt x="166335" y="326342"/>
                  </a:lnTo>
                  <a:lnTo>
                    <a:pt x="171643" y="326284"/>
                  </a:lnTo>
                  <a:lnTo>
                    <a:pt x="176946" y="326057"/>
                  </a:lnTo>
                  <a:lnTo>
                    <a:pt x="182240" y="325662"/>
                  </a:lnTo>
                  <a:lnTo>
                    <a:pt x="187518" y="325100"/>
                  </a:lnTo>
                  <a:lnTo>
                    <a:pt x="192776" y="324370"/>
                  </a:lnTo>
                  <a:lnTo>
                    <a:pt x="198008" y="323473"/>
                  </a:lnTo>
                  <a:lnTo>
                    <a:pt x="203209" y="322411"/>
                  </a:lnTo>
                  <a:lnTo>
                    <a:pt x="208373" y="321184"/>
                  </a:lnTo>
                  <a:lnTo>
                    <a:pt x="213496" y="319794"/>
                  </a:lnTo>
                  <a:lnTo>
                    <a:pt x="218572" y="318241"/>
                  </a:lnTo>
                  <a:lnTo>
                    <a:pt x="223597" y="316529"/>
                  </a:lnTo>
                  <a:lnTo>
                    <a:pt x="228564" y="314658"/>
                  </a:lnTo>
                  <a:lnTo>
                    <a:pt x="233470" y="312630"/>
                  </a:lnTo>
                  <a:lnTo>
                    <a:pt x="238309" y="310447"/>
                  </a:lnTo>
                  <a:lnTo>
                    <a:pt x="243076" y="308112"/>
                  </a:lnTo>
                  <a:lnTo>
                    <a:pt x="247766" y="305626"/>
                  </a:lnTo>
                  <a:lnTo>
                    <a:pt x="252375" y="302993"/>
                  </a:lnTo>
                  <a:lnTo>
                    <a:pt x="256898" y="300215"/>
                  </a:lnTo>
                  <a:lnTo>
                    <a:pt x="261331" y="297294"/>
                  </a:lnTo>
                  <a:lnTo>
                    <a:pt x="265669" y="294235"/>
                  </a:lnTo>
                  <a:lnTo>
                    <a:pt x="269907" y="291039"/>
                  </a:lnTo>
                  <a:lnTo>
                    <a:pt x="274042" y="287710"/>
                  </a:lnTo>
                  <a:lnTo>
                    <a:pt x="278069" y="284252"/>
                  </a:lnTo>
                  <a:lnTo>
                    <a:pt x="281984" y="280667"/>
                  </a:lnTo>
                  <a:lnTo>
                    <a:pt x="285784" y="276961"/>
                  </a:lnTo>
                  <a:lnTo>
                    <a:pt x="289464" y="273135"/>
                  </a:lnTo>
                  <a:lnTo>
                    <a:pt x="293020" y="269194"/>
                  </a:lnTo>
                  <a:lnTo>
                    <a:pt x="296450" y="265143"/>
                  </a:lnTo>
                  <a:lnTo>
                    <a:pt x="299749" y="260984"/>
                  </a:lnTo>
                  <a:lnTo>
                    <a:pt x="302915" y="256723"/>
                  </a:lnTo>
                  <a:lnTo>
                    <a:pt x="305943" y="252364"/>
                  </a:lnTo>
                  <a:lnTo>
                    <a:pt x="308832" y="247910"/>
                  </a:lnTo>
                  <a:lnTo>
                    <a:pt x="311578" y="243367"/>
                  </a:lnTo>
                  <a:lnTo>
                    <a:pt x="314178" y="238740"/>
                  </a:lnTo>
                  <a:lnTo>
                    <a:pt x="316630" y="234032"/>
                  </a:lnTo>
                  <a:lnTo>
                    <a:pt x="318932" y="229248"/>
                  </a:lnTo>
                  <a:lnTo>
                    <a:pt x="321080" y="224394"/>
                  </a:lnTo>
                  <a:lnTo>
                    <a:pt x="323073" y="219474"/>
                  </a:lnTo>
                  <a:lnTo>
                    <a:pt x="324909" y="214493"/>
                  </a:lnTo>
                  <a:lnTo>
                    <a:pt x="326585" y="209457"/>
                  </a:lnTo>
                  <a:lnTo>
                    <a:pt x="328101" y="204370"/>
                  </a:lnTo>
                  <a:lnTo>
                    <a:pt x="329455" y="199237"/>
                  </a:lnTo>
                  <a:lnTo>
                    <a:pt x="330645" y="194064"/>
                  </a:lnTo>
                  <a:lnTo>
                    <a:pt x="331671" y="188856"/>
                  </a:lnTo>
                  <a:lnTo>
                    <a:pt x="332530" y="183617"/>
                  </a:lnTo>
                  <a:lnTo>
                    <a:pt x="333223" y="178355"/>
                  </a:lnTo>
                  <a:lnTo>
                    <a:pt x="333748" y="173072"/>
                  </a:lnTo>
                  <a:lnTo>
                    <a:pt x="334105" y="167776"/>
                  </a:lnTo>
                  <a:lnTo>
                    <a:pt x="334294" y="162471"/>
                  </a:lnTo>
                  <a:lnTo>
                    <a:pt x="334314" y="157163"/>
                  </a:lnTo>
                  <a:lnTo>
                    <a:pt x="334166" y="151857"/>
                  </a:lnTo>
                  <a:lnTo>
                    <a:pt x="333849" y="146558"/>
                  </a:lnTo>
                  <a:lnTo>
                    <a:pt x="333365" y="141272"/>
                  </a:lnTo>
                  <a:lnTo>
                    <a:pt x="332712" y="136004"/>
                  </a:lnTo>
                  <a:lnTo>
                    <a:pt x="331893" y="130759"/>
                  </a:lnTo>
                  <a:lnTo>
                    <a:pt x="330908" y="125543"/>
                  </a:lnTo>
                  <a:lnTo>
                    <a:pt x="329757" y="120361"/>
                  </a:lnTo>
                  <a:lnTo>
                    <a:pt x="328443" y="115218"/>
                  </a:lnTo>
                  <a:lnTo>
                    <a:pt x="326966" y="110120"/>
                  </a:lnTo>
                  <a:lnTo>
                    <a:pt x="325328" y="105070"/>
                  </a:lnTo>
                  <a:lnTo>
                    <a:pt x="323530" y="100076"/>
                  </a:lnTo>
                  <a:lnTo>
                    <a:pt x="321575" y="95141"/>
                  </a:lnTo>
                  <a:lnTo>
                    <a:pt x="319464" y="90270"/>
                  </a:lnTo>
                  <a:lnTo>
                    <a:pt x="317199" y="85469"/>
                  </a:lnTo>
                  <a:lnTo>
                    <a:pt x="314784" y="80743"/>
                  </a:lnTo>
                  <a:lnTo>
                    <a:pt x="312219" y="76095"/>
                  </a:lnTo>
                  <a:lnTo>
                    <a:pt x="309508" y="71531"/>
                  </a:lnTo>
                  <a:lnTo>
                    <a:pt x="306653" y="67056"/>
                  </a:lnTo>
                  <a:lnTo>
                    <a:pt x="303658" y="62674"/>
                  </a:lnTo>
                  <a:lnTo>
                    <a:pt x="300525" y="58388"/>
                  </a:lnTo>
                  <a:lnTo>
                    <a:pt x="297258" y="54205"/>
                  </a:lnTo>
                  <a:lnTo>
                    <a:pt x="293860" y="50127"/>
                  </a:lnTo>
                  <a:lnTo>
                    <a:pt x="290334" y="46159"/>
                  </a:lnTo>
                  <a:lnTo>
                    <a:pt x="286683" y="42305"/>
                  </a:lnTo>
                  <a:lnTo>
                    <a:pt x="282912" y="38569"/>
                  </a:lnTo>
                  <a:lnTo>
                    <a:pt x="279025" y="34955"/>
                  </a:lnTo>
                  <a:lnTo>
                    <a:pt x="275024" y="31466"/>
                  </a:lnTo>
                  <a:lnTo>
                    <a:pt x="270915" y="28106"/>
                  </a:lnTo>
                  <a:lnTo>
                    <a:pt x="266701" y="24877"/>
                  </a:lnTo>
                  <a:lnTo>
                    <a:pt x="262387" y="21785"/>
                  </a:lnTo>
                  <a:lnTo>
                    <a:pt x="257977" y="18830"/>
                  </a:lnTo>
                  <a:lnTo>
                    <a:pt x="253475" y="16018"/>
                  </a:lnTo>
                  <a:lnTo>
                    <a:pt x="248886" y="13349"/>
                  </a:lnTo>
                  <a:lnTo>
                    <a:pt x="244215" y="10828"/>
                  </a:lnTo>
                  <a:lnTo>
                    <a:pt x="239466" y="8456"/>
                  </a:lnTo>
                  <a:lnTo>
                    <a:pt x="234644" y="6236"/>
                  </a:lnTo>
                  <a:lnTo>
                    <a:pt x="229754" y="4171"/>
                  </a:lnTo>
                  <a:lnTo>
                    <a:pt x="224801" y="2262"/>
                  </a:lnTo>
                  <a:lnTo>
                    <a:pt x="219790" y="511"/>
                  </a:lnTo>
                  <a:lnTo>
                    <a:pt x="167159" y="1591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52631" cy="167167"/>
            </a:xfrm>
            <a:custGeom>
              <a:avLst/>
              <a:pathLst>
                <a:path w="52631" h="167167">
                  <a:moveTo>
                    <a:pt x="52631" y="8501"/>
                  </a:moveTo>
                  <a:lnTo>
                    <a:pt x="46952" y="6729"/>
                  </a:lnTo>
                  <a:lnTo>
                    <a:pt x="41214" y="5160"/>
                  </a:lnTo>
                  <a:lnTo>
                    <a:pt x="35423" y="3796"/>
                  </a:lnTo>
                  <a:lnTo>
                    <a:pt x="29588" y="2639"/>
                  </a:lnTo>
                  <a:lnTo>
                    <a:pt x="23716" y="1690"/>
                  </a:lnTo>
                  <a:lnTo>
                    <a:pt x="17813" y="951"/>
                  </a:lnTo>
                  <a:lnTo>
                    <a:pt x="11888" y="423"/>
                  </a:lnTo>
                  <a:lnTo>
                    <a:pt x="5947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2077" y="1681503"/>
              <a:ext cx="34447" cy="167167"/>
            </a:xfrm>
            <a:custGeom>
              <a:avLst/>
              <a:pathLst>
                <a:path w="34447" h="167167">
                  <a:moveTo>
                    <a:pt x="34447" y="0"/>
                  </a:moveTo>
                  <a:lnTo>
                    <a:pt x="27510" y="144"/>
                  </a:lnTo>
                  <a:lnTo>
                    <a:pt x="20584" y="575"/>
                  </a:lnTo>
                  <a:lnTo>
                    <a:pt x="13683" y="1294"/>
                  </a:lnTo>
                  <a:lnTo>
                    <a:pt x="6817" y="2299"/>
                  </a:lnTo>
                  <a:lnTo>
                    <a:pt x="0" y="3587"/>
                  </a:lnTo>
                  <a:lnTo>
                    <a:pt x="3444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52077" y="1685090"/>
              <a:ext cx="34447" cy="163579"/>
            </a:xfrm>
            <a:custGeom>
              <a:avLst/>
              <a:pathLst>
                <a:path w="34447" h="163579">
                  <a:moveTo>
                    <a:pt x="0" y="0"/>
                  </a:moveTo>
                  <a:lnTo>
                    <a:pt x="34447" y="1635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94462" y="1685090"/>
              <a:ext cx="92062" cy="163579"/>
            </a:xfrm>
            <a:custGeom>
              <a:avLst/>
              <a:pathLst>
                <a:path w="92062" h="163579">
                  <a:moveTo>
                    <a:pt x="57614" y="0"/>
                  </a:moveTo>
                  <a:lnTo>
                    <a:pt x="51495" y="1409"/>
                  </a:lnTo>
                  <a:lnTo>
                    <a:pt x="45433" y="3047"/>
                  </a:lnTo>
                  <a:lnTo>
                    <a:pt x="39436" y="4911"/>
                  </a:lnTo>
                  <a:lnTo>
                    <a:pt x="33514" y="7000"/>
                  </a:lnTo>
                  <a:lnTo>
                    <a:pt x="27674" y="9309"/>
                  </a:lnTo>
                  <a:lnTo>
                    <a:pt x="21926" y="11836"/>
                  </a:lnTo>
                  <a:lnTo>
                    <a:pt x="16276" y="14578"/>
                  </a:lnTo>
                  <a:lnTo>
                    <a:pt x="10733" y="17529"/>
                  </a:lnTo>
                  <a:lnTo>
                    <a:pt x="5305" y="20687"/>
                  </a:lnTo>
                  <a:lnTo>
                    <a:pt x="0" y="24046"/>
                  </a:lnTo>
                  <a:lnTo>
                    <a:pt x="92062" y="1635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60" y="1681503"/>
              <a:ext cx="334318" cy="334331"/>
            </a:xfrm>
            <a:custGeom>
              <a:avLst/>
              <a:pathLst>
                <a:path w="334318" h="334331">
                  <a:moveTo>
                    <a:pt x="75102" y="27634"/>
                  </a:moveTo>
                  <a:lnTo>
                    <a:pt x="70730" y="30618"/>
                  </a:lnTo>
                  <a:lnTo>
                    <a:pt x="66455" y="33740"/>
                  </a:lnTo>
                  <a:lnTo>
                    <a:pt x="62281" y="36996"/>
                  </a:lnTo>
                  <a:lnTo>
                    <a:pt x="58213" y="40381"/>
                  </a:lnTo>
                  <a:lnTo>
                    <a:pt x="54253" y="43895"/>
                  </a:lnTo>
                  <a:lnTo>
                    <a:pt x="50407" y="47531"/>
                  </a:lnTo>
                  <a:lnTo>
                    <a:pt x="46677" y="51288"/>
                  </a:lnTo>
                  <a:lnTo>
                    <a:pt x="43069" y="55161"/>
                  </a:lnTo>
                  <a:lnTo>
                    <a:pt x="39585" y="59146"/>
                  </a:lnTo>
                  <a:lnTo>
                    <a:pt x="36229" y="63239"/>
                  </a:lnTo>
                  <a:lnTo>
                    <a:pt x="33004" y="67437"/>
                  </a:lnTo>
                  <a:lnTo>
                    <a:pt x="29914" y="71735"/>
                  </a:lnTo>
                  <a:lnTo>
                    <a:pt x="26961" y="76128"/>
                  </a:lnTo>
                  <a:lnTo>
                    <a:pt x="24149" y="80613"/>
                  </a:lnTo>
                  <a:lnTo>
                    <a:pt x="21480" y="85184"/>
                  </a:lnTo>
                  <a:lnTo>
                    <a:pt x="18958" y="89838"/>
                  </a:lnTo>
                  <a:lnTo>
                    <a:pt x="16584" y="94569"/>
                  </a:lnTo>
                  <a:lnTo>
                    <a:pt x="14361" y="99373"/>
                  </a:lnTo>
                  <a:lnTo>
                    <a:pt x="12291" y="104245"/>
                  </a:lnTo>
                  <a:lnTo>
                    <a:pt x="10376" y="109180"/>
                  </a:lnTo>
                  <a:lnTo>
                    <a:pt x="8619" y="114173"/>
                  </a:lnTo>
                  <a:lnTo>
                    <a:pt x="7020" y="119219"/>
                  </a:lnTo>
                  <a:lnTo>
                    <a:pt x="5583" y="124314"/>
                  </a:lnTo>
                  <a:lnTo>
                    <a:pt x="4307" y="129451"/>
                  </a:lnTo>
                  <a:lnTo>
                    <a:pt x="3194" y="134626"/>
                  </a:lnTo>
                  <a:lnTo>
                    <a:pt x="2246" y="139834"/>
                  </a:lnTo>
                  <a:lnTo>
                    <a:pt x="1464" y="145069"/>
                  </a:lnTo>
                  <a:lnTo>
                    <a:pt x="847" y="150326"/>
                  </a:lnTo>
                  <a:lnTo>
                    <a:pt x="397" y="155601"/>
                  </a:lnTo>
                  <a:lnTo>
                    <a:pt x="115" y="160886"/>
                  </a:lnTo>
                  <a:lnTo>
                    <a:pt x="0" y="166179"/>
                  </a:lnTo>
                  <a:lnTo>
                    <a:pt x="52" y="171472"/>
                  </a:lnTo>
                  <a:lnTo>
                    <a:pt x="272" y="176760"/>
                  </a:lnTo>
                  <a:lnTo>
                    <a:pt x="659" y="182040"/>
                  </a:lnTo>
                  <a:lnTo>
                    <a:pt x="1214" y="187304"/>
                  </a:lnTo>
                  <a:lnTo>
                    <a:pt x="1935" y="192548"/>
                  </a:lnTo>
                  <a:lnTo>
                    <a:pt x="2821" y="197767"/>
                  </a:lnTo>
                  <a:lnTo>
                    <a:pt x="3872" y="202955"/>
                  </a:lnTo>
                  <a:lnTo>
                    <a:pt x="5087" y="208107"/>
                  </a:lnTo>
                  <a:lnTo>
                    <a:pt x="6465" y="213218"/>
                  </a:lnTo>
                  <a:lnTo>
                    <a:pt x="8003" y="218282"/>
                  </a:lnTo>
                  <a:lnTo>
                    <a:pt x="9701" y="223296"/>
                  </a:lnTo>
                  <a:lnTo>
                    <a:pt x="11557" y="228253"/>
                  </a:lnTo>
                  <a:lnTo>
                    <a:pt x="13570" y="233149"/>
                  </a:lnTo>
                  <a:lnTo>
                    <a:pt x="15736" y="237979"/>
                  </a:lnTo>
                  <a:lnTo>
                    <a:pt x="18054" y="242738"/>
                  </a:lnTo>
                  <a:lnTo>
                    <a:pt x="20521" y="247421"/>
                  </a:lnTo>
                  <a:lnTo>
                    <a:pt x="23135" y="252024"/>
                  </a:lnTo>
                  <a:lnTo>
                    <a:pt x="25894" y="256542"/>
                  </a:lnTo>
                  <a:lnTo>
                    <a:pt x="28795" y="260970"/>
                  </a:lnTo>
                  <a:lnTo>
                    <a:pt x="31834" y="265303"/>
                  </a:lnTo>
                  <a:lnTo>
                    <a:pt x="35009" y="269539"/>
                  </a:lnTo>
                  <a:lnTo>
                    <a:pt x="38317" y="273672"/>
                  </a:lnTo>
                  <a:lnTo>
                    <a:pt x="41753" y="277698"/>
                  </a:lnTo>
                  <a:lnTo>
                    <a:pt x="45316" y="281613"/>
                  </a:lnTo>
                  <a:lnTo>
                    <a:pt x="49000" y="285414"/>
                  </a:lnTo>
                  <a:lnTo>
                    <a:pt x="52803" y="289096"/>
                  </a:lnTo>
                  <a:lnTo>
                    <a:pt x="56721" y="292655"/>
                  </a:lnTo>
                  <a:lnTo>
                    <a:pt x="60750" y="296089"/>
                  </a:lnTo>
                  <a:lnTo>
                    <a:pt x="64885" y="299394"/>
                  </a:lnTo>
                  <a:lnTo>
                    <a:pt x="69122" y="302566"/>
                  </a:lnTo>
                  <a:lnTo>
                    <a:pt x="73458" y="305602"/>
                  </a:lnTo>
                  <a:lnTo>
                    <a:pt x="77888" y="308499"/>
                  </a:lnTo>
                  <a:lnTo>
                    <a:pt x="82408" y="311255"/>
                  </a:lnTo>
                  <a:lnTo>
                    <a:pt x="87012" y="313866"/>
                  </a:lnTo>
                  <a:lnTo>
                    <a:pt x="91697" y="316330"/>
                  </a:lnTo>
                  <a:lnTo>
                    <a:pt x="96458" y="318645"/>
                  </a:lnTo>
                  <a:lnTo>
                    <a:pt x="101289" y="320808"/>
                  </a:lnTo>
                  <a:lnTo>
                    <a:pt x="106187" y="322816"/>
                  </a:lnTo>
                  <a:lnTo>
                    <a:pt x="111145" y="324669"/>
                  </a:lnTo>
                  <a:lnTo>
                    <a:pt x="116160" y="326364"/>
                  </a:lnTo>
                  <a:lnTo>
                    <a:pt x="121226" y="327899"/>
                  </a:lnTo>
                  <a:lnTo>
                    <a:pt x="126338" y="329272"/>
                  </a:lnTo>
                  <a:lnTo>
                    <a:pt x="131491" y="330484"/>
                  </a:lnTo>
                  <a:lnTo>
                    <a:pt x="136680" y="331531"/>
                  </a:lnTo>
                  <a:lnTo>
                    <a:pt x="141899" y="332414"/>
                  </a:lnTo>
                  <a:lnTo>
                    <a:pt x="147143" y="333131"/>
                  </a:lnTo>
                  <a:lnTo>
                    <a:pt x="152408" y="333682"/>
                  </a:lnTo>
                  <a:lnTo>
                    <a:pt x="157687" y="334066"/>
                  </a:lnTo>
                  <a:lnTo>
                    <a:pt x="162976" y="334282"/>
                  </a:lnTo>
                  <a:lnTo>
                    <a:pt x="168270" y="334331"/>
                  </a:lnTo>
                  <a:lnTo>
                    <a:pt x="173562" y="334212"/>
                  </a:lnTo>
                  <a:lnTo>
                    <a:pt x="178847" y="333926"/>
                  </a:lnTo>
                  <a:lnTo>
                    <a:pt x="184121" y="333472"/>
                  </a:lnTo>
                  <a:lnTo>
                    <a:pt x="189378" y="332852"/>
                  </a:lnTo>
                  <a:lnTo>
                    <a:pt x="194613" y="332065"/>
                  </a:lnTo>
                  <a:lnTo>
                    <a:pt x="199820" y="331114"/>
                  </a:lnTo>
                  <a:lnTo>
                    <a:pt x="204994" y="329998"/>
                  </a:lnTo>
                  <a:lnTo>
                    <a:pt x="210131" y="328718"/>
                  </a:lnTo>
                  <a:lnTo>
                    <a:pt x="215224" y="327277"/>
                  </a:lnTo>
                  <a:lnTo>
                    <a:pt x="220269" y="325675"/>
                  </a:lnTo>
                  <a:lnTo>
                    <a:pt x="225261" y="323914"/>
                  </a:lnTo>
                  <a:lnTo>
                    <a:pt x="230195" y="321996"/>
                  </a:lnTo>
                  <a:lnTo>
                    <a:pt x="235065" y="319923"/>
                  </a:lnTo>
                  <a:lnTo>
                    <a:pt x="239868" y="317696"/>
                  </a:lnTo>
                  <a:lnTo>
                    <a:pt x="244597" y="315319"/>
                  </a:lnTo>
                  <a:lnTo>
                    <a:pt x="249249" y="312793"/>
                  </a:lnTo>
                  <a:lnTo>
                    <a:pt x="253819" y="310121"/>
                  </a:lnTo>
                  <a:lnTo>
                    <a:pt x="258301" y="307306"/>
                  </a:lnTo>
                  <a:lnTo>
                    <a:pt x="262692" y="304350"/>
                  </a:lnTo>
                  <a:lnTo>
                    <a:pt x="266988" y="301257"/>
                  </a:lnTo>
                  <a:lnTo>
                    <a:pt x="271183" y="298029"/>
                  </a:lnTo>
                  <a:lnTo>
                    <a:pt x="275274" y="294670"/>
                  </a:lnTo>
                  <a:lnTo>
                    <a:pt x="279257" y="291183"/>
                  </a:lnTo>
                  <a:lnTo>
                    <a:pt x="283127" y="287572"/>
                  </a:lnTo>
                  <a:lnTo>
                    <a:pt x="286882" y="283840"/>
                  </a:lnTo>
                  <a:lnTo>
                    <a:pt x="290516" y="279991"/>
                  </a:lnTo>
                  <a:lnTo>
                    <a:pt x="294026" y="276029"/>
                  </a:lnTo>
                  <a:lnTo>
                    <a:pt x="297409" y="271958"/>
                  </a:lnTo>
                  <a:lnTo>
                    <a:pt x="300661" y="267782"/>
                  </a:lnTo>
                  <a:lnTo>
                    <a:pt x="303780" y="263505"/>
                  </a:lnTo>
                  <a:lnTo>
                    <a:pt x="306762" y="259131"/>
                  </a:lnTo>
                  <a:lnTo>
                    <a:pt x="309604" y="254665"/>
                  </a:lnTo>
                  <a:lnTo>
                    <a:pt x="312302" y="250112"/>
                  </a:lnTo>
                  <a:lnTo>
                    <a:pt x="314856" y="245475"/>
                  </a:lnTo>
                  <a:lnTo>
                    <a:pt x="317261" y="240759"/>
                  </a:lnTo>
                  <a:lnTo>
                    <a:pt x="319516" y="235970"/>
                  </a:lnTo>
                  <a:lnTo>
                    <a:pt x="321618" y="231112"/>
                  </a:lnTo>
                  <a:lnTo>
                    <a:pt x="323565" y="226190"/>
                  </a:lnTo>
                  <a:lnTo>
                    <a:pt x="325355" y="221208"/>
                  </a:lnTo>
                  <a:lnTo>
                    <a:pt x="326987" y="216173"/>
                  </a:lnTo>
                  <a:lnTo>
                    <a:pt x="328458" y="211088"/>
                  </a:lnTo>
                  <a:lnTo>
                    <a:pt x="329768" y="205959"/>
                  </a:lnTo>
                  <a:lnTo>
                    <a:pt x="330915" y="200792"/>
                  </a:lnTo>
                  <a:lnTo>
                    <a:pt x="331897" y="195590"/>
                  </a:lnTo>
                  <a:lnTo>
                    <a:pt x="332715" y="190360"/>
                  </a:lnTo>
                  <a:lnTo>
                    <a:pt x="333366" y="185107"/>
                  </a:lnTo>
                  <a:lnTo>
                    <a:pt x="333851" y="179836"/>
                  </a:lnTo>
                  <a:lnTo>
                    <a:pt x="334168" y="174552"/>
                  </a:lnTo>
                  <a:lnTo>
                    <a:pt x="334318" y="169261"/>
                  </a:lnTo>
                  <a:lnTo>
                    <a:pt x="334301" y="163968"/>
                  </a:lnTo>
                  <a:lnTo>
                    <a:pt x="334116" y="158677"/>
                  </a:lnTo>
                  <a:lnTo>
                    <a:pt x="333763" y="153396"/>
                  </a:lnTo>
                  <a:lnTo>
                    <a:pt x="333244" y="148128"/>
                  </a:lnTo>
                  <a:lnTo>
                    <a:pt x="332558" y="142879"/>
                  </a:lnTo>
                  <a:lnTo>
                    <a:pt x="331706" y="137655"/>
                  </a:lnTo>
                  <a:lnTo>
                    <a:pt x="330689" y="132460"/>
                  </a:lnTo>
                  <a:lnTo>
                    <a:pt x="329508" y="127300"/>
                  </a:lnTo>
                  <a:lnTo>
                    <a:pt x="328164" y="122180"/>
                  </a:lnTo>
                  <a:lnTo>
                    <a:pt x="326659" y="117105"/>
                  </a:lnTo>
                  <a:lnTo>
                    <a:pt x="324994" y="112080"/>
                  </a:lnTo>
                  <a:lnTo>
                    <a:pt x="323171" y="107111"/>
                  </a:lnTo>
                  <a:lnTo>
                    <a:pt x="321192" y="102202"/>
                  </a:lnTo>
                  <a:lnTo>
                    <a:pt x="319057" y="97358"/>
                  </a:lnTo>
                  <a:lnTo>
                    <a:pt x="316771" y="92583"/>
                  </a:lnTo>
                  <a:lnTo>
                    <a:pt x="314335" y="87884"/>
                  </a:lnTo>
                  <a:lnTo>
                    <a:pt x="311751" y="83264"/>
                  </a:lnTo>
                  <a:lnTo>
                    <a:pt x="309022" y="78729"/>
                  </a:lnTo>
                  <a:lnTo>
                    <a:pt x="306151" y="74282"/>
                  </a:lnTo>
                  <a:lnTo>
                    <a:pt x="303140" y="69928"/>
                  </a:lnTo>
                  <a:lnTo>
                    <a:pt x="299993" y="65671"/>
                  </a:lnTo>
                  <a:lnTo>
                    <a:pt x="296713" y="61517"/>
                  </a:lnTo>
                  <a:lnTo>
                    <a:pt x="293303" y="57468"/>
                  </a:lnTo>
                  <a:lnTo>
                    <a:pt x="289767" y="53529"/>
                  </a:lnTo>
                  <a:lnTo>
                    <a:pt x="286107" y="49704"/>
                  </a:lnTo>
                  <a:lnTo>
                    <a:pt x="282329" y="45997"/>
                  </a:lnTo>
                  <a:lnTo>
                    <a:pt x="278435" y="42412"/>
                  </a:lnTo>
                  <a:lnTo>
                    <a:pt x="274429" y="38951"/>
                  </a:lnTo>
                  <a:lnTo>
                    <a:pt x="270316" y="35620"/>
                  </a:lnTo>
                  <a:lnTo>
                    <a:pt x="266099" y="32420"/>
                  </a:lnTo>
                  <a:lnTo>
                    <a:pt x="261783" y="29355"/>
                  </a:lnTo>
                  <a:lnTo>
                    <a:pt x="257372" y="26428"/>
                  </a:lnTo>
                  <a:lnTo>
                    <a:pt x="252871" y="23643"/>
                  </a:lnTo>
                  <a:lnTo>
                    <a:pt x="248284" y="21001"/>
                  </a:lnTo>
                  <a:lnTo>
                    <a:pt x="243616" y="18506"/>
                  </a:lnTo>
                  <a:lnTo>
                    <a:pt x="238871" y="16160"/>
                  </a:lnTo>
                  <a:lnTo>
                    <a:pt x="234054" y="13965"/>
                  </a:lnTo>
                  <a:lnTo>
                    <a:pt x="229169" y="11924"/>
                  </a:lnTo>
                  <a:lnTo>
                    <a:pt x="224223" y="10039"/>
                  </a:lnTo>
                  <a:lnTo>
                    <a:pt x="219220" y="8311"/>
                  </a:lnTo>
                  <a:lnTo>
                    <a:pt x="214164" y="6743"/>
                  </a:lnTo>
                  <a:lnTo>
                    <a:pt x="209061" y="5335"/>
                  </a:lnTo>
                  <a:lnTo>
                    <a:pt x="203917" y="4090"/>
                  </a:lnTo>
                  <a:lnTo>
                    <a:pt x="198735" y="3008"/>
                  </a:lnTo>
                  <a:lnTo>
                    <a:pt x="193522" y="2090"/>
                  </a:lnTo>
                  <a:lnTo>
                    <a:pt x="188282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1380" y="2126963"/>
              <a:ext cx="19907" cy="167167"/>
            </a:xfrm>
            <a:custGeom>
              <a:avLst/>
              <a:pathLst>
                <a:path w="19907" h="167167">
                  <a:moveTo>
                    <a:pt x="19907" y="0"/>
                  </a:moveTo>
                  <a:lnTo>
                    <a:pt x="9935" y="297"/>
                  </a:lnTo>
                  <a:lnTo>
                    <a:pt x="0" y="1189"/>
                  </a:lnTo>
                  <a:lnTo>
                    <a:pt x="199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25" y="2128153"/>
              <a:ext cx="334326" cy="333138"/>
            </a:xfrm>
            <a:custGeom>
              <a:avLst/>
              <a:pathLst>
                <a:path w="334326" h="333138">
                  <a:moveTo>
                    <a:pt x="147255" y="0"/>
                  </a:moveTo>
                  <a:lnTo>
                    <a:pt x="142001" y="714"/>
                  </a:lnTo>
                  <a:lnTo>
                    <a:pt x="136773" y="1595"/>
                  </a:lnTo>
                  <a:lnTo>
                    <a:pt x="131575" y="2642"/>
                  </a:lnTo>
                  <a:lnTo>
                    <a:pt x="126413" y="3853"/>
                  </a:lnTo>
                  <a:lnTo>
                    <a:pt x="121292" y="5226"/>
                  </a:lnTo>
                  <a:lnTo>
                    <a:pt x="116217" y="6762"/>
                  </a:lnTo>
                  <a:lnTo>
                    <a:pt x="111193" y="8458"/>
                  </a:lnTo>
                  <a:lnTo>
                    <a:pt x="106226" y="10312"/>
                  </a:lnTo>
                  <a:lnTo>
                    <a:pt x="101320" y="12323"/>
                  </a:lnTo>
                  <a:lnTo>
                    <a:pt x="96480" y="14488"/>
                  </a:lnTo>
                  <a:lnTo>
                    <a:pt x="91712" y="16806"/>
                  </a:lnTo>
                  <a:lnTo>
                    <a:pt x="87019" y="19273"/>
                  </a:lnTo>
                  <a:lnTo>
                    <a:pt x="82407" y="21889"/>
                  </a:lnTo>
                  <a:lnTo>
                    <a:pt x="77880" y="24649"/>
                  </a:lnTo>
                  <a:lnTo>
                    <a:pt x="73443" y="27552"/>
                  </a:lnTo>
                  <a:lnTo>
                    <a:pt x="69100" y="30593"/>
                  </a:lnTo>
                  <a:lnTo>
                    <a:pt x="64856" y="33771"/>
                  </a:lnTo>
                  <a:lnTo>
                    <a:pt x="60715" y="37082"/>
                  </a:lnTo>
                  <a:lnTo>
                    <a:pt x="56681" y="40523"/>
                  </a:lnTo>
                  <a:lnTo>
                    <a:pt x="52758" y="44090"/>
                  </a:lnTo>
                  <a:lnTo>
                    <a:pt x="48950" y="47779"/>
                  </a:lnTo>
                  <a:lnTo>
                    <a:pt x="45261" y="51588"/>
                  </a:lnTo>
                  <a:lnTo>
                    <a:pt x="41694" y="55511"/>
                  </a:lnTo>
                  <a:lnTo>
                    <a:pt x="38254" y="59546"/>
                  </a:lnTo>
                  <a:lnTo>
                    <a:pt x="34944" y="63687"/>
                  </a:lnTo>
                  <a:lnTo>
                    <a:pt x="31766" y="67932"/>
                  </a:lnTo>
                  <a:lnTo>
                    <a:pt x="28725" y="72275"/>
                  </a:lnTo>
                  <a:lnTo>
                    <a:pt x="25823" y="76712"/>
                  </a:lnTo>
                  <a:lnTo>
                    <a:pt x="23063" y="81240"/>
                  </a:lnTo>
                  <a:lnTo>
                    <a:pt x="20449" y="85852"/>
                  </a:lnTo>
                  <a:lnTo>
                    <a:pt x="17981" y="90545"/>
                  </a:lnTo>
                  <a:lnTo>
                    <a:pt x="15664" y="95314"/>
                  </a:lnTo>
                  <a:lnTo>
                    <a:pt x="13499" y="100154"/>
                  </a:lnTo>
                  <a:lnTo>
                    <a:pt x="11489" y="105060"/>
                  </a:lnTo>
                  <a:lnTo>
                    <a:pt x="9636" y="110028"/>
                  </a:lnTo>
                  <a:lnTo>
                    <a:pt x="7940" y="115052"/>
                  </a:lnTo>
                  <a:lnTo>
                    <a:pt x="6406" y="120127"/>
                  </a:lnTo>
                  <a:lnTo>
                    <a:pt x="5032" y="125248"/>
                  </a:lnTo>
                  <a:lnTo>
                    <a:pt x="3822" y="130410"/>
                  </a:lnTo>
                  <a:lnTo>
                    <a:pt x="2776" y="135608"/>
                  </a:lnTo>
                  <a:lnTo>
                    <a:pt x="1896" y="140836"/>
                  </a:lnTo>
                  <a:lnTo>
                    <a:pt x="1182" y="146090"/>
                  </a:lnTo>
                  <a:lnTo>
                    <a:pt x="635" y="151364"/>
                  </a:lnTo>
                  <a:lnTo>
                    <a:pt x="255" y="156652"/>
                  </a:lnTo>
                  <a:lnTo>
                    <a:pt x="43" y="161950"/>
                  </a:lnTo>
                  <a:lnTo>
                    <a:pt x="0" y="167252"/>
                  </a:lnTo>
                  <a:lnTo>
                    <a:pt x="124" y="172553"/>
                  </a:lnTo>
                  <a:lnTo>
                    <a:pt x="417" y="177847"/>
                  </a:lnTo>
                  <a:lnTo>
                    <a:pt x="877" y="183129"/>
                  </a:lnTo>
                  <a:lnTo>
                    <a:pt x="1504" y="188394"/>
                  </a:lnTo>
                  <a:lnTo>
                    <a:pt x="2299" y="193636"/>
                  </a:lnTo>
                  <a:lnTo>
                    <a:pt x="3259" y="198850"/>
                  </a:lnTo>
                  <a:lnTo>
                    <a:pt x="4384" y="204032"/>
                  </a:lnTo>
                  <a:lnTo>
                    <a:pt x="5672" y="209175"/>
                  </a:lnTo>
                  <a:lnTo>
                    <a:pt x="7124" y="214274"/>
                  </a:lnTo>
                  <a:lnTo>
                    <a:pt x="8736" y="219326"/>
                  </a:lnTo>
                  <a:lnTo>
                    <a:pt x="10507" y="224323"/>
                  </a:lnTo>
                  <a:lnTo>
                    <a:pt x="12436" y="229262"/>
                  </a:lnTo>
                  <a:lnTo>
                    <a:pt x="14521" y="234137"/>
                  </a:lnTo>
                  <a:lnTo>
                    <a:pt x="16759" y="238943"/>
                  </a:lnTo>
                  <a:lnTo>
                    <a:pt x="19149" y="243676"/>
                  </a:lnTo>
                  <a:lnTo>
                    <a:pt x="21688" y="248331"/>
                  </a:lnTo>
                  <a:lnTo>
                    <a:pt x="24372" y="252903"/>
                  </a:lnTo>
                  <a:lnTo>
                    <a:pt x="27201" y="257388"/>
                  </a:lnTo>
                  <a:lnTo>
                    <a:pt x="30170" y="261780"/>
                  </a:lnTo>
                  <a:lnTo>
                    <a:pt x="33277" y="266077"/>
                  </a:lnTo>
                  <a:lnTo>
                    <a:pt x="36519" y="270272"/>
                  </a:lnTo>
                  <a:lnTo>
                    <a:pt x="39892" y="274363"/>
                  </a:lnTo>
                  <a:lnTo>
                    <a:pt x="43394" y="278344"/>
                  </a:lnTo>
                  <a:lnTo>
                    <a:pt x="47019" y="282213"/>
                  </a:lnTo>
                  <a:lnTo>
                    <a:pt x="50766" y="285965"/>
                  </a:lnTo>
                  <a:lnTo>
                    <a:pt x="54630" y="289596"/>
                  </a:lnTo>
                  <a:lnTo>
                    <a:pt x="58607" y="293102"/>
                  </a:lnTo>
                  <a:lnTo>
                    <a:pt x="62693" y="296481"/>
                  </a:lnTo>
                  <a:lnTo>
                    <a:pt x="66884" y="299728"/>
                  </a:lnTo>
                  <a:lnTo>
                    <a:pt x="71176" y="302841"/>
                  </a:lnTo>
                  <a:lnTo>
                    <a:pt x="75565" y="305816"/>
                  </a:lnTo>
                  <a:lnTo>
                    <a:pt x="80046" y="308651"/>
                  </a:lnTo>
                  <a:lnTo>
                    <a:pt x="84614" y="311342"/>
                  </a:lnTo>
                  <a:lnTo>
                    <a:pt x="89266" y="313886"/>
                  </a:lnTo>
                  <a:lnTo>
                    <a:pt x="93996" y="316282"/>
                  </a:lnTo>
                  <a:lnTo>
                    <a:pt x="98799" y="318527"/>
                  </a:lnTo>
                  <a:lnTo>
                    <a:pt x="103671" y="320618"/>
                  </a:lnTo>
                  <a:lnTo>
                    <a:pt x="108607" y="322554"/>
                  </a:lnTo>
                  <a:lnTo>
                    <a:pt x="113602" y="324332"/>
                  </a:lnTo>
                  <a:lnTo>
                    <a:pt x="118651" y="325951"/>
                  </a:lnTo>
                  <a:lnTo>
                    <a:pt x="123749" y="327409"/>
                  </a:lnTo>
                  <a:lnTo>
                    <a:pt x="128890" y="328705"/>
                  </a:lnTo>
                  <a:lnTo>
                    <a:pt x="134070" y="329837"/>
                  </a:lnTo>
                  <a:lnTo>
                    <a:pt x="139283" y="330804"/>
                  </a:lnTo>
                  <a:lnTo>
                    <a:pt x="144525" y="331605"/>
                  </a:lnTo>
                  <a:lnTo>
                    <a:pt x="149788" y="332240"/>
                  </a:lnTo>
                  <a:lnTo>
                    <a:pt x="155070" y="332707"/>
                  </a:lnTo>
                  <a:lnTo>
                    <a:pt x="160364" y="333007"/>
                  </a:lnTo>
                  <a:lnTo>
                    <a:pt x="165664" y="333138"/>
                  </a:lnTo>
                  <a:lnTo>
                    <a:pt x="170966" y="333102"/>
                  </a:lnTo>
                  <a:lnTo>
                    <a:pt x="176264" y="332897"/>
                  </a:lnTo>
                  <a:lnTo>
                    <a:pt x="181553" y="332524"/>
                  </a:lnTo>
                  <a:lnTo>
                    <a:pt x="186828" y="331984"/>
                  </a:lnTo>
                  <a:lnTo>
                    <a:pt x="192082" y="331277"/>
                  </a:lnTo>
                  <a:lnTo>
                    <a:pt x="197312" y="330403"/>
                  </a:lnTo>
                  <a:lnTo>
                    <a:pt x="202511" y="329365"/>
                  </a:lnTo>
                  <a:lnTo>
                    <a:pt x="207675" y="328161"/>
                  </a:lnTo>
                  <a:lnTo>
                    <a:pt x="212798" y="326795"/>
                  </a:lnTo>
                  <a:lnTo>
                    <a:pt x="217875" y="325267"/>
                  </a:lnTo>
                  <a:lnTo>
                    <a:pt x="222901" y="323578"/>
                  </a:lnTo>
                  <a:lnTo>
                    <a:pt x="227871" y="321732"/>
                  </a:lnTo>
                  <a:lnTo>
                    <a:pt x="232780" y="319728"/>
                  </a:lnTo>
                  <a:lnTo>
                    <a:pt x="237623" y="317570"/>
                  </a:lnTo>
                  <a:lnTo>
                    <a:pt x="242395" y="315259"/>
                  </a:lnTo>
                  <a:lnTo>
                    <a:pt x="247091" y="312798"/>
                  </a:lnTo>
                  <a:lnTo>
                    <a:pt x="251707" y="310189"/>
                  </a:lnTo>
                  <a:lnTo>
                    <a:pt x="256238" y="307435"/>
                  </a:lnTo>
                  <a:lnTo>
                    <a:pt x="260680" y="304539"/>
                  </a:lnTo>
                  <a:lnTo>
                    <a:pt x="265027" y="301504"/>
                  </a:lnTo>
                  <a:lnTo>
                    <a:pt x="269276" y="298332"/>
                  </a:lnTo>
                  <a:lnTo>
                    <a:pt x="273422" y="295027"/>
                  </a:lnTo>
                  <a:lnTo>
                    <a:pt x="277461" y="291593"/>
                  </a:lnTo>
                  <a:lnTo>
                    <a:pt x="281389" y="288031"/>
                  </a:lnTo>
                  <a:lnTo>
                    <a:pt x="285202" y="284348"/>
                  </a:lnTo>
                  <a:lnTo>
                    <a:pt x="288897" y="280545"/>
                  </a:lnTo>
                  <a:lnTo>
                    <a:pt x="292469" y="276626"/>
                  </a:lnTo>
                  <a:lnTo>
                    <a:pt x="295915" y="272597"/>
                  </a:lnTo>
                  <a:lnTo>
                    <a:pt x="299231" y="268460"/>
                  </a:lnTo>
                  <a:lnTo>
                    <a:pt x="302415" y="264220"/>
                  </a:lnTo>
                  <a:lnTo>
                    <a:pt x="305462" y="259881"/>
                  </a:lnTo>
                  <a:lnTo>
                    <a:pt x="308371" y="255448"/>
                  </a:lnTo>
                  <a:lnTo>
                    <a:pt x="311137" y="250925"/>
                  </a:lnTo>
                  <a:lnTo>
                    <a:pt x="313759" y="246316"/>
                  </a:lnTo>
                  <a:lnTo>
                    <a:pt x="316233" y="241627"/>
                  </a:lnTo>
                  <a:lnTo>
                    <a:pt x="318557" y="236861"/>
                  </a:lnTo>
                  <a:lnTo>
                    <a:pt x="320729" y="232024"/>
                  </a:lnTo>
                  <a:lnTo>
                    <a:pt x="322746" y="227121"/>
                  </a:lnTo>
                  <a:lnTo>
                    <a:pt x="324607" y="222156"/>
                  </a:lnTo>
                  <a:lnTo>
                    <a:pt x="326309" y="217135"/>
                  </a:lnTo>
                  <a:lnTo>
                    <a:pt x="327852" y="212062"/>
                  </a:lnTo>
                  <a:lnTo>
                    <a:pt x="329232" y="206943"/>
                  </a:lnTo>
                  <a:lnTo>
                    <a:pt x="330450" y="201783"/>
                  </a:lnTo>
                  <a:lnTo>
                    <a:pt x="331503" y="196586"/>
                  </a:lnTo>
                  <a:lnTo>
                    <a:pt x="332391" y="191359"/>
                  </a:lnTo>
                  <a:lnTo>
                    <a:pt x="333113" y="186106"/>
                  </a:lnTo>
                  <a:lnTo>
                    <a:pt x="333668" y="180833"/>
                  </a:lnTo>
                  <a:lnTo>
                    <a:pt x="334055" y="175545"/>
                  </a:lnTo>
                  <a:lnTo>
                    <a:pt x="334275" y="170248"/>
                  </a:lnTo>
                  <a:lnTo>
                    <a:pt x="334326" y="164946"/>
                  </a:lnTo>
                  <a:lnTo>
                    <a:pt x="334210" y="159645"/>
                  </a:lnTo>
                  <a:lnTo>
                    <a:pt x="333925" y="154351"/>
                  </a:lnTo>
                  <a:lnTo>
                    <a:pt x="333472" y="149068"/>
                  </a:lnTo>
                  <a:lnTo>
                    <a:pt x="332852" y="143802"/>
                  </a:lnTo>
                  <a:lnTo>
                    <a:pt x="332066" y="138559"/>
                  </a:lnTo>
                  <a:lnTo>
                    <a:pt x="331113" y="133343"/>
                  </a:lnTo>
                  <a:lnTo>
                    <a:pt x="329996" y="128160"/>
                  </a:lnTo>
                  <a:lnTo>
                    <a:pt x="328715" y="123015"/>
                  </a:lnTo>
                  <a:lnTo>
                    <a:pt x="327271" y="117913"/>
                  </a:lnTo>
                  <a:lnTo>
                    <a:pt x="325666" y="112860"/>
                  </a:lnTo>
                  <a:lnTo>
                    <a:pt x="323902" y="107860"/>
                  </a:lnTo>
                  <a:lnTo>
                    <a:pt x="321980" y="102919"/>
                  </a:lnTo>
                  <a:lnTo>
                    <a:pt x="319902" y="98041"/>
                  </a:lnTo>
                  <a:lnTo>
                    <a:pt x="317671" y="93231"/>
                  </a:lnTo>
                  <a:lnTo>
                    <a:pt x="315288" y="88494"/>
                  </a:lnTo>
                  <a:lnTo>
                    <a:pt x="312756" y="83836"/>
                  </a:lnTo>
                  <a:lnTo>
                    <a:pt x="310078" y="79260"/>
                  </a:lnTo>
                  <a:lnTo>
                    <a:pt x="307256" y="74771"/>
                  </a:lnTo>
                  <a:lnTo>
                    <a:pt x="304293" y="70374"/>
                  </a:lnTo>
                  <a:lnTo>
                    <a:pt x="301192" y="66073"/>
                  </a:lnTo>
                  <a:lnTo>
                    <a:pt x="297957" y="61873"/>
                  </a:lnTo>
                  <a:lnTo>
                    <a:pt x="294589" y="57777"/>
                  </a:lnTo>
                  <a:lnTo>
                    <a:pt x="291094" y="53791"/>
                  </a:lnTo>
                  <a:lnTo>
                    <a:pt x="287474" y="49917"/>
                  </a:lnTo>
                  <a:lnTo>
                    <a:pt x="283733" y="46160"/>
                  </a:lnTo>
                  <a:lnTo>
                    <a:pt x="279874" y="42523"/>
                  </a:lnTo>
                  <a:lnTo>
                    <a:pt x="275902" y="39011"/>
                  </a:lnTo>
                  <a:lnTo>
                    <a:pt x="271821" y="35626"/>
                  </a:lnTo>
                  <a:lnTo>
                    <a:pt x="267635" y="32373"/>
                  </a:lnTo>
                  <a:lnTo>
                    <a:pt x="263347" y="29254"/>
                  </a:lnTo>
                  <a:lnTo>
                    <a:pt x="258963" y="26272"/>
                  </a:lnTo>
                  <a:lnTo>
                    <a:pt x="254486" y="23431"/>
                  </a:lnTo>
                  <a:lnTo>
                    <a:pt x="249922" y="20733"/>
                  </a:lnTo>
                  <a:lnTo>
                    <a:pt x="245274" y="18182"/>
                  </a:lnTo>
                  <a:lnTo>
                    <a:pt x="240547" y="15779"/>
                  </a:lnTo>
                  <a:lnTo>
                    <a:pt x="235747" y="13527"/>
                  </a:lnTo>
                  <a:lnTo>
                    <a:pt x="230878" y="11429"/>
                  </a:lnTo>
                  <a:lnTo>
                    <a:pt x="225945" y="9486"/>
                  </a:lnTo>
                  <a:lnTo>
                    <a:pt x="220952" y="7701"/>
                  </a:lnTo>
                  <a:lnTo>
                    <a:pt x="215906" y="6074"/>
                  </a:lnTo>
                  <a:lnTo>
                    <a:pt x="210810" y="4609"/>
                  </a:lnTo>
                  <a:lnTo>
                    <a:pt x="205671" y="3306"/>
                  </a:lnTo>
                  <a:lnTo>
                    <a:pt x="200493" y="2166"/>
                  </a:lnTo>
                  <a:lnTo>
                    <a:pt x="195281" y="1192"/>
                  </a:lnTo>
                  <a:lnTo>
                    <a:pt x="190041" y="383"/>
                  </a:lnTo>
                  <a:lnTo>
                    <a:pt x="167162" y="1659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22878" cy="167167"/>
            </a:xfrm>
            <a:custGeom>
              <a:avLst/>
              <a:pathLst>
                <a:path w="22878" h="167167">
                  <a:moveTo>
                    <a:pt x="22878" y="1573"/>
                  </a:moveTo>
                  <a:lnTo>
                    <a:pt x="15279" y="699"/>
                  </a:lnTo>
                  <a:lnTo>
                    <a:pt x="7647" y="17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033" y="2633064"/>
              <a:ext cx="3714" cy="167167"/>
            </a:xfrm>
            <a:custGeom>
              <a:avLst/>
              <a:pathLst>
                <a:path w="3714" h="167167">
                  <a:moveTo>
                    <a:pt x="3714" y="0"/>
                  </a:moveTo>
                  <a:lnTo>
                    <a:pt x="0" y="41"/>
                  </a:lnTo>
                  <a:lnTo>
                    <a:pt x="371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7033" y="2633105"/>
              <a:ext cx="3714" cy="167126"/>
            </a:xfrm>
            <a:custGeom>
              <a:avLst/>
              <a:pathLst>
                <a:path w="3714" h="167126">
                  <a:moveTo>
                    <a:pt x="0" y="0"/>
                  </a:moveTo>
                  <a:lnTo>
                    <a:pt x="3714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4" y="2633105"/>
              <a:ext cx="334329" cy="334284"/>
            </a:xfrm>
            <a:custGeom>
              <a:avLst/>
              <a:pathLst>
                <a:path w="334329" h="334284">
                  <a:moveTo>
                    <a:pt x="163449" y="0"/>
                  </a:moveTo>
                  <a:lnTo>
                    <a:pt x="158149" y="201"/>
                  </a:lnTo>
                  <a:lnTo>
                    <a:pt x="152859" y="571"/>
                  </a:lnTo>
                  <a:lnTo>
                    <a:pt x="147583" y="1109"/>
                  </a:lnTo>
                  <a:lnTo>
                    <a:pt x="142327" y="1814"/>
                  </a:lnTo>
                  <a:lnTo>
                    <a:pt x="137095" y="2685"/>
                  </a:lnTo>
                  <a:lnTo>
                    <a:pt x="131894" y="3721"/>
                  </a:lnTo>
                  <a:lnTo>
                    <a:pt x="126729" y="4922"/>
                  </a:lnTo>
                  <a:lnTo>
                    <a:pt x="121604" y="6287"/>
                  </a:lnTo>
                  <a:lnTo>
                    <a:pt x="116525" y="7813"/>
                  </a:lnTo>
                  <a:lnTo>
                    <a:pt x="111497" y="9499"/>
                  </a:lnTo>
                  <a:lnTo>
                    <a:pt x="106525" y="11344"/>
                  </a:lnTo>
                  <a:lnTo>
                    <a:pt x="101614" y="13346"/>
                  </a:lnTo>
                  <a:lnTo>
                    <a:pt x="96769" y="15503"/>
                  </a:lnTo>
                  <a:lnTo>
                    <a:pt x="91995" y="17812"/>
                  </a:lnTo>
                  <a:lnTo>
                    <a:pt x="87296" y="20272"/>
                  </a:lnTo>
                  <a:lnTo>
                    <a:pt x="82678" y="22879"/>
                  </a:lnTo>
                  <a:lnTo>
                    <a:pt x="78145" y="25632"/>
                  </a:lnTo>
                  <a:lnTo>
                    <a:pt x="73701" y="28527"/>
                  </a:lnTo>
                  <a:lnTo>
                    <a:pt x="69352" y="31561"/>
                  </a:lnTo>
                  <a:lnTo>
                    <a:pt x="65101" y="34732"/>
                  </a:lnTo>
                  <a:lnTo>
                    <a:pt x="60953" y="38036"/>
                  </a:lnTo>
                  <a:lnTo>
                    <a:pt x="56911" y="41470"/>
                  </a:lnTo>
                  <a:lnTo>
                    <a:pt x="52981" y="45031"/>
                  </a:lnTo>
                  <a:lnTo>
                    <a:pt x="49165" y="48714"/>
                  </a:lnTo>
                  <a:lnTo>
                    <a:pt x="45469" y="52517"/>
                  </a:lnTo>
                  <a:lnTo>
                    <a:pt x="41894" y="56435"/>
                  </a:lnTo>
                  <a:lnTo>
                    <a:pt x="38446" y="60464"/>
                  </a:lnTo>
                  <a:lnTo>
                    <a:pt x="35128" y="64601"/>
                  </a:lnTo>
                  <a:lnTo>
                    <a:pt x="31942" y="68841"/>
                  </a:lnTo>
                  <a:lnTo>
                    <a:pt x="28892" y="73179"/>
                  </a:lnTo>
                  <a:lnTo>
                    <a:pt x="25982" y="77613"/>
                  </a:lnTo>
                  <a:lnTo>
                    <a:pt x="23213" y="82136"/>
                  </a:lnTo>
                  <a:lnTo>
                    <a:pt x="20590" y="86745"/>
                  </a:lnTo>
                  <a:lnTo>
                    <a:pt x="18114" y="91435"/>
                  </a:lnTo>
                  <a:lnTo>
                    <a:pt x="15788" y="96201"/>
                  </a:lnTo>
                  <a:lnTo>
                    <a:pt x="13614" y="101039"/>
                  </a:lnTo>
                  <a:lnTo>
                    <a:pt x="11595" y="105943"/>
                  </a:lnTo>
                  <a:lnTo>
                    <a:pt x="9733" y="110908"/>
                  </a:lnTo>
                  <a:lnTo>
                    <a:pt x="8029" y="115930"/>
                  </a:lnTo>
                  <a:lnTo>
                    <a:pt x="6485" y="121004"/>
                  </a:lnTo>
                  <a:lnTo>
                    <a:pt x="5103" y="126124"/>
                  </a:lnTo>
                  <a:lnTo>
                    <a:pt x="3884" y="131285"/>
                  </a:lnTo>
                  <a:lnTo>
                    <a:pt x="2829" y="136483"/>
                  </a:lnTo>
                  <a:lnTo>
                    <a:pt x="1940" y="141711"/>
                  </a:lnTo>
                  <a:lnTo>
                    <a:pt x="1217" y="146965"/>
                  </a:lnTo>
                  <a:lnTo>
                    <a:pt x="661" y="152239"/>
                  </a:lnTo>
                  <a:lnTo>
                    <a:pt x="272" y="157528"/>
                  </a:lnTo>
                  <a:lnTo>
                    <a:pt x="52" y="162827"/>
                  </a:lnTo>
                  <a:lnTo>
                    <a:pt x="0" y="168130"/>
                  </a:lnTo>
                  <a:lnTo>
                    <a:pt x="115" y="173432"/>
                  </a:lnTo>
                  <a:lnTo>
                    <a:pt x="400" y="178728"/>
                  </a:lnTo>
                  <a:lnTo>
                    <a:pt x="852" y="184012"/>
                  </a:lnTo>
                  <a:lnTo>
                    <a:pt x="1471" y="189279"/>
                  </a:lnTo>
                  <a:lnTo>
                    <a:pt x="2257" y="194524"/>
                  </a:lnTo>
                  <a:lnTo>
                    <a:pt x="3209" y="199741"/>
                  </a:lnTo>
                  <a:lnTo>
                    <a:pt x="4326" y="204925"/>
                  </a:lnTo>
                  <a:lnTo>
                    <a:pt x="5607" y="210072"/>
                  </a:lnTo>
                  <a:lnTo>
                    <a:pt x="7051" y="215175"/>
                  </a:lnTo>
                  <a:lnTo>
                    <a:pt x="8655" y="220229"/>
                  </a:lnTo>
                  <a:lnTo>
                    <a:pt x="10420" y="225231"/>
                  </a:lnTo>
                  <a:lnTo>
                    <a:pt x="12342" y="230174"/>
                  </a:lnTo>
                  <a:lnTo>
                    <a:pt x="14420" y="235053"/>
                  </a:lnTo>
                  <a:lnTo>
                    <a:pt x="16651" y="239864"/>
                  </a:lnTo>
                  <a:lnTo>
                    <a:pt x="19034" y="244602"/>
                  </a:lnTo>
                  <a:lnTo>
                    <a:pt x="21566" y="249261"/>
                  </a:lnTo>
                  <a:lnTo>
                    <a:pt x="24245" y="253839"/>
                  </a:lnTo>
                  <a:lnTo>
                    <a:pt x="27068" y="258328"/>
                  </a:lnTo>
                  <a:lnTo>
                    <a:pt x="30031" y="262727"/>
                  </a:lnTo>
                  <a:lnTo>
                    <a:pt x="33133" y="267028"/>
                  </a:lnTo>
                  <a:lnTo>
                    <a:pt x="36369" y="271230"/>
                  </a:lnTo>
                  <a:lnTo>
                    <a:pt x="39737" y="275326"/>
                  </a:lnTo>
                  <a:lnTo>
                    <a:pt x="43233" y="279314"/>
                  </a:lnTo>
                  <a:lnTo>
                    <a:pt x="46855" y="283189"/>
                  </a:lnTo>
                  <a:lnTo>
                    <a:pt x="50597" y="286946"/>
                  </a:lnTo>
                  <a:lnTo>
                    <a:pt x="54456" y="290584"/>
                  </a:lnTo>
                  <a:lnTo>
                    <a:pt x="58429" y="294097"/>
                  </a:lnTo>
                  <a:lnTo>
                    <a:pt x="62511" y="297482"/>
                  </a:lnTo>
                  <a:lnTo>
                    <a:pt x="66699" y="300736"/>
                  </a:lnTo>
                  <a:lnTo>
                    <a:pt x="70988" y="303856"/>
                  </a:lnTo>
                  <a:lnTo>
                    <a:pt x="75373" y="306838"/>
                  </a:lnTo>
                  <a:lnTo>
                    <a:pt x="79851" y="309679"/>
                  </a:lnTo>
                  <a:lnTo>
                    <a:pt x="84417" y="312377"/>
                  </a:lnTo>
                  <a:lnTo>
                    <a:pt x="89066" y="314929"/>
                  </a:lnTo>
                  <a:lnTo>
                    <a:pt x="93794" y="317332"/>
                  </a:lnTo>
                  <a:lnTo>
                    <a:pt x="98596" y="319583"/>
                  </a:lnTo>
                  <a:lnTo>
                    <a:pt x="103466" y="321682"/>
                  </a:lnTo>
                  <a:lnTo>
                    <a:pt x="108401" y="323624"/>
                  </a:lnTo>
                  <a:lnTo>
                    <a:pt x="113395" y="325410"/>
                  </a:lnTo>
                  <a:lnTo>
                    <a:pt x="118443" y="327036"/>
                  </a:lnTo>
                  <a:lnTo>
                    <a:pt x="123540" y="328501"/>
                  </a:lnTo>
                  <a:lnTo>
                    <a:pt x="128681" y="329803"/>
                  </a:lnTo>
                  <a:lnTo>
                    <a:pt x="133860" y="330942"/>
                  </a:lnTo>
                  <a:lnTo>
                    <a:pt x="139073" y="331916"/>
                  </a:lnTo>
                  <a:lnTo>
                    <a:pt x="144315" y="332724"/>
                  </a:lnTo>
                  <a:lnTo>
                    <a:pt x="149579" y="333366"/>
                  </a:lnTo>
                  <a:lnTo>
                    <a:pt x="154861" y="333840"/>
                  </a:lnTo>
                  <a:lnTo>
                    <a:pt x="160156" y="334146"/>
                  </a:lnTo>
                  <a:lnTo>
                    <a:pt x="165457" y="334284"/>
                  </a:lnTo>
                  <a:lnTo>
                    <a:pt x="170761" y="334254"/>
                  </a:lnTo>
                  <a:lnTo>
                    <a:pt x="176060" y="334056"/>
                  </a:lnTo>
                  <a:lnTo>
                    <a:pt x="181351" y="333690"/>
                  </a:lnTo>
                  <a:lnTo>
                    <a:pt x="186627" y="333156"/>
                  </a:lnTo>
                  <a:lnTo>
                    <a:pt x="191884" y="332455"/>
                  </a:lnTo>
                  <a:lnTo>
                    <a:pt x="197116" y="331588"/>
                  </a:lnTo>
                  <a:lnTo>
                    <a:pt x="202318" y="330555"/>
                  </a:lnTo>
                  <a:lnTo>
                    <a:pt x="207484" y="329358"/>
                  </a:lnTo>
                  <a:lnTo>
                    <a:pt x="212610" y="327997"/>
                  </a:lnTo>
                  <a:lnTo>
                    <a:pt x="217690" y="326474"/>
                  </a:lnTo>
                  <a:lnTo>
                    <a:pt x="222720" y="324792"/>
                  </a:lnTo>
                  <a:lnTo>
                    <a:pt x="227693" y="322950"/>
                  </a:lnTo>
                  <a:lnTo>
                    <a:pt x="232605" y="320951"/>
                  </a:lnTo>
                  <a:lnTo>
                    <a:pt x="237452" y="318798"/>
                  </a:lnTo>
                  <a:lnTo>
                    <a:pt x="242228" y="316492"/>
                  </a:lnTo>
                  <a:lnTo>
                    <a:pt x="246928" y="314036"/>
                  </a:lnTo>
                  <a:lnTo>
                    <a:pt x="251548" y="311432"/>
                  </a:lnTo>
                  <a:lnTo>
                    <a:pt x="256083" y="308683"/>
                  </a:lnTo>
                  <a:lnTo>
                    <a:pt x="260528" y="305791"/>
                  </a:lnTo>
                  <a:lnTo>
                    <a:pt x="264880" y="302759"/>
                  </a:lnTo>
                  <a:lnTo>
                    <a:pt x="269133" y="299592"/>
                  </a:lnTo>
                  <a:lnTo>
                    <a:pt x="273284" y="296290"/>
                  </a:lnTo>
                  <a:lnTo>
                    <a:pt x="277328" y="292859"/>
                  </a:lnTo>
                  <a:lnTo>
                    <a:pt x="281261" y="289301"/>
                  </a:lnTo>
                  <a:lnTo>
                    <a:pt x="285079" y="285621"/>
                  </a:lnTo>
                  <a:lnTo>
                    <a:pt x="288778" y="281821"/>
                  </a:lnTo>
                  <a:lnTo>
                    <a:pt x="292355" y="277905"/>
                  </a:lnTo>
                  <a:lnTo>
                    <a:pt x="295806" y="273878"/>
                  </a:lnTo>
                  <a:lnTo>
                    <a:pt x="299128" y="269744"/>
                  </a:lnTo>
                  <a:lnTo>
                    <a:pt x="302316" y="265506"/>
                  </a:lnTo>
                  <a:lnTo>
                    <a:pt x="305369" y="261170"/>
                  </a:lnTo>
                  <a:lnTo>
                    <a:pt x="308283" y="256738"/>
                  </a:lnTo>
                  <a:lnTo>
                    <a:pt x="311054" y="252217"/>
                  </a:lnTo>
                  <a:lnTo>
                    <a:pt x="313681" y="247610"/>
                  </a:lnTo>
                  <a:lnTo>
                    <a:pt x="316160" y="242922"/>
                  </a:lnTo>
                  <a:lnTo>
                    <a:pt x="318490" y="238157"/>
                  </a:lnTo>
                  <a:lnTo>
                    <a:pt x="320667" y="233321"/>
                  </a:lnTo>
                  <a:lnTo>
                    <a:pt x="322689" y="228419"/>
                  </a:lnTo>
                  <a:lnTo>
                    <a:pt x="324555" y="223454"/>
                  </a:lnTo>
                  <a:lnTo>
                    <a:pt x="326263" y="218434"/>
                  </a:lnTo>
                  <a:lnTo>
                    <a:pt x="327810" y="213361"/>
                  </a:lnTo>
                  <a:lnTo>
                    <a:pt x="329196" y="208242"/>
                  </a:lnTo>
                  <a:lnTo>
                    <a:pt x="330419" y="203081"/>
                  </a:lnTo>
                  <a:lnTo>
                    <a:pt x="331477" y="197885"/>
                  </a:lnTo>
                  <a:lnTo>
                    <a:pt x="332370" y="192657"/>
                  </a:lnTo>
                  <a:lnTo>
                    <a:pt x="333097" y="187404"/>
                  </a:lnTo>
                  <a:lnTo>
                    <a:pt x="333657" y="182130"/>
                  </a:lnTo>
                  <a:lnTo>
                    <a:pt x="334049" y="176841"/>
                  </a:lnTo>
                  <a:lnTo>
                    <a:pt x="334273" y="171543"/>
                  </a:lnTo>
                  <a:lnTo>
                    <a:pt x="334329" y="166240"/>
                  </a:lnTo>
                  <a:lnTo>
                    <a:pt x="334217" y="160937"/>
                  </a:lnTo>
                  <a:lnTo>
                    <a:pt x="333936" y="155641"/>
                  </a:lnTo>
                  <a:lnTo>
                    <a:pt x="333488" y="150357"/>
                  </a:lnTo>
                  <a:lnTo>
                    <a:pt x="332873" y="145090"/>
                  </a:lnTo>
                  <a:lnTo>
                    <a:pt x="332090" y="139844"/>
                  </a:lnTo>
                  <a:lnTo>
                    <a:pt x="331142" y="134626"/>
                  </a:lnTo>
                  <a:lnTo>
                    <a:pt x="330028" y="129441"/>
                  </a:lnTo>
                  <a:lnTo>
                    <a:pt x="328751" y="124294"/>
                  </a:lnTo>
                  <a:lnTo>
                    <a:pt x="327311" y="119190"/>
                  </a:lnTo>
                  <a:lnTo>
                    <a:pt x="325710" y="114134"/>
                  </a:lnTo>
                  <a:lnTo>
                    <a:pt x="323949" y="109131"/>
                  </a:lnTo>
                  <a:lnTo>
                    <a:pt x="322031" y="104187"/>
                  </a:lnTo>
                  <a:lnTo>
                    <a:pt x="319956" y="99306"/>
                  </a:lnTo>
                  <a:lnTo>
                    <a:pt x="317728" y="94494"/>
                  </a:lnTo>
                  <a:lnTo>
                    <a:pt x="315348" y="89754"/>
                  </a:lnTo>
                  <a:lnTo>
                    <a:pt x="312820" y="85093"/>
                  </a:lnTo>
                  <a:lnTo>
                    <a:pt x="310144" y="80514"/>
                  </a:lnTo>
                  <a:lnTo>
                    <a:pt x="307325" y="76022"/>
                  </a:lnTo>
                  <a:lnTo>
                    <a:pt x="304364" y="71622"/>
                  </a:lnTo>
                  <a:lnTo>
                    <a:pt x="301266" y="67318"/>
                  </a:lnTo>
                  <a:lnTo>
                    <a:pt x="298032" y="63114"/>
                  </a:lnTo>
                  <a:lnTo>
                    <a:pt x="294667" y="59015"/>
                  </a:lnTo>
                  <a:lnTo>
                    <a:pt x="291174" y="55025"/>
                  </a:lnTo>
                  <a:lnTo>
                    <a:pt x="287555" y="51148"/>
                  </a:lnTo>
                  <a:lnTo>
                    <a:pt x="283816" y="47387"/>
                  </a:lnTo>
                  <a:lnTo>
                    <a:pt x="279959" y="43747"/>
                  </a:lnTo>
                  <a:lnTo>
                    <a:pt x="275989" y="40231"/>
                  </a:lnTo>
                  <a:lnTo>
                    <a:pt x="271909" y="36843"/>
                  </a:lnTo>
                  <a:lnTo>
                    <a:pt x="267723" y="33586"/>
                  </a:lnTo>
                  <a:lnTo>
                    <a:pt x="263437" y="30464"/>
                  </a:lnTo>
                  <a:lnTo>
                    <a:pt x="259053" y="27479"/>
                  </a:lnTo>
                  <a:lnTo>
                    <a:pt x="254577" y="24634"/>
                  </a:lnTo>
                  <a:lnTo>
                    <a:pt x="250013" y="21933"/>
                  </a:lnTo>
                  <a:lnTo>
                    <a:pt x="245366" y="19378"/>
                  </a:lnTo>
                  <a:lnTo>
                    <a:pt x="240640" y="16972"/>
                  </a:lnTo>
                  <a:lnTo>
                    <a:pt x="235840" y="14717"/>
                  </a:lnTo>
                  <a:lnTo>
                    <a:pt x="230971" y="12615"/>
                  </a:lnTo>
                  <a:lnTo>
                    <a:pt x="226038" y="10668"/>
                  </a:lnTo>
                  <a:lnTo>
                    <a:pt x="221045" y="8880"/>
                  </a:lnTo>
                  <a:lnTo>
                    <a:pt x="215998" y="7250"/>
                  </a:lnTo>
                  <a:lnTo>
                    <a:pt x="167164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48834" cy="167167"/>
            </a:xfrm>
            <a:custGeom>
              <a:avLst/>
              <a:pathLst>
                <a:path w="48834" h="167167">
                  <a:moveTo>
                    <a:pt x="48834" y="7291"/>
                  </a:moveTo>
                  <a:lnTo>
                    <a:pt x="42877" y="5592"/>
                  </a:lnTo>
                  <a:lnTo>
                    <a:pt x="36862" y="4114"/>
                  </a:lnTo>
                  <a:lnTo>
                    <a:pt x="30796" y="2861"/>
                  </a:lnTo>
                  <a:lnTo>
                    <a:pt x="24687" y="1833"/>
                  </a:lnTo>
                  <a:lnTo>
                    <a:pt x="18545" y="1031"/>
                  </a:lnTo>
                  <a:lnTo>
                    <a:pt x="12377" y="458"/>
                  </a:lnTo>
                  <a:lnTo>
                    <a:pt x="6193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7740" y="3170392"/>
              <a:ext cx="18240" cy="167167"/>
            </a:xfrm>
            <a:custGeom>
              <a:avLst/>
              <a:pathLst>
                <a:path w="18240" h="167167">
                  <a:moveTo>
                    <a:pt x="18240" y="0"/>
                  </a:moveTo>
                  <a:lnTo>
                    <a:pt x="9106" y="249"/>
                  </a:lnTo>
                  <a:lnTo>
                    <a:pt x="0" y="998"/>
                  </a:lnTo>
                  <a:lnTo>
                    <a:pt x="1824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7740" y="3171390"/>
              <a:ext cx="18240" cy="166169"/>
            </a:xfrm>
            <a:custGeom>
              <a:avLst/>
              <a:pathLst>
                <a:path w="18240" h="166169">
                  <a:moveTo>
                    <a:pt x="0" y="0"/>
                  </a:moveTo>
                  <a:lnTo>
                    <a:pt x="18240" y="1661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15" y="3171390"/>
              <a:ext cx="334321" cy="333331"/>
            </a:xfrm>
            <a:custGeom>
              <a:avLst/>
              <a:pathLst>
                <a:path w="334321" h="333331">
                  <a:moveTo>
                    <a:pt x="148925" y="0"/>
                  </a:moveTo>
                  <a:lnTo>
                    <a:pt x="143673" y="660"/>
                  </a:lnTo>
                  <a:lnTo>
                    <a:pt x="138445" y="1487"/>
                  </a:lnTo>
                  <a:lnTo>
                    <a:pt x="133245" y="2479"/>
                  </a:lnTo>
                  <a:lnTo>
                    <a:pt x="128080" y="3635"/>
                  </a:lnTo>
                  <a:lnTo>
                    <a:pt x="122954" y="4954"/>
                  </a:lnTo>
                  <a:lnTo>
                    <a:pt x="117872" y="6434"/>
                  </a:lnTo>
                  <a:lnTo>
                    <a:pt x="112840" y="8075"/>
                  </a:lnTo>
                  <a:lnTo>
                    <a:pt x="107862" y="9874"/>
                  </a:lnTo>
                  <a:lnTo>
                    <a:pt x="102943" y="11830"/>
                  </a:lnTo>
                  <a:lnTo>
                    <a:pt x="98089" y="13940"/>
                  </a:lnTo>
                  <a:lnTo>
                    <a:pt x="93304" y="16204"/>
                  </a:lnTo>
                  <a:lnTo>
                    <a:pt x="88593" y="18617"/>
                  </a:lnTo>
                  <a:lnTo>
                    <a:pt x="83961" y="21179"/>
                  </a:lnTo>
                  <a:lnTo>
                    <a:pt x="79413" y="23886"/>
                  </a:lnTo>
                  <a:lnTo>
                    <a:pt x="74952" y="26735"/>
                  </a:lnTo>
                  <a:lnTo>
                    <a:pt x="70584" y="29724"/>
                  </a:lnTo>
                  <a:lnTo>
                    <a:pt x="66313" y="32850"/>
                  </a:lnTo>
                  <a:lnTo>
                    <a:pt x="62142" y="36110"/>
                  </a:lnTo>
                  <a:lnTo>
                    <a:pt x="58078" y="39500"/>
                  </a:lnTo>
                  <a:lnTo>
                    <a:pt x="54122" y="43018"/>
                  </a:lnTo>
                  <a:lnTo>
                    <a:pt x="50280" y="46658"/>
                  </a:lnTo>
                  <a:lnTo>
                    <a:pt x="46555" y="50419"/>
                  </a:lnTo>
                  <a:lnTo>
                    <a:pt x="42951" y="54295"/>
                  </a:lnTo>
                  <a:lnTo>
                    <a:pt x="39471" y="58284"/>
                  </a:lnTo>
                  <a:lnTo>
                    <a:pt x="36119" y="62381"/>
                  </a:lnTo>
                  <a:lnTo>
                    <a:pt x="32899" y="66581"/>
                  </a:lnTo>
                  <a:lnTo>
                    <a:pt x="29814" y="70882"/>
                  </a:lnTo>
                  <a:lnTo>
                    <a:pt x="26866" y="75278"/>
                  </a:lnTo>
                  <a:lnTo>
                    <a:pt x="24058" y="79766"/>
                  </a:lnTo>
                  <a:lnTo>
                    <a:pt x="21395" y="84340"/>
                  </a:lnTo>
                  <a:lnTo>
                    <a:pt x="18877" y="88996"/>
                  </a:lnTo>
                  <a:lnTo>
                    <a:pt x="16508" y="93729"/>
                  </a:lnTo>
                  <a:lnTo>
                    <a:pt x="14290" y="98535"/>
                  </a:lnTo>
                  <a:lnTo>
                    <a:pt x="12226" y="103409"/>
                  </a:lnTo>
                  <a:lnTo>
                    <a:pt x="10316" y="108346"/>
                  </a:lnTo>
                  <a:lnTo>
                    <a:pt x="8564" y="113340"/>
                  </a:lnTo>
                  <a:lnTo>
                    <a:pt x="6971" y="118388"/>
                  </a:lnTo>
                  <a:lnTo>
                    <a:pt x="5539" y="123484"/>
                  </a:lnTo>
                  <a:lnTo>
                    <a:pt x="4269" y="128622"/>
                  </a:lnTo>
                  <a:lnTo>
                    <a:pt x="3162" y="133798"/>
                  </a:lnTo>
                  <a:lnTo>
                    <a:pt x="2219" y="139007"/>
                  </a:lnTo>
                  <a:lnTo>
                    <a:pt x="1442" y="144242"/>
                  </a:lnTo>
                  <a:lnTo>
                    <a:pt x="831" y="149500"/>
                  </a:lnTo>
                  <a:lnTo>
                    <a:pt x="386" y="154775"/>
                  </a:lnTo>
                  <a:lnTo>
                    <a:pt x="109" y="160060"/>
                  </a:lnTo>
                  <a:lnTo>
                    <a:pt x="0" y="165352"/>
                  </a:lnTo>
                  <a:lnTo>
                    <a:pt x="57" y="170645"/>
                  </a:lnTo>
                  <a:lnTo>
                    <a:pt x="283" y="175933"/>
                  </a:lnTo>
                  <a:lnTo>
                    <a:pt x="676" y="181212"/>
                  </a:lnTo>
                  <a:lnTo>
                    <a:pt x="1235" y="186475"/>
                  </a:lnTo>
                  <a:lnTo>
                    <a:pt x="1962" y="191718"/>
                  </a:lnTo>
                  <a:lnTo>
                    <a:pt x="2853" y="196936"/>
                  </a:lnTo>
                  <a:lnTo>
                    <a:pt x="3910" y="202122"/>
                  </a:lnTo>
                  <a:lnTo>
                    <a:pt x="5130" y="207273"/>
                  </a:lnTo>
                  <a:lnTo>
                    <a:pt x="6512" y="212382"/>
                  </a:lnTo>
                  <a:lnTo>
                    <a:pt x="8056" y="217445"/>
                  </a:lnTo>
                  <a:lnTo>
                    <a:pt x="9759" y="222457"/>
                  </a:lnTo>
                  <a:lnTo>
                    <a:pt x="11620" y="227412"/>
                  </a:lnTo>
                  <a:lnTo>
                    <a:pt x="13637" y="232306"/>
                  </a:lnTo>
                  <a:lnTo>
                    <a:pt x="15808" y="237133"/>
                  </a:lnTo>
                  <a:lnTo>
                    <a:pt x="18130" y="241890"/>
                  </a:lnTo>
                  <a:lnTo>
                    <a:pt x="20602" y="246570"/>
                  </a:lnTo>
                  <a:lnTo>
                    <a:pt x="23221" y="251170"/>
                  </a:lnTo>
                  <a:lnTo>
                    <a:pt x="25985" y="255685"/>
                  </a:lnTo>
                  <a:lnTo>
                    <a:pt x="28889" y="260109"/>
                  </a:lnTo>
                  <a:lnTo>
                    <a:pt x="31933" y="264440"/>
                  </a:lnTo>
                  <a:lnTo>
                    <a:pt x="35112" y="268672"/>
                  </a:lnTo>
                  <a:lnTo>
                    <a:pt x="38423" y="272801"/>
                  </a:lnTo>
                  <a:lnTo>
                    <a:pt x="41864" y="276824"/>
                  </a:lnTo>
                  <a:lnTo>
                    <a:pt x="45430" y="280735"/>
                  </a:lnTo>
                  <a:lnTo>
                    <a:pt x="49118" y="284532"/>
                  </a:lnTo>
                  <a:lnTo>
                    <a:pt x="52924" y="288210"/>
                  </a:lnTo>
                  <a:lnTo>
                    <a:pt x="56845" y="291766"/>
                  </a:lnTo>
                  <a:lnTo>
                    <a:pt x="60877" y="295195"/>
                  </a:lnTo>
                  <a:lnTo>
                    <a:pt x="65015" y="298496"/>
                  </a:lnTo>
                  <a:lnTo>
                    <a:pt x="69256" y="301663"/>
                  </a:lnTo>
                  <a:lnTo>
                    <a:pt x="73595" y="304695"/>
                  </a:lnTo>
                  <a:lnTo>
                    <a:pt x="78027" y="307588"/>
                  </a:lnTo>
                  <a:lnTo>
                    <a:pt x="82549" y="310339"/>
                  </a:lnTo>
                  <a:lnTo>
                    <a:pt x="87156" y="312946"/>
                  </a:lnTo>
                  <a:lnTo>
                    <a:pt x="91843" y="315405"/>
                  </a:lnTo>
                  <a:lnTo>
                    <a:pt x="96605" y="317715"/>
                  </a:lnTo>
                  <a:lnTo>
                    <a:pt x="101439" y="319873"/>
                  </a:lnTo>
                  <a:lnTo>
                    <a:pt x="106338" y="321877"/>
                  </a:lnTo>
                  <a:lnTo>
                    <a:pt x="111298" y="323725"/>
                  </a:lnTo>
                  <a:lnTo>
                    <a:pt x="116314" y="325414"/>
                  </a:lnTo>
                  <a:lnTo>
                    <a:pt x="121381" y="326944"/>
                  </a:lnTo>
                  <a:lnTo>
                    <a:pt x="126494" y="328313"/>
                  </a:lnTo>
                  <a:lnTo>
                    <a:pt x="131648" y="329520"/>
                  </a:lnTo>
                  <a:lnTo>
                    <a:pt x="136838" y="330562"/>
                  </a:lnTo>
                  <a:lnTo>
                    <a:pt x="142057" y="331440"/>
                  </a:lnTo>
                  <a:lnTo>
                    <a:pt x="147302" y="332152"/>
                  </a:lnTo>
                  <a:lnTo>
                    <a:pt x="152567" y="332698"/>
                  </a:lnTo>
                  <a:lnTo>
                    <a:pt x="157847" y="333076"/>
                  </a:lnTo>
                  <a:lnTo>
                    <a:pt x="163136" y="333288"/>
                  </a:lnTo>
                  <a:lnTo>
                    <a:pt x="168429" y="333331"/>
                  </a:lnTo>
                  <a:lnTo>
                    <a:pt x="173720" y="333208"/>
                  </a:lnTo>
                  <a:lnTo>
                    <a:pt x="179005" y="332916"/>
                  </a:lnTo>
                  <a:lnTo>
                    <a:pt x="184278" y="332458"/>
                  </a:lnTo>
                  <a:lnTo>
                    <a:pt x="189535" y="331833"/>
                  </a:lnTo>
                  <a:lnTo>
                    <a:pt x="194768" y="331042"/>
                  </a:lnTo>
                  <a:lnTo>
                    <a:pt x="199974" y="330085"/>
                  </a:lnTo>
                  <a:lnTo>
                    <a:pt x="205147" y="328964"/>
                  </a:lnTo>
                  <a:lnTo>
                    <a:pt x="210282" y="327680"/>
                  </a:lnTo>
                  <a:lnTo>
                    <a:pt x="215374" y="326234"/>
                  </a:lnTo>
                  <a:lnTo>
                    <a:pt x="220417" y="324627"/>
                  </a:lnTo>
                  <a:lnTo>
                    <a:pt x="225407" y="322862"/>
                  </a:lnTo>
                  <a:lnTo>
                    <a:pt x="230339" y="320940"/>
                  </a:lnTo>
                  <a:lnTo>
                    <a:pt x="235207" y="318862"/>
                  </a:lnTo>
                  <a:lnTo>
                    <a:pt x="240007" y="316631"/>
                  </a:lnTo>
                  <a:lnTo>
                    <a:pt x="244734" y="314250"/>
                  </a:lnTo>
                  <a:lnTo>
                    <a:pt x="249384" y="311720"/>
                  </a:lnTo>
                  <a:lnTo>
                    <a:pt x="253951" y="309044"/>
                  </a:lnTo>
                  <a:lnTo>
                    <a:pt x="258430" y="306224"/>
                  </a:lnTo>
                  <a:lnTo>
                    <a:pt x="262819" y="303265"/>
                  </a:lnTo>
                  <a:lnTo>
                    <a:pt x="267111" y="300168"/>
                  </a:lnTo>
                  <a:lnTo>
                    <a:pt x="271303" y="296936"/>
                  </a:lnTo>
                  <a:lnTo>
                    <a:pt x="275391" y="293574"/>
                  </a:lnTo>
                  <a:lnTo>
                    <a:pt x="279371" y="290084"/>
                  </a:lnTo>
                  <a:lnTo>
                    <a:pt x="283237" y="286469"/>
                  </a:lnTo>
                  <a:lnTo>
                    <a:pt x="286988" y="282734"/>
                  </a:lnTo>
                  <a:lnTo>
                    <a:pt x="290618" y="278882"/>
                  </a:lnTo>
                  <a:lnTo>
                    <a:pt x="294125" y="274917"/>
                  </a:lnTo>
                  <a:lnTo>
                    <a:pt x="297504" y="270843"/>
                  </a:lnTo>
                  <a:lnTo>
                    <a:pt x="300753" y="266664"/>
                  </a:lnTo>
                  <a:lnTo>
                    <a:pt x="303867" y="262384"/>
                  </a:lnTo>
                  <a:lnTo>
                    <a:pt x="306845" y="258008"/>
                  </a:lnTo>
                  <a:lnTo>
                    <a:pt x="309682" y="253540"/>
                  </a:lnTo>
                  <a:lnTo>
                    <a:pt x="312377" y="248984"/>
                  </a:lnTo>
                  <a:lnTo>
                    <a:pt x="314926" y="244345"/>
                  </a:lnTo>
                  <a:lnTo>
                    <a:pt x="317327" y="239628"/>
                  </a:lnTo>
                  <a:lnTo>
                    <a:pt x="319578" y="234837"/>
                  </a:lnTo>
                  <a:lnTo>
                    <a:pt x="321675" y="229977"/>
                  </a:lnTo>
                  <a:lnTo>
                    <a:pt x="323618" y="225054"/>
                  </a:lnTo>
                  <a:lnTo>
                    <a:pt x="325404" y="220071"/>
                  </a:lnTo>
                  <a:lnTo>
                    <a:pt x="327031" y="215034"/>
                  </a:lnTo>
                  <a:lnTo>
                    <a:pt x="328498" y="209948"/>
                  </a:lnTo>
                  <a:lnTo>
                    <a:pt x="329803" y="204819"/>
                  </a:lnTo>
                  <a:lnTo>
                    <a:pt x="330945" y="199650"/>
                  </a:lnTo>
                  <a:lnTo>
                    <a:pt x="331923" y="194448"/>
                  </a:lnTo>
                  <a:lnTo>
                    <a:pt x="332736" y="189218"/>
                  </a:lnTo>
                  <a:lnTo>
                    <a:pt x="333382" y="183965"/>
                  </a:lnTo>
                  <a:lnTo>
                    <a:pt x="333863" y="178693"/>
                  </a:lnTo>
                  <a:lnTo>
                    <a:pt x="334176" y="173410"/>
                  </a:lnTo>
                  <a:lnTo>
                    <a:pt x="334321" y="168118"/>
                  </a:lnTo>
                  <a:lnTo>
                    <a:pt x="334299" y="162825"/>
                  </a:lnTo>
                  <a:lnTo>
                    <a:pt x="334109" y="157536"/>
                  </a:lnTo>
                  <a:lnTo>
                    <a:pt x="333752" y="152255"/>
                  </a:lnTo>
                  <a:lnTo>
                    <a:pt x="333228" y="146988"/>
                  </a:lnTo>
                  <a:lnTo>
                    <a:pt x="332538" y="141740"/>
                  </a:lnTo>
                  <a:lnTo>
                    <a:pt x="331681" y="136516"/>
                  </a:lnTo>
                  <a:lnTo>
                    <a:pt x="330660" y="131323"/>
                  </a:lnTo>
                  <a:lnTo>
                    <a:pt x="329475" y="126164"/>
                  </a:lnTo>
                  <a:lnTo>
                    <a:pt x="328127" y="121045"/>
                  </a:lnTo>
                  <a:lnTo>
                    <a:pt x="326618" y="115972"/>
                  </a:lnTo>
                  <a:lnTo>
                    <a:pt x="324949" y="110949"/>
                  </a:lnTo>
                  <a:lnTo>
                    <a:pt x="323121" y="105981"/>
                  </a:lnTo>
                  <a:lnTo>
                    <a:pt x="321138" y="101074"/>
                  </a:lnTo>
                  <a:lnTo>
                    <a:pt x="319000" y="96232"/>
                  </a:lnTo>
                  <a:lnTo>
                    <a:pt x="316709" y="91460"/>
                  </a:lnTo>
                  <a:lnTo>
                    <a:pt x="314269" y="86763"/>
                  </a:lnTo>
                  <a:lnTo>
                    <a:pt x="311681" y="82145"/>
                  </a:lnTo>
                  <a:lnTo>
                    <a:pt x="308949" y="77612"/>
                  </a:lnTo>
                  <a:lnTo>
                    <a:pt x="306074" y="73168"/>
                  </a:lnTo>
                  <a:lnTo>
                    <a:pt x="303060" y="68817"/>
                  </a:lnTo>
                  <a:lnTo>
                    <a:pt x="299910" y="64563"/>
                  </a:lnTo>
                  <a:lnTo>
                    <a:pt x="296627" y="60411"/>
                  </a:lnTo>
                  <a:lnTo>
                    <a:pt x="293213" y="56366"/>
                  </a:lnTo>
                  <a:lnTo>
                    <a:pt x="289674" y="52430"/>
                  </a:lnTo>
                  <a:lnTo>
                    <a:pt x="286012" y="48609"/>
                  </a:lnTo>
                  <a:lnTo>
                    <a:pt x="282230" y="44905"/>
                  </a:lnTo>
                  <a:lnTo>
                    <a:pt x="278333" y="41323"/>
                  </a:lnTo>
                  <a:lnTo>
                    <a:pt x="274325" y="37866"/>
                  </a:lnTo>
                  <a:lnTo>
                    <a:pt x="270209" y="34537"/>
                  </a:lnTo>
                  <a:lnTo>
                    <a:pt x="265990" y="31341"/>
                  </a:lnTo>
                  <a:lnTo>
                    <a:pt x="261672" y="28280"/>
                  </a:lnTo>
                  <a:lnTo>
                    <a:pt x="257259" y="25357"/>
                  </a:lnTo>
                  <a:lnTo>
                    <a:pt x="252756" y="22575"/>
                  </a:lnTo>
                  <a:lnTo>
                    <a:pt x="248167" y="19937"/>
                  </a:lnTo>
                  <a:lnTo>
                    <a:pt x="243497" y="17446"/>
                  </a:lnTo>
                  <a:lnTo>
                    <a:pt x="238750" y="15104"/>
                  </a:lnTo>
                  <a:lnTo>
                    <a:pt x="233932" y="12914"/>
                  </a:lnTo>
                  <a:lnTo>
                    <a:pt x="229046" y="10877"/>
                  </a:lnTo>
                  <a:lnTo>
                    <a:pt x="224099" y="8995"/>
                  </a:lnTo>
                  <a:lnTo>
                    <a:pt x="167165" y="1661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56933" cy="167167"/>
            </a:xfrm>
            <a:custGeom>
              <a:avLst/>
              <a:pathLst>
                <a:path w="56933" h="167167">
                  <a:moveTo>
                    <a:pt x="56933" y="9993"/>
                  </a:moveTo>
                  <a:lnTo>
                    <a:pt x="51438" y="8110"/>
                  </a:lnTo>
                  <a:lnTo>
                    <a:pt x="45880" y="6419"/>
                  </a:lnTo>
                  <a:lnTo>
                    <a:pt x="40267" y="4922"/>
                  </a:lnTo>
                  <a:lnTo>
                    <a:pt x="34605" y="3621"/>
                  </a:lnTo>
                  <a:lnTo>
                    <a:pt x="28902" y="2517"/>
                  </a:lnTo>
                  <a:lnTo>
                    <a:pt x="23163" y="1612"/>
                  </a:lnTo>
                  <a:lnTo>
                    <a:pt x="17397" y="907"/>
                  </a:lnTo>
                  <a:lnTo>
                    <a:pt x="11609" y="403"/>
                  </a:lnTo>
                  <a:lnTo>
                    <a:pt x="580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734" y="3707720"/>
              <a:ext cx="4014" cy="167167"/>
            </a:xfrm>
            <a:custGeom>
              <a:avLst/>
              <a:pathLst>
                <a:path w="4014" h="167167">
                  <a:moveTo>
                    <a:pt x="4014" y="0"/>
                  </a:moveTo>
                  <a:lnTo>
                    <a:pt x="0" y="48"/>
                  </a:lnTo>
                  <a:lnTo>
                    <a:pt x="401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734" y="3707768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1" y="3707720"/>
              <a:ext cx="334326" cy="334322"/>
            </a:xfrm>
            <a:custGeom>
              <a:avLst/>
              <a:pathLst>
                <a:path w="334326" h="334322">
                  <a:moveTo>
                    <a:pt x="163152" y="48"/>
                  </a:moveTo>
                  <a:lnTo>
                    <a:pt x="157872" y="258"/>
                  </a:lnTo>
                  <a:lnTo>
                    <a:pt x="152601" y="635"/>
                  </a:lnTo>
                  <a:lnTo>
                    <a:pt x="147345" y="1179"/>
                  </a:lnTo>
                  <a:lnTo>
                    <a:pt x="142108" y="1888"/>
                  </a:lnTo>
                  <a:lnTo>
                    <a:pt x="136897" y="2763"/>
                  </a:lnTo>
                  <a:lnTo>
                    <a:pt x="131716" y="3802"/>
                  </a:lnTo>
                  <a:lnTo>
                    <a:pt x="126570" y="5004"/>
                  </a:lnTo>
                  <a:lnTo>
                    <a:pt x="121465" y="6368"/>
                  </a:lnTo>
                  <a:lnTo>
                    <a:pt x="116406" y="7893"/>
                  </a:lnTo>
                  <a:lnTo>
                    <a:pt x="111397" y="9577"/>
                  </a:lnTo>
                  <a:lnTo>
                    <a:pt x="106444" y="11418"/>
                  </a:lnTo>
                  <a:lnTo>
                    <a:pt x="101551" y="13415"/>
                  </a:lnTo>
                  <a:lnTo>
                    <a:pt x="96725" y="15566"/>
                  </a:lnTo>
                  <a:lnTo>
                    <a:pt x="91968" y="17868"/>
                  </a:lnTo>
                  <a:lnTo>
                    <a:pt x="87287" y="20319"/>
                  </a:lnTo>
                  <a:lnTo>
                    <a:pt x="82685" y="22918"/>
                  </a:lnTo>
                  <a:lnTo>
                    <a:pt x="78168" y="25660"/>
                  </a:lnTo>
                  <a:lnTo>
                    <a:pt x="73740" y="28543"/>
                  </a:lnTo>
                  <a:lnTo>
                    <a:pt x="69406" y="31566"/>
                  </a:lnTo>
                  <a:lnTo>
                    <a:pt x="65168" y="34723"/>
                  </a:lnTo>
                  <a:lnTo>
                    <a:pt x="61033" y="38013"/>
                  </a:lnTo>
                  <a:lnTo>
                    <a:pt x="57004" y="41432"/>
                  </a:lnTo>
                  <a:lnTo>
                    <a:pt x="53085" y="44977"/>
                  </a:lnTo>
                  <a:lnTo>
                    <a:pt x="49280" y="48644"/>
                  </a:lnTo>
                  <a:lnTo>
                    <a:pt x="45593" y="52429"/>
                  </a:lnTo>
                  <a:lnTo>
                    <a:pt x="42027" y="56329"/>
                  </a:lnTo>
                  <a:lnTo>
                    <a:pt x="38586" y="60339"/>
                  </a:lnTo>
                  <a:lnTo>
                    <a:pt x="35274" y="64457"/>
                  </a:lnTo>
                  <a:lnTo>
                    <a:pt x="32094" y="68677"/>
                  </a:lnTo>
                  <a:lnTo>
                    <a:pt x="29048" y="72995"/>
                  </a:lnTo>
                  <a:lnTo>
                    <a:pt x="26141" y="77408"/>
                  </a:lnTo>
                  <a:lnTo>
                    <a:pt x="23374" y="81910"/>
                  </a:lnTo>
                  <a:lnTo>
                    <a:pt x="20752" y="86497"/>
                  </a:lnTo>
                  <a:lnTo>
                    <a:pt x="18275" y="91165"/>
                  </a:lnTo>
                  <a:lnTo>
                    <a:pt x="15947" y="95909"/>
                  </a:lnTo>
                  <a:lnTo>
                    <a:pt x="13771" y="100724"/>
                  </a:lnTo>
                  <a:lnTo>
                    <a:pt x="11747" y="105606"/>
                  </a:lnTo>
                  <a:lnTo>
                    <a:pt x="9879" y="110549"/>
                  </a:lnTo>
                  <a:lnTo>
                    <a:pt x="8168" y="115549"/>
                  </a:lnTo>
                  <a:lnTo>
                    <a:pt x="6616" y="120600"/>
                  </a:lnTo>
                  <a:lnTo>
                    <a:pt x="5224" y="125698"/>
                  </a:lnTo>
                  <a:lnTo>
                    <a:pt x="3995" y="130837"/>
                  </a:lnTo>
                  <a:lnTo>
                    <a:pt x="2928" y="136012"/>
                  </a:lnTo>
                  <a:lnTo>
                    <a:pt x="2025" y="141219"/>
                  </a:lnTo>
                  <a:lnTo>
                    <a:pt x="1288" y="146451"/>
                  </a:lnTo>
                  <a:lnTo>
                    <a:pt x="716" y="151705"/>
                  </a:lnTo>
                  <a:lnTo>
                    <a:pt x="310" y="156973"/>
                  </a:lnTo>
                  <a:lnTo>
                    <a:pt x="71" y="162252"/>
                  </a:lnTo>
                  <a:lnTo>
                    <a:pt x="0" y="167536"/>
                  </a:lnTo>
                  <a:lnTo>
                    <a:pt x="95" y="172819"/>
                  </a:lnTo>
                  <a:lnTo>
                    <a:pt x="357" y="178097"/>
                  </a:lnTo>
                  <a:lnTo>
                    <a:pt x="786" y="183364"/>
                  </a:lnTo>
                  <a:lnTo>
                    <a:pt x="1381" y="188615"/>
                  </a:lnTo>
                  <a:lnTo>
                    <a:pt x="2141" y="193844"/>
                  </a:lnTo>
                  <a:lnTo>
                    <a:pt x="3067" y="199046"/>
                  </a:lnTo>
                  <a:lnTo>
                    <a:pt x="4157" y="204217"/>
                  </a:lnTo>
                  <a:lnTo>
                    <a:pt x="5409" y="209351"/>
                  </a:lnTo>
                  <a:lnTo>
                    <a:pt x="6823" y="214442"/>
                  </a:lnTo>
                  <a:lnTo>
                    <a:pt x="8397" y="219487"/>
                  </a:lnTo>
                  <a:lnTo>
                    <a:pt x="10130" y="224479"/>
                  </a:lnTo>
                  <a:lnTo>
                    <a:pt x="12020" y="229413"/>
                  </a:lnTo>
                  <a:lnTo>
                    <a:pt x="14065" y="234286"/>
                  </a:lnTo>
                  <a:lnTo>
                    <a:pt x="16263" y="239091"/>
                  </a:lnTo>
                  <a:lnTo>
                    <a:pt x="18612" y="243825"/>
                  </a:lnTo>
                  <a:lnTo>
                    <a:pt x="21109" y="248482"/>
                  </a:lnTo>
                  <a:lnTo>
                    <a:pt x="23752" y="253058"/>
                  </a:lnTo>
                  <a:lnTo>
                    <a:pt x="26538" y="257548"/>
                  </a:lnTo>
                  <a:lnTo>
                    <a:pt x="29465" y="261947"/>
                  </a:lnTo>
                  <a:lnTo>
                    <a:pt x="32530" y="266252"/>
                  </a:lnTo>
                  <a:lnTo>
                    <a:pt x="35729" y="270458"/>
                  </a:lnTo>
                  <a:lnTo>
                    <a:pt x="39059" y="274561"/>
                  </a:lnTo>
                  <a:lnTo>
                    <a:pt x="42518" y="278556"/>
                  </a:lnTo>
                  <a:lnTo>
                    <a:pt x="46101" y="282440"/>
                  </a:lnTo>
                  <a:lnTo>
                    <a:pt x="49804" y="286209"/>
                  </a:lnTo>
                  <a:lnTo>
                    <a:pt x="53626" y="289859"/>
                  </a:lnTo>
                  <a:lnTo>
                    <a:pt x="57560" y="293387"/>
                  </a:lnTo>
                  <a:lnTo>
                    <a:pt x="61604" y="296788"/>
                  </a:lnTo>
                  <a:lnTo>
                    <a:pt x="65754" y="300060"/>
                  </a:lnTo>
                  <a:lnTo>
                    <a:pt x="70005" y="303199"/>
                  </a:lnTo>
                  <a:lnTo>
                    <a:pt x="74353" y="306202"/>
                  </a:lnTo>
                  <a:lnTo>
                    <a:pt x="78794" y="309066"/>
                  </a:lnTo>
                  <a:lnTo>
                    <a:pt x="83323" y="311788"/>
                  </a:lnTo>
                  <a:lnTo>
                    <a:pt x="87936" y="314366"/>
                  </a:lnTo>
                  <a:lnTo>
                    <a:pt x="92628" y="316796"/>
                  </a:lnTo>
                  <a:lnTo>
                    <a:pt x="97394" y="319077"/>
                  </a:lnTo>
                  <a:lnTo>
                    <a:pt x="102231" y="321207"/>
                  </a:lnTo>
                  <a:lnTo>
                    <a:pt x="107132" y="323182"/>
                  </a:lnTo>
                  <a:lnTo>
                    <a:pt x="112093" y="325002"/>
                  </a:lnTo>
                  <a:lnTo>
                    <a:pt x="117109" y="326664"/>
                  </a:lnTo>
                  <a:lnTo>
                    <a:pt x="122175" y="328166"/>
                  </a:lnTo>
                  <a:lnTo>
                    <a:pt x="127286" y="329508"/>
                  </a:lnTo>
                  <a:lnTo>
                    <a:pt x="132437" y="330687"/>
                  </a:lnTo>
                  <a:lnTo>
                    <a:pt x="137623" y="331703"/>
                  </a:lnTo>
                  <a:lnTo>
                    <a:pt x="142838" y="332555"/>
                  </a:lnTo>
                  <a:lnTo>
                    <a:pt x="148078" y="333241"/>
                  </a:lnTo>
                  <a:lnTo>
                    <a:pt x="153336" y="333761"/>
                  </a:lnTo>
                  <a:lnTo>
                    <a:pt x="158609" y="334115"/>
                  </a:lnTo>
                  <a:lnTo>
                    <a:pt x="163890" y="334302"/>
                  </a:lnTo>
                  <a:lnTo>
                    <a:pt x="169174" y="334322"/>
                  </a:lnTo>
                  <a:lnTo>
                    <a:pt x="174456" y="334175"/>
                  </a:lnTo>
                  <a:lnTo>
                    <a:pt x="179731" y="333862"/>
                  </a:lnTo>
                  <a:lnTo>
                    <a:pt x="184993" y="333381"/>
                  </a:lnTo>
                  <a:lnTo>
                    <a:pt x="190238" y="332735"/>
                  </a:lnTo>
                  <a:lnTo>
                    <a:pt x="195460" y="331923"/>
                  </a:lnTo>
                  <a:lnTo>
                    <a:pt x="200653" y="330946"/>
                  </a:lnTo>
                  <a:lnTo>
                    <a:pt x="205813" y="329806"/>
                  </a:lnTo>
                  <a:lnTo>
                    <a:pt x="210934" y="328503"/>
                  </a:lnTo>
                  <a:lnTo>
                    <a:pt x="216011" y="327039"/>
                  </a:lnTo>
                  <a:lnTo>
                    <a:pt x="221040" y="325416"/>
                  </a:lnTo>
                  <a:lnTo>
                    <a:pt x="226015" y="323634"/>
                  </a:lnTo>
                  <a:lnTo>
                    <a:pt x="230931" y="321696"/>
                  </a:lnTo>
                  <a:lnTo>
                    <a:pt x="235783" y="319603"/>
                  </a:lnTo>
                  <a:lnTo>
                    <a:pt x="240567" y="317358"/>
                  </a:lnTo>
                  <a:lnTo>
                    <a:pt x="245277" y="314963"/>
                  </a:lnTo>
                  <a:lnTo>
                    <a:pt x="249909" y="312420"/>
                  </a:lnTo>
                  <a:lnTo>
                    <a:pt x="254459" y="309733"/>
                  </a:lnTo>
                  <a:lnTo>
                    <a:pt x="258921" y="306902"/>
                  </a:lnTo>
                  <a:lnTo>
                    <a:pt x="263292" y="303933"/>
                  </a:lnTo>
                  <a:lnTo>
                    <a:pt x="267567" y="300826"/>
                  </a:lnTo>
                  <a:lnTo>
                    <a:pt x="271741" y="297586"/>
                  </a:lnTo>
                  <a:lnTo>
                    <a:pt x="275811" y="294215"/>
                  </a:lnTo>
                  <a:lnTo>
                    <a:pt x="279772" y="290718"/>
                  </a:lnTo>
                  <a:lnTo>
                    <a:pt x="283621" y="287097"/>
                  </a:lnTo>
                  <a:lnTo>
                    <a:pt x="287354" y="283357"/>
                  </a:lnTo>
                  <a:lnTo>
                    <a:pt x="290966" y="279500"/>
                  </a:lnTo>
                  <a:lnTo>
                    <a:pt x="294454" y="275531"/>
                  </a:lnTo>
                  <a:lnTo>
                    <a:pt x="297816" y="271454"/>
                  </a:lnTo>
                  <a:lnTo>
                    <a:pt x="301047" y="267272"/>
                  </a:lnTo>
                  <a:lnTo>
                    <a:pt x="304144" y="262990"/>
                  </a:lnTo>
                  <a:lnTo>
                    <a:pt x="307104" y="258613"/>
                  </a:lnTo>
                  <a:lnTo>
                    <a:pt x="309925" y="254145"/>
                  </a:lnTo>
                  <a:lnTo>
                    <a:pt x="312602" y="249589"/>
                  </a:lnTo>
                  <a:lnTo>
                    <a:pt x="315135" y="244951"/>
                  </a:lnTo>
                  <a:lnTo>
                    <a:pt x="317519" y="240235"/>
                  </a:lnTo>
                  <a:lnTo>
                    <a:pt x="319754" y="235447"/>
                  </a:lnTo>
                  <a:lnTo>
                    <a:pt x="321835" y="230590"/>
                  </a:lnTo>
                  <a:lnTo>
                    <a:pt x="323763" y="225670"/>
                  </a:lnTo>
                  <a:lnTo>
                    <a:pt x="325534" y="220691"/>
                  </a:lnTo>
                  <a:lnTo>
                    <a:pt x="327146" y="215659"/>
                  </a:lnTo>
                  <a:lnTo>
                    <a:pt x="328599" y="210578"/>
                  </a:lnTo>
                  <a:lnTo>
                    <a:pt x="329890" y="205454"/>
                  </a:lnTo>
                  <a:lnTo>
                    <a:pt x="331019" y="200292"/>
                  </a:lnTo>
                  <a:lnTo>
                    <a:pt x="331984" y="195096"/>
                  </a:lnTo>
                  <a:lnTo>
                    <a:pt x="332785" y="189873"/>
                  </a:lnTo>
                  <a:lnTo>
                    <a:pt x="333420" y="184627"/>
                  </a:lnTo>
                  <a:lnTo>
                    <a:pt x="333888" y="179364"/>
                  </a:lnTo>
                  <a:lnTo>
                    <a:pt x="334191" y="174088"/>
                  </a:lnTo>
                  <a:lnTo>
                    <a:pt x="334326" y="168805"/>
                  </a:lnTo>
                  <a:lnTo>
                    <a:pt x="334294" y="163521"/>
                  </a:lnTo>
                  <a:lnTo>
                    <a:pt x="334095" y="158241"/>
                  </a:lnTo>
                  <a:lnTo>
                    <a:pt x="333730" y="152969"/>
                  </a:lnTo>
                  <a:lnTo>
                    <a:pt x="333198" y="147712"/>
                  </a:lnTo>
                  <a:lnTo>
                    <a:pt x="332500" y="142474"/>
                  </a:lnTo>
                  <a:lnTo>
                    <a:pt x="331637" y="137260"/>
                  </a:lnTo>
                  <a:lnTo>
                    <a:pt x="330610" y="132077"/>
                  </a:lnTo>
                  <a:lnTo>
                    <a:pt x="329419" y="126929"/>
                  </a:lnTo>
                  <a:lnTo>
                    <a:pt x="328066" y="121820"/>
                  </a:lnTo>
                  <a:lnTo>
                    <a:pt x="326552" y="116758"/>
                  </a:lnTo>
                  <a:lnTo>
                    <a:pt x="324879" y="111745"/>
                  </a:lnTo>
                  <a:lnTo>
                    <a:pt x="323049" y="106788"/>
                  </a:lnTo>
                  <a:lnTo>
                    <a:pt x="321063" y="101891"/>
                  </a:lnTo>
                  <a:lnTo>
                    <a:pt x="318923" y="97060"/>
                  </a:lnTo>
                  <a:lnTo>
                    <a:pt x="316631" y="92298"/>
                  </a:lnTo>
                  <a:lnTo>
                    <a:pt x="314190" y="87612"/>
                  </a:lnTo>
                  <a:lnTo>
                    <a:pt x="311602" y="83004"/>
                  </a:lnTo>
                  <a:lnTo>
                    <a:pt x="308870" y="78481"/>
                  </a:lnTo>
                  <a:lnTo>
                    <a:pt x="305996" y="74047"/>
                  </a:lnTo>
                  <a:lnTo>
                    <a:pt x="302983" y="69705"/>
                  </a:lnTo>
                  <a:lnTo>
                    <a:pt x="299835" y="65461"/>
                  </a:lnTo>
                  <a:lnTo>
                    <a:pt x="296554" y="61319"/>
                  </a:lnTo>
                  <a:lnTo>
                    <a:pt x="293144" y="57282"/>
                  </a:lnTo>
                  <a:lnTo>
                    <a:pt x="289608" y="53356"/>
                  </a:lnTo>
                  <a:lnTo>
                    <a:pt x="285950" y="49542"/>
                  </a:lnTo>
                  <a:lnTo>
                    <a:pt x="282173" y="45847"/>
                  </a:lnTo>
                  <a:lnTo>
                    <a:pt x="278281" y="42273"/>
                  </a:lnTo>
                  <a:lnTo>
                    <a:pt x="274278" y="38823"/>
                  </a:lnTo>
                  <a:lnTo>
                    <a:pt x="270168" y="35502"/>
                  </a:lnTo>
                  <a:lnTo>
                    <a:pt x="265955" y="32312"/>
                  </a:lnTo>
                  <a:lnTo>
                    <a:pt x="261643" y="29257"/>
                  </a:lnTo>
                  <a:lnTo>
                    <a:pt x="257237" y="26340"/>
                  </a:lnTo>
                  <a:lnTo>
                    <a:pt x="252741" y="23563"/>
                  </a:lnTo>
                  <a:lnTo>
                    <a:pt x="248159" y="20930"/>
                  </a:lnTo>
                  <a:lnTo>
                    <a:pt x="243497" y="18443"/>
                  </a:lnTo>
                  <a:lnTo>
                    <a:pt x="238758" y="16105"/>
                  </a:lnTo>
                  <a:lnTo>
                    <a:pt x="233947" y="13918"/>
                  </a:lnTo>
                  <a:lnTo>
                    <a:pt x="229070" y="11884"/>
                  </a:lnTo>
                  <a:lnTo>
                    <a:pt x="224132" y="10005"/>
                  </a:lnTo>
                  <a:lnTo>
                    <a:pt x="219136" y="8283"/>
                  </a:lnTo>
                  <a:lnTo>
                    <a:pt x="214088" y="6720"/>
                  </a:lnTo>
                  <a:lnTo>
                    <a:pt x="208993" y="5317"/>
                  </a:lnTo>
                  <a:lnTo>
                    <a:pt x="203857" y="4076"/>
                  </a:lnTo>
                  <a:lnTo>
                    <a:pt x="198684" y="2997"/>
                  </a:lnTo>
                  <a:lnTo>
                    <a:pt x="193479" y="2083"/>
                  </a:lnTo>
                  <a:lnTo>
                    <a:pt x="188248" y="1334"/>
                  </a:lnTo>
                  <a:lnTo>
                    <a:pt x="182996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273" y="4213821"/>
              <a:ext cx="4014" cy="167167"/>
            </a:xfrm>
            <a:custGeom>
              <a:avLst/>
              <a:pathLst>
                <a:path w="4014" h="167167">
                  <a:moveTo>
                    <a:pt x="4014" y="0"/>
                  </a:moveTo>
                  <a:lnTo>
                    <a:pt x="0" y="48"/>
                  </a:lnTo>
                  <a:lnTo>
                    <a:pt x="401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273" y="4213869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273" y="4213869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273" y="4213869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273" y="4213869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273" y="4213869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273" y="4213869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273" y="4213869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273" y="4213869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273" y="4213869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273" y="4213869"/>
              <a:ext cx="4014" cy="167119"/>
            </a:xfrm>
            <a:custGeom>
              <a:avLst/>
              <a:pathLst>
                <a:path w="4014" h="167119">
                  <a:moveTo>
                    <a:pt x="0" y="0"/>
                  </a:moveTo>
                  <a:lnTo>
                    <a:pt x="4014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0" y="4213821"/>
              <a:ext cx="334326" cy="334322"/>
            </a:xfrm>
            <a:custGeom>
              <a:avLst/>
              <a:pathLst>
                <a:path w="334326" h="334322">
                  <a:moveTo>
                    <a:pt x="163152" y="48"/>
                  </a:moveTo>
                  <a:lnTo>
                    <a:pt x="157872" y="258"/>
                  </a:lnTo>
                  <a:lnTo>
                    <a:pt x="152601" y="635"/>
                  </a:lnTo>
                  <a:lnTo>
                    <a:pt x="147345" y="1179"/>
                  </a:lnTo>
                  <a:lnTo>
                    <a:pt x="142108" y="1888"/>
                  </a:lnTo>
                  <a:lnTo>
                    <a:pt x="136897" y="2763"/>
                  </a:lnTo>
                  <a:lnTo>
                    <a:pt x="131716" y="3802"/>
                  </a:lnTo>
                  <a:lnTo>
                    <a:pt x="126570" y="5004"/>
                  </a:lnTo>
                  <a:lnTo>
                    <a:pt x="121465" y="6368"/>
                  </a:lnTo>
                  <a:lnTo>
                    <a:pt x="116406" y="7893"/>
                  </a:lnTo>
                  <a:lnTo>
                    <a:pt x="111397" y="9577"/>
                  </a:lnTo>
                  <a:lnTo>
                    <a:pt x="106444" y="11418"/>
                  </a:lnTo>
                  <a:lnTo>
                    <a:pt x="101551" y="13415"/>
                  </a:lnTo>
                  <a:lnTo>
                    <a:pt x="96725" y="15566"/>
                  </a:lnTo>
                  <a:lnTo>
                    <a:pt x="91968" y="17868"/>
                  </a:lnTo>
                  <a:lnTo>
                    <a:pt x="87287" y="20319"/>
                  </a:lnTo>
                  <a:lnTo>
                    <a:pt x="82685" y="22918"/>
                  </a:lnTo>
                  <a:lnTo>
                    <a:pt x="78168" y="25660"/>
                  </a:lnTo>
                  <a:lnTo>
                    <a:pt x="73740" y="28543"/>
                  </a:lnTo>
                  <a:lnTo>
                    <a:pt x="69406" y="31566"/>
                  </a:lnTo>
                  <a:lnTo>
                    <a:pt x="65168" y="34723"/>
                  </a:lnTo>
                  <a:lnTo>
                    <a:pt x="61033" y="38013"/>
                  </a:lnTo>
                  <a:lnTo>
                    <a:pt x="57004" y="41432"/>
                  </a:lnTo>
                  <a:lnTo>
                    <a:pt x="53085" y="44977"/>
                  </a:lnTo>
                  <a:lnTo>
                    <a:pt x="49280" y="48644"/>
                  </a:lnTo>
                  <a:lnTo>
                    <a:pt x="45593" y="52429"/>
                  </a:lnTo>
                  <a:lnTo>
                    <a:pt x="42027" y="56329"/>
                  </a:lnTo>
                  <a:lnTo>
                    <a:pt x="38586" y="60339"/>
                  </a:lnTo>
                  <a:lnTo>
                    <a:pt x="35274" y="64457"/>
                  </a:lnTo>
                  <a:lnTo>
                    <a:pt x="32094" y="68677"/>
                  </a:lnTo>
                  <a:lnTo>
                    <a:pt x="29048" y="72995"/>
                  </a:lnTo>
                  <a:lnTo>
                    <a:pt x="26141" y="77408"/>
                  </a:lnTo>
                  <a:lnTo>
                    <a:pt x="23374" y="81910"/>
                  </a:lnTo>
                  <a:lnTo>
                    <a:pt x="20752" y="86497"/>
                  </a:lnTo>
                  <a:lnTo>
                    <a:pt x="18275" y="91165"/>
                  </a:lnTo>
                  <a:lnTo>
                    <a:pt x="15947" y="95909"/>
                  </a:lnTo>
                  <a:lnTo>
                    <a:pt x="13771" y="100724"/>
                  </a:lnTo>
                  <a:lnTo>
                    <a:pt x="11747" y="105606"/>
                  </a:lnTo>
                  <a:lnTo>
                    <a:pt x="9879" y="110549"/>
                  </a:lnTo>
                  <a:lnTo>
                    <a:pt x="8168" y="115549"/>
                  </a:lnTo>
                  <a:lnTo>
                    <a:pt x="6616" y="120600"/>
                  </a:lnTo>
                  <a:lnTo>
                    <a:pt x="5224" y="125698"/>
                  </a:lnTo>
                  <a:lnTo>
                    <a:pt x="3995" y="130837"/>
                  </a:lnTo>
                  <a:lnTo>
                    <a:pt x="2928" y="136012"/>
                  </a:lnTo>
                  <a:lnTo>
                    <a:pt x="2025" y="141219"/>
                  </a:lnTo>
                  <a:lnTo>
                    <a:pt x="1288" y="146451"/>
                  </a:lnTo>
                  <a:lnTo>
                    <a:pt x="716" y="151705"/>
                  </a:lnTo>
                  <a:lnTo>
                    <a:pt x="310" y="156973"/>
                  </a:lnTo>
                  <a:lnTo>
                    <a:pt x="71" y="162252"/>
                  </a:lnTo>
                  <a:lnTo>
                    <a:pt x="0" y="167536"/>
                  </a:lnTo>
                  <a:lnTo>
                    <a:pt x="95" y="172819"/>
                  </a:lnTo>
                  <a:lnTo>
                    <a:pt x="357" y="178097"/>
                  </a:lnTo>
                  <a:lnTo>
                    <a:pt x="786" y="183364"/>
                  </a:lnTo>
                  <a:lnTo>
                    <a:pt x="1381" y="188615"/>
                  </a:lnTo>
                  <a:lnTo>
                    <a:pt x="2141" y="193844"/>
                  </a:lnTo>
                  <a:lnTo>
                    <a:pt x="3067" y="199046"/>
                  </a:lnTo>
                  <a:lnTo>
                    <a:pt x="4157" y="204217"/>
                  </a:lnTo>
                  <a:lnTo>
                    <a:pt x="5409" y="209351"/>
                  </a:lnTo>
                  <a:lnTo>
                    <a:pt x="6823" y="214442"/>
                  </a:lnTo>
                  <a:lnTo>
                    <a:pt x="8397" y="219487"/>
                  </a:lnTo>
                  <a:lnTo>
                    <a:pt x="10130" y="224479"/>
                  </a:lnTo>
                  <a:lnTo>
                    <a:pt x="12020" y="229413"/>
                  </a:lnTo>
                  <a:lnTo>
                    <a:pt x="14065" y="234286"/>
                  </a:lnTo>
                  <a:lnTo>
                    <a:pt x="16263" y="239091"/>
                  </a:lnTo>
                  <a:lnTo>
                    <a:pt x="18612" y="243825"/>
                  </a:lnTo>
                  <a:lnTo>
                    <a:pt x="21109" y="248482"/>
                  </a:lnTo>
                  <a:lnTo>
                    <a:pt x="23752" y="253058"/>
                  </a:lnTo>
                  <a:lnTo>
                    <a:pt x="26538" y="257548"/>
                  </a:lnTo>
                  <a:lnTo>
                    <a:pt x="29465" y="261947"/>
                  </a:lnTo>
                  <a:lnTo>
                    <a:pt x="32530" y="266252"/>
                  </a:lnTo>
                  <a:lnTo>
                    <a:pt x="35729" y="270458"/>
                  </a:lnTo>
                  <a:lnTo>
                    <a:pt x="39059" y="274561"/>
                  </a:lnTo>
                  <a:lnTo>
                    <a:pt x="42518" y="278556"/>
                  </a:lnTo>
                  <a:lnTo>
                    <a:pt x="46101" y="282440"/>
                  </a:lnTo>
                  <a:lnTo>
                    <a:pt x="49804" y="286209"/>
                  </a:lnTo>
                  <a:lnTo>
                    <a:pt x="53626" y="289859"/>
                  </a:lnTo>
                  <a:lnTo>
                    <a:pt x="57560" y="293387"/>
                  </a:lnTo>
                  <a:lnTo>
                    <a:pt x="61604" y="296788"/>
                  </a:lnTo>
                  <a:lnTo>
                    <a:pt x="65754" y="300060"/>
                  </a:lnTo>
                  <a:lnTo>
                    <a:pt x="70005" y="303199"/>
                  </a:lnTo>
                  <a:lnTo>
                    <a:pt x="74353" y="306202"/>
                  </a:lnTo>
                  <a:lnTo>
                    <a:pt x="78794" y="309066"/>
                  </a:lnTo>
                  <a:lnTo>
                    <a:pt x="83323" y="311788"/>
                  </a:lnTo>
                  <a:lnTo>
                    <a:pt x="87936" y="314366"/>
                  </a:lnTo>
                  <a:lnTo>
                    <a:pt x="92628" y="316796"/>
                  </a:lnTo>
                  <a:lnTo>
                    <a:pt x="97394" y="319077"/>
                  </a:lnTo>
                  <a:lnTo>
                    <a:pt x="102231" y="321207"/>
                  </a:lnTo>
                  <a:lnTo>
                    <a:pt x="107132" y="323182"/>
                  </a:lnTo>
                  <a:lnTo>
                    <a:pt x="112093" y="325002"/>
                  </a:lnTo>
                  <a:lnTo>
                    <a:pt x="117109" y="326664"/>
                  </a:lnTo>
                  <a:lnTo>
                    <a:pt x="122175" y="328166"/>
                  </a:lnTo>
                  <a:lnTo>
                    <a:pt x="127286" y="329508"/>
                  </a:lnTo>
                  <a:lnTo>
                    <a:pt x="132437" y="330687"/>
                  </a:lnTo>
                  <a:lnTo>
                    <a:pt x="137623" y="331703"/>
                  </a:lnTo>
                  <a:lnTo>
                    <a:pt x="142838" y="332555"/>
                  </a:lnTo>
                  <a:lnTo>
                    <a:pt x="148078" y="333241"/>
                  </a:lnTo>
                  <a:lnTo>
                    <a:pt x="153336" y="333761"/>
                  </a:lnTo>
                  <a:lnTo>
                    <a:pt x="158609" y="334115"/>
                  </a:lnTo>
                  <a:lnTo>
                    <a:pt x="163890" y="334302"/>
                  </a:lnTo>
                  <a:lnTo>
                    <a:pt x="169174" y="334322"/>
                  </a:lnTo>
                  <a:lnTo>
                    <a:pt x="174456" y="334175"/>
                  </a:lnTo>
                  <a:lnTo>
                    <a:pt x="179731" y="333862"/>
                  </a:lnTo>
                  <a:lnTo>
                    <a:pt x="184993" y="333381"/>
                  </a:lnTo>
                  <a:lnTo>
                    <a:pt x="190238" y="332735"/>
                  </a:lnTo>
                  <a:lnTo>
                    <a:pt x="195460" y="331923"/>
                  </a:lnTo>
                  <a:lnTo>
                    <a:pt x="200653" y="330946"/>
                  </a:lnTo>
                  <a:lnTo>
                    <a:pt x="205813" y="329806"/>
                  </a:lnTo>
                  <a:lnTo>
                    <a:pt x="210934" y="328503"/>
                  </a:lnTo>
                  <a:lnTo>
                    <a:pt x="216011" y="327039"/>
                  </a:lnTo>
                  <a:lnTo>
                    <a:pt x="221040" y="325416"/>
                  </a:lnTo>
                  <a:lnTo>
                    <a:pt x="226015" y="323634"/>
                  </a:lnTo>
                  <a:lnTo>
                    <a:pt x="230931" y="321696"/>
                  </a:lnTo>
                  <a:lnTo>
                    <a:pt x="235783" y="319603"/>
                  </a:lnTo>
                  <a:lnTo>
                    <a:pt x="240567" y="317358"/>
                  </a:lnTo>
                  <a:lnTo>
                    <a:pt x="245277" y="314963"/>
                  </a:lnTo>
                  <a:lnTo>
                    <a:pt x="249909" y="312420"/>
                  </a:lnTo>
                  <a:lnTo>
                    <a:pt x="254459" y="309733"/>
                  </a:lnTo>
                  <a:lnTo>
                    <a:pt x="258921" y="306902"/>
                  </a:lnTo>
                  <a:lnTo>
                    <a:pt x="263292" y="303933"/>
                  </a:lnTo>
                  <a:lnTo>
                    <a:pt x="267567" y="300826"/>
                  </a:lnTo>
                  <a:lnTo>
                    <a:pt x="271741" y="297586"/>
                  </a:lnTo>
                  <a:lnTo>
                    <a:pt x="275811" y="294215"/>
                  </a:lnTo>
                  <a:lnTo>
                    <a:pt x="279772" y="290718"/>
                  </a:lnTo>
                  <a:lnTo>
                    <a:pt x="283621" y="287097"/>
                  </a:lnTo>
                  <a:lnTo>
                    <a:pt x="287354" y="283357"/>
                  </a:lnTo>
                  <a:lnTo>
                    <a:pt x="290966" y="279500"/>
                  </a:lnTo>
                  <a:lnTo>
                    <a:pt x="294454" y="275531"/>
                  </a:lnTo>
                  <a:lnTo>
                    <a:pt x="297816" y="271454"/>
                  </a:lnTo>
                  <a:lnTo>
                    <a:pt x="301047" y="267272"/>
                  </a:lnTo>
                  <a:lnTo>
                    <a:pt x="304144" y="262990"/>
                  </a:lnTo>
                  <a:lnTo>
                    <a:pt x="307104" y="258613"/>
                  </a:lnTo>
                  <a:lnTo>
                    <a:pt x="309925" y="254145"/>
                  </a:lnTo>
                  <a:lnTo>
                    <a:pt x="312602" y="249589"/>
                  </a:lnTo>
                  <a:lnTo>
                    <a:pt x="315135" y="244951"/>
                  </a:lnTo>
                  <a:lnTo>
                    <a:pt x="317519" y="240235"/>
                  </a:lnTo>
                  <a:lnTo>
                    <a:pt x="319754" y="235447"/>
                  </a:lnTo>
                  <a:lnTo>
                    <a:pt x="321835" y="230590"/>
                  </a:lnTo>
                  <a:lnTo>
                    <a:pt x="323763" y="225670"/>
                  </a:lnTo>
                  <a:lnTo>
                    <a:pt x="325534" y="220691"/>
                  </a:lnTo>
                  <a:lnTo>
                    <a:pt x="327146" y="215659"/>
                  </a:lnTo>
                  <a:lnTo>
                    <a:pt x="328599" y="210578"/>
                  </a:lnTo>
                  <a:lnTo>
                    <a:pt x="329890" y="205454"/>
                  </a:lnTo>
                  <a:lnTo>
                    <a:pt x="331019" y="200292"/>
                  </a:lnTo>
                  <a:lnTo>
                    <a:pt x="331984" y="195096"/>
                  </a:lnTo>
                  <a:lnTo>
                    <a:pt x="332785" y="189873"/>
                  </a:lnTo>
                  <a:lnTo>
                    <a:pt x="333420" y="184627"/>
                  </a:lnTo>
                  <a:lnTo>
                    <a:pt x="333888" y="179364"/>
                  </a:lnTo>
                  <a:lnTo>
                    <a:pt x="334191" y="174088"/>
                  </a:lnTo>
                  <a:lnTo>
                    <a:pt x="334326" y="168805"/>
                  </a:lnTo>
                  <a:lnTo>
                    <a:pt x="334294" y="163521"/>
                  </a:lnTo>
                  <a:lnTo>
                    <a:pt x="334095" y="158241"/>
                  </a:lnTo>
                  <a:lnTo>
                    <a:pt x="333730" y="152969"/>
                  </a:lnTo>
                  <a:lnTo>
                    <a:pt x="333198" y="147712"/>
                  </a:lnTo>
                  <a:lnTo>
                    <a:pt x="332500" y="142474"/>
                  </a:lnTo>
                  <a:lnTo>
                    <a:pt x="331637" y="137260"/>
                  </a:lnTo>
                  <a:lnTo>
                    <a:pt x="330610" y="132077"/>
                  </a:lnTo>
                  <a:lnTo>
                    <a:pt x="329419" y="126929"/>
                  </a:lnTo>
                  <a:lnTo>
                    <a:pt x="328066" y="121820"/>
                  </a:lnTo>
                  <a:lnTo>
                    <a:pt x="326552" y="116758"/>
                  </a:lnTo>
                  <a:lnTo>
                    <a:pt x="324879" y="111745"/>
                  </a:lnTo>
                  <a:lnTo>
                    <a:pt x="323049" y="106788"/>
                  </a:lnTo>
                  <a:lnTo>
                    <a:pt x="321063" y="101891"/>
                  </a:lnTo>
                  <a:lnTo>
                    <a:pt x="318923" y="97060"/>
                  </a:lnTo>
                  <a:lnTo>
                    <a:pt x="316631" y="92298"/>
                  </a:lnTo>
                  <a:lnTo>
                    <a:pt x="314190" y="87612"/>
                  </a:lnTo>
                  <a:lnTo>
                    <a:pt x="311602" y="83004"/>
                  </a:lnTo>
                  <a:lnTo>
                    <a:pt x="308870" y="78481"/>
                  </a:lnTo>
                  <a:lnTo>
                    <a:pt x="305996" y="74047"/>
                  </a:lnTo>
                  <a:lnTo>
                    <a:pt x="302983" y="69705"/>
                  </a:lnTo>
                  <a:lnTo>
                    <a:pt x="299835" y="65461"/>
                  </a:lnTo>
                  <a:lnTo>
                    <a:pt x="296554" y="61319"/>
                  </a:lnTo>
                  <a:lnTo>
                    <a:pt x="293144" y="57282"/>
                  </a:lnTo>
                  <a:lnTo>
                    <a:pt x="289608" y="53356"/>
                  </a:lnTo>
                  <a:lnTo>
                    <a:pt x="285950" y="49542"/>
                  </a:lnTo>
                  <a:lnTo>
                    <a:pt x="282173" y="45847"/>
                  </a:lnTo>
                  <a:lnTo>
                    <a:pt x="278281" y="42273"/>
                  </a:lnTo>
                  <a:lnTo>
                    <a:pt x="274278" y="38823"/>
                  </a:lnTo>
                  <a:lnTo>
                    <a:pt x="270168" y="35502"/>
                  </a:lnTo>
                  <a:lnTo>
                    <a:pt x="265955" y="32312"/>
                  </a:lnTo>
                  <a:lnTo>
                    <a:pt x="261643" y="29257"/>
                  </a:lnTo>
                  <a:lnTo>
                    <a:pt x="257237" y="26340"/>
                  </a:lnTo>
                  <a:lnTo>
                    <a:pt x="252741" y="23563"/>
                  </a:lnTo>
                  <a:lnTo>
                    <a:pt x="248159" y="20930"/>
                  </a:lnTo>
                  <a:lnTo>
                    <a:pt x="243497" y="18443"/>
                  </a:lnTo>
                  <a:lnTo>
                    <a:pt x="238758" y="16105"/>
                  </a:lnTo>
                  <a:lnTo>
                    <a:pt x="233947" y="13918"/>
                  </a:lnTo>
                  <a:lnTo>
                    <a:pt x="229070" y="11884"/>
                  </a:lnTo>
                  <a:lnTo>
                    <a:pt x="224132" y="10005"/>
                  </a:lnTo>
                  <a:lnTo>
                    <a:pt x="219136" y="8283"/>
                  </a:lnTo>
                  <a:lnTo>
                    <a:pt x="214088" y="6720"/>
                  </a:lnTo>
                  <a:lnTo>
                    <a:pt x="208993" y="5317"/>
                  </a:lnTo>
                  <a:lnTo>
                    <a:pt x="203857" y="4076"/>
                  </a:lnTo>
                  <a:lnTo>
                    <a:pt x="198684" y="2997"/>
                  </a:lnTo>
                  <a:lnTo>
                    <a:pt x="193479" y="2083"/>
                  </a:lnTo>
                  <a:lnTo>
                    <a:pt x="188248" y="1334"/>
                  </a:lnTo>
                  <a:lnTo>
                    <a:pt x="182996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805" y="4659281"/>
              <a:ext cx="719" cy="167167"/>
            </a:xfrm>
            <a:custGeom>
              <a:avLst/>
              <a:pathLst>
                <a:path w="719" h="167167">
                  <a:moveTo>
                    <a:pt x="719" y="0"/>
                  </a:moveTo>
                  <a:lnTo>
                    <a:pt x="0" y="1"/>
                  </a:lnTo>
                  <a:lnTo>
                    <a:pt x="71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39869" y="4659283"/>
              <a:ext cx="146655" cy="167165"/>
            </a:xfrm>
            <a:custGeom>
              <a:avLst/>
              <a:pathLst>
                <a:path w="146655" h="167165">
                  <a:moveTo>
                    <a:pt x="145936" y="0"/>
                  </a:moveTo>
                  <a:lnTo>
                    <a:pt x="140369" y="116"/>
                  </a:lnTo>
                  <a:lnTo>
                    <a:pt x="134809" y="418"/>
                  </a:lnTo>
                  <a:lnTo>
                    <a:pt x="129263" y="905"/>
                  </a:lnTo>
                  <a:lnTo>
                    <a:pt x="123735" y="1577"/>
                  </a:lnTo>
                  <a:lnTo>
                    <a:pt x="118233" y="2432"/>
                  </a:lnTo>
                  <a:lnTo>
                    <a:pt x="112763" y="3470"/>
                  </a:lnTo>
                  <a:lnTo>
                    <a:pt x="107330" y="4689"/>
                  </a:lnTo>
                  <a:lnTo>
                    <a:pt x="101941" y="6089"/>
                  </a:lnTo>
                  <a:lnTo>
                    <a:pt x="96601" y="7667"/>
                  </a:lnTo>
                  <a:lnTo>
                    <a:pt x="91317" y="9423"/>
                  </a:lnTo>
                  <a:lnTo>
                    <a:pt x="86095" y="11353"/>
                  </a:lnTo>
                  <a:lnTo>
                    <a:pt x="80939" y="13456"/>
                  </a:lnTo>
                  <a:lnTo>
                    <a:pt x="75857" y="15730"/>
                  </a:lnTo>
                  <a:lnTo>
                    <a:pt x="70853" y="18172"/>
                  </a:lnTo>
                  <a:lnTo>
                    <a:pt x="65933" y="20779"/>
                  </a:lnTo>
                  <a:lnTo>
                    <a:pt x="61103" y="23549"/>
                  </a:lnTo>
                  <a:lnTo>
                    <a:pt x="56367" y="26477"/>
                  </a:lnTo>
                  <a:lnTo>
                    <a:pt x="51732" y="29562"/>
                  </a:lnTo>
                  <a:lnTo>
                    <a:pt x="47202" y="32800"/>
                  </a:lnTo>
                  <a:lnTo>
                    <a:pt x="42782" y="36187"/>
                  </a:lnTo>
                  <a:lnTo>
                    <a:pt x="38478" y="39718"/>
                  </a:lnTo>
                  <a:lnTo>
                    <a:pt x="34294" y="43392"/>
                  </a:lnTo>
                  <a:lnTo>
                    <a:pt x="30234" y="47202"/>
                  </a:lnTo>
                  <a:lnTo>
                    <a:pt x="26303" y="51146"/>
                  </a:lnTo>
                  <a:lnTo>
                    <a:pt x="22506" y="55219"/>
                  </a:lnTo>
                  <a:lnTo>
                    <a:pt x="18847" y="59415"/>
                  </a:lnTo>
                  <a:lnTo>
                    <a:pt x="15329" y="63731"/>
                  </a:lnTo>
                  <a:lnTo>
                    <a:pt x="11958" y="68162"/>
                  </a:lnTo>
                  <a:lnTo>
                    <a:pt x="8735" y="72703"/>
                  </a:lnTo>
                  <a:lnTo>
                    <a:pt x="5666" y="77349"/>
                  </a:lnTo>
                  <a:lnTo>
                    <a:pt x="2753" y="82094"/>
                  </a:lnTo>
                  <a:lnTo>
                    <a:pt x="0" y="86933"/>
                  </a:lnTo>
                  <a:lnTo>
                    <a:pt x="146655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62" y="4659281"/>
              <a:ext cx="334314" cy="334332"/>
            </a:xfrm>
            <a:custGeom>
              <a:avLst/>
              <a:pathLst>
                <a:path w="334314" h="334332">
                  <a:moveTo>
                    <a:pt x="20506" y="86935"/>
                  </a:moveTo>
                  <a:lnTo>
                    <a:pt x="18030" y="91636"/>
                  </a:lnTo>
                  <a:lnTo>
                    <a:pt x="15705" y="96414"/>
                  </a:lnTo>
                  <a:lnTo>
                    <a:pt x="13533" y="101263"/>
                  </a:lnTo>
                  <a:lnTo>
                    <a:pt x="11516" y="106179"/>
                  </a:lnTo>
                  <a:lnTo>
                    <a:pt x="9657" y="111156"/>
                  </a:lnTo>
                  <a:lnTo>
                    <a:pt x="7956" y="116190"/>
                  </a:lnTo>
                  <a:lnTo>
                    <a:pt x="6417" y="121276"/>
                  </a:lnTo>
                  <a:lnTo>
                    <a:pt x="5039" y="126408"/>
                  </a:lnTo>
                  <a:lnTo>
                    <a:pt x="3826" y="131581"/>
                  </a:lnTo>
                  <a:lnTo>
                    <a:pt x="2777" y="136790"/>
                  </a:lnTo>
                  <a:lnTo>
                    <a:pt x="1895" y="142029"/>
                  </a:lnTo>
                  <a:lnTo>
                    <a:pt x="1180" y="147295"/>
                  </a:lnTo>
                  <a:lnTo>
                    <a:pt x="632" y="152580"/>
                  </a:lnTo>
                  <a:lnTo>
                    <a:pt x="252" y="157880"/>
                  </a:lnTo>
                  <a:lnTo>
                    <a:pt x="42" y="163189"/>
                  </a:lnTo>
                  <a:lnTo>
                    <a:pt x="0" y="168502"/>
                  </a:lnTo>
                  <a:lnTo>
                    <a:pt x="126" y="173814"/>
                  </a:lnTo>
                  <a:lnTo>
                    <a:pt x="422" y="179119"/>
                  </a:lnTo>
                  <a:lnTo>
                    <a:pt x="886" y="184412"/>
                  </a:lnTo>
                  <a:lnTo>
                    <a:pt x="1518" y="189688"/>
                  </a:lnTo>
                  <a:lnTo>
                    <a:pt x="2318" y="194941"/>
                  </a:lnTo>
                  <a:lnTo>
                    <a:pt x="3284" y="200166"/>
                  </a:lnTo>
                  <a:lnTo>
                    <a:pt x="4415" y="205357"/>
                  </a:lnTo>
                  <a:lnTo>
                    <a:pt x="5711" y="210510"/>
                  </a:lnTo>
                  <a:lnTo>
                    <a:pt x="7170" y="215620"/>
                  </a:lnTo>
                  <a:lnTo>
                    <a:pt x="8791" y="220680"/>
                  </a:lnTo>
                  <a:lnTo>
                    <a:pt x="10571" y="225686"/>
                  </a:lnTo>
                  <a:lnTo>
                    <a:pt x="12510" y="230633"/>
                  </a:lnTo>
                  <a:lnTo>
                    <a:pt x="14606" y="235516"/>
                  </a:lnTo>
                  <a:lnTo>
                    <a:pt x="16855" y="240330"/>
                  </a:lnTo>
                  <a:lnTo>
                    <a:pt x="19256" y="245070"/>
                  </a:lnTo>
                  <a:lnTo>
                    <a:pt x="21807" y="249731"/>
                  </a:lnTo>
                  <a:lnTo>
                    <a:pt x="24504" y="254309"/>
                  </a:lnTo>
                  <a:lnTo>
                    <a:pt x="27345" y="258799"/>
                  </a:lnTo>
                  <a:lnTo>
                    <a:pt x="30328" y="263196"/>
                  </a:lnTo>
                  <a:lnTo>
                    <a:pt x="33449" y="267496"/>
                  </a:lnTo>
                  <a:lnTo>
                    <a:pt x="36705" y="271695"/>
                  </a:lnTo>
                  <a:lnTo>
                    <a:pt x="40093" y="275788"/>
                  </a:lnTo>
                  <a:lnTo>
                    <a:pt x="43610" y="279772"/>
                  </a:lnTo>
                  <a:lnTo>
                    <a:pt x="47251" y="283642"/>
                  </a:lnTo>
                  <a:lnTo>
                    <a:pt x="51013" y="287394"/>
                  </a:lnTo>
                  <a:lnTo>
                    <a:pt x="54893" y="291024"/>
                  </a:lnTo>
                  <a:lnTo>
                    <a:pt x="58886" y="294530"/>
                  </a:lnTo>
                  <a:lnTo>
                    <a:pt x="62988" y="297907"/>
                  </a:lnTo>
                  <a:lnTo>
                    <a:pt x="67196" y="301151"/>
                  </a:lnTo>
                  <a:lnTo>
                    <a:pt x="71504" y="304261"/>
                  </a:lnTo>
                  <a:lnTo>
                    <a:pt x="75910" y="307231"/>
                  </a:lnTo>
                  <a:lnTo>
                    <a:pt x="80407" y="310061"/>
                  </a:lnTo>
                  <a:lnTo>
                    <a:pt x="84992" y="312746"/>
                  </a:lnTo>
                  <a:lnTo>
                    <a:pt x="89661" y="315284"/>
                  </a:lnTo>
                  <a:lnTo>
                    <a:pt x="94407" y="317672"/>
                  </a:lnTo>
                  <a:lnTo>
                    <a:pt x="99227" y="319908"/>
                  </a:lnTo>
                  <a:lnTo>
                    <a:pt x="104116" y="321990"/>
                  </a:lnTo>
                  <a:lnTo>
                    <a:pt x="109068" y="323915"/>
                  </a:lnTo>
                  <a:lnTo>
                    <a:pt x="114079" y="325683"/>
                  </a:lnTo>
                  <a:lnTo>
                    <a:pt x="119144" y="327289"/>
                  </a:lnTo>
                  <a:lnTo>
                    <a:pt x="124257" y="328735"/>
                  </a:lnTo>
                  <a:lnTo>
                    <a:pt x="129413" y="330017"/>
                  </a:lnTo>
                  <a:lnTo>
                    <a:pt x="134608" y="331134"/>
                  </a:lnTo>
                  <a:lnTo>
                    <a:pt x="139835" y="332086"/>
                  </a:lnTo>
                  <a:lnTo>
                    <a:pt x="145090" y="332871"/>
                  </a:lnTo>
                  <a:lnTo>
                    <a:pt x="150368" y="333489"/>
                  </a:lnTo>
                  <a:lnTo>
                    <a:pt x="155662" y="333938"/>
                  </a:lnTo>
                  <a:lnTo>
                    <a:pt x="160968" y="334220"/>
                  </a:lnTo>
                  <a:lnTo>
                    <a:pt x="166280" y="334332"/>
                  </a:lnTo>
                  <a:lnTo>
                    <a:pt x="171594" y="334276"/>
                  </a:lnTo>
                  <a:lnTo>
                    <a:pt x="176902" y="334050"/>
                  </a:lnTo>
                  <a:lnTo>
                    <a:pt x="182201" y="333656"/>
                  </a:lnTo>
                  <a:lnTo>
                    <a:pt x="187485" y="333094"/>
                  </a:lnTo>
                  <a:lnTo>
                    <a:pt x="192748" y="332365"/>
                  </a:lnTo>
                  <a:lnTo>
                    <a:pt x="197985" y="331468"/>
                  </a:lnTo>
                  <a:lnTo>
                    <a:pt x="203191" y="330405"/>
                  </a:lnTo>
                  <a:lnTo>
                    <a:pt x="208361" y="329178"/>
                  </a:lnTo>
                  <a:lnTo>
                    <a:pt x="213489" y="327787"/>
                  </a:lnTo>
                  <a:lnTo>
                    <a:pt x="218570" y="326233"/>
                  </a:lnTo>
                  <a:lnTo>
                    <a:pt x="223600" y="324519"/>
                  </a:lnTo>
                  <a:lnTo>
                    <a:pt x="228572" y="322646"/>
                  </a:lnTo>
                  <a:lnTo>
                    <a:pt x="233482" y="320616"/>
                  </a:lnTo>
                  <a:lnTo>
                    <a:pt x="238326" y="318430"/>
                  </a:lnTo>
                  <a:lnTo>
                    <a:pt x="243097" y="316092"/>
                  </a:lnTo>
                  <a:lnTo>
                    <a:pt x="247792" y="313604"/>
                  </a:lnTo>
                  <a:lnTo>
                    <a:pt x="252405" y="310967"/>
                  </a:lnTo>
                  <a:lnTo>
                    <a:pt x="256932" y="308186"/>
                  </a:lnTo>
                  <a:lnTo>
                    <a:pt x="261368" y="305261"/>
                  </a:lnTo>
                  <a:lnTo>
                    <a:pt x="265709" y="302198"/>
                  </a:lnTo>
                  <a:lnTo>
                    <a:pt x="269951" y="298997"/>
                  </a:lnTo>
                  <a:lnTo>
                    <a:pt x="274089" y="295664"/>
                  </a:lnTo>
                  <a:lnTo>
                    <a:pt x="278119" y="292201"/>
                  </a:lnTo>
                  <a:lnTo>
                    <a:pt x="282036" y="288611"/>
                  </a:lnTo>
                  <a:lnTo>
                    <a:pt x="285838" y="284899"/>
                  </a:lnTo>
                  <a:lnTo>
                    <a:pt x="289520" y="281068"/>
                  </a:lnTo>
                  <a:lnTo>
                    <a:pt x="293078" y="277122"/>
                  </a:lnTo>
                  <a:lnTo>
                    <a:pt x="296509" y="273065"/>
                  </a:lnTo>
                  <a:lnTo>
                    <a:pt x="299809" y="268900"/>
                  </a:lnTo>
                  <a:lnTo>
                    <a:pt x="302975" y="264633"/>
                  </a:lnTo>
                  <a:lnTo>
                    <a:pt x="306004" y="260268"/>
                  </a:lnTo>
                  <a:lnTo>
                    <a:pt x="308893" y="255808"/>
                  </a:lnTo>
                  <a:lnTo>
                    <a:pt x="311638" y="251259"/>
                  </a:lnTo>
                  <a:lnTo>
                    <a:pt x="314238" y="246625"/>
                  </a:lnTo>
                  <a:lnTo>
                    <a:pt x="316689" y="241910"/>
                  </a:lnTo>
                  <a:lnTo>
                    <a:pt x="318989" y="237120"/>
                  </a:lnTo>
                  <a:lnTo>
                    <a:pt x="321135" y="232260"/>
                  </a:lnTo>
                  <a:lnTo>
                    <a:pt x="323126" y="227334"/>
                  </a:lnTo>
                  <a:lnTo>
                    <a:pt x="324960" y="222346"/>
                  </a:lnTo>
                  <a:lnTo>
                    <a:pt x="326633" y="217304"/>
                  </a:lnTo>
                  <a:lnTo>
                    <a:pt x="328146" y="212210"/>
                  </a:lnTo>
                  <a:lnTo>
                    <a:pt x="329497" y="207071"/>
                  </a:lnTo>
                  <a:lnTo>
                    <a:pt x="330683" y="201892"/>
                  </a:lnTo>
                  <a:lnTo>
                    <a:pt x="331704" y="196677"/>
                  </a:lnTo>
                  <a:lnTo>
                    <a:pt x="332558" y="191433"/>
                  </a:lnTo>
                  <a:lnTo>
                    <a:pt x="333246" y="186164"/>
                  </a:lnTo>
                  <a:lnTo>
                    <a:pt x="333766" y="180876"/>
                  </a:lnTo>
                  <a:lnTo>
                    <a:pt x="334117" y="175574"/>
                  </a:lnTo>
                  <a:lnTo>
                    <a:pt x="334300" y="170264"/>
                  </a:lnTo>
                  <a:lnTo>
                    <a:pt x="334314" y="164951"/>
                  </a:lnTo>
                  <a:lnTo>
                    <a:pt x="334159" y="159640"/>
                  </a:lnTo>
                  <a:lnTo>
                    <a:pt x="333836" y="154336"/>
                  </a:lnTo>
                  <a:lnTo>
                    <a:pt x="333344" y="149045"/>
                  </a:lnTo>
                  <a:lnTo>
                    <a:pt x="332684" y="143773"/>
                  </a:lnTo>
                  <a:lnTo>
                    <a:pt x="331857" y="138524"/>
                  </a:lnTo>
                  <a:lnTo>
                    <a:pt x="330863" y="133305"/>
                  </a:lnTo>
                  <a:lnTo>
                    <a:pt x="329705" y="128119"/>
                  </a:lnTo>
                  <a:lnTo>
                    <a:pt x="328381" y="122973"/>
                  </a:lnTo>
                  <a:lnTo>
                    <a:pt x="326896" y="117872"/>
                  </a:lnTo>
                  <a:lnTo>
                    <a:pt x="325248" y="112820"/>
                  </a:lnTo>
                  <a:lnTo>
                    <a:pt x="323441" y="107823"/>
                  </a:lnTo>
                  <a:lnTo>
                    <a:pt x="321476" y="102886"/>
                  </a:lnTo>
                  <a:lnTo>
                    <a:pt x="319355" y="98015"/>
                  </a:lnTo>
                  <a:lnTo>
                    <a:pt x="317081" y="93213"/>
                  </a:lnTo>
                  <a:lnTo>
                    <a:pt x="314655" y="88485"/>
                  </a:lnTo>
                  <a:lnTo>
                    <a:pt x="312079" y="83838"/>
                  </a:lnTo>
                  <a:lnTo>
                    <a:pt x="309358" y="79274"/>
                  </a:lnTo>
                  <a:lnTo>
                    <a:pt x="306493" y="74799"/>
                  </a:lnTo>
                  <a:lnTo>
                    <a:pt x="303487" y="70418"/>
                  </a:lnTo>
                  <a:lnTo>
                    <a:pt x="300343" y="66134"/>
                  </a:lnTo>
                  <a:lnTo>
                    <a:pt x="297065" y="61953"/>
                  </a:lnTo>
                  <a:lnTo>
                    <a:pt x="293656" y="57877"/>
                  </a:lnTo>
                  <a:lnTo>
                    <a:pt x="290118" y="53912"/>
                  </a:lnTo>
                  <a:lnTo>
                    <a:pt x="286457" y="50062"/>
                  </a:lnTo>
                  <a:lnTo>
                    <a:pt x="282675" y="46330"/>
                  </a:lnTo>
                  <a:lnTo>
                    <a:pt x="278776" y="42720"/>
                  </a:lnTo>
                  <a:lnTo>
                    <a:pt x="274765" y="39235"/>
                  </a:lnTo>
                  <a:lnTo>
                    <a:pt x="270645" y="35880"/>
                  </a:lnTo>
                  <a:lnTo>
                    <a:pt x="266420" y="32658"/>
                  </a:lnTo>
                  <a:lnTo>
                    <a:pt x="262095" y="29571"/>
                  </a:lnTo>
                  <a:lnTo>
                    <a:pt x="257674" y="26623"/>
                  </a:lnTo>
                  <a:lnTo>
                    <a:pt x="253162" y="23818"/>
                  </a:lnTo>
                  <a:lnTo>
                    <a:pt x="248562" y="21157"/>
                  </a:lnTo>
                  <a:lnTo>
                    <a:pt x="243881" y="18644"/>
                  </a:lnTo>
                  <a:lnTo>
                    <a:pt x="239122" y="16281"/>
                  </a:lnTo>
                  <a:lnTo>
                    <a:pt x="234290" y="14070"/>
                  </a:lnTo>
                  <a:lnTo>
                    <a:pt x="229391" y="12014"/>
                  </a:lnTo>
                  <a:lnTo>
                    <a:pt x="224428" y="10114"/>
                  </a:lnTo>
                  <a:lnTo>
                    <a:pt x="219408" y="8374"/>
                  </a:lnTo>
                  <a:lnTo>
                    <a:pt x="214335" y="6794"/>
                  </a:lnTo>
                  <a:lnTo>
                    <a:pt x="209214" y="5375"/>
                  </a:lnTo>
                  <a:lnTo>
                    <a:pt x="204051" y="4121"/>
                  </a:lnTo>
                  <a:lnTo>
                    <a:pt x="198851" y="3031"/>
                  </a:lnTo>
                  <a:lnTo>
                    <a:pt x="193618" y="2106"/>
                  </a:lnTo>
                  <a:lnTo>
                    <a:pt x="188359" y="1349"/>
                  </a:lnTo>
                  <a:lnTo>
                    <a:pt x="183078" y="759"/>
                  </a:lnTo>
                  <a:lnTo>
                    <a:pt x="177782" y="337"/>
                  </a:lnTo>
                  <a:lnTo>
                    <a:pt x="172474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11" y="5018213"/>
              <a:ext cx="209" cy="167167"/>
            </a:xfrm>
            <a:custGeom>
              <a:avLst/>
              <a:pathLst>
                <a:path w="209" h="167167">
                  <a:moveTo>
                    <a:pt x="209" y="0"/>
                  </a:moveTo>
                  <a:lnTo>
                    <a:pt x="0" y="0"/>
                  </a:lnTo>
                  <a:lnTo>
                    <a:pt x="20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11" y="5018213"/>
              <a:ext cx="209" cy="167167"/>
            </a:xfrm>
            <a:custGeom>
              <a:avLst/>
              <a:pathLst>
                <a:path w="209" h="167167">
                  <a:moveTo>
                    <a:pt x="0" y="0"/>
                  </a:moveTo>
                  <a:lnTo>
                    <a:pt x="20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11" y="5018213"/>
              <a:ext cx="209" cy="167167"/>
            </a:xfrm>
            <a:custGeom>
              <a:avLst/>
              <a:pathLst>
                <a:path w="209" h="167167">
                  <a:moveTo>
                    <a:pt x="0" y="0"/>
                  </a:moveTo>
                  <a:lnTo>
                    <a:pt x="20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11" y="5018213"/>
              <a:ext cx="209" cy="167167"/>
            </a:xfrm>
            <a:custGeom>
              <a:avLst/>
              <a:pathLst>
                <a:path w="209" h="167167">
                  <a:moveTo>
                    <a:pt x="0" y="0"/>
                  </a:moveTo>
                  <a:lnTo>
                    <a:pt x="2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11" y="5018213"/>
              <a:ext cx="209" cy="167167"/>
            </a:xfrm>
            <a:custGeom>
              <a:avLst/>
              <a:pathLst>
                <a:path w="209" h="167167">
                  <a:moveTo>
                    <a:pt x="0" y="0"/>
                  </a:moveTo>
                  <a:lnTo>
                    <a:pt x="2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11" y="5018213"/>
              <a:ext cx="209" cy="167167"/>
            </a:xfrm>
            <a:custGeom>
              <a:avLst/>
              <a:pathLst>
                <a:path w="209" h="167167">
                  <a:moveTo>
                    <a:pt x="0" y="0"/>
                  </a:moveTo>
                  <a:lnTo>
                    <a:pt x="2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11" y="5018213"/>
              <a:ext cx="209" cy="167167"/>
            </a:xfrm>
            <a:custGeom>
              <a:avLst/>
              <a:pathLst>
                <a:path w="209" h="167167">
                  <a:moveTo>
                    <a:pt x="0" y="0"/>
                  </a:moveTo>
                  <a:lnTo>
                    <a:pt x="2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11" y="5018213"/>
              <a:ext cx="209" cy="167167"/>
            </a:xfrm>
            <a:custGeom>
              <a:avLst/>
              <a:pathLst>
                <a:path w="209" h="167167">
                  <a:moveTo>
                    <a:pt x="0" y="0"/>
                  </a:moveTo>
                  <a:lnTo>
                    <a:pt x="20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11" y="5018213"/>
              <a:ext cx="209" cy="167167"/>
            </a:xfrm>
            <a:custGeom>
              <a:avLst/>
              <a:pathLst>
                <a:path w="209" h="167167">
                  <a:moveTo>
                    <a:pt x="0" y="0"/>
                  </a:moveTo>
                  <a:lnTo>
                    <a:pt x="20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72" y="5018213"/>
              <a:ext cx="334306" cy="334334"/>
            </a:xfrm>
            <a:custGeom>
              <a:avLst/>
              <a:pathLst>
                <a:path w="334306" h="334334">
                  <a:moveTo>
                    <a:pt x="166938" y="0"/>
                  </a:moveTo>
                  <a:lnTo>
                    <a:pt x="161641" y="90"/>
                  </a:lnTo>
                  <a:lnTo>
                    <a:pt x="156350" y="348"/>
                  </a:lnTo>
                  <a:lnTo>
                    <a:pt x="151070" y="774"/>
                  </a:lnTo>
                  <a:lnTo>
                    <a:pt x="145805" y="1367"/>
                  </a:lnTo>
                  <a:lnTo>
                    <a:pt x="140563" y="2127"/>
                  </a:lnTo>
                  <a:lnTo>
                    <a:pt x="135346" y="3052"/>
                  </a:lnTo>
                  <a:lnTo>
                    <a:pt x="130162" y="4142"/>
                  </a:lnTo>
                  <a:lnTo>
                    <a:pt x="125015" y="5396"/>
                  </a:lnTo>
                  <a:lnTo>
                    <a:pt x="119910" y="6812"/>
                  </a:lnTo>
                  <a:lnTo>
                    <a:pt x="114853" y="8390"/>
                  </a:lnTo>
                  <a:lnTo>
                    <a:pt x="109848" y="10126"/>
                  </a:lnTo>
                  <a:lnTo>
                    <a:pt x="104901" y="12021"/>
                  </a:lnTo>
                  <a:lnTo>
                    <a:pt x="100016" y="14071"/>
                  </a:lnTo>
                  <a:lnTo>
                    <a:pt x="95199" y="16275"/>
                  </a:lnTo>
                  <a:lnTo>
                    <a:pt x="90454" y="18631"/>
                  </a:lnTo>
                  <a:lnTo>
                    <a:pt x="85786" y="21135"/>
                  </a:lnTo>
                  <a:lnTo>
                    <a:pt x="81199" y="23787"/>
                  </a:lnTo>
                  <a:lnTo>
                    <a:pt x="76699" y="26582"/>
                  </a:lnTo>
                  <a:lnTo>
                    <a:pt x="72290" y="29519"/>
                  </a:lnTo>
                  <a:lnTo>
                    <a:pt x="67976" y="32594"/>
                  </a:lnTo>
                  <a:lnTo>
                    <a:pt x="63762" y="35804"/>
                  </a:lnTo>
                  <a:lnTo>
                    <a:pt x="59652" y="39146"/>
                  </a:lnTo>
                  <a:lnTo>
                    <a:pt x="55649" y="42616"/>
                  </a:lnTo>
                  <a:lnTo>
                    <a:pt x="51758" y="46211"/>
                  </a:lnTo>
                  <a:lnTo>
                    <a:pt x="47984" y="49929"/>
                  </a:lnTo>
                  <a:lnTo>
                    <a:pt x="44329" y="53763"/>
                  </a:lnTo>
                  <a:lnTo>
                    <a:pt x="40797" y="57712"/>
                  </a:lnTo>
                  <a:lnTo>
                    <a:pt x="37392" y="61770"/>
                  </a:lnTo>
                  <a:lnTo>
                    <a:pt x="34118" y="65935"/>
                  </a:lnTo>
                  <a:lnTo>
                    <a:pt x="30977" y="70201"/>
                  </a:lnTo>
                  <a:lnTo>
                    <a:pt x="27973" y="74564"/>
                  </a:lnTo>
                  <a:lnTo>
                    <a:pt x="25108" y="79021"/>
                  </a:lnTo>
                  <a:lnTo>
                    <a:pt x="22387" y="83566"/>
                  </a:lnTo>
                  <a:lnTo>
                    <a:pt x="19810" y="88195"/>
                  </a:lnTo>
                  <a:lnTo>
                    <a:pt x="17382" y="92903"/>
                  </a:lnTo>
                  <a:lnTo>
                    <a:pt x="15104" y="97686"/>
                  </a:lnTo>
                  <a:lnTo>
                    <a:pt x="12979" y="102538"/>
                  </a:lnTo>
                  <a:lnTo>
                    <a:pt x="11008" y="107456"/>
                  </a:lnTo>
                  <a:lnTo>
                    <a:pt x="9195" y="112433"/>
                  </a:lnTo>
                  <a:lnTo>
                    <a:pt x="7540" y="117466"/>
                  </a:lnTo>
                  <a:lnTo>
                    <a:pt x="6045" y="122548"/>
                  </a:lnTo>
                  <a:lnTo>
                    <a:pt x="4712" y="127675"/>
                  </a:lnTo>
                  <a:lnTo>
                    <a:pt x="3543" y="132842"/>
                  </a:lnTo>
                  <a:lnTo>
                    <a:pt x="2537" y="138043"/>
                  </a:lnTo>
                  <a:lnTo>
                    <a:pt x="1697" y="143274"/>
                  </a:lnTo>
                  <a:lnTo>
                    <a:pt x="1023" y="148528"/>
                  </a:lnTo>
                  <a:lnTo>
                    <a:pt x="516" y="153802"/>
                  </a:lnTo>
                  <a:lnTo>
                    <a:pt x="176" y="159088"/>
                  </a:lnTo>
                  <a:lnTo>
                    <a:pt x="4" y="164383"/>
                  </a:lnTo>
                  <a:lnTo>
                    <a:pt x="0" y="169681"/>
                  </a:lnTo>
                  <a:lnTo>
                    <a:pt x="163" y="174976"/>
                  </a:lnTo>
                  <a:lnTo>
                    <a:pt x="494" y="180263"/>
                  </a:lnTo>
                  <a:lnTo>
                    <a:pt x="993" y="185537"/>
                  </a:lnTo>
                  <a:lnTo>
                    <a:pt x="1659" y="190793"/>
                  </a:lnTo>
                  <a:lnTo>
                    <a:pt x="2490" y="196025"/>
                  </a:lnTo>
                  <a:lnTo>
                    <a:pt x="3487" y="201228"/>
                  </a:lnTo>
                  <a:lnTo>
                    <a:pt x="4649" y="206396"/>
                  </a:lnTo>
                  <a:lnTo>
                    <a:pt x="5973" y="211526"/>
                  </a:lnTo>
                  <a:lnTo>
                    <a:pt x="7460" y="216610"/>
                  </a:lnTo>
                  <a:lnTo>
                    <a:pt x="9107" y="221645"/>
                  </a:lnTo>
                  <a:lnTo>
                    <a:pt x="10912" y="226626"/>
                  </a:lnTo>
                  <a:lnTo>
                    <a:pt x="12875" y="231546"/>
                  </a:lnTo>
                  <a:lnTo>
                    <a:pt x="14992" y="236402"/>
                  </a:lnTo>
                  <a:lnTo>
                    <a:pt x="17263" y="241189"/>
                  </a:lnTo>
                  <a:lnTo>
                    <a:pt x="19683" y="245901"/>
                  </a:lnTo>
                  <a:lnTo>
                    <a:pt x="22252" y="250534"/>
                  </a:lnTo>
                  <a:lnTo>
                    <a:pt x="24966" y="255084"/>
                  </a:lnTo>
                  <a:lnTo>
                    <a:pt x="27824" y="259545"/>
                  </a:lnTo>
                  <a:lnTo>
                    <a:pt x="30821" y="263913"/>
                  </a:lnTo>
                  <a:lnTo>
                    <a:pt x="33955" y="268184"/>
                  </a:lnTo>
                  <a:lnTo>
                    <a:pt x="37222" y="272354"/>
                  </a:lnTo>
                  <a:lnTo>
                    <a:pt x="40621" y="276418"/>
                  </a:lnTo>
                  <a:lnTo>
                    <a:pt x="44146" y="280372"/>
                  </a:lnTo>
                  <a:lnTo>
                    <a:pt x="47795" y="284213"/>
                  </a:lnTo>
                  <a:lnTo>
                    <a:pt x="51563" y="287936"/>
                  </a:lnTo>
                  <a:lnTo>
                    <a:pt x="55448" y="291538"/>
                  </a:lnTo>
                  <a:lnTo>
                    <a:pt x="59445" y="295015"/>
                  </a:lnTo>
                  <a:lnTo>
                    <a:pt x="63550" y="298363"/>
                  </a:lnTo>
                  <a:lnTo>
                    <a:pt x="67759" y="301580"/>
                  </a:lnTo>
                  <a:lnTo>
                    <a:pt x="72068" y="304662"/>
                  </a:lnTo>
                  <a:lnTo>
                    <a:pt x="76473" y="307605"/>
                  </a:lnTo>
                  <a:lnTo>
                    <a:pt x="80968" y="310408"/>
                  </a:lnTo>
                  <a:lnTo>
                    <a:pt x="85550" y="313067"/>
                  </a:lnTo>
                  <a:lnTo>
                    <a:pt x="90214" y="315579"/>
                  </a:lnTo>
                  <a:lnTo>
                    <a:pt x="94956" y="317942"/>
                  </a:lnTo>
                  <a:lnTo>
                    <a:pt x="99769" y="320154"/>
                  </a:lnTo>
                  <a:lnTo>
                    <a:pt x="104651" y="322212"/>
                  </a:lnTo>
                  <a:lnTo>
                    <a:pt x="109595" y="324115"/>
                  </a:lnTo>
                  <a:lnTo>
                    <a:pt x="114597" y="325859"/>
                  </a:lnTo>
                  <a:lnTo>
                    <a:pt x="119652" y="327445"/>
                  </a:lnTo>
                  <a:lnTo>
                    <a:pt x="124754" y="328869"/>
                  </a:lnTo>
                  <a:lnTo>
                    <a:pt x="129899" y="330131"/>
                  </a:lnTo>
                  <a:lnTo>
                    <a:pt x="135082" y="331230"/>
                  </a:lnTo>
                  <a:lnTo>
                    <a:pt x="140296" y="332164"/>
                  </a:lnTo>
                  <a:lnTo>
                    <a:pt x="145538" y="332932"/>
                  </a:lnTo>
                  <a:lnTo>
                    <a:pt x="150801" y="333533"/>
                  </a:lnTo>
                  <a:lnTo>
                    <a:pt x="156081" y="333968"/>
                  </a:lnTo>
                  <a:lnTo>
                    <a:pt x="161372" y="334234"/>
                  </a:lnTo>
                  <a:lnTo>
                    <a:pt x="166669" y="334334"/>
                  </a:lnTo>
                  <a:lnTo>
                    <a:pt x="171966" y="334265"/>
                  </a:lnTo>
                  <a:lnTo>
                    <a:pt x="177258" y="334028"/>
                  </a:lnTo>
                  <a:lnTo>
                    <a:pt x="182540" y="333624"/>
                  </a:lnTo>
                  <a:lnTo>
                    <a:pt x="187807" y="333053"/>
                  </a:lnTo>
                  <a:lnTo>
                    <a:pt x="193053" y="332315"/>
                  </a:lnTo>
                  <a:lnTo>
                    <a:pt x="198273" y="331411"/>
                  </a:lnTo>
                  <a:lnTo>
                    <a:pt x="203461" y="330342"/>
                  </a:lnTo>
                  <a:lnTo>
                    <a:pt x="208614" y="329110"/>
                  </a:lnTo>
                  <a:lnTo>
                    <a:pt x="213724" y="327715"/>
                  </a:lnTo>
                  <a:lnTo>
                    <a:pt x="218788" y="326158"/>
                  </a:lnTo>
                  <a:lnTo>
                    <a:pt x="223800" y="324442"/>
                  </a:lnTo>
                  <a:lnTo>
                    <a:pt x="228755" y="322568"/>
                  </a:lnTo>
                  <a:lnTo>
                    <a:pt x="233648" y="320538"/>
                  </a:lnTo>
                  <a:lnTo>
                    <a:pt x="238474" y="318354"/>
                  </a:lnTo>
                  <a:lnTo>
                    <a:pt x="243229" y="316018"/>
                  </a:lnTo>
                  <a:lnTo>
                    <a:pt x="247908" y="313532"/>
                  </a:lnTo>
                  <a:lnTo>
                    <a:pt x="252505" y="310900"/>
                  </a:lnTo>
                  <a:lnTo>
                    <a:pt x="257016" y="308123"/>
                  </a:lnTo>
                  <a:lnTo>
                    <a:pt x="261438" y="305205"/>
                  </a:lnTo>
                  <a:lnTo>
                    <a:pt x="265764" y="302148"/>
                  </a:lnTo>
                  <a:lnTo>
                    <a:pt x="269992" y="298955"/>
                  </a:lnTo>
                  <a:lnTo>
                    <a:pt x="274116" y="295630"/>
                  </a:lnTo>
                  <a:lnTo>
                    <a:pt x="278133" y="292176"/>
                  </a:lnTo>
                  <a:lnTo>
                    <a:pt x="282038" y="288597"/>
                  </a:lnTo>
                  <a:lnTo>
                    <a:pt x="285828" y="284895"/>
                  </a:lnTo>
                  <a:lnTo>
                    <a:pt x="289499" y="281076"/>
                  </a:lnTo>
                  <a:lnTo>
                    <a:pt x="293047" y="277142"/>
                  </a:lnTo>
                  <a:lnTo>
                    <a:pt x="296468" y="273097"/>
                  </a:lnTo>
                  <a:lnTo>
                    <a:pt x="299760" y="268946"/>
                  </a:lnTo>
                  <a:lnTo>
                    <a:pt x="302918" y="264693"/>
                  </a:lnTo>
                  <a:lnTo>
                    <a:pt x="305940" y="260342"/>
                  </a:lnTo>
                  <a:lnTo>
                    <a:pt x="308823" y="255898"/>
                  </a:lnTo>
                  <a:lnTo>
                    <a:pt x="311563" y="251364"/>
                  </a:lnTo>
                  <a:lnTo>
                    <a:pt x="314159" y="246746"/>
                  </a:lnTo>
                  <a:lnTo>
                    <a:pt x="316607" y="242047"/>
                  </a:lnTo>
                  <a:lnTo>
                    <a:pt x="318904" y="237274"/>
                  </a:lnTo>
                  <a:lnTo>
                    <a:pt x="321049" y="232430"/>
                  </a:lnTo>
                  <a:lnTo>
                    <a:pt x="323040" y="227521"/>
                  </a:lnTo>
                  <a:lnTo>
                    <a:pt x="324874" y="222551"/>
                  </a:lnTo>
                  <a:lnTo>
                    <a:pt x="326550" y="217525"/>
                  </a:lnTo>
                  <a:lnTo>
                    <a:pt x="328066" y="212449"/>
                  </a:lnTo>
                  <a:lnTo>
                    <a:pt x="329420" y="207328"/>
                  </a:lnTo>
                  <a:lnTo>
                    <a:pt x="330611" y="202166"/>
                  </a:lnTo>
                  <a:lnTo>
                    <a:pt x="331638" y="196969"/>
                  </a:lnTo>
                  <a:lnTo>
                    <a:pt x="332499" y="191742"/>
                  </a:lnTo>
                  <a:lnTo>
                    <a:pt x="333195" y="186490"/>
                  </a:lnTo>
                  <a:lnTo>
                    <a:pt x="333724" y="181219"/>
                  </a:lnTo>
                  <a:lnTo>
                    <a:pt x="334085" y="175933"/>
                  </a:lnTo>
                  <a:lnTo>
                    <a:pt x="334279" y="170639"/>
                  </a:lnTo>
                  <a:lnTo>
                    <a:pt x="334306" y="165342"/>
                  </a:lnTo>
                  <a:lnTo>
                    <a:pt x="334164" y="160046"/>
                  </a:lnTo>
                  <a:lnTo>
                    <a:pt x="333854" y="154758"/>
                  </a:lnTo>
                  <a:lnTo>
                    <a:pt x="333377" y="149482"/>
                  </a:lnTo>
                  <a:lnTo>
                    <a:pt x="332734" y="144223"/>
                  </a:lnTo>
                  <a:lnTo>
                    <a:pt x="331923" y="138988"/>
                  </a:lnTo>
                  <a:lnTo>
                    <a:pt x="330948" y="133781"/>
                  </a:lnTo>
                  <a:lnTo>
                    <a:pt x="329808" y="128608"/>
                  </a:lnTo>
                  <a:lnTo>
                    <a:pt x="328504" y="123473"/>
                  </a:lnTo>
                  <a:lnTo>
                    <a:pt x="327039" y="118382"/>
                  </a:lnTo>
                  <a:lnTo>
                    <a:pt x="325413" y="113340"/>
                  </a:lnTo>
                  <a:lnTo>
                    <a:pt x="323627" y="108352"/>
                  </a:lnTo>
                  <a:lnTo>
                    <a:pt x="321685" y="103424"/>
                  </a:lnTo>
                  <a:lnTo>
                    <a:pt x="319588" y="98559"/>
                  </a:lnTo>
                  <a:lnTo>
                    <a:pt x="317337" y="93763"/>
                  </a:lnTo>
                  <a:lnTo>
                    <a:pt x="314936" y="89041"/>
                  </a:lnTo>
                  <a:lnTo>
                    <a:pt x="312386" y="84397"/>
                  </a:lnTo>
                  <a:lnTo>
                    <a:pt x="309691" y="79837"/>
                  </a:lnTo>
                  <a:lnTo>
                    <a:pt x="306852" y="75364"/>
                  </a:lnTo>
                  <a:lnTo>
                    <a:pt x="303873" y="70984"/>
                  </a:lnTo>
                  <a:lnTo>
                    <a:pt x="300757" y="66699"/>
                  </a:lnTo>
                  <a:lnTo>
                    <a:pt x="297506" y="62516"/>
                  </a:lnTo>
                  <a:lnTo>
                    <a:pt x="294125" y="58438"/>
                  </a:lnTo>
                  <a:lnTo>
                    <a:pt x="290616" y="54470"/>
                  </a:lnTo>
                  <a:lnTo>
                    <a:pt x="286983" y="50614"/>
                  </a:lnTo>
                  <a:lnTo>
                    <a:pt x="283229" y="46875"/>
                  </a:lnTo>
                  <a:lnTo>
                    <a:pt x="279360" y="43258"/>
                  </a:lnTo>
                  <a:lnTo>
                    <a:pt x="275377" y="39764"/>
                  </a:lnTo>
                  <a:lnTo>
                    <a:pt x="271286" y="36399"/>
                  </a:lnTo>
                  <a:lnTo>
                    <a:pt x="267090" y="33165"/>
                  </a:lnTo>
                  <a:lnTo>
                    <a:pt x="262794" y="30065"/>
                  </a:lnTo>
                  <a:lnTo>
                    <a:pt x="258401" y="27103"/>
                  </a:lnTo>
                  <a:lnTo>
                    <a:pt x="253918" y="24282"/>
                  </a:lnTo>
                  <a:lnTo>
                    <a:pt x="249346" y="21605"/>
                  </a:lnTo>
                  <a:lnTo>
                    <a:pt x="244693" y="19073"/>
                  </a:lnTo>
                  <a:lnTo>
                    <a:pt x="239961" y="16690"/>
                  </a:lnTo>
                  <a:lnTo>
                    <a:pt x="235157" y="14459"/>
                  </a:lnTo>
                  <a:lnTo>
                    <a:pt x="230284" y="12380"/>
                  </a:lnTo>
                  <a:lnTo>
                    <a:pt x="225348" y="10458"/>
                  </a:lnTo>
                  <a:lnTo>
                    <a:pt x="220353" y="8692"/>
                  </a:lnTo>
                  <a:lnTo>
                    <a:pt x="215305" y="7086"/>
                  </a:lnTo>
                  <a:lnTo>
                    <a:pt x="210208" y="5640"/>
                  </a:lnTo>
                  <a:lnTo>
                    <a:pt x="205068" y="4357"/>
                  </a:lnTo>
                  <a:lnTo>
                    <a:pt x="199890" y="3237"/>
                  </a:lnTo>
                  <a:lnTo>
                    <a:pt x="194680" y="2282"/>
                  </a:lnTo>
                  <a:lnTo>
                    <a:pt x="189441" y="1493"/>
                  </a:lnTo>
                  <a:lnTo>
                    <a:pt x="184180" y="869"/>
                  </a:lnTo>
                  <a:lnTo>
                    <a:pt x="178902" y="413"/>
                  </a:lnTo>
                  <a:lnTo>
                    <a:pt x="173613" y="124"/>
                  </a:lnTo>
                  <a:lnTo>
                    <a:pt x="168317" y="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1168" cy="167167"/>
            </a:xfrm>
            <a:custGeom>
              <a:avLst/>
              <a:pathLst>
                <a:path w="1168" h="167167">
                  <a:moveTo>
                    <a:pt x="1168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812801" y="5269756"/>
              <a:ext cx="151700" cy="167167"/>
            </a:xfrm>
            <a:custGeom>
              <a:avLst/>
              <a:pathLst>
                <a:path w="151700" h="167167">
                  <a:moveTo>
                    <a:pt x="151700" y="0"/>
                  </a:moveTo>
                  <a:lnTo>
                    <a:pt x="146269" y="88"/>
                  </a:lnTo>
                  <a:lnTo>
                    <a:pt x="140844" y="352"/>
                  </a:lnTo>
                  <a:lnTo>
                    <a:pt x="135430" y="793"/>
                  </a:lnTo>
                  <a:lnTo>
                    <a:pt x="130034" y="1409"/>
                  </a:lnTo>
                  <a:lnTo>
                    <a:pt x="124661" y="2201"/>
                  </a:lnTo>
                  <a:lnTo>
                    <a:pt x="119316" y="3166"/>
                  </a:lnTo>
                  <a:lnTo>
                    <a:pt x="114005" y="4305"/>
                  </a:lnTo>
                  <a:lnTo>
                    <a:pt x="108734" y="5615"/>
                  </a:lnTo>
                  <a:lnTo>
                    <a:pt x="103508" y="7096"/>
                  </a:lnTo>
                  <a:lnTo>
                    <a:pt x="98334" y="8747"/>
                  </a:lnTo>
                  <a:lnTo>
                    <a:pt x="93215" y="10564"/>
                  </a:lnTo>
                  <a:lnTo>
                    <a:pt x="88159" y="12546"/>
                  </a:lnTo>
                  <a:lnTo>
                    <a:pt x="83169" y="14692"/>
                  </a:lnTo>
                  <a:lnTo>
                    <a:pt x="78252" y="16999"/>
                  </a:lnTo>
                  <a:lnTo>
                    <a:pt x="73412" y="19464"/>
                  </a:lnTo>
                  <a:lnTo>
                    <a:pt x="68655" y="22086"/>
                  </a:lnTo>
                  <a:lnTo>
                    <a:pt x="63986" y="24860"/>
                  </a:lnTo>
                  <a:lnTo>
                    <a:pt x="59409" y="27785"/>
                  </a:lnTo>
                  <a:lnTo>
                    <a:pt x="54930" y="30856"/>
                  </a:lnTo>
                  <a:lnTo>
                    <a:pt x="50553" y="34072"/>
                  </a:lnTo>
                  <a:lnTo>
                    <a:pt x="46282" y="37428"/>
                  </a:lnTo>
                  <a:lnTo>
                    <a:pt x="42123" y="40921"/>
                  </a:lnTo>
                  <a:lnTo>
                    <a:pt x="38080" y="44548"/>
                  </a:lnTo>
                  <a:lnTo>
                    <a:pt x="34156" y="48304"/>
                  </a:lnTo>
                  <a:lnTo>
                    <a:pt x="30357" y="52185"/>
                  </a:lnTo>
                  <a:lnTo>
                    <a:pt x="26685" y="56188"/>
                  </a:lnTo>
                  <a:lnTo>
                    <a:pt x="23146" y="60308"/>
                  </a:lnTo>
                  <a:lnTo>
                    <a:pt x="19742" y="64540"/>
                  </a:lnTo>
                  <a:lnTo>
                    <a:pt x="16478" y="68881"/>
                  </a:lnTo>
                  <a:lnTo>
                    <a:pt x="13356" y="73326"/>
                  </a:lnTo>
                  <a:lnTo>
                    <a:pt x="10381" y="77870"/>
                  </a:lnTo>
                  <a:lnTo>
                    <a:pt x="7554" y="82508"/>
                  </a:lnTo>
                  <a:lnTo>
                    <a:pt x="4880" y="87236"/>
                  </a:lnTo>
                  <a:lnTo>
                    <a:pt x="2361" y="92047"/>
                  </a:lnTo>
                  <a:lnTo>
                    <a:pt x="0" y="96939"/>
                  </a:lnTo>
                  <a:lnTo>
                    <a:pt x="15170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44" y="5269756"/>
              <a:ext cx="334307" cy="334334"/>
            </a:xfrm>
            <a:custGeom>
              <a:avLst/>
              <a:pathLst>
                <a:path w="334307" h="334334">
                  <a:moveTo>
                    <a:pt x="15456" y="96939"/>
                  </a:moveTo>
                  <a:lnTo>
                    <a:pt x="13303" y="101792"/>
                  </a:lnTo>
                  <a:lnTo>
                    <a:pt x="11304" y="106711"/>
                  </a:lnTo>
                  <a:lnTo>
                    <a:pt x="9462" y="111692"/>
                  </a:lnTo>
                  <a:lnTo>
                    <a:pt x="7780" y="116728"/>
                  </a:lnTo>
                  <a:lnTo>
                    <a:pt x="6259" y="121815"/>
                  </a:lnTo>
                  <a:lnTo>
                    <a:pt x="4899" y="126948"/>
                  </a:lnTo>
                  <a:lnTo>
                    <a:pt x="3704" y="132122"/>
                  </a:lnTo>
                  <a:lnTo>
                    <a:pt x="2673" y="137331"/>
                  </a:lnTo>
                  <a:lnTo>
                    <a:pt x="1809" y="142570"/>
                  </a:lnTo>
                  <a:lnTo>
                    <a:pt x="1111" y="147833"/>
                  </a:lnTo>
                  <a:lnTo>
                    <a:pt x="581" y="153117"/>
                  </a:lnTo>
                  <a:lnTo>
                    <a:pt x="218" y="158414"/>
                  </a:lnTo>
                  <a:lnTo>
                    <a:pt x="25" y="163721"/>
                  </a:lnTo>
                  <a:lnTo>
                    <a:pt x="0" y="169030"/>
                  </a:lnTo>
                  <a:lnTo>
                    <a:pt x="143" y="174338"/>
                  </a:lnTo>
                  <a:lnTo>
                    <a:pt x="455" y="179639"/>
                  </a:lnTo>
                  <a:lnTo>
                    <a:pt x="935" y="184927"/>
                  </a:lnTo>
                  <a:lnTo>
                    <a:pt x="1583" y="190197"/>
                  </a:lnTo>
                  <a:lnTo>
                    <a:pt x="2398" y="195444"/>
                  </a:lnTo>
                  <a:lnTo>
                    <a:pt x="3379" y="200663"/>
                  </a:lnTo>
                  <a:lnTo>
                    <a:pt x="4526" y="205847"/>
                  </a:lnTo>
                  <a:lnTo>
                    <a:pt x="5836" y="210993"/>
                  </a:lnTo>
                  <a:lnTo>
                    <a:pt x="7310" y="216094"/>
                  </a:lnTo>
                  <a:lnTo>
                    <a:pt x="8944" y="221146"/>
                  </a:lnTo>
                  <a:lnTo>
                    <a:pt x="10738" y="226144"/>
                  </a:lnTo>
                  <a:lnTo>
                    <a:pt x="12690" y="231082"/>
                  </a:lnTo>
                  <a:lnTo>
                    <a:pt x="14798" y="235956"/>
                  </a:lnTo>
                  <a:lnTo>
                    <a:pt x="17060" y="240760"/>
                  </a:lnTo>
                  <a:lnTo>
                    <a:pt x="19473" y="245490"/>
                  </a:lnTo>
                  <a:lnTo>
                    <a:pt x="22035" y="250141"/>
                  </a:lnTo>
                  <a:lnTo>
                    <a:pt x="24743" y="254708"/>
                  </a:lnTo>
                  <a:lnTo>
                    <a:pt x="27595" y="259187"/>
                  </a:lnTo>
                  <a:lnTo>
                    <a:pt x="30588" y="263573"/>
                  </a:lnTo>
                  <a:lnTo>
                    <a:pt x="33719" y="267861"/>
                  </a:lnTo>
                  <a:lnTo>
                    <a:pt x="36984" y="272049"/>
                  </a:lnTo>
                  <a:lnTo>
                    <a:pt x="40381" y="276130"/>
                  </a:lnTo>
                  <a:lnTo>
                    <a:pt x="43906" y="280101"/>
                  </a:lnTo>
                  <a:lnTo>
                    <a:pt x="47555" y="283959"/>
                  </a:lnTo>
                  <a:lnTo>
                    <a:pt x="51324" y="287698"/>
                  </a:lnTo>
                  <a:lnTo>
                    <a:pt x="55211" y="291316"/>
                  </a:lnTo>
                  <a:lnTo>
                    <a:pt x="59210" y="294809"/>
                  </a:lnTo>
                  <a:lnTo>
                    <a:pt x="63319" y="298173"/>
                  </a:lnTo>
                  <a:lnTo>
                    <a:pt x="67532" y="301405"/>
                  </a:lnTo>
                  <a:lnTo>
                    <a:pt x="71845" y="304501"/>
                  </a:lnTo>
                  <a:lnTo>
                    <a:pt x="76255" y="307459"/>
                  </a:lnTo>
                  <a:lnTo>
                    <a:pt x="80757" y="310275"/>
                  </a:lnTo>
                  <a:lnTo>
                    <a:pt x="85345" y="312947"/>
                  </a:lnTo>
                  <a:lnTo>
                    <a:pt x="90016" y="315472"/>
                  </a:lnTo>
                  <a:lnTo>
                    <a:pt x="94765" y="317847"/>
                  </a:lnTo>
                  <a:lnTo>
                    <a:pt x="99588" y="320070"/>
                  </a:lnTo>
                  <a:lnTo>
                    <a:pt x="104478" y="322139"/>
                  </a:lnTo>
                  <a:lnTo>
                    <a:pt x="109431" y="324051"/>
                  </a:lnTo>
                  <a:lnTo>
                    <a:pt x="114443" y="325806"/>
                  </a:lnTo>
                  <a:lnTo>
                    <a:pt x="119508" y="327400"/>
                  </a:lnTo>
                  <a:lnTo>
                    <a:pt x="124621" y="328832"/>
                  </a:lnTo>
                  <a:lnTo>
                    <a:pt x="129777" y="330102"/>
                  </a:lnTo>
                  <a:lnTo>
                    <a:pt x="134971" y="331207"/>
                  </a:lnTo>
                  <a:lnTo>
                    <a:pt x="140197" y="332146"/>
                  </a:lnTo>
                  <a:lnTo>
                    <a:pt x="145450" y="332919"/>
                  </a:lnTo>
                  <a:lnTo>
                    <a:pt x="150725" y="333525"/>
                  </a:lnTo>
                  <a:lnTo>
                    <a:pt x="156017" y="333963"/>
                  </a:lnTo>
                  <a:lnTo>
                    <a:pt x="161320" y="334232"/>
                  </a:lnTo>
                  <a:lnTo>
                    <a:pt x="166629" y="334334"/>
                  </a:lnTo>
                  <a:lnTo>
                    <a:pt x="171938" y="334266"/>
                  </a:lnTo>
                  <a:lnTo>
                    <a:pt x="177243" y="334030"/>
                  </a:lnTo>
                  <a:lnTo>
                    <a:pt x="182537" y="333625"/>
                  </a:lnTo>
                  <a:lnTo>
                    <a:pt x="187816" y="333053"/>
                  </a:lnTo>
                  <a:lnTo>
                    <a:pt x="193074" y="332313"/>
                  </a:lnTo>
                  <a:lnTo>
                    <a:pt x="198306" y="331407"/>
                  </a:lnTo>
                  <a:lnTo>
                    <a:pt x="203507" y="330334"/>
                  </a:lnTo>
                  <a:lnTo>
                    <a:pt x="208671" y="329098"/>
                  </a:lnTo>
                  <a:lnTo>
                    <a:pt x="213793" y="327697"/>
                  </a:lnTo>
                  <a:lnTo>
                    <a:pt x="218867" y="326135"/>
                  </a:lnTo>
                  <a:lnTo>
                    <a:pt x="223890" y="324413"/>
                  </a:lnTo>
                  <a:lnTo>
                    <a:pt x="228856" y="322532"/>
                  </a:lnTo>
                  <a:lnTo>
                    <a:pt x="233759" y="320494"/>
                  </a:lnTo>
                  <a:lnTo>
                    <a:pt x="238595" y="318301"/>
                  </a:lnTo>
                  <a:lnTo>
                    <a:pt x="243359" y="315956"/>
                  </a:lnTo>
                  <a:lnTo>
                    <a:pt x="248046" y="313461"/>
                  </a:lnTo>
                  <a:lnTo>
                    <a:pt x="252651" y="310818"/>
                  </a:lnTo>
                  <a:lnTo>
                    <a:pt x="257171" y="308030"/>
                  </a:lnTo>
                  <a:lnTo>
                    <a:pt x="261599" y="305100"/>
                  </a:lnTo>
                  <a:lnTo>
                    <a:pt x="265932" y="302031"/>
                  </a:lnTo>
                  <a:lnTo>
                    <a:pt x="270166" y="298826"/>
                  </a:lnTo>
                  <a:lnTo>
                    <a:pt x="274295" y="295488"/>
                  </a:lnTo>
                  <a:lnTo>
                    <a:pt x="278316" y="292021"/>
                  </a:lnTo>
                  <a:lnTo>
                    <a:pt x="282226" y="288427"/>
                  </a:lnTo>
                  <a:lnTo>
                    <a:pt x="286019" y="284711"/>
                  </a:lnTo>
                  <a:lnTo>
                    <a:pt x="289692" y="280877"/>
                  </a:lnTo>
                  <a:lnTo>
                    <a:pt x="293242" y="276928"/>
                  </a:lnTo>
                  <a:lnTo>
                    <a:pt x="296664" y="272868"/>
                  </a:lnTo>
                  <a:lnTo>
                    <a:pt x="299956" y="268702"/>
                  </a:lnTo>
                  <a:lnTo>
                    <a:pt x="303113" y="264433"/>
                  </a:lnTo>
                  <a:lnTo>
                    <a:pt x="306134" y="260066"/>
                  </a:lnTo>
                  <a:lnTo>
                    <a:pt x="309014" y="255605"/>
                  </a:lnTo>
                  <a:lnTo>
                    <a:pt x="311752" y="251055"/>
                  </a:lnTo>
                  <a:lnTo>
                    <a:pt x="314343" y="246420"/>
                  </a:lnTo>
                  <a:lnTo>
                    <a:pt x="316786" y="241706"/>
                  </a:lnTo>
                  <a:lnTo>
                    <a:pt x="319078" y="236916"/>
                  </a:lnTo>
                  <a:lnTo>
                    <a:pt x="321216" y="232056"/>
                  </a:lnTo>
                  <a:lnTo>
                    <a:pt x="323199" y="227130"/>
                  </a:lnTo>
                  <a:lnTo>
                    <a:pt x="325025" y="222144"/>
                  </a:lnTo>
                  <a:lnTo>
                    <a:pt x="326691" y="217103"/>
                  </a:lnTo>
                  <a:lnTo>
                    <a:pt x="328197" y="212011"/>
                  </a:lnTo>
                  <a:lnTo>
                    <a:pt x="329540" y="206873"/>
                  </a:lnTo>
                  <a:lnTo>
                    <a:pt x="330719" y="201696"/>
                  </a:lnTo>
                  <a:lnTo>
                    <a:pt x="331733" y="196484"/>
                  </a:lnTo>
                  <a:lnTo>
                    <a:pt x="332581" y="191242"/>
                  </a:lnTo>
                  <a:lnTo>
                    <a:pt x="333262" y="185976"/>
                  </a:lnTo>
                  <a:lnTo>
                    <a:pt x="333776" y="180691"/>
                  </a:lnTo>
                  <a:lnTo>
                    <a:pt x="334121" y="175393"/>
                  </a:lnTo>
                  <a:lnTo>
                    <a:pt x="334299" y="170086"/>
                  </a:lnTo>
                  <a:lnTo>
                    <a:pt x="334307" y="164776"/>
                  </a:lnTo>
                  <a:lnTo>
                    <a:pt x="334147" y="159468"/>
                  </a:lnTo>
                  <a:lnTo>
                    <a:pt x="333818" y="154169"/>
                  </a:lnTo>
                  <a:lnTo>
                    <a:pt x="333321" y="148882"/>
                  </a:lnTo>
                  <a:lnTo>
                    <a:pt x="332656" y="143614"/>
                  </a:lnTo>
                  <a:lnTo>
                    <a:pt x="331825" y="138370"/>
                  </a:lnTo>
                  <a:lnTo>
                    <a:pt x="330827" y="133154"/>
                  </a:lnTo>
                  <a:lnTo>
                    <a:pt x="329664" y="127973"/>
                  </a:lnTo>
                  <a:lnTo>
                    <a:pt x="328338" y="122832"/>
                  </a:lnTo>
                  <a:lnTo>
                    <a:pt x="326848" y="117735"/>
                  </a:lnTo>
                  <a:lnTo>
                    <a:pt x="325198" y="112688"/>
                  </a:lnTo>
                  <a:lnTo>
                    <a:pt x="323388" y="107696"/>
                  </a:lnTo>
                  <a:lnTo>
                    <a:pt x="321420" y="102765"/>
                  </a:lnTo>
                  <a:lnTo>
                    <a:pt x="319297" y="97898"/>
                  </a:lnTo>
                  <a:lnTo>
                    <a:pt x="317020" y="93101"/>
                  </a:lnTo>
                  <a:lnTo>
                    <a:pt x="314592" y="88378"/>
                  </a:lnTo>
                  <a:lnTo>
                    <a:pt x="312016" y="83736"/>
                  </a:lnTo>
                  <a:lnTo>
                    <a:pt x="309293" y="79177"/>
                  </a:lnTo>
                  <a:lnTo>
                    <a:pt x="306427" y="74707"/>
                  </a:lnTo>
                  <a:lnTo>
                    <a:pt x="303420" y="70331"/>
                  </a:lnTo>
                  <a:lnTo>
                    <a:pt x="300276" y="66052"/>
                  </a:lnTo>
                  <a:lnTo>
                    <a:pt x="296997" y="61875"/>
                  </a:lnTo>
                  <a:lnTo>
                    <a:pt x="293587" y="57804"/>
                  </a:lnTo>
                  <a:lnTo>
                    <a:pt x="290050" y="53844"/>
                  </a:lnTo>
                  <a:lnTo>
                    <a:pt x="286389" y="49998"/>
                  </a:lnTo>
                  <a:lnTo>
                    <a:pt x="282608" y="46270"/>
                  </a:lnTo>
                  <a:lnTo>
                    <a:pt x="278710" y="42665"/>
                  </a:lnTo>
                  <a:lnTo>
                    <a:pt x="274700" y="39185"/>
                  </a:lnTo>
                  <a:lnTo>
                    <a:pt x="270581" y="35834"/>
                  </a:lnTo>
                  <a:lnTo>
                    <a:pt x="266357" y="32615"/>
                  </a:lnTo>
                  <a:lnTo>
                    <a:pt x="262034" y="29532"/>
                  </a:lnTo>
                  <a:lnTo>
                    <a:pt x="257615" y="26589"/>
                  </a:lnTo>
                  <a:lnTo>
                    <a:pt x="253104" y="23787"/>
                  </a:lnTo>
                  <a:lnTo>
                    <a:pt x="248507" y="21129"/>
                  </a:lnTo>
                  <a:lnTo>
                    <a:pt x="243828" y="18619"/>
                  </a:lnTo>
                  <a:lnTo>
                    <a:pt x="239072" y="16259"/>
                  </a:lnTo>
                  <a:lnTo>
                    <a:pt x="234243" y="14051"/>
                  </a:lnTo>
                  <a:lnTo>
                    <a:pt x="229346" y="11998"/>
                  </a:lnTo>
                  <a:lnTo>
                    <a:pt x="224386" y="10101"/>
                  </a:lnTo>
                  <a:lnTo>
                    <a:pt x="219369" y="8363"/>
                  </a:lnTo>
                  <a:lnTo>
                    <a:pt x="214299" y="6784"/>
                  </a:lnTo>
                  <a:lnTo>
                    <a:pt x="209182" y="5368"/>
                  </a:lnTo>
                  <a:lnTo>
                    <a:pt x="204022" y="4115"/>
                  </a:lnTo>
                  <a:lnTo>
                    <a:pt x="198825" y="3026"/>
                  </a:lnTo>
                  <a:lnTo>
                    <a:pt x="193596" y="2104"/>
                  </a:lnTo>
                  <a:lnTo>
                    <a:pt x="188340" y="1347"/>
                  </a:lnTo>
                  <a:lnTo>
                    <a:pt x="183063" y="758"/>
                  </a:lnTo>
                  <a:lnTo>
                    <a:pt x="177770" y="337"/>
                  </a:lnTo>
                  <a:lnTo>
                    <a:pt x="172466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710" y="5399291"/>
              <a:ext cx="3505" cy="167167"/>
            </a:xfrm>
            <a:custGeom>
              <a:avLst/>
              <a:pathLst>
                <a:path w="3505" h="167167">
                  <a:moveTo>
                    <a:pt x="3505" y="0"/>
                  </a:moveTo>
                  <a:lnTo>
                    <a:pt x="0" y="36"/>
                  </a:lnTo>
                  <a:lnTo>
                    <a:pt x="350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710" y="5399328"/>
              <a:ext cx="3505" cy="167130"/>
            </a:xfrm>
            <a:custGeom>
              <a:avLst/>
              <a:pathLst>
                <a:path w="3505" h="167130">
                  <a:moveTo>
                    <a:pt x="0" y="0"/>
                  </a:moveTo>
                  <a:lnTo>
                    <a:pt x="3505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710" y="5399328"/>
              <a:ext cx="3505" cy="167130"/>
            </a:xfrm>
            <a:custGeom>
              <a:avLst/>
              <a:pathLst>
                <a:path w="3505" h="167130">
                  <a:moveTo>
                    <a:pt x="0" y="0"/>
                  </a:moveTo>
                  <a:lnTo>
                    <a:pt x="3505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710" y="5399328"/>
              <a:ext cx="3505" cy="167130"/>
            </a:xfrm>
            <a:custGeom>
              <a:avLst/>
              <a:pathLst>
                <a:path w="3505" h="167130">
                  <a:moveTo>
                    <a:pt x="0" y="0"/>
                  </a:moveTo>
                  <a:lnTo>
                    <a:pt x="3505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710" y="5399328"/>
              <a:ext cx="3505" cy="167130"/>
            </a:xfrm>
            <a:custGeom>
              <a:avLst/>
              <a:pathLst>
                <a:path w="3505" h="167130">
                  <a:moveTo>
                    <a:pt x="0" y="0"/>
                  </a:moveTo>
                  <a:lnTo>
                    <a:pt x="3505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710" y="5399328"/>
              <a:ext cx="3505" cy="167130"/>
            </a:xfrm>
            <a:custGeom>
              <a:avLst/>
              <a:pathLst>
                <a:path w="3505" h="167130">
                  <a:moveTo>
                    <a:pt x="0" y="0"/>
                  </a:moveTo>
                  <a:lnTo>
                    <a:pt x="3505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710" y="5399328"/>
              <a:ext cx="3505" cy="167130"/>
            </a:xfrm>
            <a:custGeom>
              <a:avLst/>
              <a:pathLst>
                <a:path w="3505" h="167130">
                  <a:moveTo>
                    <a:pt x="0" y="0"/>
                  </a:moveTo>
                  <a:lnTo>
                    <a:pt x="3505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8" y="5399328"/>
              <a:ext cx="334315" cy="334294"/>
            </a:xfrm>
            <a:custGeom>
              <a:avLst/>
              <a:pathLst>
                <a:path w="334315" h="334294">
                  <a:moveTo>
                    <a:pt x="163661" y="0"/>
                  </a:moveTo>
                  <a:lnTo>
                    <a:pt x="158385" y="194"/>
                  </a:lnTo>
                  <a:lnTo>
                    <a:pt x="153117" y="554"/>
                  </a:lnTo>
                  <a:lnTo>
                    <a:pt x="147863" y="1081"/>
                  </a:lnTo>
                  <a:lnTo>
                    <a:pt x="142628" y="1774"/>
                  </a:lnTo>
                  <a:lnTo>
                    <a:pt x="137418" y="2631"/>
                  </a:lnTo>
                  <a:lnTo>
                    <a:pt x="132237" y="3653"/>
                  </a:lnTo>
                  <a:lnTo>
                    <a:pt x="127092" y="4837"/>
                  </a:lnTo>
                  <a:lnTo>
                    <a:pt x="121986" y="6184"/>
                  </a:lnTo>
                  <a:lnTo>
                    <a:pt x="116925" y="7691"/>
                  </a:lnTo>
                  <a:lnTo>
                    <a:pt x="111915" y="9358"/>
                  </a:lnTo>
                  <a:lnTo>
                    <a:pt x="106960" y="11181"/>
                  </a:lnTo>
                  <a:lnTo>
                    <a:pt x="102064" y="13161"/>
                  </a:lnTo>
                  <a:lnTo>
                    <a:pt x="97234" y="15294"/>
                  </a:lnTo>
                  <a:lnTo>
                    <a:pt x="92473" y="17578"/>
                  </a:lnTo>
                  <a:lnTo>
                    <a:pt x="87787" y="20012"/>
                  </a:lnTo>
                  <a:lnTo>
                    <a:pt x="83180" y="22592"/>
                  </a:lnTo>
                  <a:lnTo>
                    <a:pt x="78657" y="25317"/>
                  </a:lnTo>
                  <a:lnTo>
                    <a:pt x="74223" y="28183"/>
                  </a:lnTo>
                  <a:lnTo>
                    <a:pt x="69881" y="31188"/>
                  </a:lnTo>
                  <a:lnTo>
                    <a:pt x="65636" y="34328"/>
                  </a:lnTo>
                  <a:lnTo>
                    <a:pt x="61492" y="37601"/>
                  </a:lnTo>
                  <a:lnTo>
                    <a:pt x="57454" y="41003"/>
                  </a:lnTo>
                  <a:lnTo>
                    <a:pt x="53525" y="44531"/>
                  </a:lnTo>
                  <a:lnTo>
                    <a:pt x="49710" y="48181"/>
                  </a:lnTo>
                  <a:lnTo>
                    <a:pt x="46012" y="51950"/>
                  </a:lnTo>
                  <a:lnTo>
                    <a:pt x="42434" y="55834"/>
                  </a:lnTo>
                  <a:lnTo>
                    <a:pt x="38982" y="59829"/>
                  </a:lnTo>
                  <a:lnTo>
                    <a:pt x="35657" y="63931"/>
                  </a:lnTo>
                  <a:lnTo>
                    <a:pt x="32463" y="68136"/>
                  </a:lnTo>
                  <a:lnTo>
                    <a:pt x="29404" y="72440"/>
                  </a:lnTo>
                  <a:lnTo>
                    <a:pt x="26482" y="76838"/>
                  </a:lnTo>
                  <a:lnTo>
                    <a:pt x="23700" y="81326"/>
                  </a:lnTo>
                  <a:lnTo>
                    <a:pt x="21062" y="85900"/>
                  </a:lnTo>
                  <a:lnTo>
                    <a:pt x="18569" y="90555"/>
                  </a:lnTo>
                  <a:lnTo>
                    <a:pt x="16225" y="95286"/>
                  </a:lnTo>
                  <a:lnTo>
                    <a:pt x="14031" y="100089"/>
                  </a:lnTo>
                  <a:lnTo>
                    <a:pt x="11990" y="104959"/>
                  </a:lnTo>
                  <a:lnTo>
                    <a:pt x="10104" y="109891"/>
                  </a:lnTo>
                  <a:lnTo>
                    <a:pt x="8375" y="114880"/>
                  </a:lnTo>
                  <a:lnTo>
                    <a:pt x="6804" y="119921"/>
                  </a:lnTo>
                  <a:lnTo>
                    <a:pt x="5393" y="125010"/>
                  </a:lnTo>
                  <a:lnTo>
                    <a:pt x="4143" y="130140"/>
                  </a:lnTo>
                  <a:lnTo>
                    <a:pt x="3056" y="135307"/>
                  </a:lnTo>
                  <a:lnTo>
                    <a:pt x="2133" y="140506"/>
                  </a:lnTo>
                  <a:lnTo>
                    <a:pt x="1374" y="145731"/>
                  </a:lnTo>
                  <a:lnTo>
                    <a:pt x="781" y="150978"/>
                  </a:lnTo>
                  <a:lnTo>
                    <a:pt x="354" y="156241"/>
                  </a:lnTo>
                  <a:lnTo>
                    <a:pt x="93" y="161515"/>
                  </a:lnTo>
                  <a:lnTo>
                    <a:pt x="0" y="166795"/>
                  </a:lnTo>
                  <a:lnTo>
                    <a:pt x="72" y="172074"/>
                  </a:lnTo>
                  <a:lnTo>
                    <a:pt x="312" y="177349"/>
                  </a:lnTo>
                  <a:lnTo>
                    <a:pt x="718" y="182614"/>
                  </a:lnTo>
                  <a:lnTo>
                    <a:pt x="1290" y="187863"/>
                  </a:lnTo>
                  <a:lnTo>
                    <a:pt x="2027" y="193092"/>
                  </a:lnTo>
                  <a:lnTo>
                    <a:pt x="2930" y="198294"/>
                  </a:lnTo>
                  <a:lnTo>
                    <a:pt x="3996" y="203466"/>
                  </a:lnTo>
                  <a:lnTo>
                    <a:pt x="5225" y="208601"/>
                  </a:lnTo>
                  <a:lnTo>
                    <a:pt x="6615" y="213695"/>
                  </a:lnTo>
                  <a:lnTo>
                    <a:pt x="8166" y="218742"/>
                  </a:lnTo>
                  <a:lnTo>
                    <a:pt x="9876" y="223738"/>
                  </a:lnTo>
                  <a:lnTo>
                    <a:pt x="11742" y="228678"/>
                  </a:lnTo>
                  <a:lnTo>
                    <a:pt x="13763" y="233556"/>
                  </a:lnTo>
                  <a:lnTo>
                    <a:pt x="15938" y="238368"/>
                  </a:lnTo>
                  <a:lnTo>
                    <a:pt x="18263" y="243108"/>
                  </a:lnTo>
                  <a:lnTo>
                    <a:pt x="20737" y="247773"/>
                  </a:lnTo>
                  <a:lnTo>
                    <a:pt x="23357" y="252358"/>
                  </a:lnTo>
                  <a:lnTo>
                    <a:pt x="26120" y="256857"/>
                  </a:lnTo>
                  <a:lnTo>
                    <a:pt x="29025" y="261267"/>
                  </a:lnTo>
                  <a:lnTo>
                    <a:pt x="32067" y="265583"/>
                  </a:lnTo>
                  <a:lnTo>
                    <a:pt x="35243" y="269801"/>
                  </a:lnTo>
                  <a:lnTo>
                    <a:pt x="38552" y="273916"/>
                  </a:lnTo>
                  <a:lnTo>
                    <a:pt x="41989" y="277925"/>
                  </a:lnTo>
                  <a:lnTo>
                    <a:pt x="45550" y="281823"/>
                  </a:lnTo>
                  <a:lnTo>
                    <a:pt x="49233" y="285607"/>
                  </a:lnTo>
                  <a:lnTo>
                    <a:pt x="53034" y="289272"/>
                  </a:lnTo>
                  <a:lnTo>
                    <a:pt x="56949" y="292816"/>
                  </a:lnTo>
                  <a:lnTo>
                    <a:pt x="60973" y="296234"/>
                  </a:lnTo>
                  <a:lnTo>
                    <a:pt x="65104" y="299524"/>
                  </a:lnTo>
                  <a:lnTo>
                    <a:pt x="69336" y="302681"/>
                  </a:lnTo>
                  <a:lnTo>
                    <a:pt x="73666" y="305703"/>
                  </a:lnTo>
                  <a:lnTo>
                    <a:pt x="78089" y="308587"/>
                  </a:lnTo>
                  <a:lnTo>
                    <a:pt x="82601" y="311330"/>
                  </a:lnTo>
                  <a:lnTo>
                    <a:pt x="87197" y="313929"/>
                  </a:lnTo>
                  <a:lnTo>
                    <a:pt x="91874" y="316381"/>
                  </a:lnTo>
                  <a:lnTo>
                    <a:pt x="96625" y="318685"/>
                  </a:lnTo>
                  <a:lnTo>
                    <a:pt x="101447" y="320837"/>
                  </a:lnTo>
                  <a:lnTo>
                    <a:pt x="106334" y="322836"/>
                  </a:lnTo>
                  <a:lnTo>
                    <a:pt x="111282" y="324680"/>
                  </a:lnTo>
                  <a:lnTo>
                    <a:pt x="116286" y="326366"/>
                  </a:lnTo>
                  <a:lnTo>
                    <a:pt x="121340" y="327894"/>
                  </a:lnTo>
                  <a:lnTo>
                    <a:pt x="126440" y="329261"/>
                  </a:lnTo>
                  <a:lnTo>
                    <a:pt x="131581" y="330466"/>
                  </a:lnTo>
                  <a:lnTo>
                    <a:pt x="136758" y="331509"/>
                  </a:lnTo>
                  <a:lnTo>
                    <a:pt x="141964" y="332387"/>
                  </a:lnTo>
                  <a:lnTo>
                    <a:pt x="147196" y="333100"/>
                  </a:lnTo>
                  <a:lnTo>
                    <a:pt x="152448" y="333648"/>
                  </a:lnTo>
                  <a:lnTo>
                    <a:pt x="157715" y="334030"/>
                  </a:lnTo>
                  <a:lnTo>
                    <a:pt x="162990" y="334245"/>
                  </a:lnTo>
                  <a:lnTo>
                    <a:pt x="168270" y="334294"/>
                  </a:lnTo>
                  <a:lnTo>
                    <a:pt x="173549" y="334176"/>
                  </a:lnTo>
                  <a:lnTo>
                    <a:pt x="178822" y="333891"/>
                  </a:lnTo>
                  <a:lnTo>
                    <a:pt x="184083" y="333440"/>
                  </a:lnTo>
                  <a:lnTo>
                    <a:pt x="189327" y="332822"/>
                  </a:lnTo>
                  <a:lnTo>
                    <a:pt x="194549" y="332040"/>
                  </a:lnTo>
                  <a:lnTo>
                    <a:pt x="199744" y="331093"/>
                  </a:lnTo>
                  <a:lnTo>
                    <a:pt x="204906" y="329982"/>
                  </a:lnTo>
                  <a:lnTo>
                    <a:pt x="210030" y="328709"/>
                  </a:lnTo>
                  <a:lnTo>
                    <a:pt x="215112" y="327274"/>
                  </a:lnTo>
                  <a:lnTo>
                    <a:pt x="220146" y="325680"/>
                  </a:lnTo>
                  <a:lnTo>
                    <a:pt x="225127" y="323928"/>
                  </a:lnTo>
                  <a:lnTo>
                    <a:pt x="230050" y="322019"/>
                  </a:lnTo>
                  <a:lnTo>
                    <a:pt x="234911" y="319956"/>
                  </a:lnTo>
                  <a:lnTo>
                    <a:pt x="239704" y="317740"/>
                  </a:lnTo>
                  <a:lnTo>
                    <a:pt x="244424" y="315374"/>
                  </a:lnTo>
                  <a:lnTo>
                    <a:pt x="249068" y="312860"/>
                  </a:lnTo>
                  <a:lnTo>
                    <a:pt x="253629" y="310201"/>
                  </a:lnTo>
                  <a:lnTo>
                    <a:pt x="258105" y="307399"/>
                  </a:lnTo>
                  <a:lnTo>
                    <a:pt x="262489" y="304456"/>
                  </a:lnTo>
                  <a:lnTo>
                    <a:pt x="266779" y="301377"/>
                  </a:lnTo>
                  <a:lnTo>
                    <a:pt x="270969" y="298164"/>
                  </a:lnTo>
                  <a:lnTo>
                    <a:pt x="275056" y="294821"/>
                  </a:lnTo>
                  <a:lnTo>
                    <a:pt x="279035" y="291349"/>
                  </a:lnTo>
                  <a:lnTo>
                    <a:pt x="282902" y="287754"/>
                  </a:lnTo>
                  <a:lnTo>
                    <a:pt x="286654" y="284039"/>
                  </a:lnTo>
                  <a:lnTo>
                    <a:pt x="290287" y="280207"/>
                  </a:lnTo>
                  <a:lnTo>
                    <a:pt x="293797" y="276262"/>
                  </a:lnTo>
                  <a:lnTo>
                    <a:pt x="297180" y="272208"/>
                  </a:lnTo>
                  <a:lnTo>
                    <a:pt x="300434" y="268050"/>
                  </a:lnTo>
                  <a:lnTo>
                    <a:pt x="303555" y="263790"/>
                  </a:lnTo>
                  <a:lnTo>
                    <a:pt x="306540" y="259434"/>
                  </a:lnTo>
                  <a:lnTo>
                    <a:pt x="309385" y="254987"/>
                  </a:lnTo>
                  <a:lnTo>
                    <a:pt x="312089" y="250451"/>
                  </a:lnTo>
                  <a:lnTo>
                    <a:pt x="314649" y="245832"/>
                  </a:lnTo>
                  <a:lnTo>
                    <a:pt x="317061" y="241135"/>
                  </a:lnTo>
                  <a:lnTo>
                    <a:pt x="319323" y="236364"/>
                  </a:lnTo>
                  <a:lnTo>
                    <a:pt x="321434" y="231524"/>
                  </a:lnTo>
                  <a:lnTo>
                    <a:pt x="323391" y="226620"/>
                  </a:lnTo>
                  <a:lnTo>
                    <a:pt x="325192" y="221656"/>
                  </a:lnTo>
                  <a:lnTo>
                    <a:pt x="326835" y="216638"/>
                  </a:lnTo>
                  <a:lnTo>
                    <a:pt x="328319" y="211571"/>
                  </a:lnTo>
                  <a:lnTo>
                    <a:pt x="329642" y="206459"/>
                  </a:lnTo>
                  <a:lnTo>
                    <a:pt x="330803" y="201308"/>
                  </a:lnTo>
                  <a:lnTo>
                    <a:pt x="331801" y="196123"/>
                  </a:lnTo>
                  <a:lnTo>
                    <a:pt x="332634" y="190908"/>
                  </a:lnTo>
                  <a:lnTo>
                    <a:pt x="333303" y="185671"/>
                  </a:lnTo>
                  <a:lnTo>
                    <a:pt x="333805" y="180414"/>
                  </a:lnTo>
                  <a:lnTo>
                    <a:pt x="334142" y="175145"/>
                  </a:lnTo>
                  <a:lnTo>
                    <a:pt x="334312" y="169867"/>
                  </a:lnTo>
                  <a:lnTo>
                    <a:pt x="334315" y="164587"/>
                  </a:lnTo>
                  <a:lnTo>
                    <a:pt x="334151" y="159309"/>
                  </a:lnTo>
                  <a:lnTo>
                    <a:pt x="333821" y="154039"/>
                  </a:lnTo>
                  <a:lnTo>
                    <a:pt x="333324" y="148782"/>
                  </a:lnTo>
                  <a:lnTo>
                    <a:pt x="332662" y="143544"/>
                  </a:lnTo>
                  <a:lnTo>
                    <a:pt x="331834" y="138329"/>
                  </a:lnTo>
                  <a:lnTo>
                    <a:pt x="330842" y="133142"/>
                  </a:lnTo>
                  <a:lnTo>
                    <a:pt x="329687" y="127990"/>
                  </a:lnTo>
                  <a:lnTo>
                    <a:pt x="328370" y="122877"/>
                  </a:lnTo>
                  <a:lnTo>
                    <a:pt x="326892" y="117808"/>
                  </a:lnTo>
                  <a:lnTo>
                    <a:pt x="325255" y="112788"/>
                  </a:lnTo>
                  <a:lnTo>
                    <a:pt x="323459" y="107822"/>
                  </a:lnTo>
                  <a:lnTo>
                    <a:pt x="321508" y="102915"/>
                  </a:lnTo>
                  <a:lnTo>
                    <a:pt x="319403" y="98073"/>
                  </a:lnTo>
                  <a:lnTo>
                    <a:pt x="317146" y="93299"/>
                  </a:lnTo>
                  <a:lnTo>
                    <a:pt x="314740" y="88599"/>
                  </a:lnTo>
                  <a:lnTo>
                    <a:pt x="312186" y="83977"/>
                  </a:lnTo>
                  <a:lnTo>
                    <a:pt x="309487" y="79439"/>
                  </a:lnTo>
                  <a:lnTo>
                    <a:pt x="306647" y="74988"/>
                  </a:lnTo>
                  <a:lnTo>
                    <a:pt x="303667" y="70628"/>
                  </a:lnTo>
                  <a:lnTo>
                    <a:pt x="300551" y="66365"/>
                  </a:lnTo>
                  <a:lnTo>
                    <a:pt x="297302" y="62203"/>
                  </a:lnTo>
                  <a:lnTo>
                    <a:pt x="293923" y="58145"/>
                  </a:lnTo>
                  <a:lnTo>
                    <a:pt x="290418" y="54196"/>
                  </a:lnTo>
                  <a:lnTo>
                    <a:pt x="286790" y="50360"/>
                  </a:lnTo>
                  <a:lnTo>
                    <a:pt x="283042" y="46640"/>
                  </a:lnTo>
                  <a:lnTo>
                    <a:pt x="279179" y="43041"/>
                  </a:lnTo>
                  <a:lnTo>
                    <a:pt x="275204" y="39565"/>
                  </a:lnTo>
                  <a:lnTo>
                    <a:pt x="271121" y="36216"/>
                  </a:lnTo>
                  <a:lnTo>
                    <a:pt x="266935" y="32999"/>
                  </a:lnTo>
                  <a:lnTo>
                    <a:pt x="262649" y="29915"/>
                  </a:lnTo>
                  <a:lnTo>
                    <a:pt x="258267" y="26967"/>
                  </a:lnTo>
                  <a:lnTo>
                    <a:pt x="253795" y="24160"/>
                  </a:lnTo>
                  <a:lnTo>
                    <a:pt x="249237" y="21495"/>
                  </a:lnTo>
                  <a:lnTo>
                    <a:pt x="244596" y="18976"/>
                  </a:lnTo>
                  <a:lnTo>
                    <a:pt x="239878" y="16605"/>
                  </a:lnTo>
                  <a:lnTo>
                    <a:pt x="235088" y="14383"/>
                  </a:lnTo>
                  <a:lnTo>
                    <a:pt x="230230" y="12314"/>
                  </a:lnTo>
                  <a:lnTo>
                    <a:pt x="225309" y="10400"/>
                  </a:lnTo>
                  <a:lnTo>
                    <a:pt x="220330" y="8642"/>
                  </a:lnTo>
                  <a:lnTo>
                    <a:pt x="215298" y="7042"/>
                  </a:lnTo>
                  <a:lnTo>
                    <a:pt x="210218" y="5601"/>
                  </a:lnTo>
                  <a:lnTo>
                    <a:pt x="205095" y="4322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37928" cy="167167"/>
            </a:xfrm>
            <a:custGeom>
              <a:avLst/>
              <a:pathLst>
                <a:path w="37928" h="167167">
                  <a:moveTo>
                    <a:pt x="37928" y="4359"/>
                  </a:moveTo>
                  <a:lnTo>
                    <a:pt x="31691" y="3031"/>
                  </a:lnTo>
                  <a:lnTo>
                    <a:pt x="25408" y="1942"/>
                  </a:lnTo>
                  <a:lnTo>
                    <a:pt x="19088" y="1093"/>
                  </a:lnTo>
                  <a:lnTo>
                    <a:pt x="12741" y="486"/>
                  </a:lnTo>
                  <a:lnTo>
                    <a:pt x="6375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8015" y="5399291"/>
              <a:ext cx="45528" cy="167167"/>
            </a:xfrm>
            <a:custGeom>
              <a:avLst/>
              <a:pathLst>
                <a:path w="45528" h="167167">
                  <a:moveTo>
                    <a:pt x="45528" y="0"/>
                  </a:moveTo>
                  <a:lnTo>
                    <a:pt x="38943" y="129"/>
                  </a:lnTo>
                  <a:lnTo>
                    <a:pt x="32367" y="518"/>
                  </a:lnTo>
                  <a:lnTo>
                    <a:pt x="25812" y="1166"/>
                  </a:lnTo>
                  <a:lnTo>
                    <a:pt x="19288" y="2072"/>
                  </a:lnTo>
                  <a:lnTo>
                    <a:pt x="12804" y="3234"/>
                  </a:lnTo>
                  <a:lnTo>
                    <a:pt x="6372" y="4650"/>
                  </a:lnTo>
                  <a:lnTo>
                    <a:pt x="0" y="6319"/>
                  </a:lnTo>
                  <a:lnTo>
                    <a:pt x="4552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8015" y="5405611"/>
              <a:ext cx="45528" cy="160848"/>
            </a:xfrm>
            <a:custGeom>
              <a:avLst/>
              <a:pathLst>
                <a:path w="45528" h="160848">
                  <a:moveTo>
                    <a:pt x="0" y="0"/>
                  </a:moveTo>
                  <a:lnTo>
                    <a:pt x="45528" y="160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8015" y="5405611"/>
              <a:ext cx="45528" cy="160848"/>
            </a:xfrm>
            <a:custGeom>
              <a:avLst/>
              <a:pathLst>
                <a:path w="45528" h="160848">
                  <a:moveTo>
                    <a:pt x="0" y="0"/>
                  </a:moveTo>
                  <a:lnTo>
                    <a:pt x="45528" y="160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8015" y="5405611"/>
              <a:ext cx="45528" cy="160848"/>
            </a:xfrm>
            <a:custGeom>
              <a:avLst/>
              <a:pathLst>
                <a:path w="45528" h="160848">
                  <a:moveTo>
                    <a:pt x="0" y="0"/>
                  </a:moveTo>
                  <a:lnTo>
                    <a:pt x="45528" y="160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8015" y="5405611"/>
              <a:ext cx="45528" cy="160848"/>
            </a:xfrm>
            <a:custGeom>
              <a:avLst/>
              <a:pathLst>
                <a:path w="45528" h="160848">
                  <a:moveTo>
                    <a:pt x="0" y="0"/>
                  </a:moveTo>
                  <a:lnTo>
                    <a:pt x="45528" y="160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8015" y="5405611"/>
              <a:ext cx="45528" cy="160848"/>
            </a:xfrm>
            <a:custGeom>
              <a:avLst/>
              <a:pathLst>
                <a:path w="45528" h="160848">
                  <a:moveTo>
                    <a:pt x="0" y="0"/>
                  </a:moveTo>
                  <a:lnTo>
                    <a:pt x="45528" y="160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76" y="5405611"/>
              <a:ext cx="167167" cy="277967"/>
            </a:xfrm>
            <a:custGeom>
              <a:avLst/>
              <a:pathLst>
                <a:path w="167167" h="277967">
                  <a:moveTo>
                    <a:pt x="121638" y="0"/>
                  </a:moveTo>
                  <a:lnTo>
                    <a:pt x="116457" y="1557"/>
                  </a:lnTo>
                  <a:lnTo>
                    <a:pt x="111330" y="3281"/>
                  </a:lnTo>
                  <a:lnTo>
                    <a:pt x="106261" y="5170"/>
                  </a:lnTo>
                  <a:lnTo>
                    <a:pt x="101255" y="7223"/>
                  </a:lnTo>
                  <a:lnTo>
                    <a:pt x="96319" y="9436"/>
                  </a:lnTo>
                  <a:lnTo>
                    <a:pt x="91457" y="11807"/>
                  </a:lnTo>
                  <a:lnTo>
                    <a:pt x="86674" y="14335"/>
                  </a:lnTo>
                  <a:lnTo>
                    <a:pt x="81975" y="17017"/>
                  </a:lnTo>
                  <a:lnTo>
                    <a:pt x="77366" y="19848"/>
                  </a:lnTo>
                  <a:lnTo>
                    <a:pt x="72851" y="22828"/>
                  </a:lnTo>
                  <a:lnTo>
                    <a:pt x="68434" y="25952"/>
                  </a:lnTo>
                  <a:lnTo>
                    <a:pt x="64121" y="29217"/>
                  </a:lnTo>
                  <a:lnTo>
                    <a:pt x="59916" y="32621"/>
                  </a:lnTo>
                  <a:lnTo>
                    <a:pt x="55823" y="36158"/>
                  </a:lnTo>
                  <a:lnTo>
                    <a:pt x="51847" y="39826"/>
                  </a:lnTo>
                  <a:lnTo>
                    <a:pt x="47991" y="43621"/>
                  </a:lnTo>
                  <a:lnTo>
                    <a:pt x="44260" y="47538"/>
                  </a:lnTo>
                  <a:lnTo>
                    <a:pt x="40658" y="51575"/>
                  </a:lnTo>
                  <a:lnTo>
                    <a:pt x="37189" y="55725"/>
                  </a:lnTo>
                  <a:lnTo>
                    <a:pt x="33856" y="59986"/>
                  </a:lnTo>
                  <a:lnTo>
                    <a:pt x="30662" y="64352"/>
                  </a:lnTo>
                  <a:lnTo>
                    <a:pt x="27611" y="68820"/>
                  </a:lnTo>
                  <a:lnTo>
                    <a:pt x="24706" y="73384"/>
                  </a:lnTo>
                  <a:lnTo>
                    <a:pt x="21951" y="78039"/>
                  </a:lnTo>
                  <a:lnTo>
                    <a:pt x="19347" y="82781"/>
                  </a:lnTo>
                  <a:lnTo>
                    <a:pt x="16899" y="87605"/>
                  </a:lnTo>
                  <a:lnTo>
                    <a:pt x="14608" y="92506"/>
                  </a:lnTo>
                  <a:lnTo>
                    <a:pt x="12476" y="97478"/>
                  </a:lnTo>
                  <a:lnTo>
                    <a:pt x="10507" y="102516"/>
                  </a:lnTo>
                  <a:lnTo>
                    <a:pt x="8701" y="107616"/>
                  </a:lnTo>
                  <a:lnTo>
                    <a:pt x="7062" y="112771"/>
                  </a:lnTo>
                  <a:lnTo>
                    <a:pt x="5590" y="117977"/>
                  </a:lnTo>
                  <a:lnTo>
                    <a:pt x="4288" y="123228"/>
                  </a:lnTo>
                  <a:lnTo>
                    <a:pt x="3156" y="128518"/>
                  </a:lnTo>
                  <a:lnTo>
                    <a:pt x="2195" y="133842"/>
                  </a:lnTo>
                  <a:lnTo>
                    <a:pt x="1408" y="139194"/>
                  </a:lnTo>
                  <a:lnTo>
                    <a:pt x="794" y="144568"/>
                  </a:lnTo>
                  <a:lnTo>
                    <a:pt x="354" y="149960"/>
                  </a:lnTo>
                  <a:lnTo>
                    <a:pt x="89" y="155364"/>
                  </a:lnTo>
                  <a:lnTo>
                    <a:pt x="0" y="160773"/>
                  </a:lnTo>
                  <a:lnTo>
                    <a:pt x="85" y="166182"/>
                  </a:lnTo>
                  <a:lnTo>
                    <a:pt x="345" y="171585"/>
                  </a:lnTo>
                  <a:lnTo>
                    <a:pt x="779" y="176977"/>
                  </a:lnTo>
                  <a:lnTo>
                    <a:pt x="1389" y="182353"/>
                  </a:lnTo>
                  <a:lnTo>
                    <a:pt x="2171" y="187706"/>
                  </a:lnTo>
                  <a:lnTo>
                    <a:pt x="3127" y="193030"/>
                  </a:lnTo>
                  <a:lnTo>
                    <a:pt x="4254" y="198321"/>
                  </a:lnTo>
                  <a:lnTo>
                    <a:pt x="5552" y="203573"/>
                  </a:lnTo>
                  <a:lnTo>
                    <a:pt x="7019" y="208780"/>
                  </a:lnTo>
                  <a:lnTo>
                    <a:pt x="8654" y="213937"/>
                  </a:lnTo>
                  <a:lnTo>
                    <a:pt x="10454" y="219038"/>
                  </a:lnTo>
                  <a:lnTo>
                    <a:pt x="12419" y="224079"/>
                  </a:lnTo>
                  <a:lnTo>
                    <a:pt x="14546" y="229053"/>
                  </a:lnTo>
                  <a:lnTo>
                    <a:pt x="16833" y="233955"/>
                  </a:lnTo>
                  <a:lnTo>
                    <a:pt x="19278" y="238781"/>
                  </a:lnTo>
                  <a:lnTo>
                    <a:pt x="21877" y="243526"/>
                  </a:lnTo>
                  <a:lnTo>
                    <a:pt x="24628" y="248184"/>
                  </a:lnTo>
                  <a:lnTo>
                    <a:pt x="27529" y="252750"/>
                  </a:lnTo>
                  <a:lnTo>
                    <a:pt x="30575" y="257220"/>
                  </a:lnTo>
                  <a:lnTo>
                    <a:pt x="33765" y="261589"/>
                  </a:lnTo>
                  <a:lnTo>
                    <a:pt x="37095" y="265853"/>
                  </a:lnTo>
                  <a:lnTo>
                    <a:pt x="40561" y="270007"/>
                  </a:lnTo>
                  <a:lnTo>
                    <a:pt x="44159" y="274046"/>
                  </a:lnTo>
                  <a:lnTo>
                    <a:pt x="47886" y="277967"/>
                  </a:lnTo>
                  <a:lnTo>
                    <a:pt x="167167" y="1608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04263" y="5399291"/>
              <a:ext cx="286428" cy="334334"/>
            </a:xfrm>
            <a:custGeom>
              <a:avLst/>
              <a:pathLst>
                <a:path w="286428" h="334334">
                  <a:moveTo>
                    <a:pt x="0" y="284287"/>
                  </a:moveTo>
                  <a:lnTo>
                    <a:pt x="3777" y="288013"/>
                  </a:lnTo>
                  <a:lnTo>
                    <a:pt x="7670" y="291618"/>
                  </a:lnTo>
                  <a:lnTo>
                    <a:pt x="11676" y="295098"/>
                  </a:lnTo>
                  <a:lnTo>
                    <a:pt x="15791" y="298449"/>
                  </a:lnTo>
                  <a:lnTo>
                    <a:pt x="20009" y="301667"/>
                  </a:lnTo>
                  <a:lnTo>
                    <a:pt x="24328" y="304750"/>
                  </a:lnTo>
                  <a:lnTo>
                    <a:pt x="28743" y="307694"/>
                  </a:lnTo>
                  <a:lnTo>
                    <a:pt x="33248" y="310497"/>
                  </a:lnTo>
                  <a:lnTo>
                    <a:pt x="37840" y="313155"/>
                  </a:lnTo>
                  <a:lnTo>
                    <a:pt x="42515" y="315666"/>
                  </a:lnTo>
                  <a:lnTo>
                    <a:pt x="47267" y="318028"/>
                  </a:lnTo>
                  <a:lnTo>
                    <a:pt x="52091" y="320237"/>
                  </a:lnTo>
                  <a:lnTo>
                    <a:pt x="56983" y="322293"/>
                  </a:lnTo>
                  <a:lnTo>
                    <a:pt x="61937" y="324192"/>
                  </a:lnTo>
                  <a:lnTo>
                    <a:pt x="66950" y="325932"/>
                  </a:lnTo>
                  <a:lnTo>
                    <a:pt x="72015" y="327513"/>
                  </a:lnTo>
                  <a:lnTo>
                    <a:pt x="77128" y="328933"/>
                  </a:lnTo>
                  <a:lnTo>
                    <a:pt x="82283" y="330189"/>
                  </a:lnTo>
                  <a:lnTo>
                    <a:pt x="87476" y="331281"/>
                  </a:lnTo>
                  <a:lnTo>
                    <a:pt x="92700" y="332208"/>
                  </a:lnTo>
                  <a:lnTo>
                    <a:pt x="97952" y="332968"/>
                  </a:lnTo>
                  <a:lnTo>
                    <a:pt x="103225" y="333562"/>
                  </a:lnTo>
                  <a:lnTo>
                    <a:pt x="108514" y="333987"/>
                  </a:lnTo>
                  <a:lnTo>
                    <a:pt x="113814" y="334245"/>
                  </a:lnTo>
                  <a:lnTo>
                    <a:pt x="119119" y="334334"/>
                  </a:lnTo>
                  <a:lnTo>
                    <a:pt x="124425" y="334255"/>
                  </a:lnTo>
                  <a:lnTo>
                    <a:pt x="129725" y="334008"/>
                  </a:lnTo>
                  <a:lnTo>
                    <a:pt x="135015" y="333592"/>
                  </a:lnTo>
                  <a:lnTo>
                    <a:pt x="140289" y="333009"/>
                  </a:lnTo>
                  <a:lnTo>
                    <a:pt x="145542" y="332259"/>
                  </a:lnTo>
                  <a:lnTo>
                    <a:pt x="150768" y="331342"/>
                  </a:lnTo>
                  <a:lnTo>
                    <a:pt x="155963" y="330260"/>
                  </a:lnTo>
                  <a:lnTo>
                    <a:pt x="161121" y="329014"/>
                  </a:lnTo>
                  <a:lnTo>
                    <a:pt x="166236" y="327604"/>
                  </a:lnTo>
                  <a:lnTo>
                    <a:pt x="171304" y="326033"/>
                  </a:lnTo>
                  <a:lnTo>
                    <a:pt x="176320" y="324302"/>
                  </a:lnTo>
                  <a:lnTo>
                    <a:pt x="181279" y="322412"/>
                  </a:lnTo>
                  <a:lnTo>
                    <a:pt x="186175" y="320367"/>
                  </a:lnTo>
                  <a:lnTo>
                    <a:pt x="191003" y="318166"/>
                  </a:lnTo>
                  <a:lnTo>
                    <a:pt x="195759" y="315814"/>
                  </a:lnTo>
                  <a:lnTo>
                    <a:pt x="200438" y="313312"/>
                  </a:lnTo>
                  <a:lnTo>
                    <a:pt x="205036" y="310662"/>
                  </a:lnTo>
                  <a:lnTo>
                    <a:pt x="209547" y="307868"/>
                  </a:lnTo>
                  <a:lnTo>
                    <a:pt x="213967" y="304933"/>
                  </a:lnTo>
                  <a:lnTo>
                    <a:pt x="218292" y="301858"/>
                  </a:lnTo>
                  <a:lnTo>
                    <a:pt x="222516" y="298648"/>
                  </a:lnTo>
                  <a:lnTo>
                    <a:pt x="226637" y="295305"/>
                  </a:lnTo>
                  <a:lnTo>
                    <a:pt x="230650" y="291833"/>
                  </a:lnTo>
                  <a:lnTo>
                    <a:pt x="234551" y="288236"/>
                  </a:lnTo>
                  <a:lnTo>
                    <a:pt x="238335" y="284517"/>
                  </a:lnTo>
                  <a:lnTo>
                    <a:pt x="241999" y="280679"/>
                  </a:lnTo>
                  <a:lnTo>
                    <a:pt x="245540" y="276727"/>
                  </a:lnTo>
                  <a:lnTo>
                    <a:pt x="248954" y="272665"/>
                  </a:lnTo>
                  <a:lnTo>
                    <a:pt x="252237" y="268496"/>
                  </a:lnTo>
                  <a:lnTo>
                    <a:pt x="255386" y="264225"/>
                  </a:lnTo>
                  <a:lnTo>
                    <a:pt x="258398" y="259856"/>
                  </a:lnTo>
                  <a:lnTo>
                    <a:pt x="261269" y="255395"/>
                  </a:lnTo>
                  <a:lnTo>
                    <a:pt x="263998" y="250844"/>
                  </a:lnTo>
                  <a:lnTo>
                    <a:pt x="266581" y="246209"/>
                  </a:lnTo>
                  <a:lnTo>
                    <a:pt x="269015" y="241494"/>
                  </a:lnTo>
                  <a:lnTo>
                    <a:pt x="271298" y="236704"/>
                  </a:lnTo>
                  <a:lnTo>
                    <a:pt x="273429" y="231844"/>
                  </a:lnTo>
                  <a:lnTo>
                    <a:pt x="275404" y="226919"/>
                  </a:lnTo>
                  <a:lnTo>
                    <a:pt x="277222" y="221934"/>
                  </a:lnTo>
                  <a:lnTo>
                    <a:pt x="278880" y="216894"/>
                  </a:lnTo>
                  <a:lnTo>
                    <a:pt x="280378" y="211804"/>
                  </a:lnTo>
                  <a:lnTo>
                    <a:pt x="281714" y="206668"/>
                  </a:lnTo>
                  <a:lnTo>
                    <a:pt x="282885" y="201493"/>
                  </a:lnTo>
                  <a:lnTo>
                    <a:pt x="283892" y="196283"/>
                  </a:lnTo>
                  <a:lnTo>
                    <a:pt x="284734" y="191044"/>
                  </a:lnTo>
                  <a:lnTo>
                    <a:pt x="285408" y="185781"/>
                  </a:lnTo>
                  <a:lnTo>
                    <a:pt x="285915" y="180499"/>
                  </a:lnTo>
                  <a:lnTo>
                    <a:pt x="286254" y="175204"/>
                  </a:lnTo>
                  <a:lnTo>
                    <a:pt x="286425" y="169901"/>
                  </a:lnTo>
                  <a:lnTo>
                    <a:pt x="286428" y="164594"/>
                  </a:lnTo>
                  <a:lnTo>
                    <a:pt x="286262" y="159291"/>
                  </a:lnTo>
                  <a:lnTo>
                    <a:pt x="285928" y="153995"/>
                  </a:lnTo>
                  <a:lnTo>
                    <a:pt x="285426" y="148713"/>
                  </a:lnTo>
                  <a:lnTo>
                    <a:pt x="284757" y="143449"/>
                  </a:lnTo>
                  <a:lnTo>
                    <a:pt x="283920" y="138209"/>
                  </a:lnTo>
                  <a:lnTo>
                    <a:pt x="282919" y="132998"/>
                  </a:lnTo>
                  <a:lnTo>
                    <a:pt x="281752" y="127822"/>
                  </a:lnTo>
                  <a:lnTo>
                    <a:pt x="280421" y="122686"/>
                  </a:lnTo>
                  <a:lnTo>
                    <a:pt x="278928" y="117594"/>
                  </a:lnTo>
                  <a:lnTo>
                    <a:pt x="277274" y="112552"/>
                  </a:lnTo>
                  <a:lnTo>
                    <a:pt x="275461" y="107565"/>
                  </a:lnTo>
                  <a:lnTo>
                    <a:pt x="273491" y="102638"/>
                  </a:lnTo>
                  <a:lnTo>
                    <a:pt x="271365" y="97776"/>
                  </a:lnTo>
                  <a:lnTo>
                    <a:pt x="269087" y="92985"/>
                  </a:lnTo>
                  <a:lnTo>
                    <a:pt x="266657" y="88267"/>
                  </a:lnTo>
                  <a:lnTo>
                    <a:pt x="264078" y="83630"/>
                  </a:lnTo>
                  <a:lnTo>
                    <a:pt x="261354" y="79076"/>
                  </a:lnTo>
                  <a:lnTo>
                    <a:pt x="258487" y="74612"/>
                  </a:lnTo>
                  <a:lnTo>
                    <a:pt x="255479" y="70240"/>
                  </a:lnTo>
                  <a:lnTo>
                    <a:pt x="252334" y="65966"/>
                  </a:lnTo>
                  <a:lnTo>
                    <a:pt x="249055" y="61794"/>
                  </a:lnTo>
                  <a:lnTo>
                    <a:pt x="245646" y="57729"/>
                  </a:lnTo>
                  <a:lnTo>
                    <a:pt x="242109" y="53773"/>
                  </a:lnTo>
                  <a:lnTo>
                    <a:pt x="238448" y="49932"/>
                  </a:lnTo>
                  <a:lnTo>
                    <a:pt x="234667" y="46209"/>
                  </a:lnTo>
                  <a:lnTo>
                    <a:pt x="230770" y="42608"/>
                  </a:lnTo>
                  <a:lnTo>
                    <a:pt x="226761" y="39132"/>
                  </a:lnTo>
                  <a:lnTo>
                    <a:pt x="222643" y="35786"/>
                  </a:lnTo>
                  <a:lnTo>
                    <a:pt x="218421" y="32571"/>
                  </a:lnTo>
                  <a:lnTo>
                    <a:pt x="214100" y="29493"/>
                  </a:lnTo>
                  <a:lnTo>
                    <a:pt x="209682" y="26553"/>
                  </a:lnTo>
                  <a:lnTo>
                    <a:pt x="205174" y="23754"/>
                  </a:lnTo>
                  <a:lnTo>
                    <a:pt x="200579" y="21100"/>
                  </a:lnTo>
                  <a:lnTo>
                    <a:pt x="195903" y="18594"/>
                  </a:lnTo>
                  <a:lnTo>
                    <a:pt x="191149" y="16237"/>
                  </a:lnTo>
                  <a:lnTo>
                    <a:pt x="186322" y="14032"/>
                  </a:lnTo>
                  <a:lnTo>
                    <a:pt x="181428" y="11981"/>
                  </a:lnTo>
                  <a:lnTo>
                    <a:pt x="176472" y="10087"/>
                  </a:lnTo>
                  <a:lnTo>
                    <a:pt x="171458" y="8351"/>
                  </a:lnTo>
                  <a:lnTo>
                    <a:pt x="166391" y="6775"/>
                  </a:lnTo>
                  <a:lnTo>
                    <a:pt x="161277" y="5361"/>
                  </a:lnTo>
                  <a:lnTo>
                    <a:pt x="156120" y="4109"/>
                  </a:lnTo>
                  <a:lnTo>
                    <a:pt x="150927" y="3022"/>
                  </a:lnTo>
                  <a:lnTo>
                    <a:pt x="145701" y="2101"/>
                  </a:lnTo>
                  <a:lnTo>
                    <a:pt x="140449" y="1345"/>
                  </a:lnTo>
                  <a:lnTo>
                    <a:pt x="135175" y="757"/>
                  </a:lnTo>
                  <a:lnTo>
                    <a:pt x="129886" y="336"/>
                  </a:lnTo>
                  <a:lnTo>
                    <a:pt x="124586" y="84"/>
                  </a:lnTo>
                  <a:lnTo>
                    <a:pt x="119280" y="0"/>
                  </a:lnTo>
                  <a:lnTo>
                    <a:pt x="11928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18409" y="5269756"/>
              <a:ext cx="26848" cy="167167"/>
            </a:xfrm>
            <a:custGeom>
              <a:avLst/>
              <a:pathLst>
                <a:path w="26848" h="167167">
                  <a:moveTo>
                    <a:pt x="26848" y="0"/>
                  </a:moveTo>
                  <a:lnTo>
                    <a:pt x="20109" y="135"/>
                  </a:lnTo>
                  <a:lnTo>
                    <a:pt x="13380" y="543"/>
                  </a:lnTo>
                  <a:lnTo>
                    <a:pt x="6673" y="1221"/>
                  </a:lnTo>
                  <a:lnTo>
                    <a:pt x="0" y="2170"/>
                  </a:lnTo>
                  <a:lnTo>
                    <a:pt x="2684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18409" y="5271926"/>
              <a:ext cx="26848" cy="164997"/>
            </a:xfrm>
            <a:custGeom>
              <a:avLst/>
              <a:pathLst>
                <a:path w="26848" h="164997">
                  <a:moveTo>
                    <a:pt x="0" y="0"/>
                  </a:moveTo>
                  <a:lnTo>
                    <a:pt x="26848" y="164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18409" y="5271926"/>
              <a:ext cx="26848" cy="164997"/>
            </a:xfrm>
            <a:custGeom>
              <a:avLst/>
              <a:pathLst>
                <a:path w="26848" h="164997">
                  <a:moveTo>
                    <a:pt x="0" y="0"/>
                  </a:moveTo>
                  <a:lnTo>
                    <a:pt x="26848" y="164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18409" y="5271926"/>
              <a:ext cx="26848" cy="164997"/>
            </a:xfrm>
            <a:custGeom>
              <a:avLst/>
              <a:pathLst>
                <a:path w="26848" h="164997">
                  <a:moveTo>
                    <a:pt x="0" y="0"/>
                  </a:moveTo>
                  <a:lnTo>
                    <a:pt x="26848" y="1649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18409" y="5271926"/>
              <a:ext cx="26848" cy="164997"/>
            </a:xfrm>
            <a:custGeom>
              <a:avLst/>
              <a:pathLst>
                <a:path w="26848" h="164997">
                  <a:moveTo>
                    <a:pt x="0" y="0"/>
                  </a:moveTo>
                  <a:lnTo>
                    <a:pt x="26848" y="1649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9371" y="5271926"/>
              <a:ext cx="165887" cy="164997"/>
            </a:xfrm>
            <a:custGeom>
              <a:avLst/>
              <a:pathLst>
                <a:path w="165887" h="164997">
                  <a:moveTo>
                    <a:pt x="139038" y="0"/>
                  </a:moveTo>
                  <a:lnTo>
                    <a:pt x="133614" y="974"/>
                  </a:lnTo>
                  <a:lnTo>
                    <a:pt x="128226" y="2127"/>
                  </a:lnTo>
                  <a:lnTo>
                    <a:pt x="122878" y="3457"/>
                  </a:lnTo>
                  <a:lnTo>
                    <a:pt x="117577" y="4962"/>
                  </a:lnTo>
                  <a:lnTo>
                    <a:pt x="112329" y="6641"/>
                  </a:lnTo>
                  <a:lnTo>
                    <a:pt x="107139" y="8492"/>
                  </a:lnTo>
                  <a:lnTo>
                    <a:pt x="102012" y="10514"/>
                  </a:lnTo>
                  <a:lnTo>
                    <a:pt x="96955" y="12703"/>
                  </a:lnTo>
                  <a:lnTo>
                    <a:pt x="91973" y="15057"/>
                  </a:lnTo>
                  <a:lnTo>
                    <a:pt x="87072" y="17575"/>
                  </a:lnTo>
                  <a:lnTo>
                    <a:pt x="82256" y="20253"/>
                  </a:lnTo>
                  <a:lnTo>
                    <a:pt x="77530" y="23088"/>
                  </a:lnTo>
                  <a:lnTo>
                    <a:pt x="72901" y="26077"/>
                  </a:lnTo>
                  <a:lnTo>
                    <a:pt x="68373" y="29217"/>
                  </a:lnTo>
                  <a:lnTo>
                    <a:pt x="63951" y="32505"/>
                  </a:lnTo>
                  <a:lnTo>
                    <a:pt x="59639" y="35937"/>
                  </a:lnTo>
                  <a:lnTo>
                    <a:pt x="55443" y="39509"/>
                  </a:lnTo>
                  <a:lnTo>
                    <a:pt x="51367" y="43217"/>
                  </a:lnTo>
                  <a:lnTo>
                    <a:pt x="47416" y="47057"/>
                  </a:lnTo>
                  <a:lnTo>
                    <a:pt x="43593" y="51026"/>
                  </a:lnTo>
                  <a:lnTo>
                    <a:pt x="39903" y="55119"/>
                  </a:lnTo>
                  <a:lnTo>
                    <a:pt x="36350" y="59331"/>
                  </a:lnTo>
                  <a:lnTo>
                    <a:pt x="32938" y="63658"/>
                  </a:lnTo>
                  <a:lnTo>
                    <a:pt x="29670" y="68095"/>
                  </a:lnTo>
                  <a:lnTo>
                    <a:pt x="26550" y="72637"/>
                  </a:lnTo>
                  <a:lnTo>
                    <a:pt x="23582" y="77279"/>
                  </a:lnTo>
                  <a:lnTo>
                    <a:pt x="20768" y="82017"/>
                  </a:lnTo>
                  <a:lnTo>
                    <a:pt x="18112" y="86845"/>
                  </a:lnTo>
                  <a:lnTo>
                    <a:pt x="15617" y="91758"/>
                  </a:lnTo>
                  <a:lnTo>
                    <a:pt x="13284" y="96751"/>
                  </a:lnTo>
                  <a:lnTo>
                    <a:pt x="11118" y="101817"/>
                  </a:lnTo>
                  <a:lnTo>
                    <a:pt x="9120" y="106953"/>
                  </a:lnTo>
                  <a:lnTo>
                    <a:pt x="7292" y="112151"/>
                  </a:lnTo>
                  <a:lnTo>
                    <a:pt x="5636" y="117407"/>
                  </a:lnTo>
                  <a:lnTo>
                    <a:pt x="4155" y="122715"/>
                  </a:lnTo>
                  <a:lnTo>
                    <a:pt x="2849" y="128068"/>
                  </a:lnTo>
                  <a:lnTo>
                    <a:pt x="1720" y="133462"/>
                  </a:lnTo>
                  <a:lnTo>
                    <a:pt x="770" y="138890"/>
                  </a:lnTo>
                  <a:lnTo>
                    <a:pt x="0" y="144346"/>
                  </a:lnTo>
                  <a:lnTo>
                    <a:pt x="165887" y="1649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092" y="5269756"/>
              <a:ext cx="334322" cy="334329"/>
            </a:xfrm>
            <a:custGeom>
              <a:avLst/>
              <a:pathLst>
                <a:path w="334322" h="334329">
                  <a:moveTo>
                    <a:pt x="1279" y="146516"/>
                  </a:moveTo>
                  <a:lnTo>
                    <a:pt x="706" y="151804"/>
                  </a:lnTo>
                  <a:lnTo>
                    <a:pt x="301" y="157107"/>
                  </a:lnTo>
                  <a:lnTo>
                    <a:pt x="66" y="162420"/>
                  </a:lnTo>
                  <a:lnTo>
                    <a:pt x="0" y="167739"/>
                  </a:lnTo>
                  <a:lnTo>
                    <a:pt x="102" y="173056"/>
                  </a:lnTo>
                  <a:lnTo>
                    <a:pt x="374" y="178368"/>
                  </a:lnTo>
                  <a:lnTo>
                    <a:pt x="815" y="183668"/>
                  </a:lnTo>
                  <a:lnTo>
                    <a:pt x="1424" y="188952"/>
                  </a:lnTo>
                  <a:lnTo>
                    <a:pt x="2201" y="194213"/>
                  </a:lnTo>
                  <a:lnTo>
                    <a:pt x="3145" y="199447"/>
                  </a:lnTo>
                  <a:lnTo>
                    <a:pt x="4255" y="204649"/>
                  </a:lnTo>
                  <a:lnTo>
                    <a:pt x="5530" y="209813"/>
                  </a:lnTo>
                  <a:lnTo>
                    <a:pt x="6968" y="214933"/>
                  </a:lnTo>
                  <a:lnTo>
                    <a:pt x="8569" y="220005"/>
                  </a:lnTo>
                  <a:lnTo>
                    <a:pt x="10330" y="225024"/>
                  </a:lnTo>
                  <a:lnTo>
                    <a:pt x="12250" y="229984"/>
                  </a:lnTo>
                  <a:lnTo>
                    <a:pt x="14326" y="234880"/>
                  </a:lnTo>
                  <a:lnTo>
                    <a:pt x="16558" y="239708"/>
                  </a:lnTo>
                  <a:lnTo>
                    <a:pt x="18942" y="244462"/>
                  </a:lnTo>
                  <a:lnTo>
                    <a:pt x="21476" y="249138"/>
                  </a:lnTo>
                  <a:lnTo>
                    <a:pt x="24157" y="253732"/>
                  </a:lnTo>
                  <a:lnTo>
                    <a:pt x="26983" y="258237"/>
                  </a:lnTo>
                  <a:lnTo>
                    <a:pt x="29951" y="262651"/>
                  </a:lnTo>
                  <a:lnTo>
                    <a:pt x="33058" y="266967"/>
                  </a:lnTo>
                  <a:lnTo>
                    <a:pt x="36301" y="271183"/>
                  </a:lnTo>
                  <a:lnTo>
                    <a:pt x="39676" y="275293"/>
                  </a:lnTo>
                  <a:lnTo>
                    <a:pt x="43181" y="279294"/>
                  </a:lnTo>
                  <a:lnTo>
                    <a:pt x="46810" y="283182"/>
                  </a:lnTo>
                  <a:lnTo>
                    <a:pt x="50562" y="286952"/>
                  </a:lnTo>
                  <a:lnTo>
                    <a:pt x="54432" y="290601"/>
                  </a:lnTo>
                  <a:lnTo>
                    <a:pt x="58415" y="294125"/>
                  </a:lnTo>
                  <a:lnTo>
                    <a:pt x="62509" y="297520"/>
                  </a:lnTo>
                  <a:lnTo>
                    <a:pt x="66709" y="300783"/>
                  </a:lnTo>
                  <a:lnTo>
                    <a:pt x="71010" y="303911"/>
                  </a:lnTo>
                  <a:lnTo>
                    <a:pt x="75409" y="306901"/>
                  </a:lnTo>
                  <a:lnTo>
                    <a:pt x="79901" y="309749"/>
                  </a:lnTo>
                  <a:lnTo>
                    <a:pt x="84481" y="312453"/>
                  </a:lnTo>
                  <a:lnTo>
                    <a:pt x="89144" y="315010"/>
                  </a:lnTo>
                  <a:lnTo>
                    <a:pt x="93887" y="317417"/>
                  </a:lnTo>
                  <a:lnTo>
                    <a:pt x="98704" y="319672"/>
                  </a:lnTo>
                  <a:lnTo>
                    <a:pt x="103590" y="321773"/>
                  </a:lnTo>
                  <a:lnTo>
                    <a:pt x="108541" y="323717"/>
                  </a:lnTo>
                  <a:lnTo>
                    <a:pt x="113550" y="325503"/>
                  </a:lnTo>
                  <a:lnTo>
                    <a:pt x="118615" y="327129"/>
                  </a:lnTo>
                  <a:lnTo>
                    <a:pt x="123728" y="328592"/>
                  </a:lnTo>
                  <a:lnTo>
                    <a:pt x="128885" y="329892"/>
                  </a:lnTo>
                  <a:lnTo>
                    <a:pt x="134081" y="331028"/>
                  </a:lnTo>
                  <a:lnTo>
                    <a:pt x="139311" y="331997"/>
                  </a:lnTo>
                  <a:lnTo>
                    <a:pt x="144568" y="332800"/>
                  </a:lnTo>
                  <a:lnTo>
                    <a:pt x="149849" y="333435"/>
                  </a:lnTo>
                  <a:lnTo>
                    <a:pt x="155147" y="333902"/>
                  </a:lnTo>
                  <a:lnTo>
                    <a:pt x="160457" y="334200"/>
                  </a:lnTo>
                  <a:lnTo>
                    <a:pt x="165774" y="334329"/>
                  </a:lnTo>
                  <a:lnTo>
                    <a:pt x="171093" y="334288"/>
                  </a:lnTo>
                  <a:lnTo>
                    <a:pt x="176407" y="334079"/>
                  </a:lnTo>
                  <a:lnTo>
                    <a:pt x="181712" y="333700"/>
                  </a:lnTo>
                  <a:lnTo>
                    <a:pt x="187003" y="333153"/>
                  </a:lnTo>
                  <a:lnTo>
                    <a:pt x="192273" y="332438"/>
                  </a:lnTo>
                  <a:lnTo>
                    <a:pt x="197518" y="331556"/>
                  </a:lnTo>
                  <a:lnTo>
                    <a:pt x="202732" y="330507"/>
                  </a:lnTo>
                  <a:lnTo>
                    <a:pt x="207910" y="329293"/>
                  </a:lnTo>
                  <a:lnTo>
                    <a:pt x="213047" y="327915"/>
                  </a:lnTo>
                  <a:lnTo>
                    <a:pt x="218138" y="326374"/>
                  </a:lnTo>
                  <a:lnTo>
                    <a:pt x="223176" y="324672"/>
                  </a:lnTo>
                  <a:lnTo>
                    <a:pt x="228159" y="322810"/>
                  </a:lnTo>
                  <a:lnTo>
                    <a:pt x="233079" y="320791"/>
                  </a:lnTo>
                  <a:lnTo>
                    <a:pt x="237933" y="318617"/>
                  </a:lnTo>
                  <a:lnTo>
                    <a:pt x="242715" y="316289"/>
                  </a:lnTo>
                  <a:lnTo>
                    <a:pt x="247421" y="313810"/>
                  </a:lnTo>
                  <a:lnTo>
                    <a:pt x="252045" y="311183"/>
                  </a:lnTo>
                  <a:lnTo>
                    <a:pt x="256583" y="308410"/>
                  </a:lnTo>
                  <a:lnTo>
                    <a:pt x="261031" y="305494"/>
                  </a:lnTo>
                  <a:lnTo>
                    <a:pt x="265384" y="302437"/>
                  </a:lnTo>
                  <a:lnTo>
                    <a:pt x="269638" y="299244"/>
                  </a:lnTo>
                  <a:lnTo>
                    <a:pt x="273788" y="295918"/>
                  </a:lnTo>
                  <a:lnTo>
                    <a:pt x="277829" y="292461"/>
                  </a:lnTo>
                  <a:lnTo>
                    <a:pt x="281759" y="288877"/>
                  </a:lnTo>
                  <a:lnTo>
                    <a:pt x="285573" y="285170"/>
                  </a:lnTo>
                  <a:lnTo>
                    <a:pt x="289267" y="281343"/>
                  </a:lnTo>
                  <a:lnTo>
                    <a:pt x="292837" y="277401"/>
                  </a:lnTo>
                  <a:lnTo>
                    <a:pt x="296281" y="273348"/>
                  </a:lnTo>
                  <a:lnTo>
                    <a:pt x="299593" y="269187"/>
                  </a:lnTo>
                  <a:lnTo>
                    <a:pt x="302772" y="264922"/>
                  </a:lnTo>
                  <a:lnTo>
                    <a:pt x="305813" y="260559"/>
                  </a:lnTo>
                  <a:lnTo>
                    <a:pt x="308714" y="256101"/>
                  </a:lnTo>
                  <a:lnTo>
                    <a:pt x="311471" y="251553"/>
                  </a:lnTo>
                  <a:lnTo>
                    <a:pt x="314082" y="246920"/>
                  </a:lnTo>
                  <a:lnTo>
                    <a:pt x="316545" y="242206"/>
                  </a:lnTo>
                  <a:lnTo>
                    <a:pt x="318857" y="237416"/>
                  </a:lnTo>
                  <a:lnTo>
                    <a:pt x="321015" y="232554"/>
                  </a:lnTo>
                  <a:lnTo>
                    <a:pt x="323017" y="227627"/>
                  </a:lnTo>
                  <a:lnTo>
                    <a:pt x="324861" y="222639"/>
                  </a:lnTo>
                  <a:lnTo>
                    <a:pt x="326546" y="217594"/>
                  </a:lnTo>
                  <a:lnTo>
                    <a:pt x="328070" y="212498"/>
                  </a:lnTo>
                  <a:lnTo>
                    <a:pt x="329430" y="207356"/>
                  </a:lnTo>
                  <a:lnTo>
                    <a:pt x="330627" y="202174"/>
                  </a:lnTo>
                  <a:lnTo>
                    <a:pt x="331658" y="196956"/>
                  </a:lnTo>
                  <a:lnTo>
                    <a:pt x="332522" y="191709"/>
                  </a:lnTo>
                  <a:lnTo>
                    <a:pt x="333219" y="186436"/>
                  </a:lnTo>
                  <a:lnTo>
                    <a:pt x="333748" y="181144"/>
                  </a:lnTo>
                  <a:lnTo>
                    <a:pt x="334108" y="175837"/>
                  </a:lnTo>
                  <a:lnTo>
                    <a:pt x="334300" y="170522"/>
                  </a:lnTo>
                  <a:lnTo>
                    <a:pt x="334322" y="165203"/>
                  </a:lnTo>
                  <a:lnTo>
                    <a:pt x="334175" y="159887"/>
                  </a:lnTo>
                  <a:lnTo>
                    <a:pt x="333859" y="154578"/>
                  </a:lnTo>
                  <a:lnTo>
                    <a:pt x="333374" y="149281"/>
                  </a:lnTo>
                  <a:lnTo>
                    <a:pt x="332721" y="144003"/>
                  </a:lnTo>
                  <a:lnTo>
                    <a:pt x="331900" y="138748"/>
                  </a:lnTo>
                  <a:lnTo>
                    <a:pt x="330913" y="133522"/>
                  </a:lnTo>
                  <a:lnTo>
                    <a:pt x="329759" y="128330"/>
                  </a:lnTo>
                  <a:lnTo>
                    <a:pt x="328442" y="123177"/>
                  </a:lnTo>
                  <a:lnTo>
                    <a:pt x="326961" y="118069"/>
                  </a:lnTo>
                  <a:lnTo>
                    <a:pt x="325318" y="113010"/>
                  </a:lnTo>
                  <a:lnTo>
                    <a:pt x="323515" y="108007"/>
                  </a:lnTo>
                  <a:lnTo>
                    <a:pt x="321554" y="103063"/>
                  </a:lnTo>
                  <a:lnTo>
                    <a:pt x="319436" y="98184"/>
                  </a:lnTo>
                  <a:lnTo>
                    <a:pt x="317165" y="93375"/>
                  </a:lnTo>
                  <a:lnTo>
                    <a:pt x="314741" y="88640"/>
                  </a:lnTo>
                  <a:lnTo>
                    <a:pt x="312169" y="83985"/>
                  </a:lnTo>
                  <a:lnTo>
                    <a:pt x="309449" y="79415"/>
                  </a:lnTo>
                  <a:lnTo>
                    <a:pt x="306585" y="74933"/>
                  </a:lnTo>
                  <a:lnTo>
                    <a:pt x="303581" y="70544"/>
                  </a:lnTo>
                  <a:lnTo>
                    <a:pt x="300438" y="66253"/>
                  </a:lnTo>
                  <a:lnTo>
                    <a:pt x="297160" y="62065"/>
                  </a:lnTo>
                  <a:lnTo>
                    <a:pt x="293751" y="57983"/>
                  </a:lnTo>
                  <a:lnTo>
                    <a:pt x="290214" y="54011"/>
                  </a:lnTo>
                  <a:lnTo>
                    <a:pt x="286552" y="50154"/>
                  </a:lnTo>
                  <a:lnTo>
                    <a:pt x="282769" y="46415"/>
                  </a:lnTo>
                  <a:lnTo>
                    <a:pt x="278869" y="42799"/>
                  </a:lnTo>
                  <a:lnTo>
                    <a:pt x="274856" y="39308"/>
                  </a:lnTo>
                  <a:lnTo>
                    <a:pt x="270734" y="35947"/>
                  </a:lnTo>
                  <a:lnTo>
                    <a:pt x="266507" y="32719"/>
                  </a:lnTo>
                  <a:lnTo>
                    <a:pt x="262180" y="29627"/>
                  </a:lnTo>
                  <a:lnTo>
                    <a:pt x="257756" y="26674"/>
                  </a:lnTo>
                  <a:lnTo>
                    <a:pt x="253241" y="23863"/>
                  </a:lnTo>
                  <a:lnTo>
                    <a:pt x="248639" y="21197"/>
                  </a:lnTo>
                  <a:lnTo>
                    <a:pt x="243954" y="18679"/>
                  </a:lnTo>
                  <a:lnTo>
                    <a:pt x="239191" y="16312"/>
                  </a:lnTo>
                  <a:lnTo>
                    <a:pt x="234356" y="14097"/>
                  </a:lnTo>
                  <a:lnTo>
                    <a:pt x="229452" y="12037"/>
                  </a:lnTo>
                  <a:lnTo>
                    <a:pt x="224486" y="10134"/>
                  </a:lnTo>
                  <a:lnTo>
                    <a:pt x="219461" y="8390"/>
                  </a:lnTo>
                  <a:lnTo>
                    <a:pt x="214384" y="6807"/>
                  </a:lnTo>
                  <a:lnTo>
                    <a:pt x="209259" y="5386"/>
                  </a:lnTo>
                  <a:lnTo>
                    <a:pt x="204091" y="4129"/>
                  </a:lnTo>
                  <a:lnTo>
                    <a:pt x="198885" y="3036"/>
                  </a:lnTo>
                  <a:lnTo>
                    <a:pt x="193648" y="2110"/>
                  </a:lnTo>
                  <a:lnTo>
                    <a:pt x="188384" y="1352"/>
                  </a:lnTo>
                  <a:lnTo>
                    <a:pt x="183098" y="760"/>
                  </a:lnTo>
                  <a:lnTo>
                    <a:pt x="177796" y="338"/>
                  </a:lnTo>
                  <a:lnTo>
                    <a:pt x="172484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0983" y="5018213"/>
              <a:ext cx="20055" cy="167167"/>
            </a:xfrm>
            <a:custGeom>
              <a:avLst/>
              <a:pathLst>
                <a:path w="20055" h="167167">
                  <a:moveTo>
                    <a:pt x="20055" y="0"/>
                  </a:moveTo>
                  <a:lnTo>
                    <a:pt x="10009" y="302"/>
                  </a:lnTo>
                  <a:lnTo>
                    <a:pt x="0" y="1207"/>
                  </a:lnTo>
                  <a:lnTo>
                    <a:pt x="200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0983" y="5019420"/>
              <a:ext cx="20055" cy="165959"/>
            </a:xfrm>
            <a:custGeom>
              <a:avLst/>
              <a:pathLst>
                <a:path w="20055" h="165959">
                  <a:moveTo>
                    <a:pt x="0" y="0"/>
                  </a:moveTo>
                  <a:lnTo>
                    <a:pt x="20055" y="1659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00983" y="5019420"/>
              <a:ext cx="20055" cy="165959"/>
            </a:xfrm>
            <a:custGeom>
              <a:avLst/>
              <a:pathLst>
                <a:path w="20055" h="165959">
                  <a:moveTo>
                    <a:pt x="0" y="0"/>
                  </a:moveTo>
                  <a:lnTo>
                    <a:pt x="20055" y="1659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00983" y="5019420"/>
              <a:ext cx="20055" cy="165959"/>
            </a:xfrm>
            <a:custGeom>
              <a:avLst/>
              <a:pathLst>
                <a:path w="20055" h="165959">
                  <a:moveTo>
                    <a:pt x="0" y="0"/>
                  </a:moveTo>
                  <a:lnTo>
                    <a:pt x="20055" y="1659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83825" y="5019420"/>
              <a:ext cx="137213" cy="165959"/>
            </a:xfrm>
            <a:custGeom>
              <a:avLst/>
              <a:pathLst>
                <a:path w="137213" h="165959">
                  <a:moveTo>
                    <a:pt x="117157" y="0"/>
                  </a:moveTo>
                  <a:lnTo>
                    <a:pt x="111576" y="770"/>
                  </a:lnTo>
                  <a:lnTo>
                    <a:pt x="106025" y="1727"/>
                  </a:lnTo>
                  <a:lnTo>
                    <a:pt x="100508" y="2871"/>
                  </a:lnTo>
                  <a:lnTo>
                    <a:pt x="95034" y="4201"/>
                  </a:lnTo>
                  <a:lnTo>
                    <a:pt x="89607" y="5714"/>
                  </a:lnTo>
                  <a:lnTo>
                    <a:pt x="84234" y="7409"/>
                  </a:lnTo>
                  <a:lnTo>
                    <a:pt x="78922" y="9285"/>
                  </a:lnTo>
                  <a:lnTo>
                    <a:pt x="73675" y="11338"/>
                  </a:lnTo>
                  <a:lnTo>
                    <a:pt x="68501" y="13567"/>
                  </a:lnTo>
                  <a:lnTo>
                    <a:pt x="63405" y="15968"/>
                  </a:lnTo>
                  <a:lnTo>
                    <a:pt x="58393" y="18541"/>
                  </a:lnTo>
                  <a:lnTo>
                    <a:pt x="53470" y="21280"/>
                  </a:lnTo>
                  <a:lnTo>
                    <a:pt x="48642" y="24184"/>
                  </a:lnTo>
                  <a:lnTo>
                    <a:pt x="43915" y="27249"/>
                  </a:lnTo>
                  <a:lnTo>
                    <a:pt x="39294" y="30472"/>
                  </a:lnTo>
                  <a:lnTo>
                    <a:pt x="34785" y="33849"/>
                  </a:lnTo>
                  <a:lnTo>
                    <a:pt x="30391" y="37375"/>
                  </a:lnTo>
                  <a:lnTo>
                    <a:pt x="26119" y="41048"/>
                  </a:lnTo>
                  <a:lnTo>
                    <a:pt x="21973" y="44862"/>
                  </a:lnTo>
                  <a:lnTo>
                    <a:pt x="17958" y="48814"/>
                  </a:lnTo>
                  <a:lnTo>
                    <a:pt x="14078" y="52899"/>
                  </a:lnTo>
                  <a:lnTo>
                    <a:pt x="10338" y="57112"/>
                  </a:lnTo>
                  <a:lnTo>
                    <a:pt x="6742" y="61450"/>
                  </a:lnTo>
                  <a:lnTo>
                    <a:pt x="3295" y="65905"/>
                  </a:lnTo>
                  <a:lnTo>
                    <a:pt x="0" y="70475"/>
                  </a:lnTo>
                  <a:lnTo>
                    <a:pt x="137213" y="1659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74" y="5018213"/>
              <a:ext cx="334318" cy="334331"/>
            </a:xfrm>
            <a:custGeom>
              <a:avLst/>
              <a:pathLst>
                <a:path w="334318" h="334331">
                  <a:moveTo>
                    <a:pt x="29950" y="71682"/>
                  </a:moveTo>
                  <a:lnTo>
                    <a:pt x="26995" y="76075"/>
                  </a:lnTo>
                  <a:lnTo>
                    <a:pt x="24181" y="80559"/>
                  </a:lnTo>
                  <a:lnTo>
                    <a:pt x="21511" y="85129"/>
                  </a:lnTo>
                  <a:lnTo>
                    <a:pt x="18986" y="89782"/>
                  </a:lnTo>
                  <a:lnTo>
                    <a:pt x="16610" y="94513"/>
                  </a:lnTo>
                  <a:lnTo>
                    <a:pt x="14385" y="99316"/>
                  </a:lnTo>
                  <a:lnTo>
                    <a:pt x="12313" y="104188"/>
                  </a:lnTo>
                  <a:lnTo>
                    <a:pt x="10397" y="109123"/>
                  </a:lnTo>
                  <a:lnTo>
                    <a:pt x="8638" y="114116"/>
                  </a:lnTo>
                  <a:lnTo>
                    <a:pt x="7037" y="119162"/>
                  </a:lnTo>
                  <a:lnTo>
                    <a:pt x="5598" y="124256"/>
                  </a:lnTo>
                  <a:lnTo>
                    <a:pt x="4320" y="129393"/>
                  </a:lnTo>
                  <a:lnTo>
                    <a:pt x="3206" y="134568"/>
                  </a:lnTo>
                  <a:lnTo>
                    <a:pt x="2256" y="139776"/>
                  </a:lnTo>
                  <a:lnTo>
                    <a:pt x="1471" y="145011"/>
                  </a:lnTo>
                  <a:lnTo>
                    <a:pt x="853" y="150269"/>
                  </a:lnTo>
                  <a:lnTo>
                    <a:pt x="401" y="155543"/>
                  </a:lnTo>
                  <a:lnTo>
                    <a:pt x="116" y="160829"/>
                  </a:lnTo>
                  <a:lnTo>
                    <a:pt x="0" y="166122"/>
                  </a:lnTo>
                  <a:lnTo>
                    <a:pt x="50" y="171415"/>
                  </a:lnTo>
                  <a:lnTo>
                    <a:pt x="269" y="176705"/>
                  </a:lnTo>
                  <a:lnTo>
                    <a:pt x="654" y="181984"/>
                  </a:lnTo>
                  <a:lnTo>
                    <a:pt x="1207" y="187249"/>
                  </a:lnTo>
                  <a:lnTo>
                    <a:pt x="1926" y="192494"/>
                  </a:lnTo>
                  <a:lnTo>
                    <a:pt x="2811" y="197713"/>
                  </a:lnTo>
                  <a:lnTo>
                    <a:pt x="3860" y="202902"/>
                  </a:lnTo>
                  <a:lnTo>
                    <a:pt x="5074" y="208055"/>
                  </a:lnTo>
                  <a:lnTo>
                    <a:pt x="6450" y="213166"/>
                  </a:lnTo>
                  <a:lnTo>
                    <a:pt x="7987" y="218232"/>
                  </a:lnTo>
                  <a:lnTo>
                    <a:pt x="9683" y="223247"/>
                  </a:lnTo>
                  <a:lnTo>
                    <a:pt x="11538" y="228205"/>
                  </a:lnTo>
                  <a:lnTo>
                    <a:pt x="13549" y="233102"/>
                  </a:lnTo>
                  <a:lnTo>
                    <a:pt x="15714" y="237933"/>
                  </a:lnTo>
                  <a:lnTo>
                    <a:pt x="18030" y="242693"/>
                  </a:lnTo>
                  <a:lnTo>
                    <a:pt x="20496" y="247377"/>
                  </a:lnTo>
                  <a:lnTo>
                    <a:pt x="23110" y="251981"/>
                  </a:lnTo>
                  <a:lnTo>
                    <a:pt x="25867" y="256499"/>
                  </a:lnTo>
                  <a:lnTo>
                    <a:pt x="28767" y="260929"/>
                  </a:lnTo>
                  <a:lnTo>
                    <a:pt x="31805" y="265264"/>
                  </a:lnTo>
                  <a:lnTo>
                    <a:pt x="34979" y="269500"/>
                  </a:lnTo>
                  <a:lnTo>
                    <a:pt x="38285" y="273635"/>
                  </a:lnTo>
                  <a:lnTo>
                    <a:pt x="41721" y="277662"/>
                  </a:lnTo>
                  <a:lnTo>
                    <a:pt x="45283" y="281578"/>
                  </a:lnTo>
                  <a:lnTo>
                    <a:pt x="48967" y="285380"/>
                  </a:lnTo>
                  <a:lnTo>
                    <a:pt x="52769" y="289063"/>
                  </a:lnTo>
                  <a:lnTo>
                    <a:pt x="56686" y="292625"/>
                  </a:lnTo>
                  <a:lnTo>
                    <a:pt x="60714" y="296060"/>
                  </a:lnTo>
                  <a:lnTo>
                    <a:pt x="64848" y="299366"/>
                  </a:lnTo>
                  <a:lnTo>
                    <a:pt x="69085" y="302539"/>
                  </a:lnTo>
                  <a:lnTo>
                    <a:pt x="73421" y="305577"/>
                  </a:lnTo>
                  <a:lnTo>
                    <a:pt x="77850" y="308475"/>
                  </a:lnTo>
                  <a:lnTo>
                    <a:pt x="82370" y="311233"/>
                  </a:lnTo>
                  <a:lnTo>
                    <a:pt x="86974" y="313845"/>
                  </a:lnTo>
                  <a:lnTo>
                    <a:pt x="91658" y="316311"/>
                  </a:lnTo>
                  <a:lnTo>
                    <a:pt x="96418" y="318627"/>
                  </a:lnTo>
                  <a:lnTo>
                    <a:pt x="101250" y="320791"/>
                  </a:lnTo>
                  <a:lnTo>
                    <a:pt x="106147" y="322801"/>
                  </a:lnTo>
                  <a:lnTo>
                    <a:pt x="111105" y="324655"/>
                  </a:lnTo>
                  <a:lnTo>
                    <a:pt x="116120" y="326351"/>
                  </a:lnTo>
                  <a:lnTo>
                    <a:pt x="121186" y="327887"/>
                  </a:lnTo>
                  <a:lnTo>
                    <a:pt x="126298" y="329262"/>
                  </a:lnTo>
                  <a:lnTo>
                    <a:pt x="131451" y="330475"/>
                  </a:lnTo>
                  <a:lnTo>
                    <a:pt x="136640" y="331524"/>
                  </a:lnTo>
                  <a:lnTo>
                    <a:pt x="141859" y="332408"/>
                  </a:lnTo>
                  <a:lnTo>
                    <a:pt x="147104" y="333126"/>
                  </a:lnTo>
                  <a:lnTo>
                    <a:pt x="152369" y="333678"/>
                  </a:lnTo>
                  <a:lnTo>
                    <a:pt x="157649" y="334063"/>
                  </a:lnTo>
                  <a:lnTo>
                    <a:pt x="162938" y="334281"/>
                  </a:lnTo>
                  <a:lnTo>
                    <a:pt x="168232" y="334331"/>
                  </a:lnTo>
                  <a:lnTo>
                    <a:pt x="173524" y="334213"/>
                  </a:lnTo>
                  <a:lnTo>
                    <a:pt x="178810" y="333928"/>
                  </a:lnTo>
                  <a:lnTo>
                    <a:pt x="184085" y="333476"/>
                  </a:lnTo>
                  <a:lnTo>
                    <a:pt x="189342" y="332857"/>
                  </a:lnTo>
                  <a:lnTo>
                    <a:pt x="194577" y="332071"/>
                  </a:lnTo>
                  <a:lnTo>
                    <a:pt x="199785" y="331121"/>
                  </a:lnTo>
                  <a:lnTo>
                    <a:pt x="204960" y="330006"/>
                  </a:lnTo>
                  <a:lnTo>
                    <a:pt x="210097" y="328727"/>
                  </a:lnTo>
                  <a:lnTo>
                    <a:pt x="215191" y="327287"/>
                  </a:lnTo>
                  <a:lnTo>
                    <a:pt x="220237" y="325686"/>
                  </a:lnTo>
                  <a:lnTo>
                    <a:pt x="225229" y="323926"/>
                  </a:lnTo>
                  <a:lnTo>
                    <a:pt x="230164" y="322009"/>
                  </a:lnTo>
                  <a:lnTo>
                    <a:pt x="235035" y="319936"/>
                  </a:lnTo>
                  <a:lnTo>
                    <a:pt x="239838" y="317711"/>
                  </a:lnTo>
                  <a:lnTo>
                    <a:pt x="244568" y="315334"/>
                  </a:lnTo>
                  <a:lnTo>
                    <a:pt x="249221" y="312809"/>
                  </a:lnTo>
                  <a:lnTo>
                    <a:pt x="253792" y="310137"/>
                  </a:lnTo>
                  <a:lnTo>
                    <a:pt x="258275" y="307323"/>
                  </a:lnTo>
                  <a:lnTo>
                    <a:pt x="262667" y="304368"/>
                  </a:lnTo>
                  <a:lnTo>
                    <a:pt x="266964" y="301275"/>
                  </a:lnTo>
                  <a:lnTo>
                    <a:pt x="271160" y="298048"/>
                  </a:lnTo>
                  <a:lnTo>
                    <a:pt x="275252" y="294689"/>
                  </a:lnTo>
                  <a:lnTo>
                    <a:pt x="279235" y="291203"/>
                  </a:lnTo>
                  <a:lnTo>
                    <a:pt x="283107" y="287592"/>
                  </a:lnTo>
                  <a:lnTo>
                    <a:pt x="286862" y="283860"/>
                  </a:lnTo>
                  <a:lnTo>
                    <a:pt x="290496" y="280012"/>
                  </a:lnTo>
                  <a:lnTo>
                    <a:pt x="294008" y="276050"/>
                  </a:lnTo>
                  <a:lnTo>
                    <a:pt x="297392" y="271979"/>
                  </a:lnTo>
                  <a:lnTo>
                    <a:pt x="300645" y="267803"/>
                  </a:lnTo>
                  <a:lnTo>
                    <a:pt x="303765" y="263526"/>
                  </a:lnTo>
                  <a:lnTo>
                    <a:pt x="306747" y="259153"/>
                  </a:lnTo>
                  <a:lnTo>
                    <a:pt x="309590" y="254687"/>
                  </a:lnTo>
                  <a:lnTo>
                    <a:pt x="312290" y="250133"/>
                  </a:lnTo>
                  <a:lnTo>
                    <a:pt x="314844" y="245497"/>
                  </a:lnTo>
                  <a:lnTo>
                    <a:pt x="317250" y="240781"/>
                  </a:lnTo>
                  <a:lnTo>
                    <a:pt x="319506" y="235992"/>
                  </a:lnTo>
                  <a:lnTo>
                    <a:pt x="321608" y="231134"/>
                  </a:lnTo>
                  <a:lnTo>
                    <a:pt x="323556" y="226212"/>
                  </a:lnTo>
                  <a:lnTo>
                    <a:pt x="325348" y="221230"/>
                  </a:lnTo>
                  <a:lnTo>
                    <a:pt x="326980" y="216194"/>
                  </a:lnTo>
                  <a:lnTo>
                    <a:pt x="328452" y="211109"/>
                  </a:lnTo>
                  <a:lnTo>
                    <a:pt x="329763" y="205980"/>
                  </a:lnTo>
                  <a:lnTo>
                    <a:pt x="330910" y="200812"/>
                  </a:lnTo>
                  <a:lnTo>
                    <a:pt x="331893" y="195611"/>
                  </a:lnTo>
                  <a:lnTo>
                    <a:pt x="332711" y="190381"/>
                  </a:lnTo>
                  <a:lnTo>
                    <a:pt x="333364" y="185127"/>
                  </a:lnTo>
                  <a:lnTo>
                    <a:pt x="333849" y="179856"/>
                  </a:lnTo>
                  <a:lnTo>
                    <a:pt x="334167" y="174572"/>
                  </a:lnTo>
                  <a:lnTo>
                    <a:pt x="334318" y="169280"/>
                  </a:lnTo>
                  <a:lnTo>
                    <a:pt x="334301" y="163986"/>
                  </a:lnTo>
                  <a:lnTo>
                    <a:pt x="334116" y="158696"/>
                  </a:lnTo>
                  <a:lnTo>
                    <a:pt x="333764" y="153414"/>
                  </a:lnTo>
                  <a:lnTo>
                    <a:pt x="333245" y="148145"/>
                  </a:lnTo>
                  <a:lnTo>
                    <a:pt x="332560" y="142896"/>
                  </a:lnTo>
                  <a:lnTo>
                    <a:pt x="331708" y="137671"/>
                  </a:lnTo>
                  <a:lnTo>
                    <a:pt x="330692" y="132476"/>
                  </a:lnTo>
                  <a:lnTo>
                    <a:pt x="329512" y="127316"/>
                  </a:lnTo>
                  <a:lnTo>
                    <a:pt x="328168" y="122195"/>
                  </a:lnTo>
                  <a:lnTo>
                    <a:pt x="326664" y="117120"/>
                  </a:lnTo>
                  <a:lnTo>
                    <a:pt x="324999" y="112094"/>
                  </a:lnTo>
                  <a:lnTo>
                    <a:pt x="323176" y="107124"/>
                  </a:lnTo>
                  <a:lnTo>
                    <a:pt x="321197" y="102215"/>
                  </a:lnTo>
                  <a:lnTo>
                    <a:pt x="319063" y="97370"/>
                  </a:lnTo>
                  <a:lnTo>
                    <a:pt x="316777" y="92595"/>
                  </a:lnTo>
                  <a:lnTo>
                    <a:pt x="314340" y="87896"/>
                  </a:lnTo>
                  <a:lnTo>
                    <a:pt x="311757" y="83275"/>
                  </a:lnTo>
                  <a:lnTo>
                    <a:pt x="309028" y="78739"/>
                  </a:lnTo>
                  <a:lnTo>
                    <a:pt x="306157" y="74291"/>
                  </a:lnTo>
                  <a:lnTo>
                    <a:pt x="303146" y="69937"/>
                  </a:lnTo>
                  <a:lnTo>
                    <a:pt x="299999" y="65680"/>
                  </a:lnTo>
                  <a:lnTo>
                    <a:pt x="296719" y="61525"/>
                  </a:lnTo>
                  <a:lnTo>
                    <a:pt x="293309" y="57476"/>
                  </a:lnTo>
                  <a:lnTo>
                    <a:pt x="289773" y="53536"/>
                  </a:lnTo>
                  <a:lnTo>
                    <a:pt x="286114" y="49711"/>
                  </a:lnTo>
                  <a:lnTo>
                    <a:pt x="282335" y="46004"/>
                  </a:lnTo>
                  <a:lnTo>
                    <a:pt x="278441" y="42418"/>
                  </a:lnTo>
                  <a:lnTo>
                    <a:pt x="274435" y="38957"/>
                  </a:lnTo>
                  <a:lnTo>
                    <a:pt x="270322" y="35625"/>
                  </a:lnTo>
                  <a:lnTo>
                    <a:pt x="266105" y="32424"/>
                  </a:lnTo>
                  <a:lnTo>
                    <a:pt x="261789" y="29359"/>
                  </a:lnTo>
                  <a:lnTo>
                    <a:pt x="257378" y="26432"/>
                  </a:lnTo>
                  <a:lnTo>
                    <a:pt x="252876" y="23646"/>
                  </a:lnTo>
                  <a:lnTo>
                    <a:pt x="248289" y="21004"/>
                  </a:lnTo>
                  <a:lnTo>
                    <a:pt x="243620" y="18509"/>
                  </a:lnTo>
                  <a:lnTo>
                    <a:pt x="238875" y="16162"/>
                  </a:lnTo>
                  <a:lnTo>
                    <a:pt x="234058" y="13967"/>
                  </a:lnTo>
                  <a:lnTo>
                    <a:pt x="229173" y="11926"/>
                  </a:lnTo>
                  <a:lnTo>
                    <a:pt x="224227" y="10040"/>
                  </a:lnTo>
                  <a:lnTo>
                    <a:pt x="219223" y="8312"/>
                  </a:lnTo>
                  <a:lnTo>
                    <a:pt x="214167" y="6744"/>
                  </a:lnTo>
                  <a:lnTo>
                    <a:pt x="209064" y="5336"/>
                  </a:lnTo>
                  <a:lnTo>
                    <a:pt x="203919" y="4090"/>
                  </a:lnTo>
                  <a:lnTo>
                    <a:pt x="198737" y="3008"/>
                  </a:lnTo>
                  <a:lnTo>
                    <a:pt x="193523" y="2091"/>
                  </a:lnTo>
                  <a:lnTo>
                    <a:pt x="188283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14186" y="4659281"/>
              <a:ext cx="109048" cy="167167"/>
            </a:xfrm>
            <a:custGeom>
              <a:avLst/>
              <a:pathLst>
                <a:path w="109048" h="167167">
                  <a:moveTo>
                    <a:pt x="109048" y="0"/>
                  </a:moveTo>
                  <a:lnTo>
                    <a:pt x="103392" y="95"/>
                  </a:lnTo>
                  <a:lnTo>
                    <a:pt x="97743" y="382"/>
                  </a:lnTo>
                  <a:lnTo>
                    <a:pt x="92106" y="860"/>
                  </a:lnTo>
                  <a:lnTo>
                    <a:pt x="86489" y="1529"/>
                  </a:lnTo>
                  <a:lnTo>
                    <a:pt x="80898" y="2387"/>
                  </a:lnTo>
                  <a:lnTo>
                    <a:pt x="75338" y="3434"/>
                  </a:lnTo>
                  <a:lnTo>
                    <a:pt x="69818" y="4668"/>
                  </a:lnTo>
                  <a:lnTo>
                    <a:pt x="64342" y="6088"/>
                  </a:lnTo>
                  <a:lnTo>
                    <a:pt x="58918" y="7693"/>
                  </a:lnTo>
                  <a:lnTo>
                    <a:pt x="53551" y="9481"/>
                  </a:lnTo>
                  <a:lnTo>
                    <a:pt x="48248" y="11449"/>
                  </a:lnTo>
                  <a:lnTo>
                    <a:pt x="43014" y="13595"/>
                  </a:lnTo>
                  <a:lnTo>
                    <a:pt x="37855" y="15917"/>
                  </a:lnTo>
                  <a:lnTo>
                    <a:pt x="32779" y="18412"/>
                  </a:lnTo>
                  <a:lnTo>
                    <a:pt x="27789" y="21078"/>
                  </a:lnTo>
                  <a:lnTo>
                    <a:pt x="22893" y="23911"/>
                  </a:lnTo>
                  <a:lnTo>
                    <a:pt x="18095" y="26908"/>
                  </a:lnTo>
                  <a:lnTo>
                    <a:pt x="13402" y="30066"/>
                  </a:lnTo>
                  <a:lnTo>
                    <a:pt x="8818" y="33380"/>
                  </a:lnTo>
                  <a:lnTo>
                    <a:pt x="4349" y="36848"/>
                  </a:lnTo>
                  <a:lnTo>
                    <a:pt x="0" y="40465"/>
                  </a:lnTo>
                  <a:lnTo>
                    <a:pt x="10904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14186" y="4699747"/>
              <a:ext cx="109048" cy="126701"/>
            </a:xfrm>
            <a:custGeom>
              <a:avLst/>
              <a:pathLst>
                <a:path w="109048" h="126701">
                  <a:moveTo>
                    <a:pt x="0" y="0"/>
                  </a:moveTo>
                  <a:lnTo>
                    <a:pt x="109048" y="1267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14186" y="4699747"/>
              <a:ext cx="109048" cy="126701"/>
            </a:xfrm>
            <a:custGeom>
              <a:avLst/>
              <a:pathLst>
                <a:path w="109048" h="126701">
                  <a:moveTo>
                    <a:pt x="0" y="0"/>
                  </a:moveTo>
                  <a:lnTo>
                    <a:pt x="109048" y="1267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69" y="4699747"/>
              <a:ext cx="334325" cy="293862"/>
            </a:xfrm>
            <a:custGeom>
              <a:avLst/>
              <a:pathLst>
                <a:path w="334325" h="293862">
                  <a:moveTo>
                    <a:pt x="58116" y="0"/>
                  </a:moveTo>
                  <a:lnTo>
                    <a:pt x="54157" y="3518"/>
                  </a:lnTo>
                  <a:lnTo>
                    <a:pt x="50312" y="7160"/>
                  </a:lnTo>
                  <a:lnTo>
                    <a:pt x="46583" y="10921"/>
                  </a:lnTo>
                  <a:lnTo>
                    <a:pt x="42976" y="14799"/>
                  </a:lnTo>
                  <a:lnTo>
                    <a:pt x="39493" y="18790"/>
                  </a:lnTo>
                  <a:lnTo>
                    <a:pt x="36139" y="22888"/>
                  </a:lnTo>
                  <a:lnTo>
                    <a:pt x="32916" y="27091"/>
                  </a:lnTo>
                  <a:lnTo>
                    <a:pt x="29828" y="31394"/>
                  </a:lnTo>
                  <a:lnTo>
                    <a:pt x="26877" y="35793"/>
                  </a:lnTo>
                  <a:lnTo>
                    <a:pt x="24068" y="40283"/>
                  </a:lnTo>
                  <a:lnTo>
                    <a:pt x="21402" y="44859"/>
                  </a:lnTo>
                  <a:lnTo>
                    <a:pt x="18883" y="49518"/>
                  </a:lnTo>
                  <a:lnTo>
                    <a:pt x="16512" y="54254"/>
                  </a:lnTo>
                  <a:lnTo>
                    <a:pt x="14292" y="59063"/>
                  </a:lnTo>
                  <a:lnTo>
                    <a:pt x="12226" y="63940"/>
                  </a:lnTo>
                  <a:lnTo>
                    <a:pt x="10316" y="68880"/>
                  </a:lnTo>
                  <a:lnTo>
                    <a:pt x="8563" y="73878"/>
                  </a:lnTo>
                  <a:lnTo>
                    <a:pt x="6969" y="78929"/>
                  </a:lnTo>
                  <a:lnTo>
                    <a:pt x="5536" y="84027"/>
                  </a:lnTo>
                  <a:lnTo>
                    <a:pt x="4265" y="89169"/>
                  </a:lnTo>
                  <a:lnTo>
                    <a:pt x="3158" y="94349"/>
                  </a:lnTo>
                  <a:lnTo>
                    <a:pt x="2216" y="99560"/>
                  </a:lnTo>
                  <a:lnTo>
                    <a:pt x="1439" y="104799"/>
                  </a:lnTo>
                  <a:lnTo>
                    <a:pt x="828" y="110061"/>
                  </a:lnTo>
                  <a:lnTo>
                    <a:pt x="384" y="115338"/>
                  </a:lnTo>
                  <a:lnTo>
                    <a:pt x="108" y="120628"/>
                  </a:lnTo>
                  <a:lnTo>
                    <a:pt x="0" y="125923"/>
                  </a:lnTo>
                  <a:lnTo>
                    <a:pt x="59" y="131219"/>
                  </a:lnTo>
                  <a:lnTo>
                    <a:pt x="286" y="136510"/>
                  </a:lnTo>
                  <a:lnTo>
                    <a:pt x="680" y="141792"/>
                  </a:lnTo>
                  <a:lnTo>
                    <a:pt x="1242" y="147059"/>
                  </a:lnTo>
                  <a:lnTo>
                    <a:pt x="1970" y="152305"/>
                  </a:lnTo>
                  <a:lnTo>
                    <a:pt x="2864" y="157525"/>
                  </a:lnTo>
                  <a:lnTo>
                    <a:pt x="3923" y="162715"/>
                  </a:lnTo>
                  <a:lnTo>
                    <a:pt x="5146" y="167868"/>
                  </a:lnTo>
                  <a:lnTo>
                    <a:pt x="6531" y="172980"/>
                  </a:lnTo>
                  <a:lnTo>
                    <a:pt x="8078" y="178045"/>
                  </a:lnTo>
                  <a:lnTo>
                    <a:pt x="9784" y="183059"/>
                  </a:lnTo>
                  <a:lnTo>
                    <a:pt x="11649" y="188017"/>
                  </a:lnTo>
                  <a:lnTo>
                    <a:pt x="13669" y="192913"/>
                  </a:lnTo>
                  <a:lnTo>
                    <a:pt x="15844" y="197742"/>
                  </a:lnTo>
                  <a:lnTo>
                    <a:pt x="18170" y="202500"/>
                  </a:lnTo>
                  <a:lnTo>
                    <a:pt x="20646" y="207182"/>
                  </a:lnTo>
                  <a:lnTo>
                    <a:pt x="23269" y="211783"/>
                  </a:lnTo>
                  <a:lnTo>
                    <a:pt x="26037" y="216299"/>
                  </a:lnTo>
                  <a:lnTo>
                    <a:pt x="28946" y="220725"/>
                  </a:lnTo>
                  <a:lnTo>
                    <a:pt x="31994" y="225056"/>
                  </a:lnTo>
                  <a:lnTo>
                    <a:pt x="35178" y="229289"/>
                  </a:lnTo>
                  <a:lnTo>
                    <a:pt x="38494" y="233419"/>
                  </a:lnTo>
                  <a:lnTo>
                    <a:pt x="41939" y="237442"/>
                  </a:lnTo>
                  <a:lnTo>
                    <a:pt x="45510" y="241353"/>
                  </a:lnTo>
                  <a:lnTo>
                    <a:pt x="49203" y="245149"/>
                  </a:lnTo>
                  <a:lnTo>
                    <a:pt x="53015" y="248827"/>
                  </a:lnTo>
                  <a:lnTo>
                    <a:pt x="56941" y="252382"/>
                  </a:lnTo>
                  <a:lnTo>
                    <a:pt x="60978" y="255811"/>
                  </a:lnTo>
                  <a:lnTo>
                    <a:pt x="65121" y="259110"/>
                  </a:lnTo>
                  <a:lnTo>
                    <a:pt x="69367" y="262276"/>
                  </a:lnTo>
                  <a:lnTo>
                    <a:pt x="73711" y="265306"/>
                  </a:lnTo>
                  <a:lnTo>
                    <a:pt x="78149" y="268197"/>
                  </a:lnTo>
                  <a:lnTo>
                    <a:pt x="82676" y="270946"/>
                  </a:lnTo>
                  <a:lnTo>
                    <a:pt x="87288" y="273550"/>
                  </a:lnTo>
                  <a:lnTo>
                    <a:pt x="91980" y="276007"/>
                  </a:lnTo>
                  <a:lnTo>
                    <a:pt x="96748" y="278314"/>
                  </a:lnTo>
                  <a:lnTo>
                    <a:pt x="101586" y="280468"/>
                  </a:lnTo>
                  <a:lnTo>
                    <a:pt x="106490" y="282469"/>
                  </a:lnTo>
                  <a:lnTo>
                    <a:pt x="111455" y="284313"/>
                  </a:lnTo>
                  <a:lnTo>
                    <a:pt x="116476" y="285998"/>
                  </a:lnTo>
                  <a:lnTo>
                    <a:pt x="121548" y="287524"/>
                  </a:lnTo>
                  <a:lnTo>
                    <a:pt x="126666" y="288889"/>
                  </a:lnTo>
                  <a:lnTo>
                    <a:pt x="131824" y="290090"/>
                  </a:lnTo>
                  <a:lnTo>
                    <a:pt x="137018" y="291128"/>
                  </a:lnTo>
                  <a:lnTo>
                    <a:pt x="142242" y="292000"/>
                  </a:lnTo>
                  <a:lnTo>
                    <a:pt x="147491" y="292707"/>
                  </a:lnTo>
                  <a:lnTo>
                    <a:pt x="152760" y="293247"/>
                  </a:lnTo>
                  <a:lnTo>
                    <a:pt x="158043" y="293620"/>
                  </a:lnTo>
                  <a:lnTo>
                    <a:pt x="163335" y="293825"/>
                  </a:lnTo>
                  <a:lnTo>
                    <a:pt x="168632" y="293862"/>
                  </a:lnTo>
                  <a:lnTo>
                    <a:pt x="173927" y="293732"/>
                  </a:lnTo>
                  <a:lnTo>
                    <a:pt x="179215" y="293434"/>
                  </a:lnTo>
                  <a:lnTo>
                    <a:pt x="184490" y="292968"/>
                  </a:lnTo>
                  <a:lnTo>
                    <a:pt x="189749" y="292336"/>
                  </a:lnTo>
                  <a:lnTo>
                    <a:pt x="194985" y="291538"/>
                  </a:lnTo>
                  <a:lnTo>
                    <a:pt x="200193" y="290573"/>
                  </a:lnTo>
                  <a:lnTo>
                    <a:pt x="205368" y="289445"/>
                  </a:lnTo>
                  <a:lnTo>
                    <a:pt x="210504" y="288153"/>
                  </a:lnTo>
                  <a:lnTo>
                    <a:pt x="215597" y="286699"/>
                  </a:lnTo>
                  <a:lnTo>
                    <a:pt x="220641" y="285084"/>
                  </a:lnTo>
                  <a:lnTo>
                    <a:pt x="225632" y="283311"/>
                  </a:lnTo>
                  <a:lnTo>
                    <a:pt x="230564" y="281380"/>
                  </a:lnTo>
                  <a:lnTo>
                    <a:pt x="235432" y="279294"/>
                  </a:lnTo>
                  <a:lnTo>
                    <a:pt x="240232" y="277055"/>
                  </a:lnTo>
                  <a:lnTo>
                    <a:pt x="244958" y="274665"/>
                  </a:lnTo>
                  <a:lnTo>
                    <a:pt x="249606" y="272126"/>
                  </a:lnTo>
                  <a:lnTo>
                    <a:pt x="254172" y="269441"/>
                  </a:lnTo>
                  <a:lnTo>
                    <a:pt x="258650" y="266613"/>
                  </a:lnTo>
                  <a:lnTo>
                    <a:pt x="263037" y="263645"/>
                  </a:lnTo>
                  <a:lnTo>
                    <a:pt x="267327" y="260539"/>
                  </a:lnTo>
                  <a:lnTo>
                    <a:pt x="271516" y="257299"/>
                  </a:lnTo>
                  <a:lnTo>
                    <a:pt x="275601" y="253928"/>
                  </a:lnTo>
                  <a:lnTo>
                    <a:pt x="279577" y="250429"/>
                  </a:lnTo>
                  <a:lnTo>
                    <a:pt x="283440" y="246805"/>
                  </a:lnTo>
                  <a:lnTo>
                    <a:pt x="287187" y="243062"/>
                  </a:lnTo>
                  <a:lnTo>
                    <a:pt x="290813" y="239201"/>
                  </a:lnTo>
                  <a:lnTo>
                    <a:pt x="294315" y="235227"/>
                  </a:lnTo>
                  <a:lnTo>
                    <a:pt x="297689" y="231145"/>
                  </a:lnTo>
                  <a:lnTo>
                    <a:pt x="300932" y="226958"/>
                  </a:lnTo>
                  <a:lnTo>
                    <a:pt x="304041" y="222670"/>
                  </a:lnTo>
                  <a:lnTo>
                    <a:pt x="307013" y="218285"/>
                  </a:lnTo>
                  <a:lnTo>
                    <a:pt x="309844" y="213809"/>
                  </a:lnTo>
                  <a:lnTo>
                    <a:pt x="312532" y="209245"/>
                  </a:lnTo>
                  <a:lnTo>
                    <a:pt x="315074" y="204599"/>
                  </a:lnTo>
                  <a:lnTo>
                    <a:pt x="317467" y="199874"/>
                  </a:lnTo>
                  <a:lnTo>
                    <a:pt x="319710" y="195076"/>
                  </a:lnTo>
                  <a:lnTo>
                    <a:pt x="321799" y="190209"/>
                  </a:lnTo>
                  <a:lnTo>
                    <a:pt x="323733" y="185279"/>
                  </a:lnTo>
                  <a:lnTo>
                    <a:pt x="325511" y="180289"/>
                  </a:lnTo>
                  <a:lnTo>
                    <a:pt x="327129" y="175246"/>
                  </a:lnTo>
                  <a:lnTo>
                    <a:pt x="328586" y="170154"/>
                  </a:lnTo>
                  <a:lnTo>
                    <a:pt x="329882" y="165019"/>
                  </a:lnTo>
                  <a:lnTo>
                    <a:pt x="331014" y="159845"/>
                  </a:lnTo>
                  <a:lnTo>
                    <a:pt x="331982" y="154638"/>
                  </a:lnTo>
                  <a:lnTo>
                    <a:pt x="332784" y="149402"/>
                  </a:lnTo>
                  <a:lnTo>
                    <a:pt x="333420" y="144144"/>
                  </a:lnTo>
                  <a:lnTo>
                    <a:pt x="333889" y="138869"/>
                  </a:lnTo>
                  <a:lnTo>
                    <a:pt x="334191" y="133581"/>
                  </a:lnTo>
                  <a:lnTo>
                    <a:pt x="334325" y="128286"/>
                  </a:lnTo>
                  <a:lnTo>
                    <a:pt x="334291" y="122990"/>
                  </a:lnTo>
                  <a:lnTo>
                    <a:pt x="334090" y="117697"/>
                  </a:lnTo>
                  <a:lnTo>
                    <a:pt x="333721" y="112414"/>
                  </a:lnTo>
                  <a:lnTo>
                    <a:pt x="333185" y="107145"/>
                  </a:lnTo>
                  <a:lnTo>
                    <a:pt x="332482" y="101895"/>
                  </a:lnTo>
                  <a:lnTo>
                    <a:pt x="331613" y="96670"/>
                  </a:lnTo>
                  <a:lnTo>
                    <a:pt x="330579" y="91476"/>
                  </a:lnTo>
                  <a:lnTo>
                    <a:pt x="329381" y="86317"/>
                  </a:lnTo>
                  <a:lnTo>
                    <a:pt x="328020" y="81198"/>
                  </a:lnTo>
                  <a:lnTo>
                    <a:pt x="326498" y="76125"/>
                  </a:lnTo>
                  <a:lnTo>
                    <a:pt x="324816" y="71103"/>
                  </a:lnTo>
                  <a:lnTo>
                    <a:pt x="322976" y="66137"/>
                  </a:lnTo>
                  <a:lnTo>
                    <a:pt x="320979" y="61231"/>
                  </a:lnTo>
                  <a:lnTo>
                    <a:pt x="318827" y="56391"/>
                  </a:lnTo>
                  <a:lnTo>
                    <a:pt x="167165" y="1267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51662" cy="167167"/>
            </a:xfrm>
            <a:custGeom>
              <a:avLst/>
              <a:pathLst>
                <a:path w="151662" h="167167">
                  <a:moveTo>
                    <a:pt x="151662" y="96857"/>
                  </a:moveTo>
                  <a:lnTo>
                    <a:pt x="149299" y="91969"/>
                  </a:lnTo>
                  <a:lnTo>
                    <a:pt x="146778" y="87161"/>
                  </a:lnTo>
                  <a:lnTo>
                    <a:pt x="144103" y="82437"/>
                  </a:lnTo>
                  <a:lnTo>
                    <a:pt x="141276" y="77803"/>
                  </a:lnTo>
                  <a:lnTo>
                    <a:pt x="138300" y="73262"/>
                  </a:lnTo>
                  <a:lnTo>
                    <a:pt x="135177" y="68821"/>
                  </a:lnTo>
                  <a:lnTo>
                    <a:pt x="131913" y="64484"/>
                  </a:lnTo>
                  <a:lnTo>
                    <a:pt x="128509" y="60254"/>
                  </a:lnTo>
                  <a:lnTo>
                    <a:pt x="124970" y="56138"/>
                  </a:lnTo>
                  <a:lnTo>
                    <a:pt x="121298" y="52138"/>
                  </a:lnTo>
                  <a:lnTo>
                    <a:pt x="117499" y="48260"/>
                  </a:lnTo>
                  <a:lnTo>
                    <a:pt x="113576" y="44508"/>
                  </a:lnTo>
                  <a:lnTo>
                    <a:pt x="109533" y="40884"/>
                  </a:lnTo>
                  <a:lnTo>
                    <a:pt x="105375" y="37394"/>
                  </a:lnTo>
                  <a:lnTo>
                    <a:pt x="101106" y="34041"/>
                  </a:lnTo>
                  <a:lnTo>
                    <a:pt x="96730" y="30828"/>
                  </a:lnTo>
                  <a:lnTo>
                    <a:pt x="92252" y="27759"/>
                  </a:lnTo>
                  <a:lnTo>
                    <a:pt x="87676" y="24837"/>
                  </a:lnTo>
                  <a:lnTo>
                    <a:pt x="83008" y="22065"/>
                  </a:lnTo>
                  <a:lnTo>
                    <a:pt x="78253" y="19446"/>
                  </a:lnTo>
                  <a:lnTo>
                    <a:pt x="73415" y="16983"/>
                  </a:lnTo>
                  <a:lnTo>
                    <a:pt x="68500" y="14679"/>
                  </a:lnTo>
                  <a:lnTo>
                    <a:pt x="63512" y="12535"/>
                  </a:lnTo>
                  <a:lnTo>
                    <a:pt x="58457" y="10554"/>
                  </a:lnTo>
                  <a:lnTo>
                    <a:pt x="53341" y="8738"/>
                  </a:lnTo>
                  <a:lnTo>
                    <a:pt x="48169" y="7090"/>
                  </a:lnTo>
                  <a:lnTo>
                    <a:pt x="42945" y="5610"/>
                  </a:lnTo>
                  <a:lnTo>
                    <a:pt x="37677" y="4301"/>
                  </a:lnTo>
                  <a:lnTo>
                    <a:pt x="32368" y="3163"/>
                  </a:lnTo>
                  <a:lnTo>
                    <a:pt x="27026" y="2199"/>
                  </a:lnTo>
                  <a:lnTo>
                    <a:pt x="21655" y="1408"/>
                  </a:lnTo>
                  <a:lnTo>
                    <a:pt x="16261" y="792"/>
                  </a:lnTo>
                  <a:lnTo>
                    <a:pt x="10850" y="352"/>
                  </a:lnTo>
                  <a:lnTo>
                    <a:pt x="542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65386" y="4213821"/>
              <a:ext cx="63085" cy="167167"/>
            </a:xfrm>
            <a:custGeom>
              <a:avLst/>
              <a:pathLst>
                <a:path w="63085" h="167167">
                  <a:moveTo>
                    <a:pt x="63085" y="0"/>
                  </a:moveTo>
                  <a:lnTo>
                    <a:pt x="57205" y="103"/>
                  </a:lnTo>
                  <a:lnTo>
                    <a:pt x="51333" y="413"/>
                  </a:lnTo>
                  <a:lnTo>
                    <a:pt x="45475" y="930"/>
                  </a:lnTo>
                  <a:lnTo>
                    <a:pt x="39640" y="1652"/>
                  </a:lnTo>
                  <a:lnTo>
                    <a:pt x="33833" y="2579"/>
                  </a:lnTo>
                  <a:lnTo>
                    <a:pt x="28062" y="3709"/>
                  </a:lnTo>
                  <a:lnTo>
                    <a:pt x="22335" y="5042"/>
                  </a:lnTo>
                  <a:lnTo>
                    <a:pt x="16658" y="6576"/>
                  </a:lnTo>
                  <a:lnTo>
                    <a:pt x="11038" y="8308"/>
                  </a:lnTo>
                  <a:lnTo>
                    <a:pt x="5483" y="10237"/>
                  </a:lnTo>
                  <a:lnTo>
                    <a:pt x="0" y="12360"/>
                  </a:lnTo>
                  <a:lnTo>
                    <a:pt x="6308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65386" y="4226181"/>
              <a:ext cx="63085" cy="154806"/>
            </a:xfrm>
            <a:custGeom>
              <a:avLst/>
              <a:pathLst>
                <a:path w="63085" h="154806">
                  <a:moveTo>
                    <a:pt x="0" y="0"/>
                  </a:moveTo>
                  <a:lnTo>
                    <a:pt x="63085" y="1548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08" y="4226181"/>
              <a:ext cx="167163" cy="318324"/>
            </a:xfrm>
            <a:custGeom>
              <a:avLst/>
              <a:pathLst>
                <a:path w="167163" h="318324">
                  <a:moveTo>
                    <a:pt x="104078" y="0"/>
                  </a:moveTo>
                  <a:lnTo>
                    <a:pt x="99185" y="2085"/>
                  </a:lnTo>
                  <a:lnTo>
                    <a:pt x="94362" y="4324"/>
                  </a:lnTo>
                  <a:lnTo>
                    <a:pt x="89611" y="6716"/>
                  </a:lnTo>
                  <a:lnTo>
                    <a:pt x="84940" y="9258"/>
                  </a:lnTo>
                  <a:lnTo>
                    <a:pt x="80351" y="11948"/>
                  </a:lnTo>
                  <a:lnTo>
                    <a:pt x="75851" y="14781"/>
                  </a:lnTo>
                  <a:lnTo>
                    <a:pt x="71443" y="17757"/>
                  </a:lnTo>
                  <a:lnTo>
                    <a:pt x="67132" y="20871"/>
                  </a:lnTo>
                  <a:lnTo>
                    <a:pt x="62922" y="24121"/>
                  </a:lnTo>
                  <a:lnTo>
                    <a:pt x="58817" y="27503"/>
                  </a:lnTo>
                  <a:lnTo>
                    <a:pt x="54823" y="31014"/>
                  </a:lnTo>
                  <a:lnTo>
                    <a:pt x="50941" y="34651"/>
                  </a:lnTo>
                  <a:lnTo>
                    <a:pt x="47178" y="38408"/>
                  </a:lnTo>
                  <a:lnTo>
                    <a:pt x="43536" y="42284"/>
                  </a:lnTo>
                  <a:lnTo>
                    <a:pt x="40019" y="46274"/>
                  </a:lnTo>
                  <a:lnTo>
                    <a:pt x="36631" y="50373"/>
                  </a:lnTo>
                  <a:lnTo>
                    <a:pt x="33375" y="54578"/>
                  </a:lnTo>
                  <a:lnTo>
                    <a:pt x="30254" y="58885"/>
                  </a:lnTo>
                  <a:lnTo>
                    <a:pt x="27272" y="63289"/>
                  </a:lnTo>
                  <a:lnTo>
                    <a:pt x="24432" y="67785"/>
                  </a:lnTo>
                  <a:lnTo>
                    <a:pt x="21736" y="72370"/>
                  </a:lnTo>
                  <a:lnTo>
                    <a:pt x="19187" y="77037"/>
                  </a:lnTo>
                  <a:lnTo>
                    <a:pt x="16788" y="81784"/>
                  </a:lnTo>
                  <a:lnTo>
                    <a:pt x="14541" y="86604"/>
                  </a:lnTo>
                  <a:lnTo>
                    <a:pt x="12449" y="91494"/>
                  </a:lnTo>
                  <a:lnTo>
                    <a:pt x="10513" y="96448"/>
                  </a:lnTo>
                  <a:lnTo>
                    <a:pt x="8736" y="101460"/>
                  </a:lnTo>
                  <a:lnTo>
                    <a:pt x="7119" y="106527"/>
                  </a:lnTo>
                  <a:lnTo>
                    <a:pt x="5665" y="111642"/>
                  </a:lnTo>
                  <a:lnTo>
                    <a:pt x="4373" y="116802"/>
                  </a:lnTo>
                  <a:lnTo>
                    <a:pt x="3247" y="121999"/>
                  </a:lnTo>
                  <a:lnTo>
                    <a:pt x="2286" y="127230"/>
                  </a:lnTo>
                  <a:lnTo>
                    <a:pt x="1492" y="132489"/>
                  </a:lnTo>
                  <a:lnTo>
                    <a:pt x="866" y="137771"/>
                  </a:lnTo>
                  <a:lnTo>
                    <a:pt x="408" y="143069"/>
                  </a:lnTo>
                  <a:lnTo>
                    <a:pt x="119" y="148380"/>
                  </a:lnTo>
                  <a:lnTo>
                    <a:pt x="0" y="153697"/>
                  </a:lnTo>
                  <a:lnTo>
                    <a:pt x="49" y="159015"/>
                  </a:lnTo>
                  <a:lnTo>
                    <a:pt x="267" y="164329"/>
                  </a:lnTo>
                  <a:lnTo>
                    <a:pt x="655" y="169633"/>
                  </a:lnTo>
                  <a:lnTo>
                    <a:pt x="1211" y="174922"/>
                  </a:lnTo>
                  <a:lnTo>
                    <a:pt x="1934" y="180191"/>
                  </a:lnTo>
                  <a:lnTo>
                    <a:pt x="2826" y="185434"/>
                  </a:lnTo>
                  <a:lnTo>
                    <a:pt x="3883" y="190647"/>
                  </a:lnTo>
                  <a:lnTo>
                    <a:pt x="5106" y="195823"/>
                  </a:lnTo>
                  <a:lnTo>
                    <a:pt x="6493" y="200957"/>
                  </a:lnTo>
                  <a:lnTo>
                    <a:pt x="8042" y="206045"/>
                  </a:lnTo>
                  <a:lnTo>
                    <a:pt x="9752" y="211080"/>
                  </a:lnTo>
                  <a:lnTo>
                    <a:pt x="11622" y="216059"/>
                  </a:lnTo>
                  <a:lnTo>
                    <a:pt x="13649" y="220976"/>
                  </a:lnTo>
                  <a:lnTo>
                    <a:pt x="15832" y="225826"/>
                  </a:lnTo>
                  <a:lnTo>
                    <a:pt x="18168" y="230604"/>
                  </a:lnTo>
                  <a:lnTo>
                    <a:pt x="20654" y="235305"/>
                  </a:lnTo>
                  <a:lnTo>
                    <a:pt x="23289" y="239925"/>
                  </a:lnTo>
                  <a:lnTo>
                    <a:pt x="26070" y="244459"/>
                  </a:lnTo>
                  <a:lnTo>
                    <a:pt x="28993" y="248902"/>
                  </a:lnTo>
                  <a:lnTo>
                    <a:pt x="32056" y="253249"/>
                  </a:lnTo>
                  <a:lnTo>
                    <a:pt x="35256" y="257497"/>
                  </a:lnTo>
                  <a:lnTo>
                    <a:pt x="38589" y="261642"/>
                  </a:lnTo>
                  <a:lnTo>
                    <a:pt x="42053" y="265678"/>
                  </a:lnTo>
                  <a:lnTo>
                    <a:pt x="45643" y="269601"/>
                  </a:lnTo>
                  <a:lnTo>
                    <a:pt x="49356" y="273409"/>
                  </a:lnTo>
                  <a:lnTo>
                    <a:pt x="53189" y="277096"/>
                  </a:lnTo>
                  <a:lnTo>
                    <a:pt x="57137" y="280660"/>
                  </a:lnTo>
                  <a:lnTo>
                    <a:pt x="61196" y="284096"/>
                  </a:lnTo>
                  <a:lnTo>
                    <a:pt x="65362" y="287402"/>
                  </a:lnTo>
                  <a:lnTo>
                    <a:pt x="69632" y="290573"/>
                  </a:lnTo>
                  <a:lnTo>
                    <a:pt x="74000" y="293607"/>
                  </a:lnTo>
                  <a:lnTo>
                    <a:pt x="78462" y="296500"/>
                  </a:lnTo>
                  <a:lnTo>
                    <a:pt x="83015" y="299250"/>
                  </a:lnTo>
                  <a:lnTo>
                    <a:pt x="87652" y="301854"/>
                  </a:lnTo>
                  <a:lnTo>
                    <a:pt x="92370" y="304309"/>
                  </a:lnTo>
                  <a:lnTo>
                    <a:pt x="97164" y="306612"/>
                  </a:lnTo>
                  <a:lnTo>
                    <a:pt x="102028" y="308762"/>
                  </a:lnTo>
                  <a:lnTo>
                    <a:pt x="106959" y="310756"/>
                  </a:lnTo>
                  <a:lnTo>
                    <a:pt x="111950" y="312593"/>
                  </a:lnTo>
                  <a:lnTo>
                    <a:pt x="116997" y="314269"/>
                  </a:lnTo>
                  <a:lnTo>
                    <a:pt x="122095" y="315784"/>
                  </a:lnTo>
                  <a:lnTo>
                    <a:pt x="127239" y="317136"/>
                  </a:lnTo>
                  <a:lnTo>
                    <a:pt x="132423" y="318324"/>
                  </a:lnTo>
                  <a:lnTo>
                    <a:pt x="167163" y="1548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693731" y="4213821"/>
              <a:ext cx="201903" cy="334318"/>
            </a:xfrm>
            <a:custGeom>
              <a:avLst/>
              <a:pathLst>
                <a:path w="201903" h="334318">
                  <a:moveTo>
                    <a:pt x="0" y="330685"/>
                  </a:moveTo>
                  <a:lnTo>
                    <a:pt x="5235" y="331710"/>
                  </a:lnTo>
                  <a:lnTo>
                    <a:pt x="10500" y="332568"/>
                  </a:lnTo>
                  <a:lnTo>
                    <a:pt x="15790" y="333257"/>
                  </a:lnTo>
                  <a:lnTo>
                    <a:pt x="21099" y="333777"/>
                  </a:lnTo>
                  <a:lnTo>
                    <a:pt x="26423" y="334127"/>
                  </a:lnTo>
                  <a:lnTo>
                    <a:pt x="31754" y="334308"/>
                  </a:lnTo>
                  <a:lnTo>
                    <a:pt x="37089" y="334318"/>
                  </a:lnTo>
                  <a:lnTo>
                    <a:pt x="42421" y="334158"/>
                  </a:lnTo>
                  <a:lnTo>
                    <a:pt x="47746" y="333828"/>
                  </a:lnTo>
                  <a:lnTo>
                    <a:pt x="53057" y="333328"/>
                  </a:lnTo>
                  <a:lnTo>
                    <a:pt x="58349" y="332659"/>
                  </a:lnTo>
                  <a:lnTo>
                    <a:pt x="63618" y="331821"/>
                  </a:lnTo>
                  <a:lnTo>
                    <a:pt x="68857" y="330816"/>
                  </a:lnTo>
                  <a:lnTo>
                    <a:pt x="74062" y="329644"/>
                  </a:lnTo>
                  <a:lnTo>
                    <a:pt x="79226" y="328307"/>
                  </a:lnTo>
                  <a:lnTo>
                    <a:pt x="84345" y="326805"/>
                  </a:lnTo>
                  <a:lnTo>
                    <a:pt x="89413" y="325141"/>
                  </a:lnTo>
                  <a:lnTo>
                    <a:pt x="94426" y="323316"/>
                  </a:lnTo>
                  <a:lnTo>
                    <a:pt x="99378" y="321332"/>
                  </a:lnTo>
                  <a:lnTo>
                    <a:pt x="104264" y="319191"/>
                  </a:lnTo>
                  <a:lnTo>
                    <a:pt x="109080" y="316895"/>
                  </a:lnTo>
                  <a:lnTo>
                    <a:pt x="113820" y="314447"/>
                  </a:lnTo>
                  <a:lnTo>
                    <a:pt x="118479" y="311849"/>
                  </a:lnTo>
                  <a:lnTo>
                    <a:pt x="123053" y="309103"/>
                  </a:lnTo>
                  <a:lnTo>
                    <a:pt x="127537" y="306213"/>
                  </a:lnTo>
                  <a:lnTo>
                    <a:pt x="131926" y="303181"/>
                  </a:lnTo>
                  <a:lnTo>
                    <a:pt x="136217" y="300011"/>
                  </a:lnTo>
                  <a:lnTo>
                    <a:pt x="140404" y="296705"/>
                  </a:lnTo>
                  <a:lnTo>
                    <a:pt x="144483" y="293268"/>
                  </a:lnTo>
                  <a:lnTo>
                    <a:pt x="148451" y="289702"/>
                  </a:lnTo>
                  <a:lnTo>
                    <a:pt x="152303" y="286011"/>
                  </a:lnTo>
                  <a:lnTo>
                    <a:pt x="156035" y="282199"/>
                  </a:lnTo>
                  <a:lnTo>
                    <a:pt x="159644" y="278270"/>
                  </a:lnTo>
                  <a:lnTo>
                    <a:pt x="163125" y="274228"/>
                  </a:lnTo>
                  <a:lnTo>
                    <a:pt x="166476" y="270077"/>
                  </a:lnTo>
                  <a:lnTo>
                    <a:pt x="169693" y="265821"/>
                  </a:lnTo>
                  <a:lnTo>
                    <a:pt x="172772" y="261465"/>
                  </a:lnTo>
                  <a:lnTo>
                    <a:pt x="175711" y="257012"/>
                  </a:lnTo>
                  <a:lnTo>
                    <a:pt x="178506" y="252469"/>
                  </a:lnTo>
                  <a:lnTo>
                    <a:pt x="181154" y="247838"/>
                  </a:lnTo>
                  <a:lnTo>
                    <a:pt x="183654" y="243125"/>
                  </a:lnTo>
                  <a:lnTo>
                    <a:pt x="186002" y="238335"/>
                  </a:lnTo>
                  <a:lnTo>
                    <a:pt x="188195" y="233472"/>
                  </a:lnTo>
                  <a:lnTo>
                    <a:pt x="190233" y="228542"/>
                  </a:lnTo>
                  <a:lnTo>
                    <a:pt x="192112" y="223549"/>
                  </a:lnTo>
                  <a:lnTo>
                    <a:pt x="193831" y="218499"/>
                  </a:lnTo>
                  <a:lnTo>
                    <a:pt x="195388" y="213396"/>
                  </a:lnTo>
                  <a:lnTo>
                    <a:pt x="196781" y="208247"/>
                  </a:lnTo>
                  <a:lnTo>
                    <a:pt x="198010" y="203055"/>
                  </a:lnTo>
                  <a:lnTo>
                    <a:pt x="199072" y="197827"/>
                  </a:lnTo>
                  <a:lnTo>
                    <a:pt x="199966" y="192568"/>
                  </a:lnTo>
                  <a:lnTo>
                    <a:pt x="200693" y="187283"/>
                  </a:lnTo>
                  <a:lnTo>
                    <a:pt x="201250" y="181978"/>
                  </a:lnTo>
                  <a:lnTo>
                    <a:pt x="201638" y="176657"/>
                  </a:lnTo>
                  <a:lnTo>
                    <a:pt x="201856" y="171327"/>
                  </a:lnTo>
                  <a:lnTo>
                    <a:pt x="201903" y="165992"/>
                  </a:lnTo>
                  <a:lnTo>
                    <a:pt x="201781" y="160659"/>
                  </a:lnTo>
                  <a:lnTo>
                    <a:pt x="201488" y="155332"/>
                  </a:lnTo>
                  <a:lnTo>
                    <a:pt x="201025" y="150018"/>
                  </a:lnTo>
                  <a:lnTo>
                    <a:pt x="200394" y="144721"/>
                  </a:lnTo>
                  <a:lnTo>
                    <a:pt x="199593" y="139446"/>
                  </a:lnTo>
                  <a:lnTo>
                    <a:pt x="198625" y="134200"/>
                  </a:lnTo>
                  <a:lnTo>
                    <a:pt x="197489" y="128988"/>
                  </a:lnTo>
                  <a:lnTo>
                    <a:pt x="196188" y="123814"/>
                  </a:lnTo>
                  <a:lnTo>
                    <a:pt x="194723" y="118685"/>
                  </a:lnTo>
                  <a:lnTo>
                    <a:pt x="193094" y="113605"/>
                  </a:lnTo>
                  <a:lnTo>
                    <a:pt x="191304" y="108579"/>
                  </a:lnTo>
                  <a:lnTo>
                    <a:pt x="189355" y="103613"/>
                  </a:lnTo>
                  <a:lnTo>
                    <a:pt x="187249" y="98712"/>
                  </a:lnTo>
                  <a:lnTo>
                    <a:pt x="184987" y="93881"/>
                  </a:lnTo>
                  <a:lnTo>
                    <a:pt x="182572" y="89124"/>
                  </a:lnTo>
                  <a:lnTo>
                    <a:pt x="180006" y="84447"/>
                  </a:lnTo>
                  <a:lnTo>
                    <a:pt x="177293" y="79854"/>
                  </a:lnTo>
                  <a:lnTo>
                    <a:pt x="174434" y="75349"/>
                  </a:lnTo>
                  <a:lnTo>
                    <a:pt x="171433" y="70939"/>
                  </a:lnTo>
                  <a:lnTo>
                    <a:pt x="168293" y="66626"/>
                  </a:lnTo>
                  <a:lnTo>
                    <a:pt x="165017" y="62416"/>
                  </a:lnTo>
                  <a:lnTo>
                    <a:pt x="161608" y="58312"/>
                  </a:lnTo>
                  <a:lnTo>
                    <a:pt x="158070" y="54320"/>
                  </a:lnTo>
                  <a:lnTo>
                    <a:pt x="154407" y="50442"/>
                  </a:lnTo>
                  <a:lnTo>
                    <a:pt x="150621" y="46683"/>
                  </a:lnTo>
                  <a:lnTo>
                    <a:pt x="146718" y="43047"/>
                  </a:lnTo>
                  <a:lnTo>
                    <a:pt x="142701" y="39537"/>
                  </a:lnTo>
                  <a:lnTo>
                    <a:pt x="138573" y="36157"/>
                  </a:lnTo>
                  <a:lnTo>
                    <a:pt x="134340" y="32910"/>
                  </a:lnTo>
                  <a:lnTo>
                    <a:pt x="130005" y="29801"/>
                  </a:lnTo>
                  <a:lnTo>
                    <a:pt x="125574" y="26831"/>
                  </a:lnTo>
                  <a:lnTo>
                    <a:pt x="121050" y="24004"/>
                  </a:lnTo>
                  <a:lnTo>
                    <a:pt x="116438" y="21323"/>
                  </a:lnTo>
                  <a:lnTo>
                    <a:pt x="111742" y="18790"/>
                  </a:lnTo>
                  <a:lnTo>
                    <a:pt x="106969" y="16409"/>
                  </a:lnTo>
                  <a:lnTo>
                    <a:pt x="102121" y="14181"/>
                  </a:lnTo>
                  <a:lnTo>
                    <a:pt x="97206" y="12109"/>
                  </a:lnTo>
                  <a:lnTo>
                    <a:pt x="92226" y="10195"/>
                  </a:lnTo>
                  <a:lnTo>
                    <a:pt x="87188" y="8440"/>
                  </a:lnTo>
                  <a:lnTo>
                    <a:pt x="82097" y="6848"/>
                  </a:lnTo>
                  <a:lnTo>
                    <a:pt x="76957" y="5418"/>
                  </a:lnTo>
                  <a:lnTo>
                    <a:pt x="71775" y="4153"/>
                  </a:lnTo>
                  <a:lnTo>
                    <a:pt x="66554" y="3055"/>
                  </a:lnTo>
                  <a:lnTo>
                    <a:pt x="61302" y="2123"/>
                  </a:lnTo>
                  <a:lnTo>
                    <a:pt x="56022" y="1360"/>
                  </a:lnTo>
                  <a:lnTo>
                    <a:pt x="50720" y="765"/>
                  </a:lnTo>
                  <a:lnTo>
                    <a:pt x="45403" y="340"/>
                  </a:lnTo>
                  <a:lnTo>
                    <a:pt x="40074" y="85"/>
                  </a:lnTo>
                  <a:lnTo>
                    <a:pt x="34740" y="0"/>
                  </a:lnTo>
                  <a:lnTo>
                    <a:pt x="347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8892" y="3707720"/>
              <a:ext cx="160118" cy="167167"/>
            </a:xfrm>
            <a:custGeom>
              <a:avLst/>
              <a:pathLst>
                <a:path w="160118" h="167167">
                  <a:moveTo>
                    <a:pt x="160118" y="0"/>
                  </a:moveTo>
                  <a:lnTo>
                    <a:pt x="154635" y="89"/>
                  </a:lnTo>
                  <a:lnTo>
                    <a:pt x="149158" y="359"/>
                  </a:lnTo>
                  <a:lnTo>
                    <a:pt x="143693" y="808"/>
                  </a:lnTo>
                  <a:lnTo>
                    <a:pt x="138246" y="1437"/>
                  </a:lnTo>
                  <a:lnTo>
                    <a:pt x="132822" y="2243"/>
                  </a:lnTo>
                  <a:lnTo>
                    <a:pt x="127427" y="3227"/>
                  </a:lnTo>
                  <a:lnTo>
                    <a:pt x="122068" y="4388"/>
                  </a:lnTo>
                  <a:lnTo>
                    <a:pt x="116750" y="5723"/>
                  </a:lnTo>
                  <a:lnTo>
                    <a:pt x="111478" y="7232"/>
                  </a:lnTo>
                  <a:lnTo>
                    <a:pt x="106258" y="8914"/>
                  </a:lnTo>
                  <a:lnTo>
                    <a:pt x="101097" y="10765"/>
                  </a:lnTo>
                  <a:lnTo>
                    <a:pt x="95999" y="12785"/>
                  </a:lnTo>
                  <a:lnTo>
                    <a:pt x="90970" y="14971"/>
                  </a:lnTo>
                  <a:lnTo>
                    <a:pt x="86015" y="17321"/>
                  </a:lnTo>
                  <a:lnTo>
                    <a:pt x="81141" y="19832"/>
                  </a:lnTo>
                  <a:lnTo>
                    <a:pt x="76351" y="22502"/>
                  </a:lnTo>
                  <a:lnTo>
                    <a:pt x="71651" y="25327"/>
                  </a:lnTo>
                  <a:lnTo>
                    <a:pt x="67047" y="28305"/>
                  </a:lnTo>
                  <a:lnTo>
                    <a:pt x="62542" y="31432"/>
                  </a:lnTo>
                  <a:lnTo>
                    <a:pt x="58143" y="34706"/>
                  </a:lnTo>
                  <a:lnTo>
                    <a:pt x="53853" y="38121"/>
                  </a:lnTo>
                  <a:lnTo>
                    <a:pt x="49678" y="41676"/>
                  </a:lnTo>
                  <a:lnTo>
                    <a:pt x="45621" y="45366"/>
                  </a:lnTo>
                  <a:lnTo>
                    <a:pt x="41688" y="49187"/>
                  </a:lnTo>
                  <a:lnTo>
                    <a:pt x="37882" y="53135"/>
                  </a:lnTo>
                  <a:lnTo>
                    <a:pt x="34208" y="57205"/>
                  </a:lnTo>
                  <a:lnTo>
                    <a:pt x="30669" y="61394"/>
                  </a:lnTo>
                  <a:lnTo>
                    <a:pt x="27270" y="65696"/>
                  </a:lnTo>
                  <a:lnTo>
                    <a:pt x="24013" y="70108"/>
                  </a:lnTo>
                  <a:lnTo>
                    <a:pt x="20903" y="74625"/>
                  </a:lnTo>
                  <a:lnTo>
                    <a:pt x="17943" y="79240"/>
                  </a:lnTo>
                  <a:lnTo>
                    <a:pt x="15135" y="83951"/>
                  </a:lnTo>
                  <a:lnTo>
                    <a:pt x="12484" y="88751"/>
                  </a:lnTo>
                  <a:lnTo>
                    <a:pt x="9991" y="93635"/>
                  </a:lnTo>
                  <a:lnTo>
                    <a:pt x="7660" y="98599"/>
                  </a:lnTo>
                  <a:lnTo>
                    <a:pt x="5494" y="103636"/>
                  </a:lnTo>
                  <a:lnTo>
                    <a:pt x="3493" y="108741"/>
                  </a:lnTo>
                  <a:lnTo>
                    <a:pt x="1661" y="113910"/>
                  </a:lnTo>
                  <a:lnTo>
                    <a:pt x="0" y="119136"/>
                  </a:lnTo>
                  <a:lnTo>
                    <a:pt x="16011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46" y="3707735"/>
              <a:ext cx="334332" cy="334305"/>
            </a:xfrm>
            <a:custGeom>
              <a:avLst/>
              <a:pathLst>
                <a:path w="334332" h="334305">
                  <a:moveTo>
                    <a:pt x="7046" y="119121"/>
                  </a:moveTo>
                  <a:lnTo>
                    <a:pt x="5600" y="124234"/>
                  </a:lnTo>
                  <a:lnTo>
                    <a:pt x="4318" y="129390"/>
                  </a:lnTo>
                  <a:lnTo>
                    <a:pt x="3200" y="134585"/>
                  </a:lnTo>
                  <a:lnTo>
                    <a:pt x="2248" y="139813"/>
                  </a:lnTo>
                  <a:lnTo>
                    <a:pt x="1462" y="145068"/>
                  </a:lnTo>
                  <a:lnTo>
                    <a:pt x="844" y="150345"/>
                  </a:lnTo>
                  <a:lnTo>
                    <a:pt x="394" y="155640"/>
                  </a:lnTo>
                  <a:lnTo>
                    <a:pt x="112" y="160946"/>
                  </a:lnTo>
                  <a:lnTo>
                    <a:pt x="0" y="166258"/>
                  </a:lnTo>
                  <a:lnTo>
                    <a:pt x="56" y="171571"/>
                  </a:lnTo>
                  <a:lnTo>
                    <a:pt x="280" y="176880"/>
                  </a:lnTo>
                  <a:lnTo>
                    <a:pt x="674" y="182179"/>
                  </a:lnTo>
                  <a:lnTo>
                    <a:pt x="1236" y="187463"/>
                  </a:lnTo>
                  <a:lnTo>
                    <a:pt x="1965" y="192726"/>
                  </a:lnTo>
                  <a:lnTo>
                    <a:pt x="2861" y="197963"/>
                  </a:lnTo>
                  <a:lnTo>
                    <a:pt x="3923" y="203170"/>
                  </a:lnTo>
                  <a:lnTo>
                    <a:pt x="5150" y="208339"/>
                  </a:lnTo>
                  <a:lnTo>
                    <a:pt x="6541" y="213468"/>
                  </a:lnTo>
                  <a:lnTo>
                    <a:pt x="8094" y="218549"/>
                  </a:lnTo>
                  <a:lnTo>
                    <a:pt x="9808" y="223579"/>
                  </a:lnTo>
                  <a:lnTo>
                    <a:pt x="11681" y="228551"/>
                  </a:lnTo>
                  <a:lnTo>
                    <a:pt x="13711" y="233462"/>
                  </a:lnTo>
                  <a:lnTo>
                    <a:pt x="15896" y="238305"/>
                  </a:lnTo>
                  <a:lnTo>
                    <a:pt x="18234" y="243077"/>
                  </a:lnTo>
                  <a:lnTo>
                    <a:pt x="20722" y="247772"/>
                  </a:lnTo>
                  <a:lnTo>
                    <a:pt x="23358" y="252385"/>
                  </a:lnTo>
                  <a:lnTo>
                    <a:pt x="26140" y="256913"/>
                  </a:lnTo>
                  <a:lnTo>
                    <a:pt x="29064" y="261349"/>
                  </a:lnTo>
                  <a:lnTo>
                    <a:pt x="32127" y="265691"/>
                  </a:lnTo>
                  <a:lnTo>
                    <a:pt x="35327" y="269933"/>
                  </a:lnTo>
                  <a:lnTo>
                    <a:pt x="38660" y="274071"/>
                  </a:lnTo>
                  <a:lnTo>
                    <a:pt x="42123" y="278101"/>
                  </a:lnTo>
                  <a:lnTo>
                    <a:pt x="45712" y="282019"/>
                  </a:lnTo>
                  <a:lnTo>
                    <a:pt x="49424" y="285821"/>
                  </a:lnTo>
                  <a:lnTo>
                    <a:pt x="53255" y="289503"/>
                  </a:lnTo>
                  <a:lnTo>
                    <a:pt x="57201" y="293061"/>
                  </a:lnTo>
                  <a:lnTo>
                    <a:pt x="61259" y="296492"/>
                  </a:lnTo>
                  <a:lnTo>
                    <a:pt x="65423" y="299793"/>
                  </a:lnTo>
                  <a:lnTo>
                    <a:pt x="69690" y="302959"/>
                  </a:lnTo>
                  <a:lnTo>
                    <a:pt x="74055" y="305989"/>
                  </a:lnTo>
                  <a:lnTo>
                    <a:pt x="78515" y="308878"/>
                  </a:lnTo>
                  <a:lnTo>
                    <a:pt x="83064" y="311624"/>
                  </a:lnTo>
                  <a:lnTo>
                    <a:pt x="87698" y="314224"/>
                  </a:lnTo>
                  <a:lnTo>
                    <a:pt x="92412" y="316675"/>
                  </a:lnTo>
                  <a:lnTo>
                    <a:pt x="97202" y="318975"/>
                  </a:lnTo>
                  <a:lnTo>
                    <a:pt x="102062" y="321122"/>
                  </a:lnTo>
                  <a:lnTo>
                    <a:pt x="106989" y="323113"/>
                  </a:lnTo>
                  <a:lnTo>
                    <a:pt x="111976" y="324947"/>
                  </a:lnTo>
                  <a:lnTo>
                    <a:pt x="117019" y="326621"/>
                  </a:lnTo>
                  <a:lnTo>
                    <a:pt x="122112" y="328134"/>
                  </a:lnTo>
                  <a:lnTo>
                    <a:pt x="127251" y="329485"/>
                  </a:lnTo>
                  <a:lnTo>
                    <a:pt x="132430" y="330671"/>
                  </a:lnTo>
                  <a:lnTo>
                    <a:pt x="137645" y="331693"/>
                  </a:lnTo>
                  <a:lnTo>
                    <a:pt x="142889" y="332548"/>
                  </a:lnTo>
                  <a:lnTo>
                    <a:pt x="148158" y="333236"/>
                  </a:lnTo>
                  <a:lnTo>
                    <a:pt x="153446" y="333756"/>
                  </a:lnTo>
                  <a:lnTo>
                    <a:pt x="158748" y="334108"/>
                  </a:lnTo>
                  <a:lnTo>
                    <a:pt x="164058" y="334291"/>
                  </a:lnTo>
                  <a:lnTo>
                    <a:pt x="169372" y="334305"/>
                  </a:lnTo>
                  <a:lnTo>
                    <a:pt x="174683" y="334151"/>
                  </a:lnTo>
                  <a:lnTo>
                    <a:pt x="179987" y="333827"/>
                  </a:lnTo>
                  <a:lnTo>
                    <a:pt x="185277" y="333336"/>
                  </a:lnTo>
                  <a:lnTo>
                    <a:pt x="190550" y="332676"/>
                  </a:lnTo>
                  <a:lnTo>
                    <a:pt x="195799" y="331849"/>
                  </a:lnTo>
                  <a:lnTo>
                    <a:pt x="201019" y="330856"/>
                  </a:lnTo>
                  <a:lnTo>
                    <a:pt x="206204" y="329697"/>
                  </a:lnTo>
                  <a:lnTo>
                    <a:pt x="211350" y="328374"/>
                  </a:lnTo>
                  <a:lnTo>
                    <a:pt x="216452" y="326889"/>
                  </a:lnTo>
                  <a:lnTo>
                    <a:pt x="221504" y="325241"/>
                  </a:lnTo>
                  <a:lnTo>
                    <a:pt x="226501" y="323435"/>
                  </a:lnTo>
                  <a:lnTo>
                    <a:pt x="231438" y="321470"/>
                  </a:lnTo>
                  <a:lnTo>
                    <a:pt x="236310" y="319349"/>
                  </a:lnTo>
                  <a:lnTo>
                    <a:pt x="241112" y="317075"/>
                  </a:lnTo>
                  <a:lnTo>
                    <a:pt x="245839" y="314649"/>
                  </a:lnTo>
                  <a:lnTo>
                    <a:pt x="250487" y="312074"/>
                  </a:lnTo>
                  <a:lnTo>
                    <a:pt x="255051" y="309353"/>
                  </a:lnTo>
                  <a:lnTo>
                    <a:pt x="259526" y="306488"/>
                  </a:lnTo>
                  <a:lnTo>
                    <a:pt x="263907" y="303482"/>
                  </a:lnTo>
                  <a:lnTo>
                    <a:pt x="268191" y="300338"/>
                  </a:lnTo>
                  <a:lnTo>
                    <a:pt x="272373" y="297060"/>
                  </a:lnTo>
                  <a:lnTo>
                    <a:pt x="276449" y="293651"/>
                  </a:lnTo>
                  <a:lnTo>
                    <a:pt x="280414" y="290114"/>
                  </a:lnTo>
                  <a:lnTo>
                    <a:pt x="284265" y="286452"/>
                  </a:lnTo>
                  <a:lnTo>
                    <a:pt x="287997" y="282671"/>
                  </a:lnTo>
                  <a:lnTo>
                    <a:pt x="291607" y="278772"/>
                  </a:lnTo>
                  <a:lnTo>
                    <a:pt x="295092" y="274761"/>
                  </a:lnTo>
                  <a:lnTo>
                    <a:pt x="298447" y="270640"/>
                  </a:lnTo>
                  <a:lnTo>
                    <a:pt x="301670" y="266416"/>
                  </a:lnTo>
                  <a:lnTo>
                    <a:pt x="304757" y="262091"/>
                  </a:lnTo>
                  <a:lnTo>
                    <a:pt x="307705" y="257670"/>
                  </a:lnTo>
                  <a:lnTo>
                    <a:pt x="310510" y="253158"/>
                  </a:lnTo>
                  <a:lnTo>
                    <a:pt x="313171" y="248558"/>
                  </a:lnTo>
                  <a:lnTo>
                    <a:pt x="315685" y="243877"/>
                  </a:lnTo>
                  <a:lnTo>
                    <a:pt x="318048" y="239118"/>
                  </a:lnTo>
                  <a:lnTo>
                    <a:pt x="320259" y="234286"/>
                  </a:lnTo>
                  <a:lnTo>
                    <a:pt x="322315" y="229387"/>
                  </a:lnTo>
                  <a:lnTo>
                    <a:pt x="324215" y="224424"/>
                  </a:lnTo>
                  <a:lnTo>
                    <a:pt x="325956" y="219404"/>
                  </a:lnTo>
                  <a:lnTo>
                    <a:pt x="327536" y="214331"/>
                  </a:lnTo>
                  <a:lnTo>
                    <a:pt x="328955" y="209210"/>
                  </a:lnTo>
                  <a:lnTo>
                    <a:pt x="330210" y="204047"/>
                  </a:lnTo>
                  <a:lnTo>
                    <a:pt x="331300" y="198847"/>
                  </a:lnTo>
                  <a:lnTo>
                    <a:pt x="332224" y="193614"/>
                  </a:lnTo>
                  <a:lnTo>
                    <a:pt x="332982" y="188355"/>
                  </a:lnTo>
                  <a:lnTo>
                    <a:pt x="333572" y="183074"/>
                  </a:lnTo>
                  <a:lnTo>
                    <a:pt x="333994" y="177778"/>
                  </a:lnTo>
                  <a:lnTo>
                    <a:pt x="334247" y="172470"/>
                  </a:lnTo>
                  <a:lnTo>
                    <a:pt x="334332" y="167157"/>
                  </a:lnTo>
                  <a:lnTo>
                    <a:pt x="334248" y="161844"/>
                  </a:lnTo>
                  <a:lnTo>
                    <a:pt x="333995" y="156537"/>
                  </a:lnTo>
                  <a:lnTo>
                    <a:pt x="333573" y="151240"/>
                  </a:lnTo>
                  <a:lnTo>
                    <a:pt x="332983" y="145959"/>
                  </a:lnTo>
                  <a:lnTo>
                    <a:pt x="332226" y="140700"/>
                  </a:lnTo>
                  <a:lnTo>
                    <a:pt x="331302" y="135468"/>
                  </a:lnTo>
                  <a:lnTo>
                    <a:pt x="330212" y="130267"/>
                  </a:lnTo>
                  <a:lnTo>
                    <a:pt x="328957" y="125104"/>
                  </a:lnTo>
                  <a:lnTo>
                    <a:pt x="327539" y="119983"/>
                  </a:lnTo>
                  <a:lnTo>
                    <a:pt x="325959" y="114910"/>
                  </a:lnTo>
                  <a:lnTo>
                    <a:pt x="324218" y="109889"/>
                  </a:lnTo>
                  <a:lnTo>
                    <a:pt x="322319" y="104927"/>
                  </a:lnTo>
                  <a:lnTo>
                    <a:pt x="320263" y="100027"/>
                  </a:lnTo>
                  <a:lnTo>
                    <a:pt x="318053" y="95195"/>
                  </a:lnTo>
                  <a:lnTo>
                    <a:pt x="315689" y="90436"/>
                  </a:lnTo>
                  <a:lnTo>
                    <a:pt x="313176" y="85755"/>
                  </a:lnTo>
                  <a:lnTo>
                    <a:pt x="310515" y="81155"/>
                  </a:lnTo>
                  <a:lnTo>
                    <a:pt x="307710" y="76643"/>
                  </a:lnTo>
                  <a:lnTo>
                    <a:pt x="304762" y="72222"/>
                  </a:lnTo>
                  <a:lnTo>
                    <a:pt x="301676" y="67897"/>
                  </a:lnTo>
                  <a:lnTo>
                    <a:pt x="298453" y="63672"/>
                  </a:lnTo>
                  <a:lnTo>
                    <a:pt x="295098" y="59552"/>
                  </a:lnTo>
                  <a:lnTo>
                    <a:pt x="291614" y="55540"/>
                  </a:lnTo>
                  <a:lnTo>
                    <a:pt x="288004" y="51641"/>
                  </a:lnTo>
                  <a:lnTo>
                    <a:pt x="284272" y="47859"/>
                  </a:lnTo>
                  <a:lnTo>
                    <a:pt x="280421" y="44197"/>
                  </a:lnTo>
                  <a:lnTo>
                    <a:pt x="276456" y="40660"/>
                  </a:lnTo>
                  <a:lnTo>
                    <a:pt x="272381" y="37250"/>
                  </a:lnTo>
                  <a:lnTo>
                    <a:pt x="268199" y="33972"/>
                  </a:lnTo>
                  <a:lnTo>
                    <a:pt x="263916" y="30828"/>
                  </a:lnTo>
                  <a:lnTo>
                    <a:pt x="259534" y="27822"/>
                  </a:lnTo>
                  <a:lnTo>
                    <a:pt x="255059" y="24957"/>
                  </a:lnTo>
                  <a:lnTo>
                    <a:pt x="250496" y="22235"/>
                  </a:lnTo>
                  <a:lnTo>
                    <a:pt x="245848" y="19660"/>
                  </a:lnTo>
                  <a:lnTo>
                    <a:pt x="241121" y="17234"/>
                  </a:lnTo>
                  <a:lnTo>
                    <a:pt x="236319" y="14959"/>
                  </a:lnTo>
                  <a:lnTo>
                    <a:pt x="231447" y="12838"/>
                  </a:lnTo>
                  <a:lnTo>
                    <a:pt x="226510" y="10873"/>
                  </a:lnTo>
                  <a:lnTo>
                    <a:pt x="221513" y="9066"/>
                  </a:lnTo>
                  <a:lnTo>
                    <a:pt x="216461" y="7419"/>
                  </a:lnTo>
                  <a:lnTo>
                    <a:pt x="211360" y="5933"/>
                  </a:lnTo>
                  <a:lnTo>
                    <a:pt x="206214" y="4610"/>
                  </a:lnTo>
                  <a:lnTo>
                    <a:pt x="201028" y="3451"/>
                  </a:lnTo>
                  <a:lnTo>
                    <a:pt x="195808" y="2457"/>
                  </a:lnTo>
                  <a:lnTo>
                    <a:pt x="190560" y="1630"/>
                  </a:lnTo>
                  <a:lnTo>
                    <a:pt x="185287" y="970"/>
                  </a:lnTo>
                  <a:lnTo>
                    <a:pt x="179997" y="478"/>
                  </a:lnTo>
                  <a:lnTo>
                    <a:pt x="174693" y="154"/>
                  </a:lnTo>
                  <a:lnTo>
                    <a:pt x="169382" y="0"/>
                  </a:lnTo>
                  <a:lnTo>
                    <a:pt x="167165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2217" cy="167167"/>
            </a:xfrm>
            <a:custGeom>
              <a:avLst/>
              <a:pathLst>
                <a:path w="2217" h="167167">
                  <a:moveTo>
                    <a:pt x="2217" y="1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2025-06-05T23:59:37Z</dcterms:modified>
  <cp:category/>
</cp:coreProperties>
</file>