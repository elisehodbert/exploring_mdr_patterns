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8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2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41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2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8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6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73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4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4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2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3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1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8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36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26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13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5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45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4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79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4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4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41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65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80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6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0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47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3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3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0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9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3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2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4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76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89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8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311" y="3170392"/>
              <a:ext cx="64467" cy="167167"/>
            </a:xfrm>
            <a:custGeom>
              <a:avLst/>
              <a:pathLst>
                <a:path w="64467" h="167167">
                  <a:moveTo>
                    <a:pt x="64467" y="0"/>
                  </a:moveTo>
                  <a:lnTo>
                    <a:pt x="58451" y="108"/>
                  </a:lnTo>
                  <a:lnTo>
                    <a:pt x="52444" y="432"/>
                  </a:lnTo>
                  <a:lnTo>
                    <a:pt x="46452" y="973"/>
                  </a:lnTo>
                  <a:lnTo>
                    <a:pt x="40483" y="1729"/>
                  </a:lnTo>
                  <a:lnTo>
                    <a:pt x="34546" y="2699"/>
                  </a:lnTo>
                  <a:lnTo>
                    <a:pt x="28647" y="3882"/>
                  </a:lnTo>
                  <a:lnTo>
                    <a:pt x="22795" y="5277"/>
                  </a:lnTo>
                  <a:lnTo>
                    <a:pt x="16996" y="6881"/>
                  </a:lnTo>
                  <a:lnTo>
                    <a:pt x="11259" y="8693"/>
                  </a:lnTo>
                  <a:lnTo>
                    <a:pt x="5591" y="10710"/>
                  </a:lnTo>
                  <a:lnTo>
                    <a:pt x="0" y="12930"/>
                  </a:lnTo>
                  <a:lnTo>
                    <a:pt x="644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311" y="3183323"/>
              <a:ext cx="64467" cy="154236"/>
            </a:xfrm>
            <a:custGeom>
              <a:avLst/>
              <a:pathLst>
                <a:path w="64467" h="154236">
                  <a:moveTo>
                    <a:pt x="0" y="0"/>
                  </a:moveTo>
                  <a:lnTo>
                    <a:pt x="64467" y="1542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12" y="3170680"/>
              <a:ext cx="334328" cy="334038"/>
            </a:xfrm>
            <a:custGeom>
              <a:avLst/>
              <a:pathLst>
                <a:path w="334328" h="334038">
                  <a:moveTo>
                    <a:pt x="102699" y="12643"/>
                  </a:moveTo>
                  <a:lnTo>
                    <a:pt x="97846" y="14762"/>
                  </a:lnTo>
                  <a:lnTo>
                    <a:pt x="93063" y="17034"/>
                  </a:lnTo>
                  <a:lnTo>
                    <a:pt x="88355" y="19456"/>
                  </a:lnTo>
                  <a:lnTo>
                    <a:pt x="83725" y="22026"/>
                  </a:lnTo>
                  <a:lnTo>
                    <a:pt x="79179" y="24742"/>
                  </a:lnTo>
                  <a:lnTo>
                    <a:pt x="74721" y="27600"/>
                  </a:lnTo>
                  <a:lnTo>
                    <a:pt x="70356" y="30597"/>
                  </a:lnTo>
                  <a:lnTo>
                    <a:pt x="66089" y="33732"/>
                  </a:lnTo>
                  <a:lnTo>
                    <a:pt x="61922" y="37000"/>
                  </a:lnTo>
                  <a:lnTo>
                    <a:pt x="57862" y="40399"/>
                  </a:lnTo>
                  <a:lnTo>
                    <a:pt x="53910" y="43924"/>
                  </a:lnTo>
                  <a:lnTo>
                    <a:pt x="50073" y="47573"/>
                  </a:lnTo>
                  <a:lnTo>
                    <a:pt x="46353" y="51341"/>
                  </a:lnTo>
                  <a:lnTo>
                    <a:pt x="42754" y="55225"/>
                  </a:lnTo>
                  <a:lnTo>
                    <a:pt x="39280" y="59222"/>
                  </a:lnTo>
                  <a:lnTo>
                    <a:pt x="35935" y="63326"/>
                  </a:lnTo>
                  <a:lnTo>
                    <a:pt x="32721" y="67535"/>
                  </a:lnTo>
                  <a:lnTo>
                    <a:pt x="29642" y="71843"/>
                  </a:lnTo>
                  <a:lnTo>
                    <a:pt x="26701" y="76246"/>
                  </a:lnTo>
                  <a:lnTo>
                    <a:pt x="23901" y="80740"/>
                  </a:lnTo>
                  <a:lnTo>
                    <a:pt x="21245" y="85321"/>
                  </a:lnTo>
                  <a:lnTo>
                    <a:pt x="18735" y="89983"/>
                  </a:lnTo>
                  <a:lnTo>
                    <a:pt x="16374" y="94723"/>
                  </a:lnTo>
                  <a:lnTo>
                    <a:pt x="14164" y="99535"/>
                  </a:lnTo>
                  <a:lnTo>
                    <a:pt x="12108" y="104415"/>
                  </a:lnTo>
                  <a:lnTo>
                    <a:pt x="10207" y="109357"/>
                  </a:lnTo>
                  <a:lnTo>
                    <a:pt x="8464" y="114357"/>
                  </a:lnTo>
                  <a:lnTo>
                    <a:pt x="6880" y="119410"/>
                  </a:lnTo>
                  <a:lnTo>
                    <a:pt x="5457" y="124510"/>
                  </a:lnTo>
                  <a:lnTo>
                    <a:pt x="4196" y="129653"/>
                  </a:lnTo>
                  <a:lnTo>
                    <a:pt x="3099" y="134834"/>
                  </a:lnTo>
                  <a:lnTo>
                    <a:pt x="2167" y="140046"/>
                  </a:lnTo>
                  <a:lnTo>
                    <a:pt x="1399" y="145285"/>
                  </a:lnTo>
                  <a:lnTo>
                    <a:pt x="799" y="150546"/>
                  </a:lnTo>
                  <a:lnTo>
                    <a:pt x="365" y="155824"/>
                  </a:lnTo>
                  <a:lnTo>
                    <a:pt x="98" y="161112"/>
                  </a:lnTo>
                  <a:lnTo>
                    <a:pt x="0" y="166407"/>
                  </a:lnTo>
                  <a:lnTo>
                    <a:pt x="68" y="171701"/>
                  </a:lnTo>
                  <a:lnTo>
                    <a:pt x="305" y="176991"/>
                  </a:lnTo>
                  <a:lnTo>
                    <a:pt x="709" y="182271"/>
                  </a:lnTo>
                  <a:lnTo>
                    <a:pt x="1280" y="187535"/>
                  </a:lnTo>
                  <a:lnTo>
                    <a:pt x="2017" y="192779"/>
                  </a:lnTo>
                  <a:lnTo>
                    <a:pt x="2920" y="197996"/>
                  </a:lnTo>
                  <a:lnTo>
                    <a:pt x="3988" y="203183"/>
                  </a:lnTo>
                  <a:lnTo>
                    <a:pt x="5220" y="208333"/>
                  </a:lnTo>
                  <a:lnTo>
                    <a:pt x="6614" y="213441"/>
                  </a:lnTo>
                  <a:lnTo>
                    <a:pt x="8169" y="218503"/>
                  </a:lnTo>
                  <a:lnTo>
                    <a:pt x="9884" y="223513"/>
                  </a:lnTo>
                  <a:lnTo>
                    <a:pt x="11757" y="228466"/>
                  </a:lnTo>
                  <a:lnTo>
                    <a:pt x="13785" y="233357"/>
                  </a:lnTo>
                  <a:lnTo>
                    <a:pt x="15968" y="238181"/>
                  </a:lnTo>
                  <a:lnTo>
                    <a:pt x="18302" y="242934"/>
                  </a:lnTo>
                  <a:lnTo>
                    <a:pt x="20785" y="247611"/>
                  </a:lnTo>
                  <a:lnTo>
                    <a:pt x="23416" y="252207"/>
                  </a:lnTo>
                  <a:lnTo>
                    <a:pt x="26190" y="256717"/>
                  </a:lnTo>
                  <a:lnTo>
                    <a:pt x="29106" y="261137"/>
                  </a:lnTo>
                  <a:lnTo>
                    <a:pt x="32161" y="265462"/>
                  </a:lnTo>
                  <a:lnTo>
                    <a:pt x="35351" y="269689"/>
                  </a:lnTo>
                  <a:lnTo>
                    <a:pt x="38673" y="273812"/>
                  </a:lnTo>
                  <a:lnTo>
                    <a:pt x="42125" y="277828"/>
                  </a:lnTo>
                  <a:lnTo>
                    <a:pt x="45701" y="281733"/>
                  </a:lnTo>
                  <a:lnTo>
                    <a:pt x="49400" y="285522"/>
                  </a:lnTo>
                  <a:lnTo>
                    <a:pt x="53217" y="289192"/>
                  </a:lnTo>
                  <a:lnTo>
                    <a:pt x="57148" y="292740"/>
                  </a:lnTo>
                  <a:lnTo>
                    <a:pt x="61189" y="296161"/>
                  </a:lnTo>
                  <a:lnTo>
                    <a:pt x="65337" y="299453"/>
                  </a:lnTo>
                  <a:lnTo>
                    <a:pt x="69587" y="302612"/>
                  </a:lnTo>
                  <a:lnTo>
                    <a:pt x="73935" y="305634"/>
                  </a:lnTo>
                  <a:lnTo>
                    <a:pt x="78376" y="308517"/>
                  </a:lnTo>
                  <a:lnTo>
                    <a:pt x="82907" y="311258"/>
                  </a:lnTo>
                  <a:lnTo>
                    <a:pt x="87522" y="313855"/>
                  </a:lnTo>
                  <a:lnTo>
                    <a:pt x="92217" y="316303"/>
                  </a:lnTo>
                  <a:lnTo>
                    <a:pt x="96987" y="318602"/>
                  </a:lnTo>
                  <a:lnTo>
                    <a:pt x="101827" y="320749"/>
                  </a:lnTo>
                  <a:lnTo>
                    <a:pt x="106733" y="322741"/>
                  </a:lnTo>
                  <a:lnTo>
                    <a:pt x="111700" y="324577"/>
                  </a:lnTo>
                  <a:lnTo>
                    <a:pt x="116723" y="326255"/>
                  </a:lnTo>
                  <a:lnTo>
                    <a:pt x="121796" y="327772"/>
                  </a:lnTo>
                  <a:lnTo>
                    <a:pt x="126914" y="329128"/>
                  </a:lnTo>
                  <a:lnTo>
                    <a:pt x="132073" y="330322"/>
                  </a:lnTo>
                  <a:lnTo>
                    <a:pt x="137267" y="331351"/>
                  </a:lnTo>
                  <a:lnTo>
                    <a:pt x="142492" y="332216"/>
                  </a:lnTo>
                  <a:lnTo>
                    <a:pt x="147740" y="332914"/>
                  </a:lnTo>
                  <a:lnTo>
                    <a:pt x="153009" y="333446"/>
                  </a:lnTo>
                  <a:lnTo>
                    <a:pt x="158291" y="333811"/>
                  </a:lnTo>
                  <a:lnTo>
                    <a:pt x="163583" y="334009"/>
                  </a:lnTo>
                  <a:lnTo>
                    <a:pt x="168878" y="334038"/>
                  </a:lnTo>
                  <a:lnTo>
                    <a:pt x="174171" y="333900"/>
                  </a:lnTo>
                  <a:lnTo>
                    <a:pt x="179458" y="333594"/>
                  </a:lnTo>
                  <a:lnTo>
                    <a:pt x="184732" y="333121"/>
                  </a:lnTo>
                  <a:lnTo>
                    <a:pt x="189988" y="332482"/>
                  </a:lnTo>
                  <a:lnTo>
                    <a:pt x="195222" y="331676"/>
                  </a:lnTo>
                  <a:lnTo>
                    <a:pt x="200427" y="330705"/>
                  </a:lnTo>
                  <a:lnTo>
                    <a:pt x="205599" y="329569"/>
                  </a:lnTo>
                  <a:lnTo>
                    <a:pt x="210733" y="328270"/>
                  </a:lnTo>
                  <a:lnTo>
                    <a:pt x="215822" y="326809"/>
                  </a:lnTo>
                  <a:lnTo>
                    <a:pt x="220863" y="325188"/>
                  </a:lnTo>
                  <a:lnTo>
                    <a:pt x="225850" y="323408"/>
                  </a:lnTo>
                  <a:lnTo>
                    <a:pt x="230778" y="321471"/>
                  </a:lnTo>
                  <a:lnTo>
                    <a:pt x="235643" y="319378"/>
                  </a:lnTo>
                  <a:lnTo>
                    <a:pt x="240438" y="317133"/>
                  </a:lnTo>
                  <a:lnTo>
                    <a:pt x="245160" y="314737"/>
                  </a:lnTo>
                  <a:lnTo>
                    <a:pt x="249804" y="312193"/>
                  </a:lnTo>
                  <a:lnTo>
                    <a:pt x="254365" y="309503"/>
                  </a:lnTo>
                  <a:lnTo>
                    <a:pt x="258838" y="306669"/>
                  </a:lnTo>
                  <a:lnTo>
                    <a:pt x="263220" y="303696"/>
                  </a:lnTo>
                  <a:lnTo>
                    <a:pt x="267505" y="300585"/>
                  </a:lnTo>
                  <a:lnTo>
                    <a:pt x="271689" y="297340"/>
                  </a:lnTo>
                  <a:lnTo>
                    <a:pt x="275769" y="293964"/>
                  </a:lnTo>
                  <a:lnTo>
                    <a:pt x="279739" y="290460"/>
                  </a:lnTo>
                  <a:lnTo>
                    <a:pt x="283597" y="286833"/>
                  </a:lnTo>
                  <a:lnTo>
                    <a:pt x="287338" y="283085"/>
                  </a:lnTo>
                  <a:lnTo>
                    <a:pt x="290958" y="279221"/>
                  </a:lnTo>
                  <a:lnTo>
                    <a:pt x="294454" y="275244"/>
                  </a:lnTo>
                  <a:lnTo>
                    <a:pt x="297822" y="271158"/>
                  </a:lnTo>
                  <a:lnTo>
                    <a:pt x="301059" y="266968"/>
                  </a:lnTo>
                  <a:lnTo>
                    <a:pt x="304162" y="262677"/>
                  </a:lnTo>
                  <a:lnTo>
                    <a:pt x="307127" y="258290"/>
                  </a:lnTo>
                  <a:lnTo>
                    <a:pt x="309952" y="253811"/>
                  </a:lnTo>
                  <a:lnTo>
                    <a:pt x="312634" y="249245"/>
                  </a:lnTo>
                  <a:lnTo>
                    <a:pt x="315170" y="244596"/>
                  </a:lnTo>
                  <a:lnTo>
                    <a:pt x="317557" y="239870"/>
                  </a:lnTo>
                  <a:lnTo>
                    <a:pt x="319793" y="235070"/>
                  </a:lnTo>
                  <a:lnTo>
                    <a:pt x="321876" y="230202"/>
                  </a:lnTo>
                  <a:lnTo>
                    <a:pt x="323804" y="225270"/>
                  </a:lnTo>
                  <a:lnTo>
                    <a:pt x="325575" y="220280"/>
                  </a:lnTo>
                  <a:lnTo>
                    <a:pt x="327187" y="215236"/>
                  </a:lnTo>
                  <a:lnTo>
                    <a:pt x="328638" y="210143"/>
                  </a:lnTo>
                  <a:lnTo>
                    <a:pt x="329927" y="205008"/>
                  </a:lnTo>
                  <a:lnTo>
                    <a:pt x="331053" y="199834"/>
                  </a:lnTo>
                  <a:lnTo>
                    <a:pt x="332015" y="194626"/>
                  </a:lnTo>
                  <a:lnTo>
                    <a:pt x="332811" y="189391"/>
                  </a:lnTo>
                  <a:lnTo>
                    <a:pt x="333441" y="184134"/>
                  </a:lnTo>
                  <a:lnTo>
                    <a:pt x="333904" y="178859"/>
                  </a:lnTo>
                  <a:lnTo>
                    <a:pt x="334200" y="173572"/>
                  </a:lnTo>
                  <a:lnTo>
                    <a:pt x="334328" y="168278"/>
                  </a:lnTo>
                  <a:lnTo>
                    <a:pt x="334288" y="162983"/>
                  </a:lnTo>
                  <a:lnTo>
                    <a:pt x="334081" y="157692"/>
                  </a:lnTo>
                  <a:lnTo>
                    <a:pt x="333706" y="152410"/>
                  </a:lnTo>
                  <a:lnTo>
                    <a:pt x="333165" y="147143"/>
                  </a:lnTo>
                  <a:lnTo>
                    <a:pt x="332456" y="141895"/>
                  </a:lnTo>
                  <a:lnTo>
                    <a:pt x="331582" y="136673"/>
                  </a:lnTo>
                  <a:lnTo>
                    <a:pt x="330543" y="131480"/>
                  </a:lnTo>
                  <a:lnTo>
                    <a:pt x="329340" y="126324"/>
                  </a:lnTo>
                  <a:lnTo>
                    <a:pt x="327974" y="121208"/>
                  </a:lnTo>
                  <a:lnTo>
                    <a:pt x="326447" y="116138"/>
                  </a:lnTo>
                  <a:lnTo>
                    <a:pt x="324760" y="111118"/>
                  </a:lnTo>
                  <a:lnTo>
                    <a:pt x="322914" y="106155"/>
                  </a:lnTo>
                  <a:lnTo>
                    <a:pt x="320913" y="101253"/>
                  </a:lnTo>
                  <a:lnTo>
                    <a:pt x="318757" y="96416"/>
                  </a:lnTo>
                  <a:lnTo>
                    <a:pt x="316450" y="91650"/>
                  </a:lnTo>
                  <a:lnTo>
                    <a:pt x="313992" y="86960"/>
                  </a:lnTo>
                  <a:lnTo>
                    <a:pt x="311387" y="82350"/>
                  </a:lnTo>
                  <a:lnTo>
                    <a:pt x="308638" y="77824"/>
                  </a:lnTo>
                  <a:lnTo>
                    <a:pt x="305746" y="73388"/>
                  </a:lnTo>
                  <a:lnTo>
                    <a:pt x="302715" y="69046"/>
                  </a:lnTo>
                  <a:lnTo>
                    <a:pt x="299549" y="64802"/>
                  </a:lnTo>
                  <a:lnTo>
                    <a:pt x="296249" y="60660"/>
                  </a:lnTo>
                  <a:lnTo>
                    <a:pt x="292820" y="56625"/>
                  </a:lnTo>
                  <a:lnTo>
                    <a:pt x="289265" y="52701"/>
                  </a:lnTo>
                  <a:lnTo>
                    <a:pt x="285588" y="48891"/>
                  </a:lnTo>
                  <a:lnTo>
                    <a:pt x="281792" y="45200"/>
                  </a:lnTo>
                  <a:lnTo>
                    <a:pt x="277880" y="41630"/>
                  </a:lnTo>
                  <a:lnTo>
                    <a:pt x="273858" y="38187"/>
                  </a:lnTo>
                  <a:lnTo>
                    <a:pt x="269728" y="34872"/>
                  </a:lnTo>
                  <a:lnTo>
                    <a:pt x="265496" y="31690"/>
                  </a:lnTo>
                  <a:lnTo>
                    <a:pt x="261165" y="28643"/>
                  </a:lnTo>
                  <a:lnTo>
                    <a:pt x="256740" y="25736"/>
                  </a:lnTo>
                  <a:lnTo>
                    <a:pt x="252224" y="22969"/>
                  </a:lnTo>
                  <a:lnTo>
                    <a:pt x="247624" y="20348"/>
                  </a:lnTo>
                  <a:lnTo>
                    <a:pt x="242942" y="17873"/>
                  </a:lnTo>
                  <a:lnTo>
                    <a:pt x="238185" y="15548"/>
                  </a:lnTo>
                  <a:lnTo>
                    <a:pt x="233356" y="13374"/>
                  </a:lnTo>
                  <a:lnTo>
                    <a:pt x="228461" y="11355"/>
                  </a:lnTo>
                  <a:lnTo>
                    <a:pt x="223505" y="9492"/>
                  </a:lnTo>
                  <a:lnTo>
                    <a:pt x="218492" y="7786"/>
                  </a:lnTo>
                  <a:lnTo>
                    <a:pt x="213427" y="6241"/>
                  </a:lnTo>
                  <a:lnTo>
                    <a:pt x="208316" y="4856"/>
                  </a:lnTo>
                  <a:lnTo>
                    <a:pt x="203164" y="3634"/>
                  </a:lnTo>
                  <a:lnTo>
                    <a:pt x="197976" y="2576"/>
                  </a:lnTo>
                  <a:lnTo>
                    <a:pt x="192756" y="1682"/>
                  </a:lnTo>
                  <a:lnTo>
                    <a:pt x="187511" y="955"/>
                  </a:lnTo>
                  <a:lnTo>
                    <a:pt x="182246" y="394"/>
                  </a:lnTo>
                  <a:lnTo>
                    <a:pt x="176965" y="0"/>
                  </a:lnTo>
                  <a:lnTo>
                    <a:pt x="167166" y="1668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9799" cy="167167"/>
            </a:xfrm>
            <a:custGeom>
              <a:avLst/>
              <a:pathLst>
                <a:path w="9799" h="167167">
                  <a:moveTo>
                    <a:pt x="9799" y="28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5" y="2633064"/>
              <a:ext cx="167166" cy="263482"/>
            </a:xfrm>
            <a:custGeom>
              <a:avLst/>
              <a:pathLst>
                <a:path w="167166" h="263482">
                  <a:moveTo>
                    <a:pt x="167166" y="0"/>
                  </a:moveTo>
                  <a:lnTo>
                    <a:pt x="161796" y="86"/>
                  </a:lnTo>
                  <a:lnTo>
                    <a:pt x="156431" y="345"/>
                  </a:lnTo>
                  <a:lnTo>
                    <a:pt x="151078" y="775"/>
                  </a:lnTo>
                  <a:lnTo>
                    <a:pt x="145741" y="1378"/>
                  </a:lnTo>
                  <a:lnTo>
                    <a:pt x="140426" y="2152"/>
                  </a:lnTo>
                  <a:lnTo>
                    <a:pt x="135139" y="3096"/>
                  </a:lnTo>
                  <a:lnTo>
                    <a:pt x="129885" y="4210"/>
                  </a:lnTo>
                  <a:lnTo>
                    <a:pt x="124669" y="5491"/>
                  </a:lnTo>
                  <a:lnTo>
                    <a:pt x="119497" y="6940"/>
                  </a:lnTo>
                  <a:lnTo>
                    <a:pt x="114375" y="8554"/>
                  </a:lnTo>
                  <a:lnTo>
                    <a:pt x="109307" y="10332"/>
                  </a:lnTo>
                  <a:lnTo>
                    <a:pt x="104298" y="12271"/>
                  </a:lnTo>
                  <a:lnTo>
                    <a:pt x="99355" y="14371"/>
                  </a:lnTo>
                  <a:lnTo>
                    <a:pt x="94482" y="16628"/>
                  </a:lnTo>
                  <a:lnTo>
                    <a:pt x="89683" y="19041"/>
                  </a:lnTo>
                  <a:lnTo>
                    <a:pt x="84965" y="21606"/>
                  </a:lnTo>
                  <a:lnTo>
                    <a:pt x="80331" y="24322"/>
                  </a:lnTo>
                  <a:lnTo>
                    <a:pt x="75787" y="27185"/>
                  </a:lnTo>
                  <a:lnTo>
                    <a:pt x="71338" y="30193"/>
                  </a:lnTo>
                  <a:lnTo>
                    <a:pt x="66987" y="33342"/>
                  </a:lnTo>
                  <a:lnTo>
                    <a:pt x="62740" y="36629"/>
                  </a:lnTo>
                  <a:lnTo>
                    <a:pt x="58600" y="40051"/>
                  </a:lnTo>
                  <a:lnTo>
                    <a:pt x="54573" y="43604"/>
                  </a:lnTo>
                  <a:lnTo>
                    <a:pt x="50661" y="47285"/>
                  </a:lnTo>
                  <a:lnTo>
                    <a:pt x="46870" y="51090"/>
                  </a:lnTo>
                  <a:lnTo>
                    <a:pt x="43204" y="55014"/>
                  </a:lnTo>
                  <a:lnTo>
                    <a:pt x="39665" y="59054"/>
                  </a:lnTo>
                  <a:lnTo>
                    <a:pt x="36257" y="63206"/>
                  </a:lnTo>
                  <a:lnTo>
                    <a:pt x="32985" y="67465"/>
                  </a:lnTo>
                  <a:lnTo>
                    <a:pt x="29852" y="71827"/>
                  </a:lnTo>
                  <a:lnTo>
                    <a:pt x="26860" y="76287"/>
                  </a:lnTo>
                  <a:lnTo>
                    <a:pt x="24013" y="80841"/>
                  </a:lnTo>
                  <a:lnTo>
                    <a:pt x="21314" y="85484"/>
                  </a:lnTo>
                  <a:lnTo>
                    <a:pt x="18765" y="90212"/>
                  </a:lnTo>
                  <a:lnTo>
                    <a:pt x="16369" y="95019"/>
                  </a:lnTo>
                  <a:lnTo>
                    <a:pt x="14130" y="99900"/>
                  </a:lnTo>
                  <a:lnTo>
                    <a:pt x="12048" y="104851"/>
                  </a:lnTo>
                  <a:lnTo>
                    <a:pt x="10126" y="109866"/>
                  </a:lnTo>
                  <a:lnTo>
                    <a:pt x="8366" y="114941"/>
                  </a:lnTo>
                  <a:lnTo>
                    <a:pt x="6770" y="120069"/>
                  </a:lnTo>
                  <a:lnTo>
                    <a:pt x="5340" y="125246"/>
                  </a:lnTo>
                  <a:lnTo>
                    <a:pt x="4077" y="130466"/>
                  </a:lnTo>
                  <a:lnTo>
                    <a:pt x="2982" y="135724"/>
                  </a:lnTo>
                  <a:lnTo>
                    <a:pt x="2057" y="141014"/>
                  </a:lnTo>
                  <a:lnTo>
                    <a:pt x="1302" y="146332"/>
                  </a:lnTo>
                  <a:lnTo>
                    <a:pt x="718" y="151671"/>
                  </a:lnTo>
                  <a:lnTo>
                    <a:pt x="306" y="157026"/>
                  </a:lnTo>
                  <a:lnTo>
                    <a:pt x="67" y="162391"/>
                  </a:lnTo>
                  <a:lnTo>
                    <a:pt x="0" y="167762"/>
                  </a:lnTo>
                  <a:lnTo>
                    <a:pt x="105" y="173131"/>
                  </a:lnTo>
                  <a:lnTo>
                    <a:pt x="383" y="178495"/>
                  </a:lnTo>
                  <a:lnTo>
                    <a:pt x="833" y="183847"/>
                  </a:lnTo>
                  <a:lnTo>
                    <a:pt x="1454" y="189182"/>
                  </a:lnTo>
                  <a:lnTo>
                    <a:pt x="2247" y="194494"/>
                  </a:lnTo>
                  <a:lnTo>
                    <a:pt x="3210" y="199777"/>
                  </a:lnTo>
                  <a:lnTo>
                    <a:pt x="4342" y="205028"/>
                  </a:lnTo>
                  <a:lnTo>
                    <a:pt x="5643" y="210239"/>
                  </a:lnTo>
                  <a:lnTo>
                    <a:pt x="7110" y="215405"/>
                  </a:lnTo>
                  <a:lnTo>
                    <a:pt x="8742" y="220522"/>
                  </a:lnTo>
                  <a:lnTo>
                    <a:pt x="10538" y="225584"/>
                  </a:lnTo>
                  <a:lnTo>
                    <a:pt x="12495" y="230585"/>
                  </a:lnTo>
                  <a:lnTo>
                    <a:pt x="14612" y="235521"/>
                  </a:lnTo>
                  <a:lnTo>
                    <a:pt x="16887" y="240386"/>
                  </a:lnTo>
                  <a:lnTo>
                    <a:pt x="19316" y="245176"/>
                  </a:lnTo>
                  <a:lnTo>
                    <a:pt x="21899" y="249885"/>
                  </a:lnTo>
                  <a:lnTo>
                    <a:pt x="24631" y="254509"/>
                  </a:lnTo>
                  <a:lnTo>
                    <a:pt x="27510" y="259043"/>
                  </a:lnTo>
                  <a:lnTo>
                    <a:pt x="30534" y="26348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82379" y="2800231"/>
              <a:ext cx="136632" cy="96315"/>
            </a:xfrm>
            <a:custGeom>
              <a:avLst/>
              <a:pathLst>
                <a:path w="136632" h="96315">
                  <a:moveTo>
                    <a:pt x="0" y="96315"/>
                  </a:moveTo>
                  <a:lnTo>
                    <a:pt x="1366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82379" y="2640927"/>
              <a:ext cx="303789" cy="326471"/>
            </a:xfrm>
            <a:custGeom>
              <a:avLst/>
              <a:pathLst>
                <a:path w="303789" h="326471">
                  <a:moveTo>
                    <a:pt x="0" y="255619"/>
                  </a:moveTo>
                  <a:lnTo>
                    <a:pt x="3136" y="259922"/>
                  </a:lnTo>
                  <a:lnTo>
                    <a:pt x="6408" y="264122"/>
                  </a:lnTo>
                  <a:lnTo>
                    <a:pt x="9812" y="268216"/>
                  </a:lnTo>
                  <a:lnTo>
                    <a:pt x="13345" y="272200"/>
                  </a:lnTo>
                  <a:lnTo>
                    <a:pt x="17003" y="276069"/>
                  </a:lnTo>
                  <a:lnTo>
                    <a:pt x="20783" y="279819"/>
                  </a:lnTo>
                  <a:lnTo>
                    <a:pt x="24679" y="283448"/>
                  </a:lnTo>
                  <a:lnTo>
                    <a:pt x="28690" y="286950"/>
                  </a:lnTo>
                  <a:lnTo>
                    <a:pt x="32810" y="290323"/>
                  </a:lnTo>
                  <a:lnTo>
                    <a:pt x="37035" y="293563"/>
                  </a:lnTo>
                  <a:lnTo>
                    <a:pt x="41361" y="296667"/>
                  </a:lnTo>
                  <a:lnTo>
                    <a:pt x="45784" y="299631"/>
                  </a:lnTo>
                  <a:lnTo>
                    <a:pt x="50299" y="302453"/>
                  </a:lnTo>
                  <a:lnTo>
                    <a:pt x="54902" y="305130"/>
                  </a:lnTo>
                  <a:lnTo>
                    <a:pt x="59587" y="307659"/>
                  </a:lnTo>
                  <a:lnTo>
                    <a:pt x="64351" y="310037"/>
                  </a:lnTo>
                  <a:lnTo>
                    <a:pt x="69188" y="312263"/>
                  </a:lnTo>
                  <a:lnTo>
                    <a:pt x="74094" y="314333"/>
                  </a:lnTo>
                  <a:lnTo>
                    <a:pt x="79063" y="316246"/>
                  </a:lnTo>
                  <a:lnTo>
                    <a:pt x="84090" y="318000"/>
                  </a:lnTo>
                  <a:lnTo>
                    <a:pt x="89171" y="319592"/>
                  </a:lnTo>
                  <a:lnTo>
                    <a:pt x="94299" y="321023"/>
                  </a:lnTo>
                  <a:lnTo>
                    <a:pt x="99471" y="322289"/>
                  </a:lnTo>
                  <a:lnTo>
                    <a:pt x="104681" y="323390"/>
                  </a:lnTo>
                  <a:lnTo>
                    <a:pt x="109922" y="324324"/>
                  </a:lnTo>
                  <a:lnTo>
                    <a:pt x="115191" y="325091"/>
                  </a:lnTo>
                  <a:lnTo>
                    <a:pt x="120482" y="325690"/>
                  </a:lnTo>
                  <a:lnTo>
                    <a:pt x="125789" y="326119"/>
                  </a:lnTo>
                  <a:lnTo>
                    <a:pt x="131107" y="326380"/>
                  </a:lnTo>
                  <a:lnTo>
                    <a:pt x="136431" y="326471"/>
                  </a:lnTo>
                  <a:lnTo>
                    <a:pt x="141755" y="326393"/>
                  </a:lnTo>
                  <a:lnTo>
                    <a:pt x="147073" y="326145"/>
                  </a:lnTo>
                  <a:lnTo>
                    <a:pt x="152382" y="325728"/>
                  </a:lnTo>
                  <a:lnTo>
                    <a:pt x="157674" y="325142"/>
                  </a:lnTo>
                  <a:lnTo>
                    <a:pt x="162944" y="324388"/>
                  </a:lnTo>
                  <a:lnTo>
                    <a:pt x="168189" y="323466"/>
                  </a:lnTo>
                  <a:lnTo>
                    <a:pt x="173401" y="322378"/>
                  </a:lnTo>
                  <a:lnTo>
                    <a:pt x="178575" y="321124"/>
                  </a:lnTo>
                  <a:lnTo>
                    <a:pt x="183708" y="319706"/>
                  </a:lnTo>
                  <a:lnTo>
                    <a:pt x="188792" y="318125"/>
                  </a:lnTo>
                  <a:lnTo>
                    <a:pt x="193824" y="316384"/>
                  </a:lnTo>
                  <a:lnTo>
                    <a:pt x="198797" y="314483"/>
                  </a:lnTo>
                  <a:lnTo>
                    <a:pt x="203708" y="312424"/>
                  </a:lnTo>
                  <a:lnTo>
                    <a:pt x="208550" y="310210"/>
                  </a:lnTo>
                  <a:lnTo>
                    <a:pt x="213319" y="307843"/>
                  </a:lnTo>
                  <a:lnTo>
                    <a:pt x="218011" y="305326"/>
                  </a:lnTo>
                  <a:lnTo>
                    <a:pt x="222620" y="302660"/>
                  </a:lnTo>
                  <a:lnTo>
                    <a:pt x="227142" y="299849"/>
                  </a:lnTo>
                  <a:lnTo>
                    <a:pt x="231572" y="296895"/>
                  </a:lnTo>
                  <a:lnTo>
                    <a:pt x="235906" y="293802"/>
                  </a:lnTo>
                  <a:lnTo>
                    <a:pt x="240139" y="290572"/>
                  </a:lnTo>
                  <a:lnTo>
                    <a:pt x="244267" y="287209"/>
                  </a:lnTo>
                  <a:lnTo>
                    <a:pt x="248285" y="283716"/>
                  </a:lnTo>
                  <a:lnTo>
                    <a:pt x="252191" y="280097"/>
                  </a:lnTo>
                  <a:lnTo>
                    <a:pt x="255979" y="276356"/>
                  </a:lnTo>
                  <a:lnTo>
                    <a:pt x="259646" y="272496"/>
                  </a:lnTo>
                  <a:lnTo>
                    <a:pt x="263189" y="268520"/>
                  </a:lnTo>
                  <a:lnTo>
                    <a:pt x="266603" y="264435"/>
                  </a:lnTo>
                  <a:lnTo>
                    <a:pt x="269885" y="260242"/>
                  </a:lnTo>
                  <a:lnTo>
                    <a:pt x="273032" y="255947"/>
                  </a:lnTo>
                  <a:lnTo>
                    <a:pt x="276041" y="251554"/>
                  </a:lnTo>
                  <a:lnTo>
                    <a:pt x="278908" y="247068"/>
                  </a:lnTo>
                  <a:lnTo>
                    <a:pt x="281631" y="242492"/>
                  </a:lnTo>
                  <a:lnTo>
                    <a:pt x="284206" y="237832"/>
                  </a:lnTo>
                  <a:lnTo>
                    <a:pt x="286632" y="233092"/>
                  </a:lnTo>
                  <a:lnTo>
                    <a:pt x="288906" y="228278"/>
                  </a:lnTo>
                  <a:lnTo>
                    <a:pt x="291026" y="223393"/>
                  </a:lnTo>
                  <a:lnTo>
                    <a:pt x="292988" y="218444"/>
                  </a:lnTo>
                  <a:lnTo>
                    <a:pt x="294793" y="213434"/>
                  </a:lnTo>
                  <a:lnTo>
                    <a:pt x="296436" y="208370"/>
                  </a:lnTo>
                  <a:lnTo>
                    <a:pt x="297918" y="203256"/>
                  </a:lnTo>
                  <a:lnTo>
                    <a:pt x="299236" y="198097"/>
                  </a:lnTo>
                  <a:lnTo>
                    <a:pt x="300389" y="192899"/>
                  </a:lnTo>
                  <a:lnTo>
                    <a:pt x="301375" y="187667"/>
                  </a:lnTo>
                  <a:lnTo>
                    <a:pt x="302195" y="182406"/>
                  </a:lnTo>
                  <a:lnTo>
                    <a:pt x="302847" y="177121"/>
                  </a:lnTo>
                  <a:lnTo>
                    <a:pt x="303330" y="171819"/>
                  </a:lnTo>
                  <a:lnTo>
                    <a:pt x="303644" y="166504"/>
                  </a:lnTo>
                  <a:lnTo>
                    <a:pt x="303789" y="161181"/>
                  </a:lnTo>
                  <a:lnTo>
                    <a:pt x="303764" y="155857"/>
                  </a:lnTo>
                  <a:lnTo>
                    <a:pt x="303569" y="150536"/>
                  </a:lnTo>
                  <a:lnTo>
                    <a:pt x="303205" y="145224"/>
                  </a:lnTo>
                  <a:lnTo>
                    <a:pt x="302672" y="139926"/>
                  </a:lnTo>
                  <a:lnTo>
                    <a:pt x="301971" y="134648"/>
                  </a:lnTo>
                  <a:lnTo>
                    <a:pt x="301102" y="129395"/>
                  </a:lnTo>
                  <a:lnTo>
                    <a:pt x="300066" y="124172"/>
                  </a:lnTo>
                  <a:lnTo>
                    <a:pt x="298864" y="118985"/>
                  </a:lnTo>
                  <a:lnTo>
                    <a:pt x="297498" y="113839"/>
                  </a:lnTo>
                  <a:lnTo>
                    <a:pt x="295968" y="108739"/>
                  </a:lnTo>
                  <a:lnTo>
                    <a:pt x="294277" y="103690"/>
                  </a:lnTo>
                  <a:lnTo>
                    <a:pt x="292426" y="98698"/>
                  </a:lnTo>
                  <a:lnTo>
                    <a:pt x="290417" y="93767"/>
                  </a:lnTo>
                  <a:lnTo>
                    <a:pt x="288252" y="88903"/>
                  </a:lnTo>
                  <a:lnTo>
                    <a:pt x="285933" y="84110"/>
                  </a:lnTo>
                  <a:lnTo>
                    <a:pt x="283462" y="79393"/>
                  </a:lnTo>
                  <a:lnTo>
                    <a:pt x="280843" y="74757"/>
                  </a:lnTo>
                  <a:lnTo>
                    <a:pt x="278077" y="70208"/>
                  </a:lnTo>
                  <a:lnTo>
                    <a:pt x="275168" y="65748"/>
                  </a:lnTo>
                  <a:lnTo>
                    <a:pt x="272118" y="61384"/>
                  </a:lnTo>
                  <a:lnTo>
                    <a:pt x="268931" y="57118"/>
                  </a:lnTo>
                  <a:lnTo>
                    <a:pt x="265609" y="52957"/>
                  </a:lnTo>
                  <a:lnTo>
                    <a:pt x="262157" y="48903"/>
                  </a:lnTo>
                  <a:lnTo>
                    <a:pt x="258578" y="44962"/>
                  </a:lnTo>
                  <a:lnTo>
                    <a:pt x="254874" y="41136"/>
                  </a:lnTo>
                  <a:lnTo>
                    <a:pt x="251051" y="37430"/>
                  </a:lnTo>
                  <a:lnTo>
                    <a:pt x="247112" y="33848"/>
                  </a:lnTo>
                  <a:lnTo>
                    <a:pt x="243060" y="30393"/>
                  </a:lnTo>
                  <a:lnTo>
                    <a:pt x="238901" y="27069"/>
                  </a:lnTo>
                  <a:lnTo>
                    <a:pt x="234638" y="23880"/>
                  </a:lnTo>
                  <a:lnTo>
                    <a:pt x="230275" y="20827"/>
                  </a:lnTo>
                  <a:lnTo>
                    <a:pt x="225817" y="17915"/>
                  </a:lnTo>
                  <a:lnTo>
                    <a:pt x="221269" y="15146"/>
                  </a:lnTo>
                  <a:lnTo>
                    <a:pt x="216635" y="12524"/>
                  </a:lnTo>
                  <a:lnTo>
                    <a:pt x="211920" y="10051"/>
                  </a:lnTo>
                  <a:lnTo>
                    <a:pt x="207129" y="7729"/>
                  </a:lnTo>
                  <a:lnTo>
                    <a:pt x="202266" y="5560"/>
                  </a:lnTo>
                  <a:lnTo>
                    <a:pt x="197336" y="3548"/>
                  </a:lnTo>
                  <a:lnTo>
                    <a:pt x="192345" y="1694"/>
                  </a:lnTo>
                  <a:lnTo>
                    <a:pt x="187298" y="0"/>
                  </a:lnTo>
                  <a:lnTo>
                    <a:pt x="136632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6273" y="2126963"/>
              <a:ext cx="62198" cy="167167"/>
            </a:xfrm>
            <a:custGeom>
              <a:avLst/>
              <a:pathLst>
                <a:path w="62198" h="167167">
                  <a:moveTo>
                    <a:pt x="62198" y="0"/>
                  </a:moveTo>
                  <a:lnTo>
                    <a:pt x="56406" y="100"/>
                  </a:lnTo>
                  <a:lnTo>
                    <a:pt x="50620" y="401"/>
                  </a:lnTo>
                  <a:lnTo>
                    <a:pt x="44848" y="902"/>
                  </a:lnTo>
                  <a:lnTo>
                    <a:pt x="39097" y="1603"/>
                  </a:lnTo>
                  <a:lnTo>
                    <a:pt x="33374" y="2503"/>
                  </a:lnTo>
                  <a:lnTo>
                    <a:pt x="27686" y="3601"/>
                  </a:lnTo>
                  <a:lnTo>
                    <a:pt x="22039" y="4895"/>
                  </a:lnTo>
                  <a:lnTo>
                    <a:pt x="16440" y="6384"/>
                  </a:lnTo>
                  <a:lnTo>
                    <a:pt x="10896" y="8066"/>
                  </a:lnTo>
                  <a:lnTo>
                    <a:pt x="5414" y="9940"/>
                  </a:lnTo>
                  <a:lnTo>
                    <a:pt x="0" y="12002"/>
                  </a:lnTo>
                  <a:lnTo>
                    <a:pt x="621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66273" y="2138965"/>
              <a:ext cx="62198" cy="155165"/>
            </a:xfrm>
            <a:custGeom>
              <a:avLst/>
              <a:pathLst>
                <a:path w="62198" h="155165">
                  <a:moveTo>
                    <a:pt x="0" y="0"/>
                  </a:moveTo>
                  <a:lnTo>
                    <a:pt x="62198" y="155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08" y="2138965"/>
              <a:ext cx="237796" cy="322322"/>
            </a:xfrm>
            <a:custGeom>
              <a:avLst/>
              <a:pathLst>
                <a:path w="237796" h="322322">
                  <a:moveTo>
                    <a:pt x="104964" y="0"/>
                  </a:moveTo>
                  <a:lnTo>
                    <a:pt x="100037" y="2067"/>
                  </a:lnTo>
                  <a:lnTo>
                    <a:pt x="95178" y="4290"/>
                  </a:lnTo>
                  <a:lnTo>
                    <a:pt x="90393" y="6668"/>
                  </a:lnTo>
                  <a:lnTo>
                    <a:pt x="85686" y="9197"/>
                  </a:lnTo>
                  <a:lnTo>
                    <a:pt x="81063" y="11876"/>
                  </a:lnTo>
                  <a:lnTo>
                    <a:pt x="76527" y="14701"/>
                  </a:lnTo>
                  <a:lnTo>
                    <a:pt x="72084" y="17670"/>
                  </a:lnTo>
                  <a:lnTo>
                    <a:pt x="67738" y="20779"/>
                  </a:lnTo>
                  <a:lnTo>
                    <a:pt x="63494" y="24025"/>
                  </a:lnTo>
                  <a:lnTo>
                    <a:pt x="59356" y="27405"/>
                  </a:lnTo>
                  <a:lnTo>
                    <a:pt x="55327" y="30916"/>
                  </a:lnTo>
                  <a:lnTo>
                    <a:pt x="51414" y="34554"/>
                  </a:lnTo>
                  <a:lnTo>
                    <a:pt x="47618" y="38315"/>
                  </a:lnTo>
                  <a:lnTo>
                    <a:pt x="43944" y="42195"/>
                  </a:lnTo>
                  <a:lnTo>
                    <a:pt x="40397" y="46191"/>
                  </a:lnTo>
                  <a:lnTo>
                    <a:pt x="36979" y="50298"/>
                  </a:lnTo>
                  <a:lnTo>
                    <a:pt x="33694" y="54513"/>
                  </a:lnTo>
                  <a:lnTo>
                    <a:pt x="30545" y="58830"/>
                  </a:lnTo>
                  <a:lnTo>
                    <a:pt x="27536" y="63245"/>
                  </a:lnTo>
                  <a:lnTo>
                    <a:pt x="24669" y="67755"/>
                  </a:lnTo>
                  <a:lnTo>
                    <a:pt x="21949" y="72354"/>
                  </a:lnTo>
                  <a:lnTo>
                    <a:pt x="19376" y="77037"/>
                  </a:lnTo>
                  <a:lnTo>
                    <a:pt x="16955" y="81800"/>
                  </a:lnTo>
                  <a:lnTo>
                    <a:pt x="14687" y="86638"/>
                  </a:lnTo>
                  <a:lnTo>
                    <a:pt x="12574" y="91547"/>
                  </a:lnTo>
                  <a:lnTo>
                    <a:pt x="10620" y="96520"/>
                  </a:lnTo>
                  <a:lnTo>
                    <a:pt x="8826" y="101553"/>
                  </a:lnTo>
                  <a:lnTo>
                    <a:pt x="7193" y="106641"/>
                  </a:lnTo>
                  <a:lnTo>
                    <a:pt x="5724" y="111778"/>
                  </a:lnTo>
                  <a:lnTo>
                    <a:pt x="4420" y="116960"/>
                  </a:lnTo>
                  <a:lnTo>
                    <a:pt x="3282" y="122181"/>
                  </a:lnTo>
                  <a:lnTo>
                    <a:pt x="2311" y="127436"/>
                  </a:lnTo>
                  <a:lnTo>
                    <a:pt x="1509" y="132718"/>
                  </a:lnTo>
                  <a:lnTo>
                    <a:pt x="877" y="138024"/>
                  </a:lnTo>
                  <a:lnTo>
                    <a:pt x="414" y="143348"/>
                  </a:lnTo>
                  <a:lnTo>
                    <a:pt x="121" y="148683"/>
                  </a:lnTo>
                  <a:lnTo>
                    <a:pt x="0" y="154025"/>
                  </a:lnTo>
                  <a:lnTo>
                    <a:pt x="48" y="159368"/>
                  </a:lnTo>
                  <a:lnTo>
                    <a:pt x="268" y="164707"/>
                  </a:lnTo>
                  <a:lnTo>
                    <a:pt x="658" y="170036"/>
                  </a:lnTo>
                  <a:lnTo>
                    <a:pt x="1219" y="175350"/>
                  </a:lnTo>
                  <a:lnTo>
                    <a:pt x="1949" y="180643"/>
                  </a:lnTo>
                  <a:lnTo>
                    <a:pt x="2847" y="185911"/>
                  </a:lnTo>
                  <a:lnTo>
                    <a:pt x="3914" y="191147"/>
                  </a:lnTo>
                  <a:lnTo>
                    <a:pt x="5147" y="196346"/>
                  </a:lnTo>
                  <a:lnTo>
                    <a:pt x="6546" y="201503"/>
                  </a:lnTo>
                  <a:lnTo>
                    <a:pt x="8109" y="206612"/>
                  </a:lnTo>
                  <a:lnTo>
                    <a:pt x="9835" y="211670"/>
                  </a:lnTo>
                  <a:lnTo>
                    <a:pt x="11721" y="216669"/>
                  </a:lnTo>
                  <a:lnTo>
                    <a:pt x="13766" y="221606"/>
                  </a:lnTo>
                  <a:lnTo>
                    <a:pt x="15968" y="226474"/>
                  </a:lnTo>
                  <a:lnTo>
                    <a:pt x="18324" y="231270"/>
                  </a:lnTo>
                  <a:lnTo>
                    <a:pt x="20833" y="235988"/>
                  </a:lnTo>
                  <a:lnTo>
                    <a:pt x="23491" y="240624"/>
                  </a:lnTo>
                  <a:lnTo>
                    <a:pt x="26295" y="245172"/>
                  </a:lnTo>
                  <a:lnTo>
                    <a:pt x="29244" y="249628"/>
                  </a:lnTo>
                  <a:lnTo>
                    <a:pt x="32334" y="253988"/>
                  </a:lnTo>
                  <a:lnTo>
                    <a:pt x="35561" y="258246"/>
                  </a:lnTo>
                  <a:lnTo>
                    <a:pt x="38923" y="262400"/>
                  </a:lnTo>
                  <a:lnTo>
                    <a:pt x="42415" y="266444"/>
                  </a:lnTo>
                  <a:lnTo>
                    <a:pt x="46036" y="270374"/>
                  </a:lnTo>
                  <a:lnTo>
                    <a:pt x="49780" y="274186"/>
                  </a:lnTo>
                  <a:lnTo>
                    <a:pt x="53644" y="277877"/>
                  </a:lnTo>
                  <a:lnTo>
                    <a:pt x="57623" y="281442"/>
                  </a:lnTo>
                  <a:lnTo>
                    <a:pt x="61715" y="284879"/>
                  </a:lnTo>
                  <a:lnTo>
                    <a:pt x="65915" y="288183"/>
                  </a:lnTo>
                  <a:lnTo>
                    <a:pt x="70218" y="291351"/>
                  </a:lnTo>
                  <a:lnTo>
                    <a:pt x="74620" y="294379"/>
                  </a:lnTo>
                  <a:lnTo>
                    <a:pt x="79117" y="297266"/>
                  </a:lnTo>
                  <a:lnTo>
                    <a:pt x="83703" y="300007"/>
                  </a:lnTo>
                  <a:lnTo>
                    <a:pt x="88375" y="302601"/>
                  </a:lnTo>
                  <a:lnTo>
                    <a:pt x="93127" y="305044"/>
                  </a:lnTo>
                  <a:lnTo>
                    <a:pt x="97955" y="307333"/>
                  </a:lnTo>
                  <a:lnTo>
                    <a:pt x="102854" y="309467"/>
                  </a:lnTo>
                  <a:lnTo>
                    <a:pt x="107819" y="311444"/>
                  </a:lnTo>
                  <a:lnTo>
                    <a:pt x="112844" y="313261"/>
                  </a:lnTo>
                  <a:lnTo>
                    <a:pt x="117924" y="314916"/>
                  </a:lnTo>
                  <a:lnTo>
                    <a:pt x="123055" y="316408"/>
                  </a:lnTo>
                  <a:lnTo>
                    <a:pt x="128231" y="317736"/>
                  </a:lnTo>
                  <a:lnTo>
                    <a:pt x="133447" y="318897"/>
                  </a:lnTo>
                  <a:lnTo>
                    <a:pt x="138697" y="319891"/>
                  </a:lnTo>
                  <a:lnTo>
                    <a:pt x="143976" y="320716"/>
                  </a:lnTo>
                  <a:lnTo>
                    <a:pt x="149279" y="321373"/>
                  </a:lnTo>
                  <a:lnTo>
                    <a:pt x="154600" y="321859"/>
                  </a:lnTo>
                  <a:lnTo>
                    <a:pt x="159934" y="322176"/>
                  </a:lnTo>
                  <a:lnTo>
                    <a:pt x="165276" y="322322"/>
                  </a:lnTo>
                  <a:lnTo>
                    <a:pt x="170619" y="322296"/>
                  </a:lnTo>
                  <a:lnTo>
                    <a:pt x="175959" y="322101"/>
                  </a:lnTo>
                  <a:lnTo>
                    <a:pt x="181290" y="321734"/>
                  </a:lnTo>
                  <a:lnTo>
                    <a:pt x="186606" y="321198"/>
                  </a:lnTo>
                  <a:lnTo>
                    <a:pt x="191903" y="320491"/>
                  </a:lnTo>
                  <a:lnTo>
                    <a:pt x="197174" y="319616"/>
                  </a:lnTo>
                  <a:lnTo>
                    <a:pt x="202414" y="318573"/>
                  </a:lnTo>
                  <a:lnTo>
                    <a:pt x="207619" y="317363"/>
                  </a:lnTo>
                  <a:lnTo>
                    <a:pt x="212782" y="315987"/>
                  </a:lnTo>
                  <a:lnTo>
                    <a:pt x="217899" y="314447"/>
                  </a:lnTo>
                  <a:lnTo>
                    <a:pt x="222964" y="312744"/>
                  </a:lnTo>
                  <a:lnTo>
                    <a:pt x="227972" y="310880"/>
                  </a:lnTo>
                  <a:lnTo>
                    <a:pt x="232917" y="308857"/>
                  </a:lnTo>
                  <a:lnTo>
                    <a:pt x="237796" y="306677"/>
                  </a:lnTo>
                  <a:lnTo>
                    <a:pt x="167163" y="155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56" cy="318679"/>
            </a:xfrm>
            <a:custGeom>
              <a:avLst/>
              <a:pathLst>
                <a:path w="167156" h="318679">
                  <a:moveTo>
                    <a:pt x="70632" y="318679"/>
                  </a:moveTo>
                  <a:lnTo>
                    <a:pt x="75418" y="316355"/>
                  </a:lnTo>
                  <a:lnTo>
                    <a:pt x="80127" y="313879"/>
                  </a:lnTo>
                  <a:lnTo>
                    <a:pt x="84755" y="311255"/>
                  </a:lnTo>
                  <a:lnTo>
                    <a:pt x="89298" y="308485"/>
                  </a:lnTo>
                  <a:lnTo>
                    <a:pt x="93749" y="305572"/>
                  </a:lnTo>
                  <a:lnTo>
                    <a:pt x="98106" y="302518"/>
                  </a:lnTo>
                  <a:lnTo>
                    <a:pt x="102364" y="299328"/>
                  </a:lnTo>
                  <a:lnTo>
                    <a:pt x="106518" y="296003"/>
                  </a:lnTo>
                  <a:lnTo>
                    <a:pt x="110564" y="292548"/>
                  </a:lnTo>
                  <a:lnTo>
                    <a:pt x="114498" y="288967"/>
                  </a:lnTo>
                  <a:lnTo>
                    <a:pt x="118316" y="285261"/>
                  </a:lnTo>
                  <a:lnTo>
                    <a:pt x="122014" y="281436"/>
                  </a:lnTo>
                  <a:lnTo>
                    <a:pt x="125588" y="277496"/>
                  </a:lnTo>
                  <a:lnTo>
                    <a:pt x="129036" y="273443"/>
                  </a:lnTo>
                  <a:lnTo>
                    <a:pt x="132352" y="269283"/>
                  </a:lnTo>
                  <a:lnTo>
                    <a:pt x="135535" y="265020"/>
                  </a:lnTo>
                  <a:lnTo>
                    <a:pt x="138580" y="260657"/>
                  </a:lnTo>
                  <a:lnTo>
                    <a:pt x="141485" y="256200"/>
                  </a:lnTo>
                  <a:lnTo>
                    <a:pt x="144246" y="251652"/>
                  </a:lnTo>
                  <a:lnTo>
                    <a:pt x="146862" y="247019"/>
                  </a:lnTo>
                  <a:lnTo>
                    <a:pt x="149329" y="242305"/>
                  </a:lnTo>
                  <a:lnTo>
                    <a:pt x="151644" y="237515"/>
                  </a:lnTo>
                  <a:lnTo>
                    <a:pt x="153806" y="232654"/>
                  </a:lnTo>
                  <a:lnTo>
                    <a:pt x="155812" y="227726"/>
                  </a:lnTo>
                  <a:lnTo>
                    <a:pt x="157660" y="222737"/>
                  </a:lnTo>
                  <a:lnTo>
                    <a:pt x="159349" y="217692"/>
                  </a:lnTo>
                  <a:lnTo>
                    <a:pt x="160876" y="212595"/>
                  </a:lnTo>
                  <a:lnTo>
                    <a:pt x="162240" y="207453"/>
                  </a:lnTo>
                  <a:lnTo>
                    <a:pt x="163440" y="202270"/>
                  </a:lnTo>
                  <a:lnTo>
                    <a:pt x="164474" y="197051"/>
                  </a:lnTo>
                  <a:lnTo>
                    <a:pt x="165342" y="191802"/>
                  </a:lnTo>
                  <a:lnTo>
                    <a:pt x="166042" y="186528"/>
                  </a:lnTo>
                  <a:lnTo>
                    <a:pt x="166574" y="181234"/>
                  </a:lnTo>
                  <a:lnTo>
                    <a:pt x="166937" y="175926"/>
                  </a:lnTo>
                  <a:lnTo>
                    <a:pt x="167131" y="170609"/>
                  </a:lnTo>
                  <a:lnTo>
                    <a:pt x="167156" y="165289"/>
                  </a:lnTo>
                  <a:lnTo>
                    <a:pt x="167012" y="159971"/>
                  </a:lnTo>
                  <a:lnTo>
                    <a:pt x="166698" y="154659"/>
                  </a:lnTo>
                  <a:lnTo>
                    <a:pt x="166216" y="149361"/>
                  </a:lnTo>
                  <a:lnTo>
                    <a:pt x="165565" y="144081"/>
                  </a:lnTo>
                  <a:lnTo>
                    <a:pt x="164747" y="138824"/>
                  </a:lnTo>
                  <a:lnTo>
                    <a:pt x="163761" y="133595"/>
                  </a:lnTo>
                  <a:lnTo>
                    <a:pt x="162610" y="128401"/>
                  </a:lnTo>
                  <a:lnTo>
                    <a:pt x="161294" y="123246"/>
                  </a:lnTo>
                  <a:lnTo>
                    <a:pt x="159815" y="118135"/>
                  </a:lnTo>
                  <a:lnTo>
                    <a:pt x="158173" y="113075"/>
                  </a:lnTo>
                  <a:lnTo>
                    <a:pt x="156372" y="108069"/>
                  </a:lnTo>
                  <a:lnTo>
                    <a:pt x="154412" y="103122"/>
                  </a:lnTo>
                  <a:lnTo>
                    <a:pt x="152296" y="98241"/>
                  </a:lnTo>
                  <a:lnTo>
                    <a:pt x="150025" y="93429"/>
                  </a:lnTo>
                  <a:lnTo>
                    <a:pt x="147603" y="88693"/>
                  </a:lnTo>
                  <a:lnTo>
                    <a:pt x="145031" y="84035"/>
                  </a:lnTo>
                  <a:lnTo>
                    <a:pt x="142312" y="79462"/>
                  </a:lnTo>
                  <a:lnTo>
                    <a:pt x="139449" y="74978"/>
                  </a:lnTo>
                  <a:lnTo>
                    <a:pt x="136445" y="70587"/>
                  </a:lnTo>
                  <a:lnTo>
                    <a:pt x="133302" y="66294"/>
                  </a:lnTo>
                  <a:lnTo>
                    <a:pt x="130024" y="62103"/>
                  </a:lnTo>
                  <a:lnTo>
                    <a:pt x="126615" y="58018"/>
                  </a:lnTo>
                  <a:lnTo>
                    <a:pt x="123078" y="54044"/>
                  </a:lnTo>
                  <a:lnTo>
                    <a:pt x="119416" y="50185"/>
                  </a:lnTo>
                  <a:lnTo>
                    <a:pt x="115632" y="46444"/>
                  </a:lnTo>
                  <a:lnTo>
                    <a:pt x="111732" y="42826"/>
                  </a:lnTo>
                  <a:lnTo>
                    <a:pt x="107719" y="39333"/>
                  </a:lnTo>
                  <a:lnTo>
                    <a:pt x="103596" y="35970"/>
                  </a:lnTo>
                  <a:lnTo>
                    <a:pt x="99369" y="32740"/>
                  </a:lnTo>
                  <a:lnTo>
                    <a:pt x="95041" y="29646"/>
                  </a:lnTo>
                  <a:lnTo>
                    <a:pt x="90616" y="26691"/>
                  </a:lnTo>
                  <a:lnTo>
                    <a:pt x="86100" y="23878"/>
                  </a:lnTo>
                  <a:lnTo>
                    <a:pt x="81497" y="21211"/>
                  </a:lnTo>
                  <a:lnTo>
                    <a:pt x="76811" y="18691"/>
                  </a:lnTo>
                  <a:lnTo>
                    <a:pt x="72047" y="16322"/>
                  </a:lnTo>
                  <a:lnTo>
                    <a:pt x="67210" y="14106"/>
                  </a:lnTo>
                  <a:lnTo>
                    <a:pt x="62305" y="12045"/>
                  </a:lnTo>
                  <a:lnTo>
                    <a:pt x="57337" y="10140"/>
                  </a:lnTo>
                  <a:lnTo>
                    <a:pt x="52311" y="8395"/>
                  </a:lnTo>
                  <a:lnTo>
                    <a:pt x="47232" y="6811"/>
                  </a:lnTo>
                  <a:lnTo>
                    <a:pt x="42106" y="5389"/>
                  </a:lnTo>
                  <a:lnTo>
                    <a:pt x="36936" y="4131"/>
                  </a:lnTo>
                  <a:lnTo>
                    <a:pt x="31729" y="3038"/>
                  </a:lnTo>
                  <a:lnTo>
                    <a:pt x="26490" y="2112"/>
                  </a:lnTo>
                  <a:lnTo>
                    <a:pt x="21224" y="1352"/>
                  </a:lnTo>
                  <a:lnTo>
                    <a:pt x="15937" y="761"/>
                  </a:lnTo>
                  <a:lnTo>
                    <a:pt x="10633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0359" y="1681503"/>
              <a:ext cx="32875" cy="167167"/>
            </a:xfrm>
            <a:custGeom>
              <a:avLst/>
              <a:pathLst>
                <a:path w="32875" h="167167">
                  <a:moveTo>
                    <a:pt x="32875" y="0"/>
                  </a:moveTo>
                  <a:lnTo>
                    <a:pt x="26259" y="130"/>
                  </a:lnTo>
                  <a:lnTo>
                    <a:pt x="19652" y="523"/>
                  </a:lnTo>
                  <a:lnTo>
                    <a:pt x="13067" y="1177"/>
                  </a:lnTo>
                  <a:lnTo>
                    <a:pt x="6513" y="2091"/>
                  </a:lnTo>
                  <a:lnTo>
                    <a:pt x="0" y="3264"/>
                  </a:lnTo>
                  <a:lnTo>
                    <a:pt x="3287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72" y="1684767"/>
              <a:ext cx="334325" cy="331064"/>
            </a:xfrm>
            <a:custGeom>
              <a:avLst/>
              <a:pathLst>
                <a:path w="334325" h="331064">
                  <a:moveTo>
                    <a:pt x="134286" y="0"/>
                  </a:moveTo>
                  <a:lnTo>
                    <a:pt x="129101" y="1125"/>
                  </a:lnTo>
                  <a:lnTo>
                    <a:pt x="123954" y="2415"/>
                  </a:lnTo>
                  <a:lnTo>
                    <a:pt x="118850" y="3868"/>
                  </a:lnTo>
                  <a:lnTo>
                    <a:pt x="113795" y="5482"/>
                  </a:lnTo>
                  <a:lnTo>
                    <a:pt x="108794" y="7256"/>
                  </a:lnTo>
                  <a:lnTo>
                    <a:pt x="103852" y="9187"/>
                  </a:lnTo>
                  <a:lnTo>
                    <a:pt x="98973" y="11274"/>
                  </a:lnTo>
                  <a:lnTo>
                    <a:pt x="94164" y="13515"/>
                  </a:lnTo>
                  <a:lnTo>
                    <a:pt x="89427" y="15908"/>
                  </a:lnTo>
                  <a:lnTo>
                    <a:pt x="84770" y="18450"/>
                  </a:lnTo>
                  <a:lnTo>
                    <a:pt x="80195" y="21138"/>
                  </a:lnTo>
                  <a:lnTo>
                    <a:pt x="75707" y="23970"/>
                  </a:lnTo>
                  <a:lnTo>
                    <a:pt x="71312" y="26943"/>
                  </a:lnTo>
                  <a:lnTo>
                    <a:pt x="67014" y="30054"/>
                  </a:lnTo>
                  <a:lnTo>
                    <a:pt x="62816" y="33300"/>
                  </a:lnTo>
                  <a:lnTo>
                    <a:pt x="58724" y="36678"/>
                  </a:lnTo>
                  <a:lnTo>
                    <a:pt x="54740" y="40183"/>
                  </a:lnTo>
                  <a:lnTo>
                    <a:pt x="50870" y="43814"/>
                  </a:lnTo>
                  <a:lnTo>
                    <a:pt x="47118" y="47565"/>
                  </a:lnTo>
                  <a:lnTo>
                    <a:pt x="43486" y="51434"/>
                  </a:lnTo>
                  <a:lnTo>
                    <a:pt x="39979" y="55416"/>
                  </a:lnTo>
                  <a:lnTo>
                    <a:pt x="36599" y="59507"/>
                  </a:lnTo>
                  <a:lnTo>
                    <a:pt x="33352" y="63703"/>
                  </a:lnTo>
                  <a:lnTo>
                    <a:pt x="30239" y="68001"/>
                  </a:lnTo>
                  <a:lnTo>
                    <a:pt x="27264" y="72394"/>
                  </a:lnTo>
                  <a:lnTo>
                    <a:pt x="24431" y="76881"/>
                  </a:lnTo>
                  <a:lnTo>
                    <a:pt x="21741" y="81455"/>
                  </a:lnTo>
                  <a:lnTo>
                    <a:pt x="19197" y="86111"/>
                  </a:lnTo>
                  <a:lnTo>
                    <a:pt x="16803" y="90847"/>
                  </a:lnTo>
                  <a:lnTo>
                    <a:pt x="14560" y="95656"/>
                  </a:lnTo>
                  <a:lnTo>
                    <a:pt x="12471" y="100533"/>
                  </a:lnTo>
                  <a:lnTo>
                    <a:pt x="10537" y="105475"/>
                  </a:lnTo>
                  <a:lnTo>
                    <a:pt x="8762" y="110475"/>
                  </a:lnTo>
                  <a:lnTo>
                    <a:pt x="7146" y="115529"/>
                  </a:lnTo>
                  <a:lnTo>
                    <a:pt x="5691" y="120632"/>
                  </a:lnTo>
                  <a:lnTo>
                    <a:pt x="4399" y="125779"/>
                  </a:lnTo>
                  <a:lnTo>
                    <a:pt x="3271" y="130964"/>
                  </a:lnTo>
                  <a:lnTo>
                    <a:pt x="2309" y="136182"/>
                  </a:lnTo>
                  <a:lnTo>
                    <a:pt x="1512" y="141428"/>
                  </a:lnTo>
                  <a:lnTo>
                    <a:pt x="882" y="146697"/>
                  </a:lnTo>
                  <a:lnTo>
                    <a:pt x="420" y="151983"/>
                  </a:lnTo>
                  <a:lnTo>
                    <a:pt x="125" y="157281"/>
                  </a:lnTo>
                  <a:lnTo>
                    <a:pt x="0" y="162586"/>
                  </a:lnTo>
                  <a:lnTo>
                    <a:pt x="42" y="167892"/>
                  </a:lnTo>
                  <a:lnTo>
                    <a:pt x="253" y="173194"/>
                  </a:lnTo>
                  <a:lnTo>
                    <a:pt x="632" y="178487"/>
                  </a:lnTo>
                  <a:lnTo>
                    <a:pt x="1179" y="183765"/>
                  </a:lnTo>
                  <a:lnTo>
                    <a:pt x="1893" y="189023"/>
                  </a:lnTo>
                  <a:lnTo>
                    <a:pt x="2773" y="194255"/>
                  </a:lnTo>
                  <a:lnTo>
                    <a:pt x="3819" y="199457"/>
                  </a:lnTo>
                  <a:lnTo>
                    <a:pt x="5030" y="204624"/>
                  </a:lnTo>
                  <a:lnTo>
                    <a:pt x="6404" y="209749"/>
                  </a:lnTo>
                  <a:lnTo>
                    <a:pt x="7940" y="214828"/>
                  </a:lnTo>
                  <a:lnTo>
                    <a:pt x="9637" y="219856"/>
                  </a:lnTo>
                  <a:lnTo>
                    <a:pt x="11492" y="224827"/>
                  </a:lnTo>
                  <a:lnTo>
                    <a:pt x="13504" y="229737"/>
                  </a:lnTo>
                  <a:lnTo>
                    <a:pt x="15671" y="234581"/>
                  </a:lnTo>
                  <a:lnTo>
                    <a:pt x="17990" y="239353"/>
                  </a:lnTo>
                  <a:lnTo>
                    <a:pt x="20460" y="244050"/>
                  </a:lnTo>
                  <a:lnTo>
                    <a:pt x="23078" y="248665"/>
                  </a:lnTo>
                  <a:lnTo>
                    <a:pt x="25841" y="253195"/>
                  </a:lnTo>
                  <a:lnTo>
                    <a:pt x="28746" y="257636"/>
                  </a:lnTo>
                  <a:lnTo>
                    <a:pt x="31790" y="261982"/>
                  </a:lnTo>
                  <a:lnTo>
                    <a:pt x="34971" y="266229"/>
                  </a:lnTo>
                  <a:lnTo>
                    <a:pt x="38286" y="270373"/>
                  </a:lnTo>
                  <a:lnTo>
                    <a:pt x="41730" y="274409"/>
                  </a:lnTo>
                  <a:lnTo>
                    <a:pt x="45300" y="278334"/>
                  </a:lnTo>
                  <a:lnTo>
                    <a:pt x="48993" y="282144"/>
                  </a:lnTo>
                  <a:lnTo>
                    <a:pt x="52806" y="285835"/>
                  </a:lnTo>
                  <a:lnTo>
                    <a:pt x="56733" y="289403"/>
                  </a:lnTo>
                  <a:lnTo>
                    <a:pt x="60772" y="292845"/>
                  </a:lnTo>
                  <a:lnTo>
                    <a:pt x="64918" y="296157"/>
                  </a:lnTo>
                  <a:lnTo>
                    <a:pt x="69167" y="299335"/>
                  </a:lnTo>
                  <a:lnTo>
                    <a:pt x="73515" y="302377"/>
                  </a:lnTo>
                  <a:lnTo>
                    <a:pt x="77957" y="305279"/>
                  </a:lnTo>
                  <a:lnTo>
                    <a:pt x="82489" y="308039"/>
                  </a:lnTo>
                  <a:lnTo>
                    <a:pt x="87106" y="310654"/>
                  </a:lnTo>
                  <a:lnTo>
                    <a:pt x="91804" y="313121"/>
                  </a:lnTo>
                  <a:lnTo>
                    <a:pt x="96578" y="315437"/>
                  </a:lnTo>
                  <a:lnTo>
                    <a:pt x="101423" y="317601"/>
                  </a:lnTo>
                  <a:lnTo>
                    <a:pt x="106334" y="319610"/>
                  </a:lnTo>
                  <a:lnTo>
                    <a:pt x="111307" y="321462"/>
                  </a:lnTo>
                  <a:lnTo>
                    <a:pt x="116336" y="323156"/>
                  </a:lnTo>
                  <a:lnTo>
                    <a:pt x="121416" y="324689"/>
                  </a:lnTo>
                  <a:lnTo>
                    <a:pt x="126542" y="326060"/>
                  </a:lnTo>
                  <a:lnTo>
                    <a:pt x="131709" y="327267"/>
                  </a:lnTo>
                  <a:lnTo>
                    <a:pt x="136911" y="328310"/>
                  </a:lnTo>
                  <a:lnTo>
                    <a:pt x="142145" y="329187"/>
                  </a:lnTo>
                  <a:lnTo>
                    <a:pt x="147403" y="329898"/>
                  </a:lnTo>
                  <a:lnTo>
                    <a:pt x="152681" y="330441"/>
                  </a:lnTo>
                  <a:lnTo>
                    <a:pt x="157974" y="330817"/>
                  </a:lnTo>
                  <a:lnTo>
                    <a:pt x="163277" y="331025"/>
                  </a:lnTo>
                  <a:lnTo>
                    <a:pt x="168583" y="331064"/>
                  </a:lnTo>
                  <a:lnTo>
                    <a:pt x="173887" y="330934"/>
                  </a:lnTo>
                  <a:lnTo>
                    <a:pt x="179185" y="330637"/>
                  </a:lnTo>
                  <a:lnTo>
                    <a:pt x="184471" y="330171"/>
                  </a:lnTo>
                  <a:lnTo>
                    <a:pt x="189739" y="329538"/>
                  </a:lnTo>
                  <a:lnTo>
                    <a:pt x="194985" y="328738"/>
                  </a:lnTo>
                  <a:lnTo>
                    <a:pt x="200202" y="327772"/>
                  </a:lnTo>
                  <a:lnTo>
                    <a:pt x="205387" y="326641"/>
                  </a:lnTo>
                  <a:lnTo>
                    <a:pt x="210532" y="325346"/>
                  </a:lnTo>
                  <a:lnTo>
                    <a:pt x="215635" y="323888"/>
                  </a:lnTo>
                  <a:lnTo>
                    <a:pt x="220688" y="322269"/>
                  </a:lnTo>
                  <a:lnTo>
                    <a:pt x="225687" y="320490"/>
                  </a:lnTo>
                  <a:lnTo>
                    <a:pt x="230627" y="318554"/>
                  </a:lnTo>
                  <a:lnTo>
                    <a:pt x="235504" y="316462"/>
                  </a:lnTo>
                  <a:lnTo>
                    <a:pt x="240311" y="314216"/>
                  </a:lnTo>
                  <a:lnTo>
                    <a:pt x="245045" y="311818"/>
                  </a:lnTo>
                  <a:lnTo>
                    <a:pt x="249700" y="309272"/>
                  </a:lnTo>
                  <a:lnTo>
                    <a:pt x="254273" y="306579"/>
                  </a:lnTo>
                  <a:lnTo>
                    <a:pt x="258757" y="303743"/>
                  </a:lnTo>
                  <a:lnTo>
                    <a:pt x="263149" y="300765"/>
                  </a:lnTo>
                  <a:lnTo>
                    <a:pt x="267444" y="297650"/>
                  </a:lnTo>
                  <a:lnTo>
                    <a:pt x="271639" y="294399"/>
                  </a:lnTo>
                  <a:lnTo>
                    <a:pt x="275728" y="291018"/>
                  </a:lnTo>
                  <a:lnTo>
                    <a:pt x="279708" y="287508"/>
                  </a:lnTo>
                  <a:lnTo>
                    <a:pt x="283574" y="283874"/>
                  </a:lnTo>
                  <a:lnTo>
                    <a:pt x="287323" y="280119"/>
                  </a:lnTo>
                  <a:lnTo>
                    <a:pt x="290951" y="276246"/>
                  </a:lnTo>
                  <a:lnTo>
                    <a:pt x="294454" y="272261"/>
                  </a:lnTo>
                  <a:lnTo>
                    <a:pt x="297829" y="268166"/>
                  </a:lnTo>
                  <a:lnTo>
                    <a:pt x="301072" y="263967"/>
                  </a:lnTo>
                  <a:lnTo>
                    <a:pt x="304181" y="259666"/>
                  </a:lnTo>
                  <a:lnTo>
                    <a:pt x="307151" y="255269"/>
                  </a:lnTo>
                  <a:lnTo>
                    <a:pt x="309980" y="250780"/>
                  </a:lnTo>
                  <a:lnTo>
                    <a:pt x="312666" y="246204"/>
                  </a:lnTo>
                  <a:lnTo>
                    <a:pt x="315205" y="241544"/>
                  </a:lnTo>
                  <a:lnTo>
                    <a:pt x="317594" y="236806"/>
                  </a:lnTo>
                  <a:lnTo>
                    <a:pt x="319832" y="231995"/>
                  </a:lnTo>
                  <a:lnTo>
                    <a:pt x="321917" y="227116"/>
                  </a:lnTo>
                  <a:lnTo>
                    <a:pt x="323845" y="222172"/>
                  </a:lnTo>
                  <a:lnTo>
                    <a:pt x="325615" y="217170"/>
                  </a:lnTo>
                  <a:lnTo>
                    <a:pt x="327226" y="212114"/>
                  </a:lnTo>
                  <a:lnTo>
                    <a:pt x="328676" y="207010"/>
                  </a:lnTo>
                  <a:lnTo>
                    <a:pt x="329962" y="201862"/>
                  </a:lnTo>
                  <a:lnTo>
                    <a:pt x="331085" y="196676"/>
                  </a:lnTo>
                  <a:lnTo>
                    <a:pt x="332043" y="191457"/>
                  </a:lnTo>
                  <a:lnTo>
                    <a:pt x="332834" y="186210"/>
                  </a:lnTo>
                  <a:lnTo>
                    <a:pt x="333459" y="180940"/>
                  </a:lnTo>
                  <a:lnTo>
                    <a:pt x="333916" y="175654"/>
                  </a:lnTo>
                  <a:lnTo>
                    <a:pt x="334205" y="170355"/>
                  </a:lnTo>
                  <a:lnTo>
                    <a:pt x="334325" y="165051"/>
                  </a:lnTo>
                  <a:lnTo>
                    <a:pt x="334277" y="159744"/>
                  </a:lnTo>
                  <a:lnTo>
                    <a:pt x="334061" y="154443"/>
                  </a:lnTo>
                  <a:lnTo>
                    <a:pt x="333677" y="149150"/>
                  </a:lnTo>
                  <a:lnTo>
                    <a:pt x="333125" y="143873"/>
                  </a:lnTo>
                  <a:lnTo>
                    <a:pt x="332406" y="138616"/>
                  </a:lnTo>
                  <a:lnTo>
                    <a:pt x="331520" y="133384"/>
                  </a:lnTo>
                  <a:lnTo>
                    <a:pt x="330468" y="128183"/>
                  </a:lnTo>
                  <a:lnTo>
                    <a:pt x="329252" y="123018"/>
                  </a:lnTo>
                  <a:lnTo>
                    <a:pt x="327873" y="117894"/>
                  </a:lnTo>
                  <a:lnTo>
                    <a:pt x="326332" y="112816"/>
                  </a:lnTo>
                  <a:lnTo>
                    <a:pt x="324630" y="107790"/>
                  </a:lnTo>
                  <a:lnTo>
                    <a:pt x="322770" y="102821"/>
                  </a:lnTo>
                  <a:lnTo>
                    <a:pt x="320753" y="97913"/>
                  </a:lnTo>
                  <a:lnTo>
                    <a:pt x="318582" y="93071"/>
                  </a:lnTo>
                  <a:lnTo>
                    <a:pt x="316257" y="88301"/>
                  </a:lnTo>
                  <a:lnTo>
                    <a:pt x="313783" y="83607"/>
                  </a:lnTo>
                  <a:lnTo>
                    <a:pt x="311160" y="78994"/>
                  </a:lnTo>
                  <a:lnTo>
                    <a:pt x="308393" y="74467"/>
                  </a:lnTo>
                  <a:lnTo>
                    <a:pt x="305483" y="70030"/>
                  </a:lnTo>
                  <a:lnTo>
                    <a:pt x="302434" y="65687"/>
                  </a:lnTo>
                  <a:lnTo>
                    <a:pt x="299249" y="61443"/>
                  </a:lnTo>
                  <a:lnTo>
                    <a:pt x="295931" y="57302"/>
                  </a:lnTo>
                  <a:lnTo>
                    <a:pt x="292482" y="53269"/>
                  </a:lnTo>
                  <a:lnTo>
                    <a:pt x="288908" y="49348"/>
                  </a:lnTo>
                  <a:lnTo>
                    <a:pt x="285211" y="45541"/>
                  </a:lnTo>
                  <a:lnTo>
                    <a:pt x="281395" y="41854"/>
                  </a:lnTo>
                  <a:lnTo>
                    <a:pt x="277464" y="38290"/>
                  </a:lnTo>
                  <a:lnTo>
                    <a:pt x="273422" y="34853"/>
                  </a:lnTo>
                  <a:lnTo>
                    <a:pt x="269272" y="31545"/>
                  </a:lnTo>
                  <a:lnTo>
                    <a:pt x="265020" y="28371"/>
                  </a:lnTo>
                  <a:lnTo>
                    <a:pt x="260669" y="25334"/>
                  </a:lnTo>
                  <a:lnTo>
                    <a:pt x="256224" y="22436"/>
                  </a:lnTo>
                  <a:lnTo>
                    <a:pt x="251689" y="19680"/>
                  </a:lnTo>
                  <a:lnTo>
                    <a:pt x="247070" y="17070"/>
                  </a:lnTo>
                  <a:lnTo>
                    <a:pt x="242369" y="14608"/>
                  </a:lnTo>
                  <a:lnTo>
                    <a:pt x="237593" y="12296"/>
                  </a:lnTo>
                  <a:lnTo>
                    <a:pt x="232746" y="10137"/>
                  </a:lnTo>
                  <a:lnTo>
                    <a:pt x="227832" y="8133"/>
                  </a:lnTo>
                  <a:lnTo>
                    <a:pt x="222858" y="6286"/>
                  </a:lnTo>
                  <a:lnTo>
                    <a:pt x="217828" y="4598"/>
                  </a:lnTo>
                  <a:lnTo>
                    <a:pt x="167162" y="163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4" y="1071028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0" y="83"/>
                  </a:lnTo>
                  <a:lnTo>
                    <a:pt x="156573" y="335"/>
                  </a:lnTo>
                  <a:lnTo>
                    <a:pt x="151295" y="753"/>
                  </a:lnTo>
                  <a:lnTo>
                    <a:pt x="146034" y="1339"/>
                  </a:lnTo>
                  <a:lnTo>
                    <a:pt x="140794" y="2091"/>
                  </a:lnTo>
                  <a:lnTo>
                    <a:pt x="135580" y="3008"/>
                  </a:lnTo>
                  <a:lnTo>
                    <a:pt x="130398" y="4090"/>
                  </a:lnTo>
                  <a:lnTo>
                    <a:pt x="125253" y="5336"/>
                  </a:lnTo>
                  <a:lnTo>
                    <a:pt x="120150" y="6744"/>
                  </a:lnTo>
                  <a:lnTo>
                    <a:pt x="115094" y="8313"/>
                  </a:lnTo>
                  <a:lnTo>
                    <a:pt x="110090" y="10041"/>
                  </a:lnTo>
                  <a:lnTo>
                    <a:pt x="105143" y="11926"/>
                  </a:lnTo>
                  <a:lnTo>
                    <a:pt x="100259" y="13968"/>
                  </a:lnTo>
                  <a:lnTo>
                    <a:pt x="95442" y="16163"/>
                  </a:lnTo>
                  <a:lnTo>
                    <a:pt x="90696" y="18509"/>
                  </a:lnTo>
                  <a:lnTo>
                    <a:pt x="86027" y="21004"/>
                  </a:lnTo>
                  <a:lnTo>
                    <a:pt x="81440" y="23646"/>
                  </a:lnTo>
                  <a:lnTo>
                    <a:pt x="76939" y="26432"/>
                  </a:lnTo>
                  <a:lnTo>
                    <a:pt x="72528" y="29360"/>
                  </a:lnTo>
                  <a:lnTo>
                    <a:pt x="68212" y="32425"/>
                  </a:lnTo>
                  <a:lnTo>
                    <a:pt x="63995" y="35625"/>
                  </a:lnTo>
                  <a:lnTo>
                    <a:pt x="59881" y="38958"/>
                  </a:lnTo>
                  <a:lnTo>
                    <a:pt x="55876" y="42419"/>
                  </a:lnTo>
                  <a:lnTo>
                    <a:pt x="51981" y="46005"/>
                  </a:lnTo>
                  <a:lnTo>
                    <a:pt x="48203" y="49712"/>
                  </a:lnTo>
                  <a:lnTo>
                    <a:pt x="44543" y="53537"/>
                  </a:lnTo>
                  <a:lnTo>
                    <a:pt x="41007" y="57477"/>
                  </a:lnTo>
                  <a:lnTo>
                    <a:pt x="37597" y="61526"/>
                  </a:lnTo>
                  <a:lnTo>
                    <a:pt x="34317" y="65681"/>
                  </a:lnTo>
                  <a:lnTo>
                    <a:pt x="31170" y="69938"/>
                  </a:lnTo>
                  <a:lnTo>
                    <a:pt x="28160" y="74293"/>
                  </a:lnTo>
                  <a:lnTo>
                    <a:pt x="25288" y="78740"/>
                  </a:lnTo>
                  <a:lnTo>
                    <a:pt x="22560" y="83277"/>
                  </a:lnTo>
                  <a:lnTo>
                    <a:pt x="19976" y="87897"/>
                  </a:lnTo>
                  <a:lnTo>
                    <a:pt x="17540" y="92597"/>
                  </a:lnTo>
                  <a:lnTo>
                    <a:pt x="15254" y="97372"/>
                  </a:lnTo>
                  <a:lnTo>
                    <a:pt x="13120" y="102217"/>
                  </a:lnTo>
                  <a:lnTo>
                    <a:pt x="11140" y="107126"/>
                  </a:lnTo>
                  <a:lnTo>
                    <a:pt x="9318" y="112096"/>
                  </a:lnTo>
                  <a:lnTo>
                    <a:pt x="7653" y="117122"/>
                  </a:lnTo>
                  <a:lnTo>
                    <a:pt x="6148" y="122197"/>
                  </a:lnTo>
                  <a:lnTo>
                    <a:pt x="4805" y="127318"/>
                  </a:lnTo>
                  <a:lnTo>
                    <a:pt x="3625" y="132478"/>
                  </a:lnTo>
                  <a:lnTo>
                    <a:pt x="2608" y="137674"/>
                  </a:lnTo>
                  <a:lnTo>
                    <a:pt x="1757" y="142899"/>
                  </a:lnTo>
                  <a:lnTo>
                    <a:pt x="1072" y="148148"/>
                  </a:lnTo>
                  <a:lnTo>
                    <a:pt x="553" y="153416"/>
                  </a:lnTo>
                  <a:lnTo>
                    <a:pt x="201" y="158698"/>
                  </a:lnTo>
                  <a:lnTo>
                    <a:pt x="16" y="163989"/>
                  </a:lnTo>
                  <a:lnTo>
                    <a:pt x="0" y="169283"/>
                  </a:lnTo>
                  <a:lnTo>
                    <a:pt x="150" y="174574"/>
                  </a:lnTo>
                  <a:lnTo>
                    <a:pt x="469" y="179859"/>
                  </a:lnTo>
                  <a:lnTo>
                    <a:pt x="954" y="185130"/>
                  </a:lnTo>
                  <a:lnTo>
                    <a:pt x="1606" y="190384"/>
                  </a:lnTo>
                  <a:lnTo>
                    <a:pt x="2424" y="195614"/>
                  </a:lnTo>
                  <a:lnTo>
                    <a:pt x="3408" y="200815"/>
                  </a:lnTo>
                  <a:lnTo>
                    <a:pt x="4555" y="205983"/>
                  </a:lnTo>
                  <a:lnTo>
                    <a:pt x="5866" y="211112"/>
                  </a:lnTo>
                  <a:lnTo>
                    <a:pt x="7338" y="216197"/>
                  </a:lnTo>
                  <a:lnTo>
                    <a:pt x="8971" y="221233"/>
                  </a:lnTo>
                  <a:lnTo>
                    <a:pt x="10762" y="226215"/>
                  </a:lnTo>
                  <a:lnTo>
                    <a:pt x="12710" y="231137"/>
                  </a:lnTo>
                  <a:lnTo>
                    <a:pt x="14813" y="235995"/>
                  </a:lnTo>
                  <a:lnTo>
                    <a:pt x="17069" y="240784"/>
                  </a:lnTo>
                  <a:lnTo>
                    <a:pt x="19475" y="245500"/>
                  </a:lnTo>
                  <a:lnTo>
                    <a:pt x="22029" y="250137"/>
                  </a:lnTo>
                  <a:lnTo>
                    <a:pt x="24729" y="254690"/>
                  </a:lnTo>
                  <a:lnTo>
                    <a:pt x="27572" y="259156"/>
                  </a:lnTo>
                  <a:lnTo>
                    <a:pt x="30555" y="263529"/>
                  </a:lnTo>
                  <a:lnTo>
                    <a:pt x="33674" y="267806"/>
                  </a:lnTo>
                  <a:lnTo>
                    <a:pt x="36928" y="271982"/>
                  </a:lnTo>
                  <a:lnTo>
                    <a:pt x="40312" y="276053"/>
                  </a:lnTo>
                  <a:lnTo>
                    <a:pt x="43824" y="280015"/>
                  </a:lnTo>
                  <a:lnTo>
                    <a:pt x="47459" y="283863"/>
                  </a:lnTo>
                  <a:lnTo>
                    <a:pt x="51214" y="287595"/>
                  </a:lnTo>
                  <a:lnTo>
                    <a:pt x="55085" y="291206"/>
                  </a:lnTo>
                  <a:lnTo>
                    <a:pt x="59069" y="294692"/>
                  </a:lnTo>
                  <a:lnTo>
                    <a:pt x="63161" y="298050"/>
                  </a:lnTo>
                  <a:lnTo>
                    <a:pt x="67357" y="301278"/>
                  </a:lnTo>
                  <a:lnTo>
                    <a:pt x="71654" y="304370"/>
                  </a:lnTo>
                  <a:lnTo>
                    <a:pt x="76046" y="307325"/>
                  </a:lnTo>
                  <a:lnTo>
                    <a:pt x="80530" y="310140"/>
                  </a:lnTo>
                  <a:lnTo>
                    <a:pt x="85100" y="312811"/>
                  </a:lnTo>
                  <a:lnTo>
                    <a:pt x="89753" y="315336"/>
                  </a:lnTo>
                  <a:lnTo>
                    <a:pt x="94483" y="317713"/>
                  </a:lnTo>
                  <a:lnTo>
                    <a:pt x="99287" y="319938"/>
                  </a:lnTo>
                  <a:lnTo>
                    <a:pt x="104158" y="322010"/>
                  </a:lnTo>
                  <a:lnTo>
                    <a:pt x="109092" y="323927"/>
                  </a:lnTo>
                  <a:lnTo>
                    <a:pt x="114085" y="325687"/>
                  </a:lnTo>
                  <a:lnTo>
                    <a:pt x="119131" y="327288"/>
                  </a:lnTo>
                  <a:lnTo>
                    <a:pt x="124225" y="328728"/>
                  </a:lnTo>
                  <a:lnTo>
                    <a:pt x="129362" y="330007"/>
                  </a:lnTo>
                  <a:lnTo>
                    <a:pt x="134537" y="331122"/>
                  </a:lnTo>
                  <a:lnTo>
                    <a:pt x="139745" y="332072"/>
                  </a:lnTo>
                  <a:lnTo>
                    <a:pt x="144981" y="332857"/>
                  </a:lnTo>
                  <a:lnTo>
                    <a:pt x="150238" y="333476"/>
                  </a:lnTo>
                  <a:lnTo>
                    <a:pt x="155512" y="333929"/>
                  </a:lnTo>
                  <a:lnTo>
                    <a:pt x="160799" y="334214"/>
                  </a:lnTo>
                  <a:lnTo>
                    <a:pt x="166091" y="334331"/>
                  </a:lnTo>
                  <a:lnTo>
                    <a:pt x="171385" y="334281"/>
                  </a:lnTo>
                  <a:lnTo>
                    <a:pt x="176674" y="334063"/>
                  </a:lnTo>
                  <a:lnTo>
                    <a:pt x="181954" y="333678"/>
                  </a:lnTo>
                  <a:lnTo>
                    <a:pt x="187219" y="333126"/>
                  </a:lnTo>
                  <a:lnTo>
                    <a:pt x="192464" y="332407"/>
                  </a:lnTo>
                  <a:lnTo>
                    <a:pt x="197683" y="331523"/>
                  </a:lnTo>
                  <a:lnTo>
                    <a:pt x="202872" y="330474"/>
                  </a:lnTo>
                  <a:lnTo>
                    <a:pt x="208025" y="329261"/>
                  </a:lnTo>
                  <a:lnTo>
                    <a:pt x="213137" y="327886"/>
                  </a:lnTo>
                  <a:lnTo>
                    <a:pt x="218203" y="326349"/>
                  </a:lnTo>
                  <a:lnTo>
                    <a:pt x="223217" y="324653"/>
                  </a:lnTo>
                  <a:lnTo>
                    <a:pt x="228176" y="322799"/>
                  </a:lnTo>
                  <a:lnTo>
                    <a:pt x="233073" y="320788"/>
                  </a:lnTo>
                  <a:lnTo>
                    <a:pt x="237904" y="318624"/>
                  </a:lnTo>
                  <a:lnTo>
                    <a:pt x="242665" y="316308"/>
                  </a:lnTo>
                  <a:lnTo>
                    <a:pt x="247349" y="313842"/>
                  </a:lnTo>
                  <a:lnTo>
                    <a:pt x="251953" y="311229"/>
                  </a:lnTo>
                  <a:lnTo>
                    <a:pt x="256472" y="308472"/>
                  </a:lnTo>
                  <a:lnTo>
                    <a:pt x="260902" y="305573"/>
                  </a:lnTo>
                  <a:lnTo>
                    <a:pt x="265237" y="302535"/>
                  </a:lnTo>
                  <a:lnTo>
                    <a:pt x="269474" y="299362"/>
                  </a:lnTo>
                  <a:lnTo>
                    <a:pt x="273609" y="296055"/>
                  </a:lnTo>
                  <a:lnTo>
                    <a:pt x="277636" y="292620"/>
                  </a:lnTo>
                  <a:lnTo>
                    <a:pt x="281553" y="289059"/>
                  </a:lnTo>
                  <a:lnTo>
                    <a:pt x="285356" y="285375"/>
                  </a:lnTo>
                  <a:lnTo>
                    <a:pt x="289039" y="281573"/>
                  </a:lnTo>
                  <a:lnTo>
                    <a:pt x="292601" y="277657"/>
                  </a:lnTo>
                  <a:lnTo>
                    <a:pt x="296036" y="273629"/>
                  </a:lnTo>
                  <a:lnTo>
                    <a:pt x="299343" y="269495"/>
                  </a:lnTo>
                  <a:lnTo>
                    <a:pt x="302516" y="265258"/>
                  </a:lnTo>
                  <a:lnTo>
                    <a:pt x="305555" y="260923"/>
                  </a:lnTo>
                  <a:lnTo>
                    <a:pt x="308454" y="256493"/>
                  </a:lnTo>
                  <a:lnTo>
                    <a:pt x="311211" y="251974"/>
                  </a:lnTo>
                  <a:lnTo>
                    <a:pt x="313824" y="247371"/>
                  </a:lnTo>
                  <a:lnTo>
                    <a:pt x="316290" y="242686"/>
                  </a:lnTo>
                  <a:lnTo>
                    <a:pt x="318607" y="237926"/>
                  </a:lnTo>
                  <a:lnTo>
                    <a:pt x="320771" y="233095"/>
                  </a:lnTo>
                  <a:lnTo>
                    <a:pt x="322782" y="228198"/>
                  </a:lnTo>
                  <a:lnTo>
                    <a:pt x="324636" y="223239"/>
                  </a:lnTo>
                  <a:lnTo>
                    <a:pt x="326333" y="218225"/>
                  </a:lnTo>
                  <a:lnTo>
                    <a:pt x="327870" y="213159"/>
                  </a:lnTo>
                  <a:lnTo>
                    <a:pt x="329245" y="208047"/>
                  </a:lnTo>
                  <a:lnTo>
                    <a:pt x="330459" y="202894"/>
                  </a:lnTo>
                  <a:lnTo>
                    <a:pt x="331508" y="197705"/>
                  </a:lnTo>
                  <a:lnTo>
                    <a:pt x="332392" y="192486"/>
                  </a:lnTo>
                  <a:lnTo>
                    <a:pt x="333111" y="187241"/>
                  </a:lnTo>
                  <a:lnTo>
                    <a:pt x="333664" y="181976"/>
                  </a:lnTo>
                  <a:lnTo>
                    <a:pt x="334049" y="176696"/>
                  </a:lnTo>
                  <a:lnTo>
                    <a:pt x="334267" y="171407"/>
                  </a:lnTo>
                  <a:lnTo>
                    <a:pt x="334318" y="166114"/>
                  </a:lnTo>
                  <a:lnTo>
                    <a:pt x="334201" y="160821"/>
                  </a:lnTo>
                  <a:lnTo>
                    <a:pt x="333916" y="155535"/>
                  </a:lnTo>
                  <a:lnTo>
                    <a:pt x="333464" y="150260"/>
                  </a:lnTo>
                  <a:lnTo>
                    <a:pt x="332845" y="145003"/>
                  </a:lnTo>
                  <a:lnTo>
                    <a:pt x="332060" y="139768"/>
                  </a:lnTo>
                  <a:lnTo>
                    <a:pt x="331110" y="134560"/>
                  </a:lnTo>
                  <a:lnTo>
                    <a:pt x="329995" y="129385"/>
                  </a:lnTo>
                  <a:lnTo>
                    <a:pt x="328717" y="124247"/>
                  </a:lnTo>
                  <a:lnTo>
                    <a:pt x="327277" y="119153"/>
                  </a:lnTo>
                  <a:lnTo>
                    <a:pt x="325677" y="114107"/>
                  </a:lnTo>
                  <a:lnTo>
                    <a:pt x="323917" y="109114"/>
                  </a:lnTo>
                  <a:lnTo>
                    <a:pt x="322000" y="104180"/>
                  </a:lnTo>
                  <a:lnTo>
                    <a:pt x="319928" y="99308"/>
                  </a:lnTo>
                  <a:lnTo>
                    <a:pt x="317703" y="94505"/>
                  </a:lnTo>
                  <a:lnTo>
                    <a:pt x="315327" y="89774"/>
                  </a:lnTo>
                  <a:lnTo>
                    <a:pt x="312802" y="85121"/>
                  </a:lnTo>
                  <a:lnTo>
                    <a:pt x="310131" y="80551"/>
                  </a:lnTo>
                  <a:lnTo>
                    <a:pt x="307317" y="76067"/>
                  </a:lnTo>
                  <a:lnTo>
                    <a:pt x="304362" y="71675"/>
                  </a:lnTo>
                  <a:lnTo>
                    <a:pt x="301270" y="6737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38407"/>
              <a:ext cx="134115" cy="99789"/>
            </a:xfrm>
            <a:custGeom>
              <a:avLst/>
              <a:pathLst>
                <a:path w="134115" h="99789">
                  <a:moveTo>
                    <a:pt x="134115" y="0"/>
                  </a:moveTo>
                  <a:lnTo>
                    <a:pt x="0" y="997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34115" cy="167167"/>
            </a:xfrm>
            <a:custGeom>
              <a:avLst/>
              <a:pathLst>
                <a:path w="134115" h="167167">
                  <a:moveTo>
                    <a:pt x="134115" y="67378"/>
                  </a:moveTo>
                  <a:lnTo>
                    <a:pt x="130724" y="62974"/>
                  </a:lnTo>
                  <a:lnTo>
                    <a:pt x="127187" y="58685"/>
                  </a:lnTo>
                  <a:lnTo>
                    <a:pt x="123510" y="54517"/>
                  </a:lnTo>
                  <a:lnTo>
                    <a:pt x="119696" y="50472"/>
                  </a:lnTo>
                  <a:lnTo>
                    <a:pt x="115750" y="46557"/>
                  </a:lnTo>
                  <a:lnTo>
                    <a:pt x="111676" y="42775"/>
                  </a:lnTo>
                  <a:lnTo>
                    <a:pt x="107479" y="39131"/>
                  </a:lnTo>
                  <a:lnTo>
                    <a:pt x="103162" y="35628"/>
                  </a:lnTo>
                  <a:lnTo>
                    <a:pt x="98732" y="32271"/>
                  </a:lnTo>
                  <a:lnTo>
                    <a:pt x="94192" y="29063"/>
                  </a:lnTo>
                  <a:lnTo>
                    <a:pt x="89549" y="26008"/>
                  </a:lnTo>
                  <a:lnTo>
                    <a:pt x="84806" y="23109"/>
                  </a:lnTo>
                  <a:lnTo>
                    <a:pt x="79969" y="20369"/>
                  </a:lnTo>
                  <a:lnTo>
                    <a:pt x="75044" y="17791"/>
                  </a:lnTo>
                  <a:lnTo>
                    <a:pt x="70036" y="15378"/>
                  </a:lnTo>
                  <a:lnTo>
                    <a:pt x="64951" y="13134"/>
                  </a:lnTo>
                  <a:lnTo>
                    <a:pt x="59794" y="11059"/>
                  </a:lnTo>
                  <a:lnTo>
                    <a:pt x="54571" y="9158"/>
                  </a:lnTo>
                  <a:lnTo>
                    <a:pt x="49287" y="7431"/>
                  </a:lnTo>
                  <a:lnTo>
                    <a:pt x="43949" y="5880"/>
                  </a:lnTo>
                  <a:lnTo>
                    <a:pt x="38562" y="4508"/>
                  </a:lnTo>
                  <a:lnTo>
                    <a:pt x="33133" y="3316"/>
                  </a:lnTo>
                  <a:lnTo>
                    <a:pt x="27667" y="2305"/>
                  </a:lnTo>
                  <a:lnTo>
                    <a:pt x="22170" y="1476"/>
                  </a:lnTo>
                  <a:lnTo>
                    <a:pt x="16649" y="831"/>
                  </a:lnTo>
                  <a:lnTo>
                    <a:pt x="11109" y="369"/>
                  </a:lnTo>
                  <a:lnTo>
                    <a:pt x="555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3725" y="941493"/>
              <a:ext cx="119818" cy="167167"/>
            </a:xfrm>
            <a:custGeom>
              <a:avLst/>
              <a:pathLst>
                <a:path w="119818" h="167167">
                  <a:moveTo>
                    <a:pt x="119818" y="0"/>
                  </a:moveTo>
                  <a:lnTo>
                    <a:pt x="114253" y="92"/>
                  </a:lnTo>
                  <a:lnTo>
                    <a:pt x="108694" y="370"/>
                  </a:lnTo>
                  <a:lnTo>
                    <a:pt x="103147" y="833"/>
                  </a:lnTo>
                  <a:lnTo>
                    <a:pt x="97619" y="1480"/>
                  </a:lnTo>
                  <a:lnTo>
                    <a:pt x="92115" y="2311"/>
                  </a:lnTo>
                  <a:lnTo>
                    <a:pt x="86642" y="3325"/>
                  </a:lnTo>
                  <a:lnTo>
                    <a:pt x="81206" y="4520"/>
                  </a:lnTo>
                  <a:lnTo>
                    <a:pt x="75813" y="5896"/>
                  </a:lnTo>
                  <a:lnTo>
                    <a:pt x="70468" y="7450"/>
                  </a:lnTo>
                  <a:lnTo>
                    <a:pt x="65178" y="9181"/>
                  </a:lnTo>
                  <a:lnTo>
                    <a:pt x="59949" y="11088"/>
                  </a:lnTo>
                  <a:lnTo>
                    <a:pt x="54786" y="13168"/>
                  </a:lnTo>
                  <a:lnTo>
                    <a:pt x="49695" y="15418"/>
                  </a:lnTo>
                  <a:lnTo>
                    <a:pt x="44682" y="17837"/>
                  </a:lnTo>
                  <a:lnTo>
                    <a:pt x="39753" y="20421"/>
                  </a:lnTo>
                  <a:lnTo>
                    <a:pt x="34912" y="23168"/>
                  </a:lnTo>
                  <a:lnTo>
                    <a:pt x="30165" y="26074"/>
                  </a:lnTo>
                  <a:lnTo>
                    <a:pt x="25517" y="29137"/>
                  </a:lnTo>
                  <a:lnTo>
                    <a:pt x="20974" y="32353"/>
                  </a:lnTo>
                  <a:lnTo>
                    <a:pt x="16541" y="35719"/>
                  </a:lnTo>
                  <a:lnTo>
                    <a:pt x="12222" y="39230"/>
                  </a:lnTo>
                  <a:lnTo>
                    <a:pt x="8022" y="42883"/>
                  </a:lnTo>
                  <a:lnTo>
                    <a:pt x="3947" y="46673"/>
                  </a:lnTo>
                  <a:lnTo>
                    <a:pt x="0" y="50598"/>
                  </a:lnTo>
                  <a:lnTo>
                    <a:pt x="1198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89" y="947282"/>
              <a:ext cx="334314" cy="328545"/>
            </a:xfrm>
            <a:custGeom>
              <a:avLst/>
              <a:pathLst>
                <a:path w="334314" h="328545">
                  <a:moveTo>
                    <a:pt x="47335" y="44809"/>
                  </a:moveTo>
                  <a:lnTo>
                    <a:pt x="43708" y="48657"/>
                  </a:lnTo>
                  <a:lnTo>
                    <a:pt x="40204" y="52618"/>
                  </a:lnTo>
                  <a:lnTo>
                    <a:pt x="36827" y="56688"/>
                  </a:lnTo>
                  <a:lnTo>
                    <a:pt x="33581" y="60863"/>
                  </a:lnTo>
                  <a:lnTo>
                    <a:pt x="30468" y="65139"/>
                  </a:lnTo>
                  <a:lnTo>
                    <a:pt x="27493" y="69511"/>
                  </a:lnTo>
                  <a:lnTo>
                    <a:pt x="24657" y="73974"/>
                  </a:lnTo>
                  <a:lnTo>
                    <a:pt x="21963" y="78525"/>
                  </a:lnTo>
                  <a:lnTo>
                    <a:pt x="19415" y="83160"/>
                  </a:lnTo>
                  <a:lnTo>
                    <a:pt x="17015" y="87872"/>
                  </a:lnTo>
                  <a:lnTo>
                    <a:pt x="14765" y="92658"/>
                  </a:lnTo>
                  <a:lnTo>
                    <a:pt x="12667" y="97513"/>
                  </a:lnTo>
                  <a:lnTo>
                    <a:pt x="10725" y="102431"/>
                  </a:lnTo>
                  <a:lnTo>
                    <a:pt x="8938" y="107409"/>
                  </a:lnTo>
                  <a:lnTo>
                    <a:pt x="7310" y="112440"/>
                  </a:lnTo>
                  <a:lnTo>
                    <a:pt x="5842" y="117521"/>
                  </a:lnTo>
                  <a:lnTo>
                    <a:pt x="4536" y="122646"/>
                  </a:lnTo>
                  <a:lnTo>
                    <a:pt x="3392" y="127809"/>
                  </a:lnTo>
                  <a:lnTo>
                    <a:pt x="2412" y="133006"/>
                  </a:lnTo>
                  <a:lnTo>
                    <a:pt x="1597" y="138231"/>
                  </a:lnTo>
                  <a:lnTo>
                    <a:pt x="948" y="143479"/>
                  </a:lnTo>
                  <a:lnTo>
                    <a:pt x="465" y="148746"/>
                  </a:lnTo>
                  <a:lnTo>
                    <a:pt x="149" y="154025"/>
                  </a:lnTo>
                  <a:lnTo>
                    <a:pt x="0" y="159311"/>
                  </a:lnTo>
                  <a:lnTo>
                    <a:pt x="18" y="164600"/>
                  </a:lnTo>
                  <a:lnTo>
                    <a:pt x="203" y="169885"/>
                  </a:lnTo>
                  <a:lnTo>
                    <a:pt x="556" y="175161"/>
                  </a:lnTo>
                  <a:lnTo>
                    <a:pt x="1075" y="180424"/>
                  </a:lnTo>
                  <a:lnTo>
                    <a:pt x="1761" y="185668"/>
                  </a:lnTo>
                  <a:lnTo>
                    <a:pt x="2612" y="190888"/>
                  </a:lnTo>
                  <a:lnTo>
                    <a:pt x="3628" y="196078"/>
                  </a:lnTo>
                  <a:lnTo>
                    <a:pt x="4807" y="201233"/>
                  </a:lnTo>
                  <a:lnTo>
                    <a:pt x="6149" y="206348"/>
                  </a:lnTo>
                  <a:lnTo>
                    <a:pt x="7652" y="211419"/>
                  </a:lnTo>
                  <a:lnTo>
                    <a:pt x="9315" y="216439"/>
                  </a:lnTo>
                  <a:lnTo>
                    <a:pt x="11136" y="221404"/>
                  </a:lnTo>
                  <a:lnTo>
                    <a:pt x="13112" y="226309"/>
                  </a:lnTo>
                  <a:lnTo>
                    <a:pt x="15243" y="231149"/>
                  </a:lnTo>
                  <a:lnTo>
                    <a:pt x="17526" y="235920"/>
                  </a:lnTo>
                  <a:lnTo>
                    <a:pt x="19959" y="240615"/>
                  </a:lnTo>
                  <a:lnTo>
                    <a:pt x="22539" y="245232"/>
                  </a:lnTo>
                  <a:lnTo>
                    <a:pt x="25264" y="249764"/>
                  </a:lnTo>
                  <a:lnTo>
                    <a:pt x="28131" y="254208"/>
                  </a:lnTo>
                  <a:lnTo>
                    <a:pt x="31137" y="258559"/>
                  </a:lnTo>
                  <a:lnTo>
                    <a:pt x="34279" y="262813"/>
                  </a:lnTo>
                  <a:lnTo>
                    <a:pt x="37554" y="266965"/>
                  </a:lnTo>
                  <a:lnTo>
                    <a:pt x="40959" y="271012"/>
                  </a:lnTo>
                  <a:lnTo>
                    <a:pt x="44490" y="274949"/>
                  </a:lnTo>
                  <a:lnTo>
                    <a:pt x="48144" y="278772"/>
                  </a:lnTo>
                  <a:lnTo>
                    <a:pt x="51916" y="282478"/>
                  </a:lnTo>
                  <a:lnTo>
                    <a:pt x="55805" y="286063"/>
                  </a:lnTo>
                  <a:lnTo>
                    <a:pt x="59804" y="289522"/>
                  </a:lnTo>
                  <a:lnTo>
                    <a:pt x="63912" y="292854"/>
                  </a:lnTo>
                  <a:lnTo>
                    <a:pt x="68122" y="296054"/>
                  </a:lnTo>
                  <a:lnTo>
                    <a:pt x="72432" y="299119"/>
                  </a:lnTo>
                  <a:lnTo>
                    <a:pt x="76836" y="302046"/>
                  </a:lnTo>
                  <a:lnTo>
                    <a:pt x="81331" y="304833"/>
                  </a:lnTo>
                  <a:lnTo>
                    <a:pt x="85911" y="307476"/>
                  </a:lnTo>
                  <a:lnTo>
                    <a:pt x="90573" y="309973"/>
                  </a:lnTo>
                  <a:lnTo>
                    <a:pt x="95312" y="312321"/>
                  </a:lnTo>
                  <a:lnTo>
                    <a:pt x="100123" y="314517"/>
                  </a:lnTo>
                  <a:lnTo>
                    <a:pt x="105000" y="316561"/>
                  </a:lnTo>
                  <a:lnTo>
                    <a:pt x="109940" y="318450"/>
                  </a:lnTo>
                  <a:lnTo>
                    <a:pt x="114937" y="320181"/>
                  </a:lnTo>
                  <a:lnTo>
                    <a:pt x="119986" y="321753"/>
                  </a:lnTo>
                  <a:lnTo>
                    <a:pt x="125083" y="323165"/>
                  </a:lnTo>
                  <a:lnTo>
                    <a:pt x="130222" y="324415"/>
                  </a:lnTo>
                  <a:lnTo>
                    <a:pt x="135397" y="325501"/>
                  </a:lnTo>
                  <a:lnTo>
                    <a:pt x="140605" y="326424"/>
                  </a:lnTo>
                  <a:lnTo>
                    <a:pt x="145839" y="327181"/>
                  </a:lnTo>
                  <a:lnTo>
                    <a:pt x="151094" y="327772"/>
                  </a:lnTo>
                  <a:lnTo>
                    <a:pt x="156365" y="328197"/>
                  </a:lnTo>
                  <a:lnTo>
                    <a:pt x="161647" y="328455"/>
                  </a:lnTo>
                  <a:lnTo>
                    <a:pt x="166935" y="328545"/>
                  </a:lnTo>
                  <a:lnTo>
                    <a:pt x="172223" y="328469"/>
                  </a:lnTo>
                  <a:lnTo>
                    <a:pt x="177506" y="328225"/>
                  </a:lnTo>
                  <a:lnTo>
                    <a:pt x="182778" y="327814"/>
                  </a:lnTo>
                  <a:lnTo>
                    <a:pt x="188035" y="327236"/>
                  </a:lnTo>
                  <a:lnTo>
                    <a:pt x="193271" y="326493"/>
                  </a:lnTo>
                  <a:lnTo>
                    <a:pt x="198481" y="325584"/>
                  </a:lnTo>
                  <a:lnTo>
                    <a:pt x="203659" y="324511"/>
                  </a:lnTo>
                  <a:lnTo>
                    <a:pt x="208801" y="323274"/>
                  </a:lnTo>
                  <a:lnTo>
                    <a:pt x="213901" y="321876"/>
                  </a:lnTo>
                  <a:lnTo>
                    <a:pt x="218955" y="320317"/>
                  </a:lnTo>
                  <a:lnTo>
                    <a:pt x="223956" y="318599"/>
                  </a:lnTo>
                  <a:lnTo>
                    <a:pt x="228901" y="316724"/>
                  </a:lnTo>
                  <a:lnTo>
                    <a:pt x="233784" y="314693"/>
                  </a:lnTo>
                  <a:lnTo>
                    <a:pt x="238600" y="312508"/>
                  </a:lnTo>
                  <a:lnTo>
                    <a:pt x="243345" y="310173"/>
                  </a:lnTo>
                  <a:lnTo>
                    <a:pt x="248014" y="307688"/>
                  </a:lnTo>
                  <a:lnTo>
                    <a:pt x="252601" y="305057"/>
                  </a:lnTo>
                  <a:lnTo>
                    <a:pt x="257103" y="302283"/>
                  </a:lnTo>
                  <a:lnTo>
                    <a:pt x="261515" y="299367"/>
                  </a:lnTo>
                  <a:lnTo>
                    <a:pt x="265833" y="296313"/>
                  </a:lnTo>
                  <a:lnTo>
                    <a:pt x="270052" y="293124"/>
                  </a:lnTo>
                  <a:lnTo>
                    <a:pt x="274168" y="289803"/>
                  </a:lnTo>
                  <a:lnTo>
                    <a:pt x="278176" y="286354"/>
                  </a:lnTo>
                  <a:lnTo>
                    <a:pt x="282074" y="282780"/>
                  </a:lnTo>
                  <a:lnTo>
                    <a:pt x="285857" y="279084"/>
                  </a:lnTo>
                  <a:lnTo>
                    <a:pt x="289520" y="275270"/>
                  </a:lnTo>
                  <a:lnTo>
                    <a:pt x="293062" y="271343"/>
                  </a:lnTo>
                  <a:lnTo>
                    <a:pt x="296477" y="267305"/>
                  </a:lnTo>
                  <a:lnTo>
                    <a:pt x="299763" y="263161"/>
                  </a:lnTo>
                  <a:lnTo>
                    <a:pt x="302916" y="258916"/>
                  </a:lnTo>
                  <a:lnTo>
                    <a:pt x="305934" y="254572"/>
                  </a:lnTo>
                  <a:lnTo>
                    <a:pt x="308812" y="250136"/>
                  </a:lnTo>
                  <a:lnTo>
                    <a:pt x="311549" y="245611"/>
                  </a:lnTo>
                  <a:lnTo>
                    <a:pt x="314141" y="241001"/>
                  </a:lnTo>
                  <a:lnTo>
                    <a:pt x="316586" y="236312"/>
                  </a:lnTo>
                  <a:lnTo>
                    <a:pt x="318882" y="231547"/>
                  </a:lnTo>
                  <a:lnTo>
                    <a:pt x="321025" y="226713"/>
                  </a:lnTo>
                  <a:lnTo>
                    <a:pt x="323015" y="221813"/>
                  </a:lnTo>
                  <a:lnTo>
                    <a:pt x="324849" y="216853"/>
                  </a:lnTo>
                  <a:lnTo>
                    <a:pt x="326524" y="211837"/>
                  </a:lnTo>
                  <a:lnTo>
                    <a:pt x="328041" y="206770"/>
                  </a:lnTo>
                  <a:lnTo>
                    <a:pt x="329396" y="201658"/>
                  </a:lnTo>
                  <a:lnTo>
                    <a:pt x="330589" y="196506"/>
                  </a:lnTo>
                  <a:lnTo>
                    <a:pt x="331618" y="191319"/>
                  </a:lnTo>
                  <a:lnTo>
                    <a:pt x="332483" y="186102"/>
                  </a:lnTo>
                  <a:lnTo>
                    <a:pt x="333183" y="180860"/>
                  </a:lnTo>
                  <a:lnTo>
                    <a:pt x="333716" y="175598"/>
                  </a:lnTo>
                  <a:lnTo>
                    <a:pt x="334082" y="170322"/>
                  </a:lnTo>
                  <a:lnTo>
                    <a:pt x="334282" y="165038"/>
                  </a:lnTo>
                  <a:lnTo>
                    <a:pt x="334314" y="159749"/>
                  </a:lnTo>
                  <a:lnTo>
                    <a:pt x="334179" y="154463"/>
                  </a:lnTo>
                  <a:lnTo>
                    <a:pt x="333876" y="149183"/>
                  </a:lnTo>
                  <a:lnTo>
                    <a:pt x="333407" y="143915"/>
                  </a:lnTo>
                  <a:lnTo>
                    <a:pt x="332771" y="138665"/>
                  </a:lnTo>
                  <a:lnTo>
                    <a:pt x="331970" y="133438"/>
                  </a:lnTo>
                  <a:lnTo>
                    <a:pt x="331004" y="128238"/>
                  </a:lnTo>
                  <a:lnTo>
                    <a:pt x="329874" y="123072"/>
                  </a:lnTo>
                  <a:lnTo>
                    <a:pt x="328580" y="117944"/>
                  </a:lnTo>
                  <a:lnTo>
                    <a:pt x="327126" y="112860"/>
                  </a:lnTo>
                  <a:lnTo>
                    <a:pt x="325511" y="107824"/>
                  </a:lnTo>
                  <a:lnTo>
                    <a:pt x="323738" y="102842"/>
                  </a:lnTo>
                  <a:lnTo>
                    <a:pt x="321808" y="97918"/>
                  </a:lnTo>
                  <a:lnTo>
                    <a:pt x="319723" y="93058"/>
                  </a:lnTo>
                  <a:lnTo>
                    <a:pt x="317486" y="88266"/>
                  </a:lnTo>
                  <a:lnTo>
                    <a:pt x="315098" y="83547"/>
                  </a:lnTo>
                  <a:lnTo>
                    <a:pt x="312562" y="78906"/>
                  </a:lnTo>
                  <a:lnTo>
                    <a:pt x="309880" y="74348"/>
                  </a:lnTo>
                  <a:lnTo>
                    <a:pt x="307056" y="69877"/>
                  </a:lnTo>
                  <a:lnTo>
                    <a:pt x="304092" y="65497"/>
                  </a:lnTo>
                  <a:lnTo>
                    <a:pt x="300990" y="61214"/>
                  </a:lnTo>
                  <a:lnTo>
                    <a:pt x="297755" y="57031"/>
                  </a:lnTo>
                  <a:lnTo>
                    <a:pt x="294389" y="52952"/>
                  </a:lnTo>
                  <a:lnTo>
                    <a:pt x="290896" y="48981"/>
                  </a:lnTo>
                  <a:lnTo>
                    <a:pt x="287278" y="45123"/>
                  </a:lnTo>
                  <a:lnTo>
                    <a:pt x="283541" y="41382"/>
                  </a:lnTo>
                  <a:lnTo>
                    <a:pt x="279687" y="37760"/>
                  </a:lnTo>
                  <a:lnTo>
                    <a:pt x="275720" y="34263"/>
                  </a:lnTo>
                  <a:lnTo>
                    <a:pt x="271645" y="30892"/>
                  </a:lnTo>
                  <a:lnTo>
                    <a:pt x="267465" y="27652"/>
                  </a:lnTo>
                  <a:lnTo>
                    <a:pt x="263185" y="24546"/>
                  </a:lnTo>
                  <a:lnTo>
                    <a:pt x="258809" y="21577"/>
                  </a:lnTo>
                  <a:lnTo>
                    <a:pt x="254341" y="18748"/>
                  </a:lnTo>
                  <a:lnTo>
                    <a:pt x="249786" y="16061"/>
                  </a:lnTo>
                  <a:lnTo>
                    <a:pt x="245148" y="13520"/>
                  </a:lnTo>
                  <a:lnTo>
                    <a:pt x="240432" y="11127"/>
                  </a:lnTo>
                  <a:lnTo>
                    <a:pt x="235642" y="8884"/>
                  </a:lnTo>
                  <a:lnTo>
                    <a:pt x="230784" y="6794"/>
                  </a:lnTo>
                  <a:lnTo>
                    <a:pt x="225863" y="4859"/>
                  </a:lnTo>
                  <a:lnTo>
                    <a:pt x="220882" y="3080"/>
                  </a:lnTo>
                  <a:lnTo>
                    <a:pt x="215848" y="1460"/>
                  </a:lnTo>
                  <a:lnTo>
                    <a:pt x="210765" y="0"/>
                  </a:lnTo>
                  <a:lnTo>
                    <a:pt x="167154" y="161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43611" cy="167167"/>
            </a:xfrm>
            <a:custGeom>
              <a:avLst/>
              <a:pathLst>
                <a:path w="43611" h="167167">
                  <a:moveTo>
                    <a:pt x="43611" y="5788"/>
                  </a:moveTo>
                  <a:lnTo>
                    <a:pt x="37496" y="4259"/>
                  </a:lnTo>
                  <a:lnTo>
                    <a:pt x="31329" y="2961"/>
                  </a:lnTo>
                  <a:lnTo>
                    <a:pt x="25116" y="1897"/>
                  </a:lnTo>
                  <a:lnTo>
                    <a:pt x="18869" y="1068"/>
                  </a:lnTo>
                  <a:lnTo>
                    <a:pt x="12594" y="475"/>
                  </a:lnTo>
                  <a:lnTo>
                    <a:pt x="630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5744" y="941493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52" y="968090"/>
              <a:ext cx="167163" cy="306793"/>
            </a:xfrm>
            <a:custGeom>
              <a:avLst/>
              <a:pathLst>
                <a:path w="167163" h="306793">
                  <a:moveTo>
                    <a:pt x="76691" y="0"/>
                  </a:moveTo>
                  <a:lnTo>
                    <a:pt x="72241" y="2965"/>
                  </a:lnTo>
                  <a:lnTo>
                    <a:pt x="67888" y="6072"/>
                  </a:lnTo>
                  <a:lnTo>
                    <a:pt x="63637" y="9316"/>
                  </a:lnTo>
                  <a:lnTo>
                    <a:pt x="59492" y="12695"/>
                  </a:lnTo>
                  <a:lnTo>
                    <a:pt x="55456" y="16204"/>
                  </a:lnTo>
                  <a:lnTo>
                    <a:pt x="51535" y="19841"/>
                  </a:lnTo>
                  <a:lnTo>
                    <a:pt x="47733" y="23602"/>
                  </a:lnTo>
                  <a:lnTo>
                    <a:pt x="44053" y="27482"/>
                  </a:lnTo>
                  <a:lnTo>
                    <a:pt x="40498" y="31477"/>
                  </a:lnTo>
                  <a:lnTo>
                    <a:pt x="37073" y="35585"/>
                  </a:lnTo>
                  <a:lnTo>
                    <a:pt x="33782" y="39800"/>
                  </a:lnTo>
                  <a:lnTo>
                    <a:pt x="30627" y="44118"/>
                  </a:lnTo>
                  <a:lnTo>
                    <a:pt x="27611" y="48535"/>
                  </a:lnTo>
                  <a:lnTo>
                    <a:pt x="24739" y="53045"/>
                  </a:lnTo>
                  <a:lnTo>
                    <a:pt x="22012" y="57646"/>
                  </a:lnTo>
                  <a:lnTo>
                    <a:pt x="19434" y="62331"/>
                  </a:lnTo>
                  <a:lnTo>
                    <a:pt x="17007" y="67097"/>
                  </a:lnTo>
                  <a:lnTo>
                    <a:pt x="14734" y="71937"/>
                  </a:lnTo>
                  <a:lnTo>
                    <a:pt x="12616" y="76848"/>
                  </a:lnTo>
                  <a:lnTo>
                    <a:pt x="10657" y="81824"/>
                  </a:lnTo>
                  <a:lnTo>
                    <a:pt x="8858" y="86860"/>
                  </a:lnTo>
                  <a:lnTo>
                    <a:pt x="7221" y="91952"/>
                  </a:lnTo>
                  <a:lnTo>
                    <a:pt x="5748" y="97093"/>
                  </a:lnTo>
                  <a:lnTo>
                    <a:pt x="4440" y="102278"/>
                  </a:lnTo>
                  <a:lnTo>
                    <a:pt x="3298" y="107503"/>
                  </a:lnTo>
                  <a:lnTo>
                    <a:pt x="2324" y="112761"/>
                  </a:lnTo>
                  <a:lnTo>
                    <a:pt x="1519" y="118048"/>
                  </a:lnTo>
                  <a:lnTo>
                    <a:pt x="884" y="123358"/>
                  </a:lnTo>
                  <a:lnTo>
                    <a:pt x="418" y="128686"/>
                  </a:lnTo>
                  <a:lnTo>
                    <a:pt x="123" y="134025"/>
                  </a:lnTo>
                  <a:lnTo>
                    <a:pt x="0" y="139372"/>
                  </a:lnTo>
                  <a:lnTo>
                    <a:pt x="47" y="144719"/>
                  </a:lnTo>
                  <a:lnTo>
                    <a:pt x="265" y="150063"/>
                  </a:lnTo>
                  <a:lnTo>
                    <a:pt x="654" y="155396"/>
                  </a:lnTo>
                  <a:lnTo>
                    <a:pt x="1214" y="160715"/>
                  </a:lnTo>
                  <a:lnTo>
                    <a:pt x="1943" y="166013"/>
                  </a:lnTo>
                  <a:lnTo>
                    <a:pt x="2841" y="171285"/>
                  </a:lnTo>
                  <a:lnTo>
                    <a:pt x="3908" y="176525"/>
                  </a:lnTo>
                  <a:lnTo>
                    <a:pt x="5141" y="181729"/>
                  </a:lnTo>
                  <a:lnTo>
                    <a:pt x="6541" y="186890"/>
                  </a:lnTo>
                  <a:lnTo>
                    <a:pt x="8105" y="192004"/>
                  </a:lnTo>
                  <a:lnTo>
                    <a:pt x="9831" y="197066"/>
                  </a:lnTo>
                  <a:lnTo>
                    <a:pt x="11719" y="202070"/>
                  </a:lnTo>
                  <a:lnTo>
                    <a:pt x="13766" y="207010"/>
                  </a:lnTo>
                  <a:lnTo>
                    <a:pt x="15970" y="211883"/>
                  </a:lnTo>
                  <a:lnTo>
                    <a:pt x="18328" y="216683"/>
                  </a:lnTo>
                  <a:lnTo>
                    <a:pt x="20839" y="221404"/>
                  </a:lnTo>
                  <a:lnTo>
                    <a:pt x="23499" y="226044"/>
                  </a:lnTo>
                  <a:lnTo>
                    <a:pt x="26307" y="230595"/>
                  </a:lnTo>
                  <a:lnTo>
                    <a:pt x="29259" y="235055"/>
                  </a:lnTo>
                  <a:lnTo>
                    <a:pt x="32352" y="239417"/>
                  </a:lnTo>
                  <a:lnTo>
                    <a:pt x="35582" y="243679"/>
                  </a:lnTo>
                  <a:lnTo>
                    <a:pt x="38948" y="247835"/>
                  </a:lnTo>
                  <a:lnTo>
                    <a:pt x="42445" y="251881"/>
                  </a:lnTo>
                  <a:lnTo>
                    <a:pt x="46069" y="255814"/>
                  </a:lnTo>
                  <a:lnTo>
                    <a:pt x="49817" y="259628"/>
                  </a:lnTo>
                  <a:lnTo>
                    <a:pt x="53686" y="263321"/>
                  </a:lnTo>
                  <a:lnTo>
                    <a:pt x="57670" y="266888"/>
                  </a:lnTo>
                  <a:lnTo>
                    <a:pt x="61767" y="270326"/>
                  </a:lnTo>
                  <a:lnTo>
                    <a:pt x="65971" y="273631"/>
                  </a:lnTo>
                  <a:lnTo>
                    <a:pt x="70279" y="276799"/>
                  </a:lnTo>
                  <a:lnTo>
                    <a:pt x="74686" y="279829"/>
                  </a:lnTo>
                  <a:lnTo>
                    <a:pt x="79188" y="282715"/>
                  </a:lnTo>
                  <a:lnTo>
                    <a:pt x="83780" y="285457"/>
                  </a:lnTo>
                  <a:lnTo>
                    <a:pt x="88457" y="288050"/>
                  </a:lnTo>
                  <a:lnTo>
                    <a:pt x="93215" y="290492"/>
                  </a:lnTo>
                  <a:lnTo>
                    <a:pt x="98048" y="292780"/>
                  </a:lnTo>
                  <a:lnTo>
                    <a:pt x="102952" y="294913"/>
                  </a:lnTo>
                  <a:lnTo>
                    <a:pt x="107922" y="296888"/>
                  </a:lnTo>
                  <a:lnTo>
                    <a:pt x="112953" y="298703"/>
                  </a:lnTo>
                  <a:lnTo>
                    <a:pt x="118039" y="300356"/>
                  </a:lnTo>
                  <a:lnTo>
                    <a:pt x="123175" y="301846"/>
                  </a:lnTo>
                  <a:lnTo>
                    <a:pt x="128356" y="303170"/>
                  </a:lnTo>
                  <a:lnTo>
                    <a:pt x="133577" y="304328"/>
                  </a:lnTo>
                  <a:lnTo>
                    <a:pt x="138833" y="305319"/>
                  </a:lnTo>
                  <a:lnTo>
                    <a:pt x="144117" y="306141"/>
                  </a:lnTo>
                  <a:lnTo>
                    <a:pt x="149425" y="306793"/>
                  </a:lnTo>
                  <a:lnTo>
                    <a:pt x="167163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68478" y="941493"/>
              <a:ext cx="184896" cy="334325"/>
            </a:xfrm>
            <a:custGeom>
              <a:avLst/>
              <a:pathLst>
                <a:path w="184896" h="334325">
                  <a:moveTo>
                    <a:pt x="0" y="333391"/>
                  </a:moveTo>
                  <a:lnTo>
                    <a:pt x="5301" y="333871"/>
                  </a:lnTo>
                  <a:lnTo>
                    <a:pt x="10614" y="334183"/>
                  </a:lnTo>
                  <a:lnTo>
                    <a:pt x="15935" y="334325"/>
                  </a:lnTo>
                  <a:lnTo>
                    <a:pt x="21258" y="334297"/>
                  </a:lnTo>
                  <a:lnTo>
                    <a:pt x="26577" y="334101"/>
                  </a:lnTo>
                  <a:lnTo>
                    <a:pt x="31887" y="333734"/>
                  </a:lnTo>
                  <a:lnTo>
                    <a:pt x="37183" y="333200"/>
                  </a:lnTo>
                  <a:lnTo>
                    <a:pt x="42459" y="332496"/>
                  </a:lnTo>
                  <a:lnTo>
                    <a:pt x="47710" y="331625"/>
                  </a:lnTo>
                  <a:lnTo>
                    <a:pt x="52930" y="330588"/>
                  </a:lnTo>
                  <a:lnTo>
                    <a:pt x="58115" y="329385"/>
                  </a:lnTo>
                  <a:lnTo>
                    <a:pt x="63259" y="328017"/>
                  </a:lnTo>
                  <a:lnTo>
                    <a:pt x="68357" y="326486"/>
                  </a:lnTo>
                  <a:lnTo>
                    <a:pt x="73404" y="324794"/>
                  </a:lnTo>
                  <a:lnTo>
                    <a:pt x="78394" y="322942"/>
                  </a:lnTo>
                  <a:lnTo>
                    <a:pt x="83323" y="320931"/>
                  </a:lnTo>
                  <a:lnTo>
                    <a:pt x="88185" y="318765"/>
                  </a:lnTo>
                  <a:lnTo>
                    <a:pt x="92975" y="316446"/>
                  </a:lnTo>
                  <a:lnTo>
                    <a:pt x="97690" y="313975"/>
                  </a:lnTo>
                  <a:lnTo>
                    <a:pt x="102323" y="311355"/>
                  </a:lnTo>
                  <a:lnTo>
                    <a:pt x="106871" y="308589"/>
                  </a:lnTo>
                  <a:lnTo>
                    <a:pt x="111328" y="305680"/>
                  </a:lnTo>
                  <a:lnTo>
                    <a:pt x="115690" y="302630"/>
                  </a:lnTo>
                  <a:lnTo>
                    <a:pt x="119953" y="299442"/>
                  </a:lnTo>
                  <a:lnTo>
                    <a:pt x="124113" y="296121"/>
                  </a:lnTo>
                  <a:lnTo>
                    <a:pt x="128164" y="292669"/>
                  </a:lnTo>
                  <a:lnTo>
                    <a:pt x="132104" y="289090"/>
                  </a:lnTo>
                  <a:lnTo>
                    <a:pt x="135928" y="285387"/>
                  </a:lnTo>
                  <a:lnTo>
                    <a:pt x="139632" y="281564"/>
                  </a:lnTo>
                  <a:lnTo>
                    <a:pt x="143212" y="277626"/>
                  </a:lnTo>
                  <a:lnTo>
                    <a:pt x="146665" y="273575"/>
                  </a:lnTo>
                  <a:lnTo>
                    <a:pt x="149987" y="269416"/>
                  </a:lnTo>
                  <a:lnTo>
                    <a:pt x="153175" y="265154"/>
                  </a:lnTo>
                  <a:lnTo>
                    <a:pt x="156226" y="260793"/>
                  </a:lnTo>
                  <a:lnTo>
                    <a:pt x="159137" y="256336"/>
                  </a:lnTo>
                  <a:lnTo>
                    <a:pt x="161904" y="251789"/>
                  </a:lnTo>
                  <a:lnTo>
                    <a:pt x="164525" y="247156"/>
                  </a:lnTo>
                  <a:lnTo>
                    <a:pt x="166997" y="242443"/>
                  </a:lnTo>
                  <a:lnTo>
                    <a:pt x="169318" y="237652"/>
                  </a:lnTo>
                  <a:lnTo>
                    <a:pt x="171485" y="232791"/>
                  </a:lnTo>
                  <a:lnTo>
                    <a:pt x="173497" y="227863"/>
                  </a:lnTo>
                  <a:lnTo>
                    <a:pt x="175350" y="222873"/>
                  </a:lnTo>
                  <a:lnTo>
                    <a:pt x="177044" y="217827"/>
                  </a:lnTo>
                  <a:lnTo>
                    <a:pt x="178576" y="212730"/>
                  </a:lnTo>
                  <a:lnTo>
                    <a:pt x="179945" y="207586"/>
                  </a:lnTo>
                  <a:lnTo>
                    <a:pt x="181149" y="202401"/>
                  </a:lnTo>
                  <a:lnTo>
                    <a:pt x="182188" y="197181"/>
                  </a:lnTo>
                  <a:lnTo>
                    <a:pt x="183060" y="191930"/>
                  </a:lnTo>
                  <a:lnTo>
                    <a:pt x="183765" y="186654"/>
                  </a:lnTo>
                  <a:lnTo>
                    <a:pt x="184301" y="181358"/>
                  </a:lnTo>
                  <a:lnTo>
                    <a:pt x="184669" y="176048"/>
                  </a:lnTo>
                  <a:lnTo>
                    <a:pt x="184867" y="170729"/>
                  </a:lnTo>
                  <a:lnTo>
                    <a:pt x="184896" y="165407"/>
                  </a:lnTo>
                  <a:lnTo>
                    <a:pt x="184755" y="160086"/>
                  </a:lnTo>
                  <a:lnTo>
                    <a:pt x="184445" y="154772"/>
                  </a:lnTo>
                  <a:lnTo>
                    <a:pt x="183965" y="149471"/>
                  </a:lnTo>
                  <a:lnTo>
                    <a:pt x="183318" y="144188"/>
                  </a:lnTo>
                  <a:lnTo>
                    <a:pt x="182502" y="138928"/>
                  </a:lnTo>
                  <a:lnTo>
                    <a:pt x="181520" y="133697"/>
                  </a:lnTo>
                  <a:lnTo>
                    <a:pt x="180371" y="128499"/>
                  </a:lnTo>
                  <a:lnTo>
                    <a:pt x="179058" y="123341"/>
                  </a:lnTo>
                  <a:lnTo>
                    <a:pt x="177581" y="118227"/>
                  </a:lnTo>
                  <a:lnTo>
                    <a:pt x="175941" y="113163"/>
                  </a:lnTo>
                  <a:lnTo>
                    <a:pt x="174142" y="108154"/>
                  </a:lnTo>
                  <a:lnTo>
                    <a:pt x="172184" y="103204"/>
                  </a:lnTo>
                  <a:lnTo>
                    <a:pt x="170069" y="98320"/>
                  </a:lnTo>
                  <a:lnTo>
                    <a:pt x="167800" y="93505"/>
                  </a:lnTo>
                  <a:lnTo>
                    <a:pt x="165379" y="88765"/>
                  </a:lnTo>
                  <a:lnTo>
                    <a:pt x="162808" y="84104"/>
                  </a:lnTo>
                  <a:lnTo>
                    <a:pt x="160090" y="79528"/>
                  </a:lnTo>
                  <a:lnTo>
                    <a:pt x="157228" y="75040"/>
                  </a:lnTo>
                  <a:lnTo>
                    <a:pt x="154224" y="70646"/>
                  </a:lnTo>
                  <a:lnTo>
                    <a:pt x="151082" y="66349"/>
                  </a:lnTo>
                  <a:lnTo>
                    <a:pt x="147805" y="62155"/>
                  </a:lnTo>
                  <a:lnTo>
                    <a:pt x="144395" y="58068"/>
                  </a:lnTo>
                  <a:lnTo>
                    <a:pt x="140858" y="54090"/>
                  </a:lnTo>
                  <a:lnTo>
                    <a:pt x="137195" y="50228"/>
                  </a:lnTo>
                  <a:lnTo>
                    <a:pt x="133412" y="46484"/>
                  </a:lnTo>
                  <a:lnTo>
                    <a:pt x="129511" y="42863"/>
                  </a:lnTo>
                  <a:lnTo>
                    <a:pt x="125497" y="39367"/>
                  </a:lnTo>
                  <a:lnTo>
                    <a:pt x="121374" y="36001"/>
                  </a:lnTo>
                  <a:lnTo>
                    <a:pt x="117145" y="32768"/>
                  </a:lnTo>
                  <a:lnTo>
                    <a:pt x="112816" y="29671"/>
                  </a:lnTo>
                  <a:lnTo>
                    <a:pt x="108390" y="26714"/>
                  </a:lnTo>
                  <a:lnTo>
                    <a:pt x="103873" y="23899"/>
                  </a:lnTo>
                  <a:lnTo>
                    <a:pt x="99268" y="21230"/>
                  </a:lnTo>
                  <a:lnTo>
                    <a:pt x="94581" y="18708"/>
                  </a:lnTo>
                  <a:lnTo>
                    <a:pt x="89815" y="16337"/>
                  </a:lnTo>
                  <a:lnTo>
                    <a:pt x="84977" y="14118"/>
                  </a:lnTo>
                  <a:lnTo>
                    <a:pt x="80070" y="12055"/>
                  </a:lnTo>
                  <a:lnTo>
                    <a:pt x="75100" y="10150"/>
                  </a:lnTo>
                  <a:lnTo>
                    <a:pt x="70072" y="8403"/>
                  </a:lnTo>
                  <a:lnTo>
                    <a:pt x="64991" y="6817"/>
                  </a:lnTo>
                  <a:lnTo>
                    <a:pt x="59862" y="5394"/>
                  </a:lnTo>
                  <a:lnTo>
                    <a:pt x="54690" y="4135"/>
                  </a:lnTo>
                  <a:lnTo>
                    <a:pt x="49481" y="3041"/>
                  </a:lnTo>
                  <a:lnTo>
                    <a:pt x="44240" y="2114"/>
                  </a:lnTo>
                  <a:lnTo>
                    <a:pt x="38972" y="1354"/>
                  </a:lnTo>
                  <a:lnTo>
                    <a:pt x="33682" y="762"/>
                  </a:lnTo>
                  <a:lnTo>
                    <a:pt x="28376" y="338"/>
                  </a:lnTo>
                  <a:lnTo>
                    <a:pt x="23059" y="84"/>
                  </a:lnTo>
                  <a:lnTo>
                    <a:pt x="17737" y="0"/>
                  </a:lnTo>
                  <a:lnTo>
                    <a:pt x="177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50" y="1071028"/>
              <a:ext cx="303783" cy="334333"/>
            </a:xfrm>
            <a:custGeom>
              <a:avLst/>
              <a:pathLst>
                <a:path w="303783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80855"/>
              <a:ext cx="167167" cy="253655"/>
            </a:xfrm>
            <a:custGeom>
              <a:avLst/>
              <a:pathLst>
                <a:path w="167167" h="253655">
                  <a:moveTo>
                    <a:pt x="136632" y="253655"/>
                  </a:moveTo>
                  <a:lnTo>
                    <a:pt x="139669" y="249195"/>
                  </a:lnTo>
                  <a:lnTo>
                    <a:pt x="142562" y="244638"/>
                  </a:lnTo>
                  <a:lnTo>
                    <a:pt x="145305" y="239991"/>
                  </a:lnTo>
                  <a:lnTo>
                    <a:pt x="147897" y="235258"/>
                  </a:lnTo>
                  <a:lnTo>
                    <a:pt x="150336" y="230443"/>
                  </a:lnTo>
                  <a:lnTo>
                    <a:pt x="152617" y="225552"/>
                  </a:lnTo>
                  <a:lnTo>
                    <a:pt x="154739" y="220590"/>
                  </a:lnTo>
                  <a:lnTo>
                    <a:pt x="156700" y="215562"/>
                  </a:lnTo>
                  <a:lnTo>
                    <a:pt x="158498" y="210474"/>
                  </a:lnTo>
                  <a:lnTo>
                    <a:pt x="160130" y="205330"/>
                  </a:lnTo>
                  <a:lnTo>
                    <a:pt x="161596" y="200136"/>
                  </a:lnTo>
                  <a:lnTo>
                    <a:pt x="162893" y="194898"/>
                  </a:lnTo>
                  <a:lnTo>
                    <a:pt x="164021" y="189620"/>
                  </a:lnTo>
                  <a:lnTo>
                    <a:pt x="164977" y="184309"/>
                  </a:lnTo>
                  <a:lnTo>
                    <a:pt x="165762" y="178969"/>
                  </a:lnTo>
                  <a:lnTo>
                    <a:pt x="166374" y="173607"/>
                  </a:lnTo>
                  <a:lnTo>
                    <a:pt x="166812" y="168228"/>
                  </a:lnTo>
                  <a:lnTo>
                    <a:pt x="167077" y="162838"/>
                  </a:lnTo>
                  <a:lnTo>
                    <a:pt x="167167" y="157442"/>
                  </a:lnTo>
                  <a:lnTo>
                    <a:pt x="167083" y="152046"/>
                  </a:lnTo>
                  <a:lnTo>
                    <a:pt x="166825" y="146656"/>
                  </a:lnTo>
                  <a:lnTo>
                    <a:pt x="166393" y="141276"/>
                  </a:lnTo>
                  <a:lnTo>
                    <a:pt x="165788" y="135913"/>
                  </a:lnTo>
                  <a:lnTo>
                    <a:pt x="165010" y="130573"/>
                  </a:lnTo>
                  <a:lnTo>
                    <a:pt x="164060" y="125261"/>
                  </a:lnTo>
                  <a:lnTo>
                    <a:pt x="162939" y="119982"/>
                  </a:lnTo>
                  <a:lnTo>
                    <a:pt x="161648" y="114742"/>
                  </a:lnTo>
                  <a:lnTo>
                    <a:pt x="160189" y="109546"/>
                  </a:lnTo>
                  <a:lnTo>
                    <a:pt x="158563" y="104400"/>
                  </a:lnTo>
                  <a:lnTo>
                    <a:pt x="156771" y="99309"/>
                  </a:lnTo>
                  <a:lnTo>
                    <a:pt x="154816" y="94279"/>
                  </a:lnTo>
                  <a:lnTo>
                    <a:pt x="152700" y="89315"/>
                  </a:lnTo>
                  <a:lnTo>
                    <a:pt x="150425" y="84421"/>
                  </a:lnTo>
                  <a:lnTo>
                    <a:pt x="147993" y="79603"/>
                  </a:lnTo>
                  <a:lnTo>
                    <a:pt x="145406" y="74867"/>
                  </a:lnTo>
                  <a:lnTo>
                    <a:pt x="142668" y="70216"/>
                  </a:lnTo>
                  <a:lnTo>
                    <a:pt x="139782" y="65656"/>
                  </a:lnTo>
                  <a:lnTo>
                    <a:pt x="136749" y="61192"/>
                  </a:lnTo>
                  <a:lnTo>
                    <a:pt x="133574" y="56828"/>
                  </a:lnTo>
                  <a:lnTo>
                    <a:pt x="130260" y="52569"/>
                  </a:lnTo>
                  <a:lnTo>
                    <a:pt x="126811" y="48419"/>
                  </a:lnTo>
                  <a:lnTo>
                    <a:pt x="123229" y="44382"/>
                  </a:lnTo>
                  <a:lnTo>
                    <a:pt x="119518" y="40463"/>
                  </a:lnTo>
                  <a:lnTo>
                    <a:pt x="115683" y="36666"/>
                  </a:lnTo>
                  <a:lnTo>
                    <a:pt x="111728" y="32995"/>
                  </a:lnTo>
                  <a:lnTo>
                    <a:pt x="107656" y="29453"/>
                  </a:lnTo>
                  <a:lnTo>
                    <a:pt x="103471" y="26045"/>
                  </a:lnTo>
                  <a:lnTo>
                    <a:pt x="99179" y="22773"/>
                  </a:lnTo>
                  <a:lnTo>
                    <a:pt x="94784" y="19642"/>
                  </a:lnTo>
                  <a:lnTo>
                    <a:pt x="90290" y="16654"/>
                  </a:lnTo>
                  <a:lnTo>
                    <a:pt x="85702" y="13813"/>
                  </a:lnTo>
                  <a:lnTo>
                    <a:pt x="81024" y="11121"/>
                  </a:lnTo>
                  <a:lnTo>
                    <a:pt x="76262" y="8582"/>
                  </a:lnTo>
                  <a:lnTo>
                    <a:pt x="71420" y="6198"/>
                  </a:lnTo>
                  <a:lnTo>
                    <a:pt x="66504" y="3971"/>
                  </a:lnTo>
                  <a:lnTo>
                    <a:pt x="61519" y="1904"/>
                  </a:lnTo>
                  <a:lnTo>
                    <a:pt x="56470" y="0"/>
                  </a:lnTo>
                  <a:lnTo>
                    <a:pt x="0" y="157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56470" cy="167167"/>
            </a:xfrm>
            <a:custGeom>
              <a:avLst/>
              <a:pathLst>
                <a:path w="56470" h="167167">
                  <a:moveTo>
                    <a:pt x="56470" y="9826"/>
                  </a:moveTo>
                  <a:lnTo>
                    <a:pt x="50406" y="7780"/>
                  </a:lnTo>
                  <a:lnTo>
                    <a:pt x="44268" y="5967"/>
                  </a:lnTo>
                  <a:lnTo>
                    <a:pt x="38065" y="4391"/>
                  </a:lnTo>
                  <a:lnTo>
                    <a:pt x="31806" y="3053"/>
                  </a:lnTo>
                  <a:lnTo>
                    <a:pt x="25501" y="1956"/>
                  </a:lnTo>
                  <a:lnTo>
                    <a:pt x="19158" y="1101"/>
                  </a:lnTo>
                  <a:lnTo>
                    <a:pt x="12788" y="489"/>
                  </a:lnTo>
                  <a:lnTo>
                    <a:pt x="6398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8249" y="1322571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98249" y="1349169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71" y="1349169"/>
              <a:ext cx="334310" cy="307735"/>
            </a:xfrm>
            <a:custGeom>
              <a:avLst/>
              <a:pathLst>
                <a:path w="334310" h="307735">
                  <a:moveTo>
                    <a:pt x="76678" y="0"/>
                  </a:moveTo>
                  <a:lnTo>
                    <a:pt x="72272" y="2935"/>
                  </a:lnTo>
                  <a:lnTo>
                    <a:pt x="67961" y="6009"/>
                  </a:lnTo>
                  <a:lnTo>
                    <a:pt x="63749" y="9217"/>
                  </a:lnTo>
                  <a:lnTo>
                    <a:pt x="59642" y="12557"/>
                  </a:lnTo>
                  <a:lnTo>
                    <a:pt x="55642" y="16026"/>
                  </a:lnTo>
                  <a:lnTo>
                    <a:pt x="51754" y="19620"/>
                  </a:lnTo>
                  <a:lnTo>
                    <a:pt x="47982" y="23334"/>
                  </a:lnTo>
                  <a:lnTo>
                    <a:pt x="44329" y="27167"/>
                  </a:lnTo>
                  <a:lnTo>
                    <a:pt x="40799" y="31113"/>
                  </a:lnTo>
                  <a:lnTo>
                    <a:pt x="37396" y="35169"/>
                  </a:lnTo>
                  <a:lnTo>
                    <a:pt x="34124" y="39331"/>
                  </a:lnTo>
                  <a:lnTo>
                    <a:pt x="30985" y="43594"/>
                  </a:lnTo>
                  <a:lnTo>
                    <a:pt x="27982" y="47955"/>
                  </a:lnTo>
                  <a:lnTo>
                    <a:pt x="25119" y="52408"/>
                  </a:lnTo>
                  <a:lnTo>
                    <a:pt x="22398" y="56950"/>
                  </a:lnTo>
                  <a:lnTo>
                    <a:pt x="19823" y="61576"/>
                  </a:lnTo>
                  <a:lnTo>
                    <a:pt x="17395" y="66281"/>
                  </a:lnTo>
                  <a:lnTo>
                    <a:pt x="15118" y="71061"/>
                  </a:lnTo>
                  <a:lnTo>
                    <a:pt x="12993" y="75910"/>
                  </a:lnTo>
                  <a:lnTo>
                    <a:pt x="11023" y="80824"/>
                  </a:lnTo>
                  <a:lnTo>
                    <a:pt x="9209" y="85798"/>
                  </a:lnTo>
                  <a:lnTo>
                    <a:pt x="7554" y="90827"/>
                  </a:lnTo>
                  <a:lnTo>
                    <a:pt x="6059" y="95906"/>
                  </a:lnTo>
                  <a:lnTo>
                    <a:pt x="4725" y="101030"/>
                  </a:lnTo>
                  <a:lnTo>
                    <a:pt x="3554" y="106193"/>
                  </a:lnTo>
                  <a:lnTo>
                    <a:pt x="2548" y="111391"/>
                  </a:lnTo>
                  <a:lnTo>
                    <a:pt x="1706" y="116618"/>
                  </a:lnTo>
                  <a:lnTo>
                    <a:pt x="1031" y="121869"/>
                  </a:lnTo>
                  <a:lnTo>
                    <a:pt x="522" y="127139"/>
                  </a:lnTo>
                  <a:lnTo>
                    <a:pt x="180" y="132422"/>
                  </a:lnTo>
                  <a:lnTo>
                    <a:pt x="6" y="137714"/>
                  </a:lnTo>
                  <a:lnTo>
                    <a:pt x="0" y="143008"/>
                  </a:lnTo>
                  <a:lnTo>
                    <a:pt x="161" y="148300"/>
                  </a:lnTo>
                  <a:lnTo>
                    <a:pt x="489" y="153584"/>
                  </a:lnTo>
                  <a:lnTo>
                    <a:pt x="985" y="158856"/>
                  </a:lnTo>
                  <a:lnTo>
                    <a:pt x="1647" y="164108"/>
                  </a:lnTo>
                  <a:lnTo>
                    <a:pt x="2476" y="169338"/>
                  </a:lnTo>
                  <a:lnTo>
                    <a:pt x="3469" y="174538"/>
                  </a:lnTo>
                  <a:lnTo>
                    <a:pt x="4627" y="179704"/>
                  </a:lnTo>
                  <a:lnTo>
                    <a:pt x="5948" y="184831"/>
                  </a:lnTo>
                  <a:lnTo>
                    <a:pt x="7430" y="189914"/>
                  </a:lnTo>
                  <a:lnTo>
                    <a:pt x="9073" y="194947"/>
                  </a:lnTo>
                  <a:lnTo>
                    <a:pt x="10874" y="199925"/>
                  </a:lnTo>
                  <a:lnTo>
                    <a:pt x="12832" y="204844"/>
                  </a:lnTo>
                  <a:lnTo>
                    <a:pt x="14945" y="209699"/>
                  </a:lnTo>
                  <a:lnTo>
                    <a:pt x="17211" y="214484"/>
                  </a:lnTo>
                  <a:lnTo>
                    <a:pt x="19626" y="219195"/>
                  </a:lnTo>
                  <a:lnTo>
                    <a:pt x="22190" y="223827"/>
                  </a:lnTo>
                  <a:lnTo>
                    <a:pt x="24900" y="228376"/>
                  </a:lnTo>
                  <a:lnTo>
                    <a:pt x="27752" y="232837"/>
                  </a:lnTo>
                  <a:lnTo>
                    <a:pt x="30743" y="237205"/>
                  </a:lnTo>
                  <a:lnTo>
                    <a:pt x="33872" y="241476"/>
                  </a:lnTo>
                  <a:lnTo>
                    <a:pt x="37134" y="245646"/>
                  </a:lnTo>
                  <a:lnTo>
                    <a:pt x="40527" y="249710"/>
                  </a:lnTo>
                  <a:lnTo>
                    <a:pt x="44047" y="253665"/>
                  </a:lnTo>
                  <a:lnTo>
                    <a:pt x="47690" y="257507"/>
                  </a:lnTo>
                  <a:lnTo>
                    <a:pt x="51453" y="261231"/>
                  </a:lnTo>
                  <a:lnTo>
                    <a:pt x="55332" y="264835"/>
                  </a:lnTo>
                  <a:lnTo>
                    <a:pt x="59323" y="268313"/>
                  </a:lnTo>
                  <a:lnTo>
                    <a:pt x="63422" y="271664"/>
                  </a:lnTo>
                  <a:lnTo>
                    <a:pt x="67626" y="274883"/>
                  </a:lnTo>
                  <a:lnTo>
                    <a:pt x="71929" y="277967"/>
                  </a:lnTo>
                  <a:lnTo>
                    <a:pt x="76328" y="280913"/>
                  </a:lnTo>
                  <a:lnTo>
                    <a:pt x="80818" y="283719"/>
                  </a:lnTo>
                  <a:lnTo>
                    <a:pt x="85394" y="286381"/>
                  </a:lnTo>
                  <a:lnTo>
                    <a:pt x="90053" y="288897"/>
                  </a:lnTo>
                  <a:lnTo>
                    <a:pt x="94788" y="291264"/>
                  </a:lnTo>
                  <a:lnTo>
                    <a:pt x="99597" y="293480"/>
                  </a:lnTo>
                  <a:lnTo>
                    <a:pt x="104473" y="295542"/>
                  </a:lnTo>
                  <a:lnTo>
                    <a:pt x="109412" y="297450"/>
                  </a:lnTo>
                  <a:lnTo>
                    <a:pt x="114409" y="299199"/>
                  </a:lnTo>
                  <a:lnTo>
                    <a:pt x="119459" y="300790"/>
                  </a:lnTo>
                  <a:lnTo>
                    <a:pt x="124556" y="302220"/>
                  </a:lnTo>
                  <a:lnTo>
                    <a:pt x="129697" y="303487"/>
                  </a:lnTo>
                  <a:lnTo>
                    <a:pt x="134875" y="304592"/>
                  </a:lnTo>
                  <a:lnTo>
                    <a:pt x="140085" y="305531"/>
                  </a:lnTo>
                  <a:lnTo>
                    <a:pt x="145322" y="306306"/>
                  </a:lnTo>
                  <a:lnTo>
                    <a:pt x="150582" y="306914"/>
                  </a:lnTo>
                  <a:lnTo>
                    <a:pt x="155858" y="307355"/>
                  </a:lnTo>
                  <a:lnTo>
                    <a:pt x="161145" y="307629"/>
                  </a:lnTo>
                  <a:lnTo>
                    <a:pt x="166438" y="307735"/>
                  </a:lnTo>
                  <a:lnTo>
                    <a:pt x="171732" y="307674"/>
                  </a:lnTo>
                  <a:lnTo>
                    <a:pt x="177022" y="307445"/>
                  </a:lnTo>
                  <a:lnTo>
                    <a:pt x="182301" y="307049"/>
                  </a:lnTo>
                  <a:lnTo>
                    <a:pt x="187566" y="306485"/>
                  </a:lnTo>
                  <a:lnTo>
                    <a:pt x="192810" y="305756"/>
                  </a:lnTo>
                  <a:lnTo>
                    <a:pt x="198028" y="304860"/>
                  </a:lnTo>
                  <a:lnTo>
                    <a:pt x="203215" y="303800"/>
                  </a:lnTo>
                  <a:lnTo>
                    <a:pt x="208366" y="302576"/>
                  </a:lnTo>
                  <a:lnTo>
                    <a:pt x="213475" y="301190"/>
                  </a:lnTo>
                  <a:lnTo>
                    <a:pt x="218539" y="299642"/>
                  </a:lnTo>
                  <a:lnTo>
                    <a:pt x="223550" y="297935"/>
                  </a:lnTo>
                  <a:lnTo>
                    <a:pt x="228505" y="296070"/>
                  </a:lnTo>
                  <a:lnTo>
                    <a:pt x="233399" y="294049"/>
                  </a:lnTo>
                  <a:lnTo>
                    <a:pt x="238226" y="291874"/>
                  </a:lnTo>
                  <a:lnTo>
                    <a:pt x="242982" y="289547"/>
                  </a:lnTo>
                  <a:lnTo>
                    <a:pt x="247661" y="287071"/>
                  </a:lnTo>
                  <a:lnTo>
                    <a:pt x="252260" y="284448"/>
                  </a:lnTo>
                  <a:lnTo>
                    <a:pt x="256774" y="281681"/>
                  </a:lnTo>
                  <a:lnTo>
                    <a:pt x="261197" y="278772"/>
                  </a:lnTo>
                  <a:lnTo>
                    <a:pt x="265527" y="275724"/>
                  </a:lnTo>
                  <a:lnTo>
                    <a:pt x="269757" y="272541"/>
                  </a:lnTo>
                  <a:lnTo>
                    <a:pt x="273885" y="269226"/>
                  </a:lnTo>
                  <a:lnTo>
                    <a:pt x="277906" y="265781"/>
                  </a:lnTo>
                  <a:lnTo>
                    <a:pt x="281815" y="262211"/>
                  </a:lnTo>
                  <a:lnTo>
                    <a:pt x="285610" y="258519"/>
                  </a:lnTo>
                  <a:lnTo>
                    <a:pt x="289285" y="254708"/>
                  </a:lnTo>
                  <a:lnTo>
                    <a:pt x="292839" y="250783"/>
                  </a:lnTo>
                  <a:lnTo>
                    <a:pt x="296266" y="246748"/>
                  </a:lnTo>
                  <a:lnTo>
                    <a:pt x="299563" y="242606"/>
                  </a:lnTo>
                  <a:lnTo>
                    <a:pt x="302728" y="238361"/>
                  </a:lnTo>
                  <a:lnTo>
                    <a:pt x="305757" y="234019"/>
                  </a:lnTo>
                  <a:lnTo>
                    <a:pt x="308647" y="229583"/>
                  </a:lnTo>
                  <a:lnTo>
                    <a:pt x="311395" y="225057"/>
                  </a:lnTo>
                  <a:lnTo>
                    <a:pt x="313998" y="220447"/>
                  </a:lnTo>
                  <a:lnTo>
                    <a:pt x="316454" y="215757"/>
                  </a:lnTo>
                  <a:lnTo>
                    <a:pt x="318760" y="210991"/>
                  </a:lnTo>
                  <a:lnTo>
                    <a:pt x="320914" y="206154"/>
                  </a:lnTo>
                  <a:lnTo>
                    <a:pt x="322914" y="201252"/>
                  </a:lnTo>
                  <a:lnTo>
                    <a:pt x="324757" y="196289"/>
                  </a:lnTo>
                  <a:lnTo>
                    <a:pt x="326443" y="191270"/>
                  </a:lnTo>
                  <a:lnTo>
                    <a:pt x="327968" y="186200"/>
                  </a:lnTo>
                  <a:lnTo>
                    <a:pt x="329333" y="181085"/>
                  </a:lnTo>
                  <a:lnTo>
                    <a:pt x="330534" y="175929"/>
                  </a:lnTo>
                  <a:lnTo>
                    <a:pt x="331572" y="170737"/>
                  </a:lnTo>
                  <a:lnTo>
                    <a:pt x="332445" y="165515"/>
                  </a:lnTo>
                  <a:lnTo>
                    <a:pt x="333152" y="160268"/>
                  </a:lnTo>
                  <a:lnTo>
                    <a:pt x="333692" y="155001"/>
                  </a:lnTo>
                  <a:lnTo>
                    <a:pt x="334066" y="149720"/>
                  </a:lnTo>
                  <a:lnTo>
                    <a:pt x="334272" y="144430"/>
                  </a:lnTo>
                  <a:lnTo>
                    <a:pt x="334310" y="139135"/>
                  </a:lnTo>
                  <a:lnTo>
                    <a:pt x="334181" y="133843"/>
                  </a:lnTo>
                  <a:lnTo>
                    <a:pt x="333884" y="128557"/>
                  </a:lnTo>
                  <a:lnTo>
                    <a:pt x="333420" y="123283"/>
                  </a:lnTo>
                  <a:lnTo>
                    <a:pt x="332790" y="118026"/>
                  </a:lnTo>
                  <a:lnTo>
                    <a:pt x="331993" y="112792"/>
                  </a:lnTo>
                  <a:lnTo>
                    <a:pt x="331030" y="107586"/>
                  </a:lnTo>
                  <a:lnTo>
                    <a:pt x="329904" y="102413"/>
                  </a:lnTo>
                  <a:lnTo>
                    <a:pt x="328614" y="97278"/>
                  </a:lnTo>
                  <a:lnTo>
                    <a:pt x="327162" y="92186"/>
                  </a:lnTo>
                  <a:lnTo>
                    <a:pt x="325549" y="87143"/>
                  </a:lnTo>
                  <a:lnTo>
                    <a:pt x="323778" y="82154"/>
                  </a:lnTo>
                  <a:lnTo>
                    <a:pt x="321850" y="77223"/>
                  </a:lnTo>
                  <a:lnTo>
                    <a:pt x="319766" y="72356"/>
                  </a:lnTo>
                  <a:lnTo>
                    <a:pt x="317529" y="67557"/>
                  </a:lnTo>
                  <a:lnTo>
                    <a:pt x="315142" y="62832"/>
                  </a:lnTo>
                  <a:lnTo>
                    <a:pt x="312606" y="58184"/>
                  </a:lnTo>
                  <a:lnTo>
                    <a:pt x="309924" y="53620"/>
                  </a:lnTo>
                  <a:lnTo>
                    <a:pt x="307099" y="49142"/>
                  </a:lnTo>
                  <a:lnTo>
                    <a:pt x="304134" y="44756"/>
                  </a:lnTo>
                  <a:lnTo>
                    <a:pt x="167149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36984" cy="167167"/>
            </a:xfrm>
            <a:custGeom>
              <a:avLst/>
              <a:pathLst>
                <a:path w="136984" h="167167">
                  <a:moveTo>
                    <a:pt x="136984" y="71353"/>
                  </a:moveTo>
                  <a:lnTo>
                    <a:pt x="133736" y="66870"/>
                  </a:lnTo>
                  <a:lnTo>
                    <a:pt x="130342" y="62497"/>
                  </a:lnTo>
                  <a:lnTo>
                    <a:pt x="126804" y="58238"/>
                  </a:lnTo>
                  <a:lnTo>
                    <a:pt x="123128" y="54099"/>
                  </a:lnTo>
                  <a:lnTo>
                    <a:pt x="119316" y="50084"/>
                  </a:lnTo>
                  <a:lnTo>
                    <a:pt x="115374" y="46197"/>
                  </a:lnTo>
                  <a:lnTo>
                    <a:pt x="111305" y="42443"/>
                  </a:lnTo>
                  <a:lnTo>
                    <a:pt x="107114" y="38826"/>
                  </a:lnTo>
                  <a:lnTo>
                    <a:pt x="102806" y="35350"/>
                  </a:lnTo>
                  <a:lnTo>
                    <a:pt x="98385" y="32018"/>
                  </a:lnTo>
                  <a:lnTo>
                    <a:pt x="93855" y="28834"/>
                  </a:lnTo>
                  <a:lnTo>
                    <a:pt x="89223" y="25802"/>
                  </a:lnTo>
                  <a:lnTo>
                    <a:pt x="84494" y="22925"/>
                  </a:lnTo>
                  <a:lnTo>
                    <a:pt x="79671" y="20206"/>
                  </a:lnTo>
                  <a:lnTo>
                    <a:pt x="74761" y="17649"/>
                  </a:lnTo>
                  <a:lnTo>
                    <a:pt x="69769" y="15255"/>
                  </a:lnTo>
                  <a:lnTo>
                    <a:pt x="64701" y="13028"/>
                  </a:lnTo>
                  <a:lnTo>
                    <a:pt x="59561" y="10970"/>
                  </a:lnTo>
                  <a:lnTo>
                    <a:pt x="54357" y="9084"/>
                  </a:lnTo>
                  <a:lnTo>
                    <a:pt x="49092" y="7371"/>
                  </a:lnTo>
                  <a:lnTo>
                    <a:pt x="43774" y="5833"/>
                  </a:lnTo>
                  <a:lnTo>
                    <a:pt x="38408" y="4472"/>
                  </a:lnTo>
                  <a:lnTo>
                    <a:pt x="32999" y="3289"/>
                  </a:lnTo>
                  <a:lnTo>
                    <a:pt x="27555" y="2286"/>
                  </a:lnTo>
                  <a:lnTo>
                    <a:pt x="22080" y="1464"/>
                  </a:lnTo>
                  <a:lnTo>
                    <a:pt x="16581" y="824"/>
                  </a:lnTo>
                  <a:lnTo>
                    <a:pt x="11064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5023" y="1681503"/>
              <a:ext cx="101501" cy="167167"/>
            </a:xfrm>
            <a:custGeom>
              <a:avLst/>
              <a:pathLst>
                <a:path w="101501" h="167167">
                  <a:moveTo>
                    <a:pt x="101501" y="0"/>
                  </a:moveTo>
                  <a:lnTo>
                    <a:pt x="95761" y="98"/>
                  </a:lnTo>
                  <a:lnTo>
                    <a:pt x="90028" y="394"/>
                  </a:lnTo>
                  <a:lnTo>
                    <a:pt x="84309" y="886"/>
                  </a:lnTo>
                  <a:lnTo>
                    <a:pt x="78609" y="1574"/>
                  </a:lnTo>
                  <a:lnTo>
                    <a:pt x="72937" y="2458"/>
                  </a:lnTo>
                  <a:lnTo>
                    <a:pt x="67298" y="3536"/>
                  </a:lnTo>
                  <a:lnTo>
                    <a:pt x="61700" y="4807"/>
                  </a:lnTo>
                  <a:lnTo>
                    <a:pt x="56149" y="6269"/>
                  </a:lnTo>
                  <a:lnTo>
                    <a:pt x="50651" y="7921"/>
                  </a:lnTo>
                  <a:lnTo>
                    <a:pt x="45213" y="9761"/>
                  </a:lnTo>
                  <a:lnTo>
                    <a:pt x="39841" y="11787"/>
                  </a:lnTo>
                  <a:lnTo>
                    <a:pt x="34543" y="13995"/>
                  </a:lnTo>
                  <a:lnTo>
                    <a:pt x="29323" y="16385"/>
                  </a:lnTo>
                  <a:lnTo>
                    <a:pt x="24188" y="18952"/>
                  </a:lnTo>
                  <a:lnTo>
                    <a:pt x="19145" y="21694"/>
                  </a:lnTo>
                  <a:lnTo>
                    <a:pt x="14198" y="24608"/>
                  </a:lnTo>
                  <a:lnTo>
                    <a:pt x="9355" y="27689"/>
                  </a:lnTo>
                  <a:lnTo>
                    <a:pt x="4620" y="30935"/>
                  </a:lnTo>
                  <a:lnTo>
                    <a:pt x="0" y="34342"/>
                  </a:lnTo>
                  <a:lnTo>
                    <a:pt x="1015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57" y="1681503"/>
              <a:ext cx="334324" cy="334326"/>
            </a:xfrm>
            <a:custGeom>
              <a:avLst/>
              <a:pathLst>
                <a:path w="334324" h="334326">
                  <a:moveTo>
                    <a:pt x="65665" y="34342"/>
                  </a:moveTo>
                  <a:lnTo>
                    <a:pt x="61515" y="37619"/>
                  </a:lnTo>
                  <a:lnTo>
                    <a:pt x="57471" y="41025"/>
                  </a:lnTo>
                  <a:lnTo>
                    <a:pt x="53536" y="44558"/>
                  </a:lnTo>
                  <a:lnTo>
                    <a:pt x="49715" y="48213"/>
                  </a:lnTo>
                  <a:lnTo>
                    <a:pt x="46012" y="51987"/>
                  </a:lnTo>
                  <a:lnTo>
                    <a:pt x="42429" y="55877"/>
                  </a:lnTo>
                  <a:lnTo>
                    <a:pt x="38972" y="59878"/>
                  </a:lnTo>
                  <a:lnTo>
                    <a:pt x="35643" y="63986"/>
                  </a:lnTo>
                  <a:lnTo>
                    <a:pt x="32445" y="68197"/>
                  </a:lnTo>
                  <a:lnTo>
                    <a:pt x="29382" y="72508"/>
                  </a:lnTo>
                  <a:lnTo>
                    <a:pt x="26457" y="76913"/>
                  </a:lnTo>
                  <a:lnTo>
                    <a:pt x="23673" y="81408"/>
                  </a:lnTo>
                  <a:lnTo>
                    <a:pt x="21033" y="85990"/>
                  </a:lnTo>
                  <a:lnTo>
                    <a:pt x="18538" y="90652"/>
                  </a:lnTo>
                  <a:lnTo>
                    <a:pt x="16193" y="95391"/>
                  </a:lnTo>
                  <a:lnTo>
                    <a:pt x="13998" y="100202"/>
                  </a:lnTo>
                  <a:lnTo>
                    <a:pt x="11957" y="105080"/>
                  </a:lnTo>
                  <a:lnTo>
                    <a:pt x="10071" y="110020"/>
                  </a:lnTo>
                  <a:lnTo>
                    <a:pt x="8342" y="115017"/>
                  </a:lnTo>
                  <a:lnTo>
                    <a:pt x="6772" y="120067"/>
                  </a:lnTo>
                  <a:lnTo>
                    <a:pt x="5363" y="125163"/>
                  </a:lnTo>
                  <a:lnTo>
                    <a:pt x="4115" y="130302"/>
                  </a:lnTo>
                  <a:lnTo>
                    <a:pt x="3031" y="135477"/>
                  </a:lnTo>
                  <a:lnTo>
                    <a:pt x="2110" y="140684"/>
                  </a:lnTo>
                  <a:lnTo>
                    <a:pt x="1355" y="145918"/>
                  </a:lnTo>
                  <a:lnTo>
                    <a:pt x="766" y="151173"/>
                  </a:lnTo>
                  <a:lnTo>
                    <a:pt x="344" y="156443"/>
                  </a:lnTo>
                  <a:lnTo>
                    <a:pt x="88" y="161725"/>
                  </a:lnTo>
                  <a:lnTo>
                    <a:pt x="0" y="167012"/>
                  </a:lnTo>
                  <a:lnTo>
                    <a:pt x="78" y="172299"/>
                  </a:lnTo>
                  <a:lnTo>
                    <a:pt x="324" y="177581"/>
                  </a:lnTo>
                  <a:lnTo>
                    <a:pt x="737" y="182853"/>
                  </a:lnTo>
                  <a:lnTo>
                    <a:pt x="1316" y="188109"/>
                  </a:lnTo>
                  <a:lnTo>
                    <a:pt x="2062" y="193344"/>
                  </a:lnTo>
                  <a:lnTo>
                    <a:pt x="2972" y="198553"/>
                  </a:lnTo>
                  <a:lnTo>
                    <a:pt x="4047" y="203730"/>
                  </a:lnTo>
                  <a:lnTo>
                    <a:pt x="5285" y="208871"/>
                  </a:lnTo>
                  <a:lnTo>
                    <a:pt x="6685" y="213970"/>
                  </a:lnTo>
                  <a:lnTo>
                    <a:pt x="8246" y="219022"/>
                  </a:lnTo>
                  <a:lnTo>
                    <a:pt x="9965" y="224023"/>
                  </a:lnTo>
                  <a:lnTo>
                    <a:pt x="11842" y="228966"/>
                  </a:lnTo>
                  <a:lnTo>
                    <a:pt x="13874" y="233848"/>
                  </a:lnTo>
                  <a:lnTo>
                    <a:pt x="16060" y="238663"/>
                  </a:lnTo>
                  <a:lnTo>
                    <a:pt x="18397" y="243406"/>
                  </a:lnTo>
                  <a:lnTo>
                    <a:pt x="20882" y="248073"/>
                  </a:lnTo>
                  <a:lnTo>
                    <a:pt x="23515" y="252659"/>
                  </a:lnTo>
                  <a:lnTo>
                    <a:pt x="26290" y="257160"/>
                  </a:lnTo>
                  <a:lnTo>
                    <a:pt x="29207" y="261571"/>
                  </a:lnTo>
                  <a:lnTo>
                    <a:pt x="32262" y="265887"/>
                  </a:lnTo>
                  <a:lnTo>
                    <a:pt x="35452" y="270104"/>
                  </a:lnTo>
                  <a:lnTo>
                    <a:pt x="38773" y="274218"/>
                  </a:lnTo>
                  <a:lnTo>
                    <a:pt x="42223" y="278226"/>
                  </a:lnTo>
                  <a:lnTo>
                    <a:pt x="45798" y="282122"/>
                  </a:lnTo>
                  <a:lnTo>
                    <a:pt x="49495" y="285903"/>
                  </a:lnTo>
                  <a:lnTo>
                    <a:pt x="53309" y="289565"/>
                  </a:lnTo>
                  <a:lnTo>
                    <a:pt x="57237" y="293105"/>
                  </a:lnTo>
                  <a:lnTo>
                    <a:pt x="61275" y="296519"/>
                  </a:lnTo>
                  <a:lnTo>
                    <a:pt x="65419" y="299803"/>
                  </a:lnTo>
                  <a:lnTo>
                    <a:pt x="69665" y="302955"/>
                  </a:lnTo>
                  <a:lnTo>
                    <a:pt x="74009" y="305971"/>
                  </a:lnTo>
                  <a:lnTo>
                    <a:pt x="78445" y="308848"/>
                  </a:lnTo>
                  <a:lnTo>
                    <a:pt x="82971" y="311583"/>
                  </a:lnTo>
                  <a:lnTo>
                    <a:pt x="87580" y="314174"/>
                  </a:lnTo>
                  <a:lnTo>
                    <a:pt x="92270" y="316617"/>
                  </a:lnTo>
                  <a:lnTo>
                    <a:pt x="97034" y="318911"/>
                  </a:lnTo>
                  <a:lnTo>
                    <a:pt x="101868" y="321053"/>
                  </a:lnTo>
                  <a:lnTo>
                    <a:pt x="106768" y="323042"/>
                  </a:lnTo>
                  <a:lnTo>
                    <a:pt x="111728" y="324874"/>
                  </a:lnTo>
                  <a:lnTo>
                    <a:pt x="116744" y="326548"/>
                  </a:lnTo>
                  <a:lnTo>
                    <a:pt x="121810" y="328064"/>
                  </a:lnTo>
                  <a:lnTo>
                    <a:pt x="126921" y="329418"/>
                  </a:lnTo>
                  <a:lnTo>
                    <a:pt x="132073" y="330609"/>
                  </a:lnTo>
                  <a:lnTo>
                    <a:pt x="137260" y="331637"/>
                  </a:lnTo>
                  <a:lnTo>
                    <a:pt x="142477" y="332501"/>
                  </a:lnTo>
                  <a:lnTo>
                    <a:pt x="147718" y="333199"/>
                  </a:lnTo>
                  <a:lnTo>
                    <a:pt x="152979" y="333731"/>
                  </a:lnTo>
                  <a:lnTo>
                    <a:pt x="158254" y="334097"/>
                  </a:lnTo>
                  <a:lnTo>
                    <a:pt x="163539" y="334295"/>
                  </a:lnTo>
                  <a:lnTo>
                    <a:pt x="168826" y="334326"/>
                  </a:lnTo>
                  <a:lnTo>
                    <a:pt x="174112" y="334190"/>
                  </a:lnTo>
                  <a:lnTo>
                    <a:pt x="179391" y="333887"/>
                  </a:lnTo>
                  <a:lnTo>
                    <a:pt x="184658" y="333417"/>
                  </a:lnTo>
                  <a:lnTo>
                    <a:pt x="189908" y="332780"/>
                  </a:lnTo>
                  <a:lnTo>
                    <a:pt x="195134" y="331978"/>
                  </a:lnTo>
                  <a:lnTo>
                    <a:pt x="200333" y="331011"/>
                  </a:lnTo>
                  <a:lnTo>
                    <a:pt x="205498" y="329880"/>
                  </a:lnTo>
                  <a:lnTo>
                    <a:pt x="210625" y="328587"/>
                  </a:lnTo>
                  <a:lnTo>
                    <a:pt x="215709" y="327131"/>
                  </a:lnTo>
                  <a:lnTo>
                    <a:pt x="220744" y="325516"/>
                  </a:lnTo>
                  <a:lnTo>
                    <a:pt x="225725" y="323742"/>
                  </a:lnTo>
                  <a:lnTo>
                    <a:pt x="230648" y="321812"/>
                  </a:lnTo>
                  <a:lnTo>
                    <a:pt x="235507" y="319727"/>
                  </a:lnTo>
                  <a:lnTo>
                    <a:pt x="240298" y="317489"/>
                  </a:lnTo>
                  <a:lnTo>
                    <a:pt x="245016" y="315101"/>
                  </a:lnTo>
                  <a:lnTo>
                    <a:pt x="249656" y="312565"/>
                  </a:lnTo>
                  <a:lnTo>
                    <a:pt x="254213" y="309883"/>
                  </a:lnTo>
                  <a:lnTo>
                    <a:pt x="258684" y="307058"/>
                  </a:lnTo>
                  <a:lnTo>
                    <a:pt x="263062" y="304094"/>
                  </a:lnTo>
                  <a:lnTo>
                    <a:pt x="267345" y="300993"/>
                  </a:lnTo>
                  <a:lnTo>
                    <a:pt x="271527" y="297757"/>
                  </a:lnTo>
                  <a:lnTo>
                    <a:pt x="275606" y="294391"/>
                  </a:lnTo>
                  <a:lnTo>
                    <a:pt x="279575" y="290898"/>
                  </a:lnTo>
                  <a:lnTo>
                    <a:pt x="283432" y="287281"/>
                  </a:lnTo>
                  <a:lnTo>
                    <a:pt x="287173" y="283543"/>
                  </a:lnTo>
                  <a:lnTo>
                    <a:pt x="290794" y="279690"/>
                  </a:lnTo>
                  <a:lnTo>
                    <a:pt x="294291" y="275723"/>
                  </a:lnTo>
                  <a:lnTo>
                    <a:pt x="297660" y="271648"/>
                  </a:lnTo>
                  <a:lnTo>
                    <a:pt x="300900" y="267469"/>
                  </a:lnTo>
                  <a:lnTo>
                    <a:pt x="304005" y="263189"/>
                  </a:lnTo>
                  <a:lnTo>
                    <a:pt x="306974" y="258813"/>
                  </a:lnTo>
                  <a:lnTo>
                    <a:pt x="309802" y="254346"/>
                  </a:lnTo>
                  <a:lnTo>
                    <a:pt x="312488" y="249791"/>
                  </a:lnTo>
                  <a:lnTo>
                    <a:pt x="315029" y="245153"/>
                  </a:lnTo>
                  <a:lnTo>
                    <a:pt x="317421" y="240438"/>
                  </a:lnTo>
                  <a:lnTo>
                    <a:pt x="319663" y="235649"/>
                  </a:lnTo>
                  <a:lnTo>
                    <a:pt x="321753" y="230792"/>
                  </a:lnTo>
                  <a:lnTo>
                    <a:pt x="323688" y="225870"/>
                  </a:lnTo>
                  <a:lnTo>
                    <a:pt x="325466" y="220891"/>
                  </a:lnTo>
                  <a:lnTo>
                    <a:pt x="327086" y="215857"/>
                  </a:lnTo>
                  <a:lnTo>
                    <a:pt x="328546" y="210775"/>
                  </a:lnTo>
                  <a:lnTo>
                    <a:pt x="329845" y="205649"/>
                  </a:lnTo>
                  <a:lnTo>
                    <a:pt x="330980" y="200485"/>
                  </a:lnTo>
                  <a:lnTo>
                    <a:pt x="331952" y="195287"/>
                  </a:lnTo>
                  <a:lnTo>
                    <a:pt x="332759" y="190061"/>
                  </a:lnTo>
                  <a:lnTo>
                    <a:pt x="333400" y="184812"/>
                  </a:lnTo>
                  <a:lnTo>
                    <a:pt x="333875" y="179546"/>
                  </a:lnTo>
                  <a:lnTo>
                    <a:pt x="334183" y="174267"/>
                  </a:lnTo>
                  <a:lnTo>
                    <a:pt x="334324" y="168981"/>
                  </a:lnTo>
                  <a:lnTo>
                    <a:pt x="334298" y="163693"/>
                  </a:lnTo>
                  <a:lnTo>
                    <a:pt x="334105" y="158409"/>
                  </a:lnTo>
                  <a:lnTo>
                    <a:pt x="333744" y="153134"/>
                  </a:lnTo>
                  <a:lnTo>
                    <a:pt x="333217" y="147872"/>
                  </a:lnTo>
                  <a:lnTo>
                    <a:pt x="332524" y="142630"/>
                  </a:lnTo>
                  <a:lnTo>
                    <a:pt x="331665" y="137413"/>
                  </a:lnTo>
                  <a:lnTo>
                    <a:pt x="330642" y="132225"/>
                  </a:lnTo>
                  <a:lnTo>
                    <a:pt x="329455" y="127072"/>
                  </a:lnTo>
                  <a:lnTo>
                    <a:pt x="328105" y="121959"/>
                  </a:lnTo>
                  <a:lnTo>
                    <a:pt x="326595" y="116892"/>
                  </a:lnTo>
                  <a:lnTo>
                    <a:pt x="324925" y="111875"/>
                  </a:lnTo>
                  <a:lnTo>
                    <a:pt x="323098" y="106913"/>
                  </a:lnTo>
                  <a:lnTo>
                    <a:pt x="321114" y="102011"/>
                  </a:lnTo>
                  <a:lnTo>
                    <a:pt x="318976" y="97175"/>
                  </a:lnTo>
                  <a:lnTo>
                    <a:pt x="316686" y="92408"/>
                  </a:lnTo>
                  <a:lnTo>
                    <a:pt x="314247" y="87717"/>
                  </a:lnTo>
                  <a:lnTo>
                    <a:pt x="311661" y="83105"/>
                  </a:lnTo>
                  <a:lnTo>
                    <a:pt x="308930" y="78577"/>
                  </a:lnTo>
                  <a:lnTo>
                    <a:pt x="306057" y="74137"/>
                  </a:lnTo>
                  <a:lnTo>
                    <a:pt x="303045" y="69791"/>
                  </a:lnTo>
                  <a:lnTo>
                    <a:pt x="299897" y="65542"/>
                  </a:lnTo>
                  <a:lnTo>
                    <a:pt x="296617" y="61395"/>
                  </a:lnTo>
                  <a:lnTo>
                    <a:pt x="293207" y="57354"/>
                  </a:lnTo>
                  <a:lnTo>
                    <a:pt x="289671" y="53423"/>
                  </a:lnTo>
                  <a:lnTo>
                    <a:pt x="286012" y="49605"/>
                  </a:lnTo>
                  <a:lnTo>
                    <a:pt x="282234" y="45905"/>
                  </a:lnTo>
                  <a:lnTo>
                    <a:pt x="278341" y="42326"/>
                  </a:lnTo>
                  <a:lnTo>
                    <a:pt x="274337" y="38873"/>
                  </a:lnTo>
                  <a:lnTo>
                    <a:pt x="270226" y="35547"/>
                  </a:lnTo>
                  <a:lnTo>
                    <a:pt x="266012" y="32353"/>
                  </a:lnTo>
                  <a:lnTo>
                    <a:pt x="261698" y="29295"/>
                  </a:lnTo>
                  <a:lnTo>
                    <a:pt x="257290" y="26374"/>
                  </a:lnTo>
                  <a:lnTo>
                    <a:pt x="252792" y="23594"/>
                  </a:lnTo>
                  <a:lnTo>
                    <a:pt x="248209" y="20958"/>
                  </a:lnTo>
                  <a:lnTo>
                    <a:pt x="243544" y="18468"/>
                  </a:lnTo>
                  <a:lnTo>
                    <a:pt x="238803" y="16126"/>
                  </a:lnTo>
                  <a:lnTo>
                    <a:pt x="233990" y="13936"/>
                  </a:lnTo>
                  <a:lnTo>
                    <a:pt x="229110" y="11899"/>
                  </a:lnTo>
                  <a:lnTo>
                    <a:pt x="224168" y="10018"/>
                  </a:lnTo>
                  <a:lnTo>
                    <a:pt x="219169" y="8294"/>
                  </a:lnTo>
                  <a:lnTo>
                    <a:pt x="214119" y="6729"/>
                  </a:lnTo>
                  <a:lnTo>
                    <a:pt x="209021" y="5324"/>
                  </a:lnTo>
                  <a:lnTo>
                    <a:pt x="203881" y="4081"/>
                  </a:lnTo>
                  <a:lnTo>
                    <a:pt x="198705" y="3001"/>
                  </a:lnTo>
                  <a:lnTo>
                    <a:pt x="193497" y="2086"/>
                  </a:lnTo>
                  <a:lnTo>
                    <a:pt x="188262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7211" y="2126963"/>
              <a:ext cx="34076" cy="167167"/>
            </a:xfrm>
            <a:custGeom>
              <a:avLst/>
              <a:pathLst>
                <a:path w="34076" h="167167">
                  <a:moveTo>
                    <a:pt x="34076" y="0"/>
                  </a:moveTo>
                  <a:lnTo>
                    <a:pt x="27214" y="140"/>
                  </a:lnTo>
                  <a:lnTo>
                    <a:pt x="20365" y="563"/>
                  </a:lnTo>
                  <a:lnTo>
                    <a:pt x="13538" y="1266"/>
                  </a:lnTo>
                  <a:lnTo>
                    <a:pt x="6746" y="2249"/>
                  </a:lnTo>
                  <a:lnTo>
                    <a:pt x="0" y="3510"/>
                  </a:lnTo>
                  <a:lnTo>
                    <a:pt x="340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7211" y="2130473"/>
              <a:ext cx="34076" cy="163657"/>
            </a:xfrm>
            <a:custGeom>
              <a:avLst/>
              <a:pathLst>
                <a:path w="34076" h="163657">
                  <a:moveTo>
                    <a:pt x="0" y="0"/>
                  </a:moveTo>
                  <a:lnTo>
                    <a:pt x="34076" y="163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1" y="2127251"/>
              <a:ext cx="334327" cy="334039"/>
            </a:xfrm>
            <a:custGeom>
              <a:avLst/>
              <a:pathLst>
                <a:path w="334327" h="334039">
                  <a:moveTo>
                    <a:pt x="133090" y="3222"/>
                  </a:moveTo>
                  <a:lnTo>
                    <a:pt x="127923" y="4384"/>
                  </a:lnTo>
                  <a:lnTo>
                    <a:pt x="122796" y="5708"/>
                  </a:lnTo>
                  <a:lnTo>
                    <a:pt x="117713" y="7194"/>
                  </a:lnTo>
                  <a:lnTo>
                    <a:pt x="112679" y="8841"/>
                  </a:lnTo>
                  <a:lnTo>
                    <a:pt x="107701" y="10646"/>
                  </a:lnTo>
                  <a:lnTo>
                    <a:pt x="102782" y="12608"/>
                  </a:lnTo>
                  <a:lnTo>
                    <a:pt x="97928" y="14725"/>
                  </a:lnTo>
                  <a:lnTo>
                    <a:pt x="93143" y="16994"/>
                  </a:lnTo>
                  <a:lnTo>
                    <a:pt x="88433" y="19414"/>
                  </a:lnTo>
                  <a:lnTo>
                    <a:pt x="83801" y="21982"/>
                  </a:lnTo>
                  <a:lnTo>
                    <a:pt x="79253" y="24695"/>
                  </a:lnTo>
                  <a:lnTo>
                    <a:pt x="74794" y="27551"/>
                  </a:lnTo>
                  <a:lnTo>
                    <a:pt x="70427" y="30547"/>
                  </a:lnTo>
                  <a:lnTo>
                    <a:pt x="66157" y="33680"/>
                  </a:lnTo>
                  <a:lnTo>
                    <a:pt x="61989" y="36946"/>
                  </a:lnTo>
                  <a:lnTo>
                    <a:pt x="57926" y="40343"/>
                  </a:lnTo>
                  <a:lnTo>
                    <a:pt x="53973" y="43866"/>
                  </a:lnTo>
                  <a:lnTo>
                    <a:pt x="50133" y="47513"/>
                  </a:lnTo>
                  <a:lnTo>
                    <a:pt x="46411" y="51280"/>
                  </a:lnTo>
                  <a:lnTo>
                    <a:pt x="42810" y="55163"/>
                  </a:lnTo>
                  <a:lnTo>
                    <a:pt x="39334" y="59158"/>
                  </a:lnTo>
                  <a:lnTo>
                    <a:pt x="35986" y="63261"/>
                  </a:lnTo>
                  <a:lnTo>
                    <a:pt x="32770" y="67469"/>
                  </a:lnTo>
                  <a:lnTo>
                    <a:pt x="29688" y="71775"/>
                  </a:lnTo>
                  <a:lnTo>
                    <a:pt x="26745" y="76178"/>
                  </a:lnTo>
                  <a:lnTo>
                    <a:pt x="23942" y="80671"/>
                  </a:lnTo>
                  <a:lnTo>
                    <a:pt x="21283" y="85251"/>
                  </a:lnTo>
                  <a:lnTo>
                    <a:pt x="18771" y="89913"/>
                  </a:lnTo>
                  <a:lnTo>
                    <a:pt x="16408" y="94652"/>
                  </a:lnTo>
                  <a:lnTo>
                    <a:pt x="14195" y="99463"/>
                  </a:lnTo>
                  <a:lnTo>
                    <a:pt x="12137" y="104343"/>
                  </a:lnTo>
                  <a:lnTo>
                    <a:pt x="10234" y="109284"/>
                  </a:lnTo>
                  <a:lnTo>
                    <a:pt x="8488" y="114284"/>
                  </a:lnTo>
                  <a:lnTo>
                    <a:pt x="6902" y="119337"/>
                  </a:lnTo>
                  <a:lnTo>
                    <a:pt x="5476" y="124437"/>
                  </a:lnTo>
                  <a:lnTo>
                    <a:pt x="4213" y="129580"/>
                  </a:lnTo>
                  <a:lnTo>
                    <a:pt x="3113" y="134760"/>
                  </a:lnTo>
                  <a:lnTo>
                    <a:pt x="2178" y="139972"/>
                  </a:lnTo>
                  <a:lnTo>
                    <a:pt x="1409" y="145212"/>
                  </a:lnTo>
                  <a:lnTo>
                    <a:pt x="806" y="150473"/>
                  </a:lnTo>
                  <a:lnTo>
                    <a:pt x="369" y="155751"/>
                  </a:lnTo>
                  <a:lnTo>
                    <a:pt x="101" y="161040"/>
                  </a:lnTo>
                  <a:lnTo>
                    <a:pt x="0" y="166334"/>
                  </a:lnTo>
                  <a:lnTo>
                    <a:pt x="66" y="171630"/>
                  </a:lnTo>
                  <a:lnTo>
                    <a:pt x="300" y="176920"/>
                  </a:lnTo>
                  <a:lnTo>
                    <a:pt x="702" y="182201"/>
                  </a:lnTo>
                  <a:lnTo>
                    <a:pt x="1271" y="187466"/>
                  </a:lnTo>
                  <a:lnTo>
                    <a:pt x="2006" y="192710"/>
                  </a:lnTo>
                  <a:lnTo>
                    <a:pt x="2907" y="197928"/>
                  </a:lnTo>
                  <a:lnTo>
                    <a:pt x="3973" y="203116"/>
                  </a:lnTo>
                  <a:lnTo>
                    <a:pt x="5203" y="208267"/>
                  </a:lnTo>
                  <a:lnTo>
                    <a:pt x="6595" y="213376"/>
                  </a:lnTo>
                  <a:lnTo>
                    <a:pt x="8149" y="218439"/>
                  </a:lnTo>
                  <a:lnTo>
                    <a:pt x="9861" y="223450"/>
                  </a:lnTo>
                  <a:lnTo>
                    <a:pt x="11732" y="228404"/>
                  </a:lnTo>
                  <a:lnTo>
                    <a:pt x="13759" y="233297"/>
                  </a:lnTo>
                  <a:lnTo>
                    <a:pt x="15940" y="238122"/>
                  </a:lnTo>
                  <a:lnTo>
                    <a:pt x="18272" y="242877"/>
                  </a:lnTo>
                  <a:lnTo>
                    <a:pt x="20754" y="247555"/>
                  </a:lnTo>
                  <a:lnTo>
                    <a:pt x="23383" y="252152"/>
                  </a:lnTo>
                  <a:lnTo>
                    <a:pt x="26156" y="256663"/>
                  </a:lnTo>
                  <a:lnTo>
                    <a:pt x="29071" y="261085"/>
                  </a:lnTo>
                  <a:lnTo>
                    <a:pt x="32124" y="265412"/>
                  </a:lnTo>
                  <a:lnTo>
                    <a:pt x="35313" y="269640"/>
                  </a:lnTo>
                  <a:lnTo>
                    <a:pt x="38634" y="273765"/>
                  </a:lnTo>
                  <a:lnTo>
                    <a:pt x="42084" y="277782"/>
                  </a:lnTo>
                  <a:lnTo>
                    <a:pt x="45660" y="281689"/>
                  </a:lnTo>
                  <a:lnTo>
                    <a:pt x="49357" y="285480"/>
                  </a:lnTo>
                  <a:lnTo>
                    <a:pt x="53173" y="289152"/>
                  </a:lnTo>
                  <a:lnTo>
                    <a:pt x="57103" y="292701"/>
                  </a:lnTo>
                  <a:lnTo>
                    <a:pt x="61144" y="296124"/>
                  </a:lnTo>
                  <a:lnTo>
                    <a:pt x="65291" y="299418"/>
                  </a:lnTo>
                  <a:lnTo>
                    <a:pt x="69540" y="302578"/>
                  </a:lnTo>
                  <a:lnTo>
                    <a:pt x="73887" y="305602"/>
                  </a:lnTo>
                  <a:lnTo>
                    <a:pt x="78328" y="308487"/>
                  </a:lnTo>
                  <a:lnTo>
                    <a:pt x="82858" y="311230"/>
                  </a:lnTo>
                  <a:lnTo>
                    <a:pt x="87473" y="313828"/>
                  </a:lnTo>
                  <a:lnTo>
                    <a:pt x="92167" y="316279"/>
                  </a:lnTo>
                  <a:lnTo>
                    <a:pt x="96937" y="318579"/>
                  </a:lnTo>
                  <a:lnTo>
                    <a:pt x="101777" y="320728"/>
                  </a:lnTo>
                  <a:lnTo>
                    <a:pt x="106683" y="322722"/>
                  </a:lnTo>
                  <a:lnTo>
                    <a:pt x="111650" y="324559"/>
                  </a:lnTo>
                  <a:lnTo>
                    <a:pt x="116672" y="326239"/>
                  </a:lnTo>
                  <a:lnTo>
                    <a:pt x="121745" y="327758"/>
                  </a:lnTo>
                  <a:lnTo>
                    <a:pt x="126864" y="329116"/>
                  </a:lnTo>
                  <a:lnTo>
                    <a:pt x="132023" y="330311"/>
                  </a:lnTo>
                  <a:lnTo>
                    <a:pt x="137217" y="331342"/>
                  </a:lnTo>
                  <a:lnTo>
                    <a:pt x="142442" y="332208"/>
                  </a:lnTo>
                  <a:lnTo>
                    <a:pt x="147691" y="332909"/>
                  </a:lnTo>
                  <a:lnTo>
                    <a:pt x="152960" y="333442"/>
                  </a:lnTo>
                  <a:lnTo>
                    <a:pt x="158243" y="333809"/>
                  </a:lnTo>
                  <a:lnTo>
                    <a:pt x="163535" y="334007"/>
                  </a:lnTo>
                  <a:lnTo>
                    <a:pt x="168830" y="334039"/>
                  </a:lnTo>
                  <a:lnTo>
                    <a:pt x="174124" y="333902"/>
                  </a:lnTo>
                  <a:lnTo>
                    <a:pt x="179411" y="333598"/>
                  </a:lnTo>
                  <a:lnTo>
                    <a:pt x="184686" y="333126"/>
                  </a:lnTo>
                  <a:lnTo>
                    <a:pt x="189943" y="332488"/>
                  </a:lnTo>
                  <a:lnTo>
                    <a:pt x="195177" y="331683"/>
                  </a:lnTo>
                  <a:lnTo>
                    <a:pt x="200383" y="330713"/>
                  </a:lnTo>
                  <a:lnTo>
                    <a:pt x="205556" y="329579"/>
                  </a:lnTo>
                  <a:lnTo>
                    <a:pt x="210690" y="328281"/>
                  </a:lnTo>
                  <a:lnTo>
                    <a:pt x="215781" y="326822"/>
                  </a:lnTo>
                  <a:lnTo>
                    <a:pt x="220823" y="325202"/>
                  </a:lnTo>
                  <a:lnTo>
                    <a:pt x="225810" y="323423"/>
                  </a:lnTo>
                  <a:lnTo>
                    <a:pt x="230740" y="321487"/>
                  </a:lnTo>
                  <a:lnTo>
                    <a:pt x="235605" y="319395"/>
                  </a:lnTo>
                  <a:lnTo>
                    <a:pt x="240401" y="317151"/>
                  </a:lnTo>
                  <a:lnTo>
                    <a:pt x="245124" y="314756"/>
                  </a:lnTo>
                  <a:lnTo>
                    <a:pt x="249769" y="312212"/>
                  </a:lnTo>
                  <a:lnTo>
                    <a:pt x="254331" y="309523"/>
                  </a:lnTo>
                  <a:lnTo>
                    <a:pt x="258806" y="306690"/>
                  </a:lnTo>
                  <a:lnTo>
                    <a:pt x="263188" y="303718"/>
                  </a:lnTo>
                  <a:lnTo>
                    <a:pt x="267474" y="300607"/>
                  </a:lnTo>
                  <a:lnTo>
                    <a:pt x="271660" y="297363"/>
                  </a:lnTo>
                  <a:lnTo>
                    <a:pt x="275741" y="293988"/>
                  </a:lnTo>
                  <a:lnTo>
                    <a:pt x="279712" y="290485"/>
                  </a:lnTo>
                  <a:lnTo>
                    <a:pt x="283571" y="286858"/>
                  </a:lnTo>
                  <a:lnTo>
                    <a:pt x="287313" y="283111"/>
                  </a:lnTo>
                  <a:lnTo>
                    <a:pt x="290934" y="279247"/>
                  </a:lnTo>
                  <a:lnTo>
                    <a:pt x="294431" y="275270"/>
                  </a:lnTo>
                  <a:lnTo>
                    <a:pt x="297801" y="271184"/>
                  </a:lnTo>
                  <a:lnTo>
                    <a:pt x="301039" y="266994"/>
                  </a:lnTo>
                  <a:lnTo>
                    <a:pt x="304143" y="262704"/>
                  </a:lnTo>
                  <a:lnTo>
                    <a:pt x="307110" y="258317"/>
                  </a:lnTo>
                  <a:lnTo>
                    <a:pt x="309936" y="253838"/>
                  </a:lnTo>
                  <a:lnTo>
                    <a:pt x="312618" y="249272"/>
                  </a:lnTo>
                  <a:lnTo>
                    <a:pt x="315155" y="244624"/>
                  </a:lnTo>
                  <a:lnTo>
                    <a:pt x="317543" y="239897"/>
                  </a:lnTo>
                  <a:lnTo>
                    <a:pt x="319781" y="235097"/>
                  </a:lnTo>
                  <a:lnTo>
                    <a:pt x="321865" y="230229"/>
                  </a:lnTo>
                  <a:lnTo>
                    <a:pt x="323794" y="225297"/>
                  </a:lnTo>
                  <a:lnTo>
                    <a:pt x="325566" y="220307"/>
                  </a:lnTo>
                  <a:lnTo>
                    <a:pt x="327179" y="215263"/>
                  </a:lnTo>
                  <a:lnTo>
                    <a:pt x="328631" y="210170"/>
                  </a:lnTo>
                  <a:lnTo>
                    <a:pt x="329921" y="205034"/>
                  </a:lnTo>
                  <a:lnTo>
                    <a:pt x="331048" y="199859"/>
                  </a:lnTo>
                  <a:lnTo>
                    <a:pt x="332010" y="194652"/>
                  </a:lnTo>
                  <a:lnTo>
                    <a:pt x="332807" y="189417"/>
                  </a:lnTo>
                  <a:lnTo>
                    <a:pt x="333438" y="184159"/>
                  </a:lnTo>
                  <a:lnTo>
                    <a:pt x="333902" y="178883"/>
                  </a:lnTo>
                  <a:lnTo>
                    <a:pt x="334199" y="173596"/>
                  </a:lnTo>
                  <a:lnTo>
                    <a:pt x="334327" y="168302"/>
                  </a:lnTo>
                  <a:lnTo>
                    <a:pt x="334289" y="163006"/>
                  </a:lnTo>
                  <a:lnTo>
                    <a:pt x="334082" y="157715"/>
                  </a:lnTo>
                  <a:lnTo>
                    <a:pt x="333708" y="152432"/>
                  </a:lnTo>
                  <a:lnTo>
                    <a:pt x="333167" y="147164"/>
                  </a:lnTo>
                  <a:lnTo>
                    <a:pt x="332459" y="141916"/>
                  </a:lnTo>
                  <a:lnTo>
                    <a:pt x="331585" y="136693"/>
                  </a:lnTo>
                  <a:lnTo>
                    <a:pt x="330547" y="131500"/>
                  </a:lnTo>
                  <a:lnTo>
                    <a:pt x="329344" y="126343"/>
                  </a:lnTo>
                  <a:lnTo>
                    <a:pt x="327979" y="121226"/>
                  </a:lnTo>
                  <a:lnTo>
                    <a:pt x="326452" y="116155"/>
                  </a:lnTo>
                  <a:lnTo>
                    <a:pt x="324765" y="111135"/>
                  </a:lnTo>
                  <a:lnTo>
                    <a:pt x="322921" y="106171"/>
                  </a:lnTo>
                  <a:lnTo>
                    <a:pt x="320920" y="101268"/>
                  </a:lnTo>
                  <a:lnTo>
                    <a:pt x="318764" y="96431"/>
                  </a:lnTo>
                  <a:lnTo>
                    <a:pt x="316457" y="91665"/>
                  </a:lnTo>
                  <a:lnTo>
                    <a:pt x="313999" y="86974"/>
                  </a:lnTo>
                  <a:lnTo>
                    <a:pt x="311395" y="82363"/>
                  </a:lnTo>
                  <a:lnTo>
                    <a:pt x="308645" y="77837"/>
                  </a:lnTo>
                  <a:lnTo>
                    <a:pt x="305754" y="73400"/>
                  </a:lnTo>
                  <a:lnTo>
                    <a:pt x="302723" y="69057"/>
                  </a:lnTo>
                  <a:lnTo>
                    <a:pt x="299557" y="64813"/>
                  </a:lnTo>
                  <a:lnTo>
                    <a:pt x="296257" y="60670"/>
                  </a:lnTo>
                  <a:lnTo>
                    <a:pt x="292828" y="56635"/>
                  </a:lnTo>
                  <a:lnTo>
                    <a:pt x="289273" y="52710"/>
                  </a:lnTo>
                  <a:lnTo>
                    <a:pt x="285596" y="48899"/>
                  </a:lnTo>
                  <a:lnTo>
                    <a:pt x="281799" y="45207"/>
                  </a:lnTo>
                  <a:lnTo>
                    <a:pt x="277888" y="41637"/>
                  </a:lnTo>
                  <a:lnTo>
                    <a:pt x="273865" y="38193"/>
                  </a:lnTo>
                  <a:lnTo>
                    <a:pt x="269735" y="34878"/>
                  </a:lnTo>
                  <a:lnTo>
                    <a:pt x="265503" y="31695"/>
                  </a:lnTo>
                  <a:lnTo>
                    <a:pt x="261172" y="28648"/>
                  </a:lnTo>
                  <a:lnTo>
                    <a:pt x="256746" y="25740"/>
                  </a:lnTo>
                  <a:lnTo>
                    <a:pt x="252230" y="22973"/>
                  </a:lnTo>
                  <a:lnTo>
                    <a:pt x="247629" y="20351"/>
                  </a:lnTo>
                  <a:lnTo>
                    <a:pt x="242948" y="17876"/>
                  </a:lnTo>
                  <a:lnTo>
                    <a:pt x="238190" y="15550"/>
                  </a:lnTo>
                  <a:lnTo>
                    <a:pt x="233361" y="13377"/>
                  </a:lnTo>
                  <a:lnTo>
                    <a:pt x="228466" y="11357"/>
                  </a:lnTo>
                  <a:lnTo>
                    <a:pt x="223509" y="9493"/>
                  </a:lnTo>
                  <a:lnTo>
                    <a:pt x="218495" y="7787"/>
                  </a:lnTo>
                  <a:lnTo>
                    <a:pt x="213430" y="6241"/>
                  </a:lnTo>
                  <a:lnTo>
                    <a:pt x="208319" y="4857"/>
                  </a:lnTo>
                  <a:lnTo>
                    <a:pt x="203166" y="3634"/>
                  </a:lnTo>
                  <a:lnTo>
                    <a:pt x="197977" y="2576"/>
                  </a:lnTo>
                  <a:lnTo>
                    <a:pt x="192758" y="1683"/>
                  </a:lnTo>
                  <a:lnTo>
                    <a:pt x="187512" y="955"/>
                  </a:lnTo>
                  <a:lnTo>
                    <a:pt x="182246" y="394"/>
                  </a:lnTo>
                  <a:lnTo>
                    <a:pt x="176965" y="0"/>
                  </a:lnTo>
                  <a:lnTo>
                    <a:pt x="167166" y="1668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9799" cy="167167"/>
            </a:xfrm>
            <a:custGeom>
              <a:avLst/>
              <a:pathLst>
                <a:path w="9799" h="167167">
                  <a:moveTo>
                    <a:pt x="9799" y="28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6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8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9"/>
                  </a:lnTo>
                  <a:lnTo>
                    <a:pt x="120091" y="6760"/>
                  </a:lnTo>
                  <a:lnTo>
                    <a:pt x="115029" y="8332"/>
                  </a:lnTo>
                  <a:lnTo>
                    <a:pt x="110020" y="10064"/>
                  </a:lnTo>
                  <a:lnTo>
                    <a:pt x="105069" y="11954"/>
                  </a:lnTo>
                  <a:lnTo>
                    <a:pt x="100179" y="14000"/>
                  </a:lnTo>
                  <a:lnTo>
                    <a:pt x="95357" y="16200"/>
                  </a:lnTo>
                  <a:lnTo>
                    <a:pt x="90608" y="18552"/>
                  </a:lnTo>
                  <a:lnTo>
                    <a:pt x="85935" y="21053"/>
                  </a:lnTo>
                  <a:lnTo>
                    <a:pt x="81344" y="23701"/>
                  </a:lnTo>
                  <a:lnTo>
                    <a:pt x="76839" y="26494"/>
                  </a:lnTo>
                  <a:lnTo>
                    <a:pt x="72425" y="29427"/>
                  </a:lnTo>
                  <a:lnTo>
                    <a:pt x="68106" y="32500"/>
                  </a:lnTo>
                  <a:lnTo>
                    <a:pt x="63886" y="35707"/>
                  </a:lnTo>
                  <a:lnTo>
                    <a:pt x="59771" y="39047"/>
                  </a:lnTo>
                  <a:lnTo>
                    <a:pt x="55763" y="42515"/>
                  </a:lnTo>
                  <a:lnTo>
                    <a:pt x="51867" y="46109"/>
                  </a:lnTo>
                  <a:lnTo>
                    <a:pt x="48088" y="49824"/>
                  </a:lnTo>
                  <a:lnTo>
                    <a:pt x="44427" y="53658"/>
                  </a:lnTo>
                  <a:lnTo>
                    <a:pt x="40891" y="57605"/>
                  </a:lnTo>
                  <a:lnTo>
                    <a:pt x="37481" y="61663"/>
                  </a:lnTo>
                  <a:lnTo>
                    <a:pt x="34201" y="65827"/>
                  </a:lnTo>
                  <a:lnTo>
                    <a:pt x="31056" y="70092"/>
                  </a:lnTo>
                  <a:lnTo>
                    <a:pt x="28047" y="74455"/>
                  </a:lnTo>
                  <a:lnTo>
                    <a:pt x="25177" y="78912"/>
                  </a:lnTo>
                  <a:lnTo>
                    <a:pt x="22451" y="83457"/>
                  </a:lnTo>
                  <a:lnTo>
                    <a:pt x="19870" y="88086"/>
                  </a:lnTo>
                  <a:lnTo>
                    <a:pt x="17437" y="92795"/>
                  </a:lnTo>
                  <a:lnTo>
                    <a:pt x="15155" y="97578"/>
                  </a:lnTo>
                  <a:lnTo>
                    <a:pt x="13025" y="102432"/>
                  </a:lnTo>
                  <a:lnTo>
                    <a:pt x="11050" y="107350"/>
                  </a:lnTo>
                  <a:lnTo>
                    <a:pt x="9232" y="112329"/>
                  </a:lnTo>
                  <a:lnTo>
                    <a:pt x="7573" y="117363"/>
                  </a:lnTo>
                  <a:lnTo>
                    <a:pt x="6075" y="122447"/>
                  </a:lnTo>
                  <a:lnTo>
                    <a:pt x="4738" y="127575"/>
                  </a:lnTo>
                  <a:lnTo>
                    <a:pt x="3564" y="132744"/>
                  </a:lnTo>
                  <a:lnTo>
                    <a:pt x="2555" y="137947"/>
                  </a:lnTo>
                  <a:lnTo>
                    <a:pt x="1712" y="143180"/>
                  </a:lnTo>
                  <a:lnTo>
                    <a:pt x="1034" y="148436"/>
                  </a:lnTo>
                  <a:lnTo>
                    <a:pt x="524" y="153712"/>
                  </a:lnTo>
                  <a:lnTo>
                    <a:pt x="181" y="159001"/>
                  </a:lnTo>
                  <a:lnTo>
                    <a:pt x="6" y="164298"/>
                  </a:lnTo>
                  <a:lnTo>
                    <a:pt x="0" y="169598"/>
                  </a:lnTo>
                  <a:lnTo>
                    <a:pt x="161" y="174896"/>
                  </a:lnTo>
                  <a:lnTo>
                    <a:pt x="490" y="180186"/>
                  </a:lnTo>
                  <a:lnTo>
                    <a:pt x="986" y="185463"/>
                  </a:lnTo>
                  <a:lnTo>
                    <a:pt x="1650" y="190721"/>
                  </a:lnTo>
                  <a:lnTo>
                    <a:pt x="2479" y="195956"/>
                  </a:lnTo>
                  <a:lnTo>
                    <a:pt x="3475" y="201162"/>
                  </a:lnTo>
                  <a:lnTo>
                    <a:pt x="4635" y="206333"/>
                  </a:lnTo>
                  <a:lnTo>
                    <a:pt x="5958" y="211465"/>
                  </a:lnTo>
                  <a:lnTo>
                    <a:pt x="7443" y="216553"/>
                  </a:lnTo>
                  <a:lnTo>
                    <a:pt x="9089" y="221591"/>
                  </a:lnTo>
                  <a:lnTo>
                    <a:pt x="10894" y="226575"/>
                  </a:lnTo>
                  <a:lnTo>
                    <a:pt x="12856" y="231498"/>
                  </a:lnTo>
                  <a:lnTo>
                    <a:pt x="14973" y="236357"/>
                  </a:lnTo>
                  <a:lnTo>
                    <a:pt x="17243" y="241147"/>
                  </a:lnTo>
                  <a:lnTo>
                    <a:pt x="19663" y="245862"/>
                  </a:lnTo>
                  <a:lnTo>
                    <a:pt x="22232" y="250498"/>
                  </a:lnTo>
                  <a:lnTo>
                    <a:pt x="24947" y="255050"/>
                  </a:lnTo>
                  <a:lnTo>
                    <a:pt x="27804" y="259514"/>
                  </a:lnTo>
                  <a:lnTo>
                    <a:pt x="30802" y="263885"/>
                  </a:lnTo>
                  <a:lnTo>
                    <a:pt x="33937" y="268159"/>
                  </a:lnTo>
                  <a:lnTo>
                    <a:pt x="37205" y="272331"/>
                  </a:lnTo>
                  <a:lnTo>
                    <a:pt x="40604" y="276398"/>
                  </a:lnTo>
                  <a:lnTo>
                    <a:pt x="44131" y="280354"/>
                  </a:lnTo>
                  <a:lnTo>
                    <a:pt x="47781" y="284197"/>
                  </a:lnTo>
                  <a:lnTo>
                    <a:pt x="51551" y="287923"/>
                  </a:lnTo>
                  <a:lnTo>
                    <a:pt x="55437" y="291527"/>
                  </a:lnTo>
                  <a:lnTo>
                    <a:pt x="59436" y="295006"/>
                  </a:lnTo>
                  <a:lnTo>
                    <a:pt x="63542" y="298356"/>
                  </a:lnTo>
                  <a:lnTo>
                    <a:pt x="67753" y="301575"/>
                  </a:lnTo>
                  <a:lnTo>
                    <a:pt x="72064" y="304658"/>
                  </a:lnTo>
                  <a:lnTo>
                    <a:pt x="76471" y="307603"/>
                  </a:lnTo>
                  <a:lnTo>
                    <a:pt x="80968" y="310407"/>
                  </a:lnTo>
                  <a:lnTo>
                    <a:pt x="85553" y="313067"/>
                  </a:lnTo>
                  <a:lnTo>
                    <a:pt x="90219" y="315581"/>
                  </a:lnTo>
                  <a:lnTo>
                    <a:pt x="94962" y="317945"/>
                  </a:lnTo>
                  <a:lnTo>
                    <a:pt x="99779" y="320158"/>
                  </a:lnTo>
                  <a:lnTo>
                    <a:pt x="104662" y="322216"/>
                  </a:lnTo>
                  <a:lnTo>
                    <a:pt x="109609" y="324119"/>
                  </a:lnTo>
                  <a:lnTo>
                    <a:pt x="114614" y="325865"/>
                  </a:lnTo>
                  <a:lnTo>
                    <a:pt x="119671" y="327450"/>
                  </a:lnTo>
                  <a:lnTo>
                    <a:pt x="124776" y="328875"/>
                  </a:lnTo>
                  <a:lnTo>
                    <a:pt x="129924" y="330137"/>
                  </a:lnTo>
                  <a:lnTo>
                    <a:pt x="135109" y="331235"/>
                  </a:lnTo>
                  <a:lnTo>
                    <a:pt x="140326" y="332168"/>
                  </a:lnTo>
                  <a:lnTo>
                    <a:pt x="145571" y="332936"/>
                  </a:lnTo>
                  <a:lnTo>
                    <a:pt x="150837" y="333537"/>
                  </a:lnTo>
                  <a:lnTo>
                    <a:pt x="156119" y="333970"/>
                  </a:lnTo>
                  <a:lnTo>
                    <a:pt x="161412" y="334236"/>
                  </a:lnTo>
                  <a:lnTo>
                    <a:pt x="166712" y="334334"/>
                  </a:lnTo>
                  <a:lnTo>
                    <a:pt x="172011" y="334264"/>
                  </a:lnTo>
                  <a:lnTo>
                    <a:pt x="177306" y="334026"/>
                  </a:lnTo>
                  <a:lnTo>
                    <a:pt x="182591" y="333620"/>
                  </a:lnTo>
                  <a:lnTo>
                    <a:pt x="187860" y="333047"/>
                  </a:lnTo>
                  <a:lnTo>
                    <a:pt x="193108" y="332307"/>
                  </a:lnTo>
                  <a:lnTo>
                    <a:pt x="198330" y="331401"/>
                  </a:lnTo>
                  <a:lnTo>
                    <a:pt x="203521" y="330330"/>
                  </a:lnTo>
                  <a:lnTo>
                    <a:pt x="208675" y="329095"/>
                  </a:lnTo>
                  <a:lnTo>
                    <a:pt x="213787" y="327697"/>
                  </a:lnTo>
                  <a:lnTo>
                    <a:pt x="218853" y="326138"/>
                  </a:lnTo>
                  <a:lnTo>
                    <a:pt x="223867" y="324419"/>
                  </a:lnTo>
                  <a:lnTo>
                    <a:pt x="228823" y="322542"/>
                  </a:lnTo>
                  <a:lnTo>
                    <a:pt x="233718" y="320508"/>
                  </a:lnTo>
                  <a:lnTo>
                    <a:pt x="238546" y="318321"/>
                  </a:lnTo>
                  <a:lnTo>
                    <a:pt x="243301" y="315982"/>
                  </a:lnTo>
                  <a:lnTo>
                    <a:pt x="247981" y="313493"/>
                  </a:lnTo>
                  <a:lnTo>
                    <a:pt x="252579" y="310857"/>
                  </a:lnTo>
                  <a:lnTo>
                    <a:pt x="257091" y="308076"/>
                  </a:lnTo>
                  <a:lnTo>
                    <a:pt x="261513" y="305154"/>
                  </a:lnTo>
                  <a:lnTo>
                    <a:pt x="265840" y="302093"/>
                  </a:lnTo>
                  <a:lnTo>
                    <a:pt x="270068" y="298897"/>
                  </a:lnTo>
                  <a:lnTo>
                    <a:pt x="274192" y="295568"/>
                  </a:lnTo>
                  <a:lnTo>
                    <a:pt x="278209" y="292110"/>
                  </a:lnTo>
                  <a:lnTo>
                    <a:pt x="282114" y="288526"/>
                  </a:lnTo>
                  <a:lnTo>
                    <a:pt x="285903" y="284821"/>
                  </a:lnTo>
                  <a:lnTo>
                    <a:pt x="289573" y="280997"/>
                  </a:lnTo>
                  <a:lnTo>
                    <a:pt x="293120" y="277059"/>
                  </a:lnTo>
                  <a:lnTo>
                    <a:pt x="296541" y="273010"/>
                  </a:lnTo>
                  <a:lnTo>
                    <a:pt x="299831" y="268855"/>
                  </a:lnTo>
                  <a:lnTo>
                    <a:pt x="302988" y="264598"/>
                  </a:lnTo>
                  <a:lnTo>
                    <a:pt x="306009" y="260242"/>
                  </a:lnTo>
                  <a:lnTo>
                    <a:pt x="308889" y="255794"/>
                  </a:lnTo>
                  <a:lnTo>
                    <a:pt x="311628" y="251256"/>
                  </a:lnTo>
                  <a:lnTo>
                    <a:pt x="314221" y="246633"/>
                  </a:lnTo>
                  <a:lnTo>
                    <a:pt x="316666" y="241931"/>
                  </a:lnTo>
                  <a:lnTo>
                    <a:pt x="318961" y="237153"/>
                  </a:lnTo>
                  <a:lnTo>
                    <a:pt x="321104" y="232305"/>
                  </a:lnTo>
                  <a:lnTo>
                    <a:pt x="323091" y="227392"/>
                  </a:lnTo>
                  <a:lnTo>
                    <a:pt x="324922" y="222418"/>
                  </a:lnTo>
                  <a:lnTo>
                    <a:pt x="326594" y="217389"/>
                  </a:lnTo>
                  <a:lnTo>
                    <a:pt x="328106" y="212309"/>
                  </a:lnTo>
                  <a:lnTo>
                    <a:pt x="329456" y="207184"/>
                  </a:lnTo>
                  <a:lnTo>
                    <a:pt x="330643" y="202018"/>
                  </a:lnTo>
                  <a:lnTo>
                    <a:pt x="331666" y="196818"/>
                  </a:lnTo>
                  <a:lnTo>
                    <a:pt x="332523" y="191587"/>
                  </a:lnTo>
                  <a:lnTo>
                    <a:pt x="333214" y="186332"/>
                  </a:lnTo>
                  <a:lnTo>
                    <a:pt x="333739" y="181058"/>
                  </a:lnTo>
                  <a:lnTo>
                    <a:pt x="334095" y="175770"/>
                  </a:lnTo>
                  <a:lnTo>
                    <a:pt x="334284" y="170473"/>
                  </a:lnTo>
                  <a:lnTo>
                    <a:pt x="334305" y="165173"/>
                  </a:lnTo>
                  <a:lnTo>
                    <a:pt x="334158" y="159875"/>
                  </a:lnTo>
                  <a:lnTo>
                    <a:pt x="333843" y="154585"/>
                  </a:lnTo>
                  <a:lnTo>
                    <a:pt x="333360" y="149306"/>
                  </a:lnTo>
                  <a:lnTo>
                    <a:pt x="332710" y="144046"/>
                  </a:lnTo>
                  <a:lnTo>
                    <a:pt x="331894" y="13880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71874"/>
              <a:ext cx="164744" cy="28357"/>
            </a:xfrm>
            <a:custGeom>
              <a:avLst/>
              <a:pathLst>
                <a:path w="164744" h="28357">
                  <a:moveTo>
                    <a:pt x="164744" y="0"/>
                  </a:moveTo>
                  <a:lnTo>
                    <a:pt x="0" y="28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53412"/>
              <a:ext cx="164744" cy="146819"/>
            </a:xfrm>
            <a:custGeom>
              <a:avLst/>
              <a:pathLst>
                <a:path w="164744" h="146819">
                  <a:moveTo>
                    <a:pt x="164744" y="118461"/>
                  </a:moveTo>
                  <a:lnTo>
                    <a:pt x="163705" y="112976"/>
                  </a:lnTo>
                  <a:lnTo>
                    <a:pt x="162484" y="107528"/>
                  </a:lnTo>
                  <a:lnTo>
                    <a:pt x="161081" y="102124"/>
                  </a:lnTo>
                  <a:lnTo>
                    <a:pt x="159499" y="96770"/>
                  </a:lnTo>
                  <a:lnTo>
                    <a:pt x="157739" y="91472"/>
                  </a:lnTo>
                  <a:lnTo>
                    <a:pt x="155802" y="86235"/>
                  </a:lnTo>
                  <a:lnTo>
                    <a:pt x="153692" y="81066"/>
                  </a:lnTo>
                  <a:lnTo>
                    <a:pt x="151411" y="75970"/>
                  </a:lnTo>
                  <a:lnTo>
                    <a:pt x="148961" y="70954"/>
                  </a:lnTo>
                  <a:lnTo>
                    <a:pt x="146344" y="66022"/>
                  </a:lnTo>
                  <a:lnTo>
                    <a:pt x="143565" y="61180"/>
                  </a:lnTo>
                  <a:lnTo>
                    <a:pt x="140625" y="56434"/>
                  </a:lnTo>
                  <a:lnTo>
                    <a:pt x="137528" y="51788"/>
                  </a:lnTo>
                  <a:lnTo>
                    <a:pt x="134278" y="47248"/>
                  </a:lnTo>
                  <a:lnTo>
                    <a:pt x="130878" y="42820"/>
                  </a:lnTo>
                  <a:lnTo>
                    <a:pt x="127332" y="38508"/>
                  </a:lnTo>
                  <a:lnTo>
                    <a:pt x="123644" y="34316"/>
                  </a:lnTo>
                  <a:lnTo>
                    <a:pt x="119818" y="30250"/>
                  </a:lnTo>
                  <a:lnTo>
                    <a:pt x="115859" y="26314"/>
                  </a:lnTo>
                  <a:lnTo>
                    <a:pt x="111770" y="22512"/>
                  </a:lnTo>
                  <a:lnTo>
                    <a:pt x="107557" y="18849"/>
                  </a:lnTo>
                  <a:lnTo>
                    <a:pt x="103224" y="15328"/>
                  </a:lnTo>
                  <a:lnTo>
                    <a:pt x="98775" y="11955"/>
                  </a:lnTo>
                  <a:lnTo>
                    <a:pt x="94216" y="8732"/>
                  </a:lnTo>
                  <a:lnTo>
                    <a:pt x="89553" y="5662"/>
                  </a:lnTo>
                  <a:lnTo>
                    <a:pt x="84789" y="2751"/>
                  </a:lnTo>
                  <a:lnTo>
                    <a:pt x="79931" y="0"/>
                  </a:lnTo>
                  <a:lnTo>
                    <a:pt x="0" y="14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79931" cy="167167"/>
            </a:xfrm>
            <a:custGeom>
              <a:avLst/>
              <a:pathLst>
                <a:path w="79931" h="167167">
                  <a:moveTo>
                    <a:pt x="79931" y="20348"/>
                  </a:moveTo>
                  <a:lnTo>
                    <a:pt x="74653" y="17595"/>
                  </a:lnTo>
                  <a:lnTo>
                    <a:pt x="69280" y="15032"/>
                  </a:lnTo>
                  <a:lnTo>
                    <a:pt x="63820" y="12662"/>
                  </a:lnTo>
                  <a:lnTo>
                    <a:pt x="58279" y="10487"/>
                  </a:lnTo>
                  <a:lnTo>
                    <a:pt x="52663" y="8512"/>
                  </a:lnTo>
                  <a:lnTo>
                    <a:pt x="46981" y="6737"/>
                  </a:lnTo>
                  <a:lnTo>
                    <a:pt x="41240" y="5166"/>
                  </a:lnTo>
                  <a:lnTo>
                    <a:pt x="35446" y="3801"/>
                  </a:lnTo>
                  <a:lnTo>
                    <a:pt x="29607" y="2642"/>
                  </a:lnTo>
                  <a:lnTo>
                    <a:pt x="23731" y="1693"/>
                  </a:lnTo>
                  <a:lnTo>
                    <a:pt x="17824" y="953"/>
                  </a:lnTo>
                  <a:lnTo>
                    <a:pt x="11895" y="423"/>
                  </a:lnTo>
                  <a:lnTo>
                    <a:pt x="595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39"/>
                  </a:lnTo>
                  <a:lnTo>
                    <a:pt x="17679" y="92327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79"/>
                  </a:lnTo>
                  <a:lnTo>
                    <a:pt x="7761" y="116793"/>
                  </a:lnTo>
                  <a:lnTo>
                    <a:pt x="6249" y="121857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5"/>
                  </a:lnTo>
                  <a:lnTo>
                    <a:pt x="1122" y="147754"/>
                  </a:lnTo>
                  <a:lnTo>
                    <a:pt x="591" y="153013"/>
                  </a:lnTo>
                  <a:lnTo>
                    <a:pt x="227" y="158285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6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0"/>
                  </a:lnTo>
                  <a:lnTo>
                    <a:pt x="7195" y="215711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1" y="230643"/>
                  </a:lnTo>
                  <a:lnTo>
                    <a:pt x="14595" y="235500"/>
                  </a:lnTo>
                  <a:lnTo>
                    <a:pt x="16832" y="240289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6"/>
                  </a:lnTo>
                  <a:lnTo>
                    <a:pt x="30218" y="263043"/>
                  </a:lnTo>
                  <a:lnTo>
                    <a:pt x="33317" y="267324"/>
                  </a:lnTo>
                  <a:lnTo>
                    <a:pt x="36550" y="271505"/>
                  </a:lnTo>
                  <a:lnTo>
                    <a:pt x="39914" y="275582"/>
                  </a:lnTo>
                  <a:lnTo>
                    <a:pt x="43405" y="279550"/>
                  </a:lnTo>
                  <a:lnTo>
                    <a:pt x="47019" y="283406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1"/>
                  </a:lnTo>
                  <a:lnTo>
                    <a:pt x="66817" y="300870"/>
                  </a:lnTo>
                  <a:lnTo>
                    <a:pt x="71094" y="303975"/>
                  </a:lnTo>
                  <a:lnTo>
                    <a:pt x="75467" y="306944"/>
                  </a:lnTo>
                  <a:lnTo>
                    <a:pt x="79931" y="309773"/>
                  </a:lnTo>
                  <a:lnTo>
                    <a:pt x="84483" y="312459"/>
                  </a:lnTo>
                  <a:lnTo>
                    <a:pt x="89117" y="315000"/>
                  </a:lnTo>
                  <a:lnTo>
                    <a:pt x="93830" y="317393"/>
                  </a:lnTo>
                  <a:lnTo>
                    <a:pt x="98615" y="319636"/>
                  </a:lnTo>
                  <a:lnTo>
                    <a:pt x="103469" y="321727"/>
                  </a:lnTo>
                  <a:lnTo>
                    <a:pt x="108387" y="323663"/>
                  </a:lnTo>
                  <a:lnTo>
                    <a:pt x="113364" y="325442"/>
                  </a:lnTo>
                  <a:lnTo>
                    <a:pt x="118394" y="327064"/>
                  </a:lnTo>
                  <a:lnTo>
                    <a:pt x="123473" y="328525"/>
                  </a:lnTo>
                  <a:lnTo>
                    <a:pt x="128596" y="329826"/>
                  </a:lnTo>
                  <a:lnTo>
                    <a:pt x="133757" y="330963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4" y="333868"/>
                  </a:lnTo>
                  <a:lnTo>
                    <a:pt x="159960" y="334179"/>
                  </a:lnTo>
                  <a:lnTo>
                    <a:pt x="165243" y="334323"/>
                  </a:lnTo>
                  <a:lnTo>
                    <a:pt x="170529" y="334300"/>
                  </a:lnTo>
                  <a:lnTo>
                    <a:pt x="175810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8" y="331686"/>
                  </a:lnTo>
                  <a:lnTo>
                    <a:pt x="201984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3" y="326633"/>
                  </a:lnTo>
                  <a:lnTo>
                    <a:pt x="222329" y="324968"/>
                  </a:lnTo>
                  <a:lnTo>
                    <a:pt x="227290" y="323145"/>
                  </a:lnTo>
                  <a:lnTo>
                    <a:pt x="232191" y="321166"/>
                  </a:lnTo>
                  <a:lnTo>
                    <a:pt x="237026" y="319033"/>
                  </a:lnTo>
                  <a:lnTo>
                    <a:pt x="241792" y="316749"/>
                  </a:lnTo>
                  <a:lnTo>
                    <a:pt x="246484" y="314315"/>
                  </a:lnTo>
                  <a:lnTo>
                    <a:pt x="251096" y="311733"/>
                  </a:lnTo>
                  <a:lnTo>
                    <a:pt x="255624" y="309008"/>
                  </a:lnTo>
                  <a:lnTo>
                    <a:pt x="260064" y="306140"/>
                  </a:lnTo>
                  <a:lnTo>
                    <a:pt x="264410" y="303134"/>
                  </a:lnTo>
                  <a:lnTo>
                    <a:pt x="268660" y="299992"/>
                  </a:lnTo>
                  <a:lnTo>
                    <a:pt x="272808" y="296717"/>
                  </a:lnTo>
                  <a:lnTo>
                    <a:pt x="276851" y="293312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6"/>
                  </a:lnTo>
                  <a:lnTo>
                    <a:pt x="291886" y="278469"/>
                  </a:lnTo>
                  <a:lnTo>
                    <a:pt x="295342" y="274470"/>
                  </a:lnTo>
                  <a:lnTo>
                    <a:pt x="298670" y="270364"/>
                  </a:lnTo>
                  <a:lnTo>
                    <a:pt x="301866" y="266155"/>
                  </a:lnTo>
                  <a:lnTo>
                    <a:pt x="304928" y="261847"/>
                  </a:lnTo>
                  <a:lnTo>
                    <a:pt x="307853" y="257445"/>
                  </a:lnTo>
                  <a:lnTo>
                    <a:pt x="310636" y="252952"/>
                  </a:lnTo>
                  <a:lnTo>
                    <a:pt x="313276" y="248374"/>
                  </a:lnTo>
                  <a:lnTo>
                    <a:pt x="315770" y="243714"/>
                  </a:lnTo>
                  <a:lnTo>
                    <a:pt x="318116" y="238978"/>
                  </a:lnTo>
                  <a:lnTo>
                    <a:pt x="320311" y="234170"/>
                  </a:lnTo>
                  <a:lnTo>
                    <a:pt x="322352" y="229295"/>
                  </a:lnTo>
                  <a:lnTo>
                    <a:pt x="324239" y="224358"/>
                  </a:lnTo>
                  <a:lnTo>
                    <a:pt x="325968" y="219363"/>
                  </a:lnTo>
                  <a:lnTo>
                    <a:pt x="327539" y="214317"/>
                  </a:lnTo>
                  <a:lnTo>
                    <a:pt x="328949" y="209223"/>
                  </a:lnTo>
                  <a:lnTo>
                    <a:pt x="330198" y="204088"/>
                  </a:lnTo>
                  <a:lnTo>
                    <a:pt x="331283" y="198915"/>
                  </a:lnTo>
                  <a:lnTo>
                    <a:pt x="332205" y="193711"/>
                  </a:lnTo>
                  <a:lnTo>
                    <a:pt x="332962" y="188480"/>
                  </a:lnTo>
                  <a:lnTo>
                    <a:pt x="333553" y="183228"/>
                  </a:lnTo>
                  <a:lnTo>
                    <a:pt x="333977" y="177960"/>
                  </a:lnTo>
                  <a:lnTo>
                    <a:pt x="334235" y="172681"/>
                  </a:lnTo>
                  <a:lnTo>
                    <a:pt x="334326" y="167397"/>
                  </a:lnTo>
                  <a:lnTo>
                    <a:pt x="334249" y="162112"/>
                  </a:lnTo>
                  <a:lnTo>
                    <a:pt x="334006" y="156832"/>
                  </a:lnTo>
                  <a:lnTo>
                    <a:pt x="333596" y="151563"/>
                  </a:lnTo>
                  <a:lnTo>
                    <a:pt x="333020" y="146310"/>
                  </a:lnTo>
                  <a:lnTo>
                    <a:pt x="332277" y="141077"/>
                  </a:lnTo>
                  <a:lnTo>
                    <a:pt x="331370" y="135870"/>
                  </a:lnTo>
                  <a:lnTo>
                    <a:pt x="330299" y="130695"/>
                  </a:lnTo>
                  <a:lnTo>
                    <a:pt x="329064" y="125556"/>
                  </a:lnTo>
                  <a:lnTo>
                    <a:pt x="327668" y="120458"/>
                  </a:lnTo>
                  <a:lnTo>
                    <a:pt x="326111" y="115407"/>
                  </a:lnTo>
                  <a:lnTo>
                    <a:pt x="324395" y="110408"/>
                  </a:lnTo>
                  <a:lnTo>
                    <a:pt x="322522" y="105466"/>
                  </a:lnTo>
                  <a:lnTo>
                    <a:pt x="320494" y="100586"/>
                  </a:lnTo>
                  <a:lnTo>
                    <a:pt x="318313" y="95772"/>
                  </a:lnTo>
                  <a:lnTo>
                    <a:pt x="315980" y="91029"/>
                  </a:lnTo>
                  <a:lnTo>
                    <a:pt x="313499" y="86362"/>
                  </a:lnTo>
                  <a:lnTo>
                    <a:pt x="310871" y="81777"/>
                  </a:lnTo>
                  <a:lnTo>
                    <a:pt x="308100" y="77276"/>
                  </a:lnTo>
                  <a:lnTo>
                    <a:pt x="305188" y="72866"/>
                  </a:lnTo>
                  <a:lnTo>
                    <a:pt x="302138" y="68549"/>
                  </a:lnTo>
                  <a:lnTo>
                    <a:pt x="298953" y="64332"/>
                  </a:lnTo>
                  <a:lnTo>
                    <a:pt x="295636" y="60217"/>
                  </a:lnTo>
                  <a:lnTo>
                    <a:pt x="292191" y="56209"/>
                  </a:lnTo>
                  <a:lnTo>
                    <a:pt x="288621" y="52311"/>
                  </a:lnTo>
                  <a:lnTo>
                    <a:pt x="284930" y="48529"/>
                  </a:lnTo>
                  <a:lnTo>
                    <a:pt x="281120" y="44865"/>
                  </a:lnTo>
                  <a:lnTo>
                    <a:pt x="277197" y="4132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6237"/>
              <a:ext cx="110038" cy="131322"/>
            </a:xfrm>
            <a:custGeom>
              <a:avLst/>
              <a:pathLst>
                <a:path w="110038" h="131322">
                  <a:moveTo>
                    <a:pt x="110038" y="5479"/>
                  </a:moveTo>
                  <a:lnTo>
                    <a:pt x="103438" y="0"/>
                  </a:lnTo>
                  <a:lnTo>
                    <a:pt x="0" y="131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03438" cy="167167"/>
            </a:xfrm>
            <a:custGeom>
              <a:avLst/>
              <a:pathLst>
                <a:path w="103438" h="167167">
                  <a:moveTo>
                    <a:pt x="103438" y="35845"/>
                  </a:moveTo>
                  <a:lnTo>
                    <a:pt x="99000" y="32468"/>
                  </a:lnTo>
                  <a:lnTo>
                    <a:pt x="94453" y="29241"/>
                  </a:lnTo>
                  <a:lnTo>
                    <a:pt x="89800" y="26167"/>
                  </a:lnTo>
                  <a:lnTo>
                    <a:pt x="85047" y="23251"/>
                  </a:lnTo>
                  <a:lnTo>
                    <a:pt x="80200" y="20494"/>
                  </a:lnTo>
                  <a:lnTo>
                    <a:pt x="75263" y="17901"/>
                  </a:lnTo>
                  <a:lnTo>
                    <a:pt x="70243" y="15474"/>
                  </a:lnTo>
                  <a:lnTo>
                    <a:pt x="65145" y="13215"/>
                  </a:lnTo>
                  <a:lnTo>
                    <a:pt x="59974" y="11128"/>
                  </a:lnTo>
                  <a:lnTo>
                    <a:pt x="54736" y="9215"/>
                  </a:lnTo>
                  <a:lnTo>
                    <a:pt x="49437" y="7477"/>
                  </a:lnTo>
                  <a:lnTo>
                    <a:pt x="44084" y="5917"/>
                  </a:lnTo>
                  <a:lnTo>
                    <a:pt x="38681" y="4536"/>
                  </a:lnTo>
                  <a:lnTo>
                    <a:pt x="33236" y="3337"/>
                  </a:lnTo>
                  <a:lnTo>
                    <a:pt x="27753" y="2319"/>
                  </a:lnTo>
                  <a:lnTo>
                    <a:pt x="22239" y="1485"/>
                  </a:lnTo>
                  <a:lnTo>
                    <a:pt x="16701" y="836"/>
                  </a:lnTo>
                  <a:lnTo>
                    <a:pt x="11144" y="371"/>
                  </a:lnTo>
                  <a:lnTo>
                    <a:pt x="557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89" y="3707720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7" y="751"/>
                  </a:lnTo>
                  <a:lnTo>
                    <a:pt x="146075" y="1334"/>
                  </a:lnTo>
                  <a:lnTo>
                    <a:pt x="140843" y="2084"/>
                  </a:lnTo>
                  <a:lnTo>
                    <a:pt x="135638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4" y="8284"/>
                  </a:lnTo>
                  <a:lnTo>
                    <a:pt x="110188" y="10007"/>
                  </a:lnTo>
                  <a:lnTo>
                    <a:pt x="105249" y="11886"/>
                  </a:lnTo>
                  <a:lnTo>
                    <a:pt x="100371" y="13921"/>
                  </a:lnTo>
                  <a:lnTo>
                    <a:pt x="95561" y="16108"/>
                  </a:lnTo>
                  <a:lnTo>
                    <a:pt x="90822" y="18447"/>
                  </a:lnTo>
                  <a:lnTo>
                    <a:pt x="86159" y="20934"/>
                  </a:lnTo>
                  <a:lnTo>
                    <a:pt x="81577" y="23568"/>
                  </a:lnTo>
                  <a:lnTo>
                    <a:pt x="77080" y="26345"/>
                  </a:lnTo>
                  <a:lnTo>
                    <a:pt x="72674" y="29263"/>
                  </a:lnTo>
                  <a:lnTo>
                    <a:pt x="68362" y="32318"/>
                  </a:lnTo>
                  <a:lnTo>
                    <a:pt x="64149" y="35508"/>
                  </a:lnTo>
                  <a:lnTo>
                    <a:pt x="60039" y="38830"/>
                  </a:lnTo>
                  <a:lnTo>
                    <a:pt x="56036" y="42281"/>
                  </a:lnTo>
                  <a:lnTo>
                    <a:pt x="52143" y="45856"/>
                  </a:lnTo>
                  <a:lnTo>
                    <a:pt x="48366" y="49552"/>
                  </a:lnTo>
                  <a:lnTo>
                    <a:pt x="44708" y="53366"/>
                  </a:lnTo>
                  <a:lnTo>
                    <a:pt x="41172" y="57293"/>
                  </a:lnTo>
                  <a:lnTo>
                    <a:pt x="37762" y="61330"/>
                  </a:lnTo>
                  <a:lnTo>
                    <a:pt x="34481" y="65474"/>
                  </a:lnTo>
                  <a:lnTo>
                    <a:pt x="31333" y="69718"/>
                  </a:lnTo>
                  <a:lnTo>
                    <a:pt x="28320" y="74060"/>
                  </a:lnTo>
                  <a:lnTo>
                    <a:pt x="25446" y="78496"/>
                  </a:lnTo>
                  <a:lnTo>
                    <a:pt x="22714" y="83019"/>
                  </a:lnTo>
                  <a:lnTo>
                    <a:pt x="20127" y="87627"/>
                  </a:lnTo>
                  <a:lnTo>
                    <a:pt x="17686" y="92315"/>
                  </a:lnTo>
                  <a:lnTo>
                    <a:pt x="15395" y="97077"/>
                  </a:lnTo>
                  <a:lnTo>
                    <a:pt x="13255" y="101909"/>
                  </a:lnTo>
                  <a:lnTo>
                    <a:pt x="11269" y="106807"/>
                  </a:lnTo>
                  <a:lnTo>
                    <a:pt x="9439" y="111765"/>
                  </a:lnTo>
                  <a:lnTo>
                    <a:pt x="7766" y="116778"/>
                  </a:lnTo>
                  <a:lnTo>
                    <a:pt x="6253" y="121841"/>
                  </a:lnTo>
                  <a:lnTo>
                    <a:pt x="4901" y="126950"/>
                  </a:lnTo>
                  <a:lnTo>
                    <a:pt x="3711" y="132099"/>
                  </a:lnTo>
                  <a:lnTo>
                    <a:pt x="2684" y="137283"/>
                  </a:lnTo>
                  <a:lnTo>
                    <a:pt x="1822" y="142497"/>
                  </a:lnTo>
                  <a:lnTo>
                    <a:pt x="1124" y="147736"/>
                  </a:lnTo>
                  <a:lnTo>
                    <a:pt x="593" y="152994"/>
                  </a:lnTo>
                  <a:lnTo>
                    <a:pt x="228" y="158266"/>
                  </a:lnTo>
                  <a:lnTo>
                    <a:pt x="30" y="163547"/>
                  </a:lnTo>
                  <a:lnTo>
                    <a:pt x="0" y="168832"/>
                  </a:lnTo>
                  <a:lnTo>
                    <a:pt x="136" y="174115"/>
                  </a:lnTo>
                  <a:lnTo>
                    <a:pt x="439" y="179391"/>
                  </a:lnTo>
                  <a:lnTo>
                    <a:pt x="908" y="184655"/>
                  </a:lnTo>
                  <a:lnTo>
                    <a:pt x="1544" y="189901"/>
                  </a:lnTo>
                  <a:lnTo>
                    <a:pt x="2346" y="195125"/>
                  </a:lnTo>
                  <a:lnTo>
                    <a:pt x="3312" y="200321"/>
                  </a:lnTo>
                  <a:lnTo>
                    <a:pt x="4442" y="205483"/>
                  </a:lnTo>
                  <a:lnTo>
                    <a:pt x="5734" y="210608"/>
                  </a:lnTo>
                  <a:lnTo>
                    <a:pt x="7188" y="215689"/>
                  </a:lnTo>
                  <a:lnTo>
                    <a:pt x="8802" y="220721"/>
                  </a:lnTo>
                  <a:lnTo>
                    <a:pt x="10574" y="225700"/>
                  </a:lnTo>
                  <a:lnTo>
                    <a:pt x="12502" y="230620"/>
                  </a:lnTo>
                  <a:lnTo>
                    <a:pt x="14585" y="235477"/>
                  </a:lnTo>
                  <a:lnTo>
                    <a:pt x="16821" y="240266"/>
                  </a:lnTo>
                  <a:lnTo>
                    <a:pt x="19206" y="244981"/>
                  </a:lnTo>
                  <a:lnTo>
                    <a:pt x="21740" y="249619"/>
                  </a:lnTo>
                  <a:lnTo>
                    <a:pt x="24419" y="254175"/>
                  </a:lnTo>
                  <a:lnTo>
                    <a:pt x="27241" y="258643"/>
                  </a:lnTo>
                  <a:lnTo>
                    <a:pt x="30202" y="263020"/>
                  </a:lnTo>
                  <a:lnTo>
                    <a:pt x="33301" y="267302"/>
                  </a:lnTo>
                  <a:lnTo>
                    <a:pt x="36533" y="271483"/>
                  </a:lnTo>
                  <a:lnTo>
                    <a:pt x="39895" y="275560"/>
                  </a:lnTo>
                  <a:lnTo>
                    <a:pt x="43385" y="279528"/>
                  </a:lnTo>
                  <a:lnTo>
                    <a:pt x="46999" y="283385"/>
                  </a:lnTo>
                  <a:lnTo>
                    <a:pt x="50732" y="287125"/>
                  </a:lnTo>
                  <a:lnTo>
                    <a:pt x="54583" y="290745"/>
                  </a:lnTo>
                  <a:lnTo>
                    <a:pt x="58545" y="294242"/>
                  </a:lnTo>
                  <a:lnTo>
                    <a:pt x="62616" y="297612"/>
                  </a:lnTo>
                  <a:lnTo>
                    <a:pt x="66792" y="300851"/>
                  </a:lnTo>
                  <a:lnTo>
                    <a:pt x="71068" y="303957"/>
                  </a:lnTo>
                  <a:lnTo>
                    <a:pt x="75440" y="306926"/>
                  </a:lnTo>
                  <a:lnTo>
                    <a:pt x="79903" y="309755"/>
                  </a:lnTo>
                  <a:lnTo>
                    <a:pt x="84454" y="312442"/>
                  </a:lnTo>
                  <a:lnTo>
                    <a:pt x="89087" y="314984"/>
                  </a:lnTo>
                  <a:lnTo>
                    <a:pt x="93799" y="317378"/>
                  </a:lnTo>
                  <a:lnTo>
                    <a:pt x="98584" y="319622"/>
                  </a:lnTo>
                  <a:lnTo>
                    <a:pt x="103437" y="321713"/>
                  </a:lnTo>
                  <a:lnTo>
                    <a:pt x="108354" y="323650"/>
                  </a:lnTo>
                  <a:lnTo>
                    <a:pt x="113330" y="325431"/>
                  </a:lnTo>
                  <a:lnTo>
                    <a:pt x="118359" y="327053"/>
                  </a:lnTo>
                  <a:lnTo>
                    <a:pt x="123438" y="328516"/>
                  </a:lnTo>
                  <a:lnTo>
                    <a:pt x="128560" y="329817"/>
                  </a:lnTo>
                  <a:lnTo>
                    <a:pt x="133721" y="330956"/>
                  </a:lnTo>
                  <a:lnTo>
                    <a:pt x="138915" y="331931"/>
                  </a:lnTo>
                  <a:lnTo>
                    <a:pt x="144137" y="332742"/>
                  </a:lnTo>
                  <a:lnTo>
                    <a:pt x="149382" y="333387"/>
                  </a:lnTo>
                  <a:lnTo>
                    <a:pt x="154645" y="333865"/>
                  </a:lnTo>
                  <a:lnTo>
                    <a:pt x="159921" y="334178"/>
                  </a:lnTo>
                  <a:lnTo>
                    <a:pt x="165204" y="334323"/>
                  </a:lnTo>
                  <a:lnTo>
                    <a:pt x="170488" y="334301"/>
                  </a:lnTo>
                  <a:lnTo>
                    <a:pt x="175770" y="334112"/>
                  </a:lnTo>
                  <a:lnTo>
                    <a:pt x="181043" y="333757"/>
                  </a:lnTo>
                  <a:lnTo>
                    <a:pt x="186302" y="333235"/>
                  </a:lnTo>
                  <a:lnTo>
                    <a:pt x="191541" y="332547"/>
                  </a:lnTo>
                  <a:lnTo>
                    <a:pt x="196757" y="331693"/>
                  </a:lnTo>
                  <a:lnTo>
                    <a:pt x="201943" y="330675"/>
                  </a:lnTo>
                  <a:lnTo>
                    <a:pt x="207094" y="329494"/>
                  </a:lnTo>
                  <a:lnTo>
                    <a:pt x="212205" y="328151"/>
                  </a:lnTo>
                  <a:lnTo>
                    <a:pt x="217271" y="326646"/>
                  </a:lnTo>
                  <a:lnTo>
                    <a:pt x="222287" y="324983"/>
                  </a:lnTo>
                  <a:lnTo>
                    <a:pt x="227248" y="323161"/>
                  </a:lnTo>
                  <a:lnTo>
                    <a:pt x="232149" y="321184"/>
                  </a:lnTo>
                  <a:lnTo>
                    <a:pt x="236985" y="319053"/>
                  </a:lnTo>
                  <a:lnTo>
                    <a:pt x="241751" y="316769"/>
                  </a:lnTo>
                  <a:lnTo>
                    <a:pt x="246443" y="314337"/>
                  </a:lnTo>
                  <a:lnTo>
                    <a:pt x="251055" y="311757"/>
                  </a:lnTo>
                  <a:lnTo>
                    <a:pt x="255584" y="309033"/>
                  </a:lnTo>
                  <a:lnTo>
                    <a:pt x="260024" y="306167"/>
                  </a:lnTo>
                  <a:lnTo>
                    <a:pt x="264371" y="303162"/>
                  </a:lnTo>
                  <a:lnTo>
                    <a:pt x="268622" y="300021"/>
                  </a:lnTo>
                  <a:lnTo>
                    <a:pt x="272770" y="296748"/>
                  </a:lnTo>
                  <a:lnTo>
                    <a:pt x="276814" y="293344"/>
                  </a:lnTo>
                  <a:lnTo>
                    <a:pt x="280747" y="289815"/>
                  </a:lnTo>
                  <a:lnTo>
                    <a:pt x="284567" y="286163"/>
                  </a:lnTo>
                  <a:lnTo>
                    <a:pt x="288270" y="282393"/>
                  </a:lnTo>
                  <a:lnTo>
                    <a:pt x="291852" y="278507"/>
                  </a:lnTo>
                  <a:lnTo>
                    <a:pt x="295309" y="274510"/>
                  </a:lnTo>
                  <a:lnTo>
                    <a:pt x="298638" y="270405"/>
                  </a:lnTo>
                  <a:lnTo>
                    <a:pt x="301836" y="266197"/>
                  </a:lnTo>
                  <a:lnTo>
                    <a:pt x="304899" y="261891"/>
                  </a:lnTo>
                  <a:lnTo>
                    <a:pt x="307824" y="257490"/>
                  </a:lnTo>
                  <a:lnTo>
                    <a:pt x="310609" y="252998"/>
                  </a:lnTo>
                  <a:lnTo>
                    <a:pt x="313250" y="248421"/>
                  </a:lnTo>
                  <a:lnTo>
                    <a:pt x="315746" y="243762"/>
                  </a:lnTo>
                  <a:lnTo>
                    <a:pt x="318093" y="239027"/>
                  </a:lnTo>
                  <a:lnTo>
                    <a:pt x="320289" y="234220"/>
                  </a:lnTo>
                  <a:lnTo>
                    <a:pt x="322332" y="229346"/>
                  </a:lnTo>
                  <a:lnTo>
                    <a:pt x="324220" y="224410"/>
                  </a:lnTo>
                  <a:lnTo>
                    <a:pt x="325951" y="219417"/>
                  </a:lnTo>
                  <a:lnTo>
                    <a:pt x="327523" y="214371"/>
                  </a:lnTo>
                  <a:lnTo>
                    <a:pt x="328935" y="209279"/>
                  </a:lnTo>
                  <a:lnTo>
                    <a:pt x="330185" y="204144"/>
                  </a:lnTo>
                  <a:lnTo>
                    <a:pt x="331273" y="198972"/>
                  </a:lnTo>
                  <a:lnTo>
                    <a:pt x="332196" y="193769"/>
                  </a:lnTo>
                  <a:lnTo>
                    <a:pt x="332954" y="188539"/>
                  </a:lnTo>
                  <a:lnTo>
                    <a:pt x="333547" y="183287"/>
                  </a:lnTo>
                  <a:lnTo>
                    <a:pt x="333973" y="178020"/>
                  </a:lnTo>
                  <a:lnTo>
                    <a:pt x="334233" y="172741"/>
                  </a:lnTo>
                  <a:lnTo>
                    <a:pt x="334326" y="167457"/>
                  </a:lnTo>
                  <a:lnTo>
                    <a:pt x="334251" y="162173"/>
                  </a:lnTo>
                  <a:lnTo>
                    <a:pt x="334010" y="156894"/>
                  </a:lnTo>
                  <a:lnTo>
                    <a:pt x="333602" y="151625"/>
                  </a:lnTo>
                  <a:lnTo>
                    <a:pt x="333028" y="146371"/>
                  </a:lnTo>
                  <a:lnTo>
                    <a:pt x="332287" y="141138"/>
                  </a:lnTo>
                  <a:lnTo>
                    <a:pt x="331382" y="135932"/>
                  </a:lnTo>
                  <a:lnTo>
                    <a:pt x="330313" y="130756"/>
                  </a:lnTo>
                  <a:lnTo>
                    <a:pt x="329080" y="125617"/>
                  </a:lnTo>
                  <a:lnTo>
                    <a:pt x="327686" y="120520"/>
                  </a:lnTo>
                  <a:lnTo>
                    <a:pt x="326131" y="115469"/>
                  </a:lnTo>
                  <a:lnTo>
                    <a:pt x="324417" y="110469"/>
                  </a:lnTo>
                  <a:lnTo>
                    <a:pt x="322547" y="105527"/>
                  </a:lnTo>
                  <a:lnTo>
                    <a:pt x="320521" y="100646"/>
                  </a:lnTo>
                  <a:lnTo>
                    <a:pt x="318341" y="95831"/>
                  </a:lnTo>
                  <a:lnTo>
                    <a:pt x="316011" y="91088"/>
                  </a:lnTo>
                  <a:lnTo>
                    <a:pt x="313532" y="86421"/>
                  </a:lnTo>
                  <a:lnTo>
                    <a:pt x="310906" y="81834"/>
                  </a:lnTo>
                  <a:lnTo>
                    <a:pt x="308137" y="77333"/>
                  </a:lnTo>
                  <a:lnTo>
                    <a:pt x="305227" y="72922"/>
                  </a:lnTo>
                  <a:lnTo>
                    <a:pt x="302179" y="68605"/>
                  </a:lnTo>
                  <a:lnTo>
                    <a:pt x="298996" y="64386"/>
                  </a:lnTo>
                  <a:lnTo>
                    <a:pt x="295681" y="60270"/>
                  </a:lnTo>
                  <a:lnTo>
                    <a:pt x="292238" y="56261"/>
                  </a:lnTo>
                  <a:lnTo>
                    <a:pt x="288669" y="52362"/>
                  </a:lnTo>
                  <a:lnTo>
                    <a:pt x="284980" y="48579"/>
                  </a:lnTo>
                  <a:lnTo>
                    <a:pt x="281172" y="44914"/>
                  </a:lnTo>
                  <a:lnTo>
                    <a:pt x="277251" y="41371"/>
                  </a:lnTo>
                  <a:lnTo>
                    <a:pt x="273220" y="37954"/>
                  </a:lnTo>
                  <a:lnTo>
                    <a:pt x="269082" y="34666"/>
                  </a:lnTo>
                  <a:lnTo>
                    <a:pt x="264843" y="31510"/>
                  </a:lnTo>
                  <a:lnTo>
                    <a:pt x="260506" y="28490"/>
                  </a:lnTo>
                  <a:lnTo>
                    <a:pt x="256076" y="25609"/>
                  </a:lnTo>
                  <a:lnTo>
                    <a:pt x="251557" y="22869"/>
                  </a:lnTo>
                  <a:lnTo>
                    <a:pt x="246953" y="20273"/>
                  </a:lnTo>
                  <a:lnTo>
                    <a:pt x="242270" y="17824"/>
                  </a:lnTo>
                  <a:lnTo>
                    <a:pt x="237512" y="15525"/>
                  </a:lnTo>
                  <a:lnTo>
                    <a:pt x="232683" y="13377"/>
                  </a:lnTo>
                  <a:lnTo>
                    <a:pt x="227789" y="11382"/>
                  </a:lnTo>
                  <a:lnTo>
                    <a:pt x="222835" y="9544"/>
                  </a:lnTo>
                  <a:lnTo>
                    <a:pt x="217824" y="786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5583"/>
              <a:ext cx="50665" cy="159304"/>
            </a:xfrm>
            <a:custGeom>
              <a:avLst/>
              <a:pathLst>
                <a:path w="50665" h="159304">
                  <a:moveTo>
                    <a:pt x="50665" y="0"/>
                  </a:moveTo>
                  <a:lnTo>
                    <a:pt x="0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40" y="4213821"/>
              <a:ext cx="238888" cy="334334"/>
            </a:xfrm>
            <a:custGeom>
              <a:avLst/>
              <a:pathLst>
                <a:path w="238888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39" y="2098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1" y="5355"/>
                  </a:lnTo>
                  <a:lnTo>
                    <a:pt x="120059" y="6768"/>
                  </a:lnTo>
                  <a:lnTo>
                    <a:pt x="114995" y="8343"/>
                  </a:lnTo>
                  <a:lnTo>
                    <a:pt x="109983" y="10077"/>
                  </a:lnTo>
                  <a:lnTo>
                    <a:pt x="105028" y="11969"/>
                  </a:lnTo>
                  <a:lnTo>
                    <a:pt x="100137" y="14018"/>
                  </a:lnTo>
                  <a:lnTo>
                    <a:pt x="95312" y="16221"/>
                  </a:lnTo>
                  <a:lnTo>
                    <a:pt x="90560" y="18575"/>
                  </a:lnTo>
                  <a:lnTo>
                    <a:pt x="85885" y="21080"/>
                  </a:lnTo>
                  <a:lnTo>
                    <a:pt x="81292" y="23731"/>
                  </a:lnTo>
                  <a:lnTo>
                    <a:pt x="76785" y="26527"/>
                  </a:lnTo>
                  <a:lnTo>
                    <a:pt x="72369" y="29464"/>
                  </a:lnTo>
                  <a:lnTo>
                    <a:pt x="68049" y="32540"/>
                  </a:lnTo>
                  <a:lnTo>
                    <a:pt x="63828" y="35751"/>
                  </a:lnTo>
                  <a:lnTo>
                    <a:pt x="59711" y="39095"/>
                  </a:lnTo>
                  <a:lnTo>
                    <a:pt x="55702" y="42567"/>
                  </a:lnTo>
                  <a:lnTo>
                    <a:pt x="51806" y="46165"/>
                  </a:lnTo>
                  <a:lnTo>
                    <a:pt x="48026" y="49885"/>
                  </a:lnTo>
                  <a:lnTo>
                    <a:pt x="44365" y="53722"/>
                  </a:lnTo>
                  <a:lnTo>
                    <a:pt x="40828" y="57674"/>
                  </a:lnTo>
                  <a:lnTo>
                    <a:pt x="37419" y="61736"/>
                  </a:lnTo>
                  <a:lnTo>
                    <a:pt x="34140" y="65905"/>
                  </a:lnTo>
                  <a:lnTo>
                    <a:pt x="30994" y="70175"/>
                  </a:lnTo>
                  <a:lnTo>
                    <a:pt x="27986" y="74543"/>
                  </a:lnTo>
                  <a:lnTo>
                    <a:pt x="25118" y="79004"/>
                  </a:lnTo>
                  <a:lnTo>
                    <a:pt x="22393" y="83553"/>
                  </a:lnTo>
                  <a:lnTo>
                    <a:pt x="19813" y="88187"/>
                  </a:lnTo>
                  <a:lnTo>
                    <a:pt x="17382" y="92901"/>
                  </a:lnTo>
                  <a:lnTo>
                    <a:pt x="15101" y="97689"/>
                  </a:lnTo>
                  <a:lnTo>
                    <a:pt x="12974" y="102547"/>
                  </a:lnTo>
                  <a:lnTo>
                    <a:pt x="11002" y="107470"/>
                  </a:lnTo>
                  <a:lnTo>
                    <a:pt x="9187" y="112453"/>
                  </a:lnTo>
                  <a:lnTo>
                    <a:pt x="7531" y="117492"/>
                  </a:lnTo>
                  <a:lnTo>
                    <a:pt x="6035" y="122580"/>
                  </a:lnTo>
                  <a:lnTo>
                    <a:pt x="4702" y="127713"/>
                  </a:lnTo>
                  <a:lnTo>
                    <a:pt x="3532" y="132886"/>
                  </a:lnTo>
                  <a:lnTo>
                    <a:pt x="2527" y="138094"/>
                  </a:lnTo>
                  <a:lnTo>
                    <a:pt x="1687" y="143330"/>
                  </a:lnTo>
                  <a:lnTo>
                    <a:pt x="1015" y="148591"/>
                  </a:lnTo>
                  <a:lnTo>
                    <a:pt x="509" y="153870"/>
                  </a:lnTo>
                  <a:lnTo>
                    <a:pt x="171" y="159163"/>
                  </a:lnTo>
                  <a:lnTo>
                    <a:pt x="1" y="164464"/>
                  </a:lnTo>
                  <a:lnTo>
                    <a:pt x="0" y="169767"/>
                  </a:lnTo>
                  <a:lnTo>
                    <a:pt x="166" y="175068"/>
                  </a:lnTo>
                  <a:lnTo>
                    <a:pt x="501" y="180361"/>
                  </a:lnTo>
                  <a:lnTo>
                    <a:pt x="1003" y="185641"/>
                  </a:lnTo>
                  <a:lnTo>
                    <a:pt x="1673" y="190902"/>
                  </a:lnTo>
                  <a:lnTo>
                    <a:pt x="2509" y="196139"/>
                  </a:lnTo>
                  <a:lnTo>
                    <a:pt x="3511" y="201347"/>
                  </a:lnTo>
                  <a:lnTo>
                    <a:pt x="4677" y="206521"/>
                  </a:lnTo>
                  <a:lnTo>
                    <a:pt x="6008" y="211655"/>
                  </a:lnTo>
                  <a:lnTo>
                    <a:pt x="7500" y="216744"/>
                  </a:lnTo>
                  <a:lnTo>
                    <a:pt x="9153" y="221783"/>
                  </a:lnTo>
                  <a:lnTo>
                    <a:pt x="10965" y="226767"/>
                  </a:lnTo>
                  <a:lnTo>
                    <a:pt x="12934" y="231692"/>
                  </a:lnTo>
                  <a:lnTo>
                    <a:pt x="15059" y="236551"/>
                  </a:lnTo>
                  <a:lnTo>
                    <a:pt x="17336" y="241341"/>
                  </a:lnTo>
                  <a:lnTo>
                    <a:pt x="19764" y="246056"/>
                  </a:lnTo>
                  <a:lnTo>
                    <a:pt x="22341" y="250691"/>
                  </a:lnTo>
                  <a:lnTo>
                    <a:pt x="25064" y="255243"/>
                  </a:lnTo>
                  <a:lnTo>
                    <a:pt x="27929" y="259705"/>
                  </a:lnTo>
                  <a:lnTo>
                    <a:pt x="30934" y="264075"/>
                  </a:lnTo>
                  <a:lnTo>
                    <a:pt x="34077" y="268347"/>
                  </a:lnTo>
                  <a:lnTo>
                    <a:pt x="37354" y="272517"/>
                  </a:lnTo>
                  <a:lnTo>
                    <a:pt x="40761" y="276582"/>
                  </a:lnTo>
                  <a:lnTo>
                    <a:pt x="44295" y="280536"/>
                  </a:lnTo>
                  <a:lnTo>
                    <a:pt x="47953" y="284376"/>
                  </a:lnTo>
                  <a:lnTo>
                    <a:pt x="51731" y="288098"/>
                  </a:lnTo>
                  <a:lnTo>
                    <a:pt x="55626" y="291698"/>
                  </a:lnTo>
                  <a:lnTo>
                    <a:pt x="59632" y="295173"/>
                  </a:lnTo>
                  <a:lnTo>
                    <a:pt x="63747" y="298519"/>
                  </a:lnTo>
                  <a:lnTo>
                    <a:pt x="67966" y="301733"/>
                  </a:lnTo>
                  <a:lnTo>
                    <a:pt x="72284" y="304812"/>
                  </a:lnTo>
                  <a:lnTo>
                    <a:pt x="76698" y="307752"/>
                  </a:lnTo>
                  <a:lnTo>
                    <a:pt x="81203" y="310550"/>
                  </a:lnTo>
                  <a:lnTo>
                    <a:pt x="85795" y="313204"/>
                  </a:lnTo>
                  <a:lnTo>
                    <a:pt x="90468" y="315711"/>
                  </a:lnTo>
                  <a:lnTo>
                    <a:pt x="95219" y="318069"/>
                  </a:lnTo>
                  <a:lnTo>
                    <a:pt x="100042" y="320275"/>
                  </a:lnTo>
                  <a:lnTo>
                    <a:pt x="104933" y="322326"/>
                  </a:lnTo>
                  <a:lnTo>
                    <a:pt x="109886" y="324222"/>
                  </a:lnTo>
                  <a:lnTo>
                    <a:pt x="114897" y="325959"/>
                  </a:lnTo>
                  <a:lnTo>
                    <a:pt x="119960" y="327537"/>
                  </a:lnTo>
                  <a:lnTo>
                    <a:pt x="125071" y="328953"/>
                  </a:lnTo>
                  <a:lnTo>
                    <a:pt x="130225" y="330206"/>
                  </a:lnTo>
                  <a:lnTo>
                    <a:pt x="135415" y="331295"/>
                  </a:lnTo>
                  <a:lnTo>
                    <a:pt x="140637" y="332219"/>
                  </a:lnTo>
                  <a:lnTo>
                    <a:pt x="145887" y="332977"/>
                  </a:lnTo>
                  <a:lnTo>
                    <a:pt x="151157" y="333568"/>
                  </a:lnTo>
                  <a:lnTo>
                    <a:pt x="156444" y="333991"/>
                  </a:lnTo>
                  <a:lnTo>
                    <a:pt x="161741" y="334247"/>
                  </a:lnTo>
                  <a:lnTo>
                    <a:pt x="167044" y="334334"/>
                  </a:lnTo>
                  <a:lnTo>
                    <a:pt x="172347" y="334253"/>
                  </a:lnTo>
                  <a:lnTo>
                    <a:pt x="177644" y="334004"/>
                  </a:lnTo>
                  <a:lnTo>
                    <a:pt x="182931" y="333587"/>
                  </a:lnTo>
                  <a:lnTo>
                    <a:pt x="188203" y="333003"/>
                  </a:lnTo>
                  <a:lnTo>
                    <a:pt x="193453" y="332252"/>
                  </a:lnTo>
                  <a:lnTo>
                    <a:pt x="198676" y="331334"/>
                  </a:lnTo>
                  <a:lnTo>
                    <a:pt x="203868" y="330251"/>
                  </a:lnTo>
                  <a:lnTo>
                    <a:pt x="209023" y="329004"/>
                  </a:lnTo>
                  <a:lnTo>
                    <a:pt x="214135" y="327595"/>
                  </a:lnTo>
                  <a:lnTo>
                    <a:pt x="219201" y="326023"/>
                  </a:lnTo>
                  <a:lnTo>
                    <a:pt x="224214" y="324292"/>
                  </a:lnTo>
                  <a:lnTo>
                    <a:pt x="229169" y="322403"/>
                  </a:lnTo>
                  <a:lnTo>
                    <a:pt x="234062" y="320357"/>
                  </a:lnTo>
                  <a:lnTo>
                    <a:pt x="238888" y="31815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71741" cy="150990"/>
            </a:xfrm>
            <a:custGeom>
              <a:avLst/>
              <a:pathLst>
                <a:path w="71741" h="150990">
                  <a:moveTo>
                    <a:pt x="71741" y="1509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6" cy="318157"/>
            </a:xfrm>
            <a:custGeom>
              <a:avLst/>
              <a:pathLst>
                <a:path w="167166" h="318157">
                  <a:moveTo>
                    <a:pt x="71741" y="318157"/>
                  </a:moveTo>
                  <a:lnTo>
                    <a:pt x="76553" y="315776"/>
                  </a:lnTo>
                  <a:lnTo>
                    <a:pt x="81286" y="313241"/>
                  </a:lnTo>
                  <a:lnTo>
                    <a:pt x="85935" y="310555"/>
                  </a:lnTo>
                  <a:lnTo>
                    <a:pt x="90495" y="307721"/>
                  </a:lnTo>
                  <a:lnTo>
                    <a:pt x="94962" y="304742"/>
                  </a:lnTo>
                  <a:lnTo>
                    <a:pt x="99331" y="301622"/>
                  </a:lnTo>
                  <a:lnTo>
                    <a:pt x="103598" y="298363"/>
                  </a:lnTo>
                  <a:lnTo>
                    <a:pt x="107758" y="294968"/>
                  </a:lnTo>
                  <a:lnTo>
                    <a:pt x="111806" y="291441"/>
                  </a:lnTo>
                  <a:lnTo>
                    <a:pt x="115740" y="287787"/>
                  </a:lnTo>
                  <a:lnTo>
                    <a:pt x="119554" y="284008"/>
                  </a:lnTo>
                  <a:lnTo>
                    <a:pt x="123244" y="280108"/>
                  </a:lnTo>
                  <a:lnTo>
                    <a:pt x="126808" y="276092"/>
                  </a:lnTo>
                  <a:lnTo>
                    <a:pt x="130240" y="271964"/>
                  </a:lnTo>
                  <a:lnTo>
                    <a:pt x="133538" y="267727"/>
                  </a:lnTo>
                  <a:lnTo>
                    <a:pt x="136699" y="263387"/>
                  </a:lnTo>
                  <a:lnTo>
                    <a:pt x="139718" y="258947"/>
                  </a:lnTo>
                  <a:lnTo>
                    <a:pt x="142594" y="254413"/>
                  </a:lnTo>
                  <a:lnTo>
                    <a:pt x="145322" y="249789"/>
                  </a:lnTo>
                  <a:lnTo>
                    <a:pt x="147900" y="245079"/>
                  </a:lnTo>
                  <a:lnTo>
                    <a:pt x="150326" y="240289"/>
                  </a:lnTo>
                  <a:lnTo>
                    <a:pt x="152597" y="235424"/>
                  </a:lnTo>
                  <a:lnTo>
                    <a:pt x="154710" y="230488"/>
                  </a:lnTo>
                  <a:lnTo>
                    <a:pt x="156664" y="225487"/>
                  </a:lnTo>
                  <a:lnTo>
                    <a:pt x="158456" y="220426"/>
                  </a:lnTo>
                  <a:lnTo>
                    <a:pt x="160085" y="215310"/>
                  </a:lnTo>
                  <a:lnTo>
                    <a:pt x="161548" y="210144"/>
                  </a:lnTo>
                  <a:lnTo>
                    <a:pt x="162845" y="204934"/>
                  </a:lnTo>
                  <a:lnTo>
                    <a:pt x="163974" y="199685"/>
                  </a:lnTo>
                  <a:lnTo>
                    <a:pt x="164933" y="194402"/>
                  </a:lnTo>
                  <a:lnTo>
                    <a:pt x="165723" y="189092"/>
                  </a:lnTo>
                  <a:lnTo>
                    <a:pt x="166342" y="183758"/>
                  </a:lnTo>
                  <a:lnTo>
                    <a:pt x="166789" y="178408"/>
                  </a:lnTo>
                  <a:lnTo>
                    <a:pt x="167064" y="173046"/>
                  </a:lnTo>
                  <a:lnTo>
                    <a:pt x="167166" y="167678"/>
                  </a:lnTo>
                  <a:lnTo>
                    <a:pt x="167096" y="162309"/>
                  </a:lnTo>
                  <a:lnTo>
                    <a:pt x="166854" y="156945"/>
                  </a:lnTo>
                  <a:lnTo>
                    <a:pt x="166440" y="151592"/>
                  </a:lnTo>
                  <a:lnTo>
                    <a:pt x="165854" y="146255"/>
                  </a:lnTo>
                  <a:lnTo>
                    <a:pt x="165097" y="140940"/>
                  </a:lnTo>
                  <a:lnTo>
                    <a:pt x="164169" y="135651"/>
                  </a:lnTo>
                  <a:lnTo>
                    <a:pt x="163073" y="130396"/>
                  </a:lnTo>
                  <a:lnTo>
                    <a:pt x="161808" y="125178"/>
                  </a:lnTo>
                  <a:lnTo>
                    <a:pt x="160376" y="120003"/>
                  </a:lnTo>
                  <a:lnTo>
                    <a:pt x="158778" y="114877"/>
                  </a:lnTo>
                  <a:lnTo>
                    <a:pt x="157017" y="109805"/>
                  </a:lnTo>
                  <a:lnTo>
                    <a:pt x="155094" y="104792"/>
                  </a:lnTo>
                  <a:lnTo>
                    <a:pt x="153011" y="99844"/>
                  </a:lnTo>
                  <a:lnTo>
                    <a:pt x="150770" y="94965"/>
                  </a:lnTo>
                  <a:lnTo>
                    <a:pt x="148374" y="90160"/>
                  </a:lnTo>
                  <a:lnTo>
                    <a:pt x="145824" y="85435"/>
                  </a:lnTo>
                  <a:lnTo>
                    <a:pt x="143124" y="80794"/>
                  </a:lnTo>
                  <a:lnTo>
                    <a:pt x="140277" y="76242"/>
                  </a:lnTo>
                  <a:lnTo>
                    <a:pt x="137284" y="71784"/>
                  </a:lnTo>
                  <a:lnTo>
                    <a:pt x="134150" y="67425"/>
                  </a:lnTo>
                  <a:lnTo>
                    <a:pt x="130878" y="63168"/>
                  </a:lnTo>
                  <a:lnTo>
                    <a:pt x="127471" y="59019"/>
                  </a:lnTo>
                  <a:lnTo>
                    <a:pt x="123932" y="54981"/>
                  </a:lnTo>
                  <a:lnTo>
                    <a:pt x="120265" y="51059"/>
                  </a:lnTo>
                  <a:lnTo>
                    <a:pt x="116475" y="47256"/>
                  </a:lnTo>
                  <a:lnTo>
                    <a:pt x="112564" y="43578"/>
                  </a:lnTo>
                  <a:lnTo>
                    <a:pt x="108537" y="40027"/>
                  </a:lnTo>
                  <a:lnTo>
                    <a:pt x="104398" y="36607"/>
                  </a:lnTo>
                  <a:lnTo>
                    <a:pt x="100151" y="33321"/>
                  </a:lnTo>
                  <a:lnTo>
                    <a:pt x="95801" y="30174"/>
                  </a:lnTo>
                  <a:lnTo>
                    <a:pt x="91352" y="27168"/>
                  </a:lnTo>
                  <a:lnTo>
                    <a:pt x="86809" y="24307"/>
                  </a:lnTo>
                  <a:lnTo>
                    <a:pt x="82177" y="21593"/>
                  </a:lnTo>
                  <a:lnTo>
                    <a:pt x="77459" y="19029"/>
                  </a:lnTo>
                  <a:lnTo>
                    <a:pt x="72662" y="16618"/>
                  </a:lnTo>
                  <a:lnTo>
                    <a:pt x="67790" y="14362"/>
                  </a:lnTo>
                  <a:lnTo>
                    <a:pt x="62848" y="12264"/>
                  </a:lnTo>
                  <a:lnTo>
                    <a:pt x="57841" y="10325"/>
                  </a:lnTo>
                  <a:lnTo>
                    <a:pt x="52774" y="8549"/>
                  </a:lnTo>
                  <a:lnTo>
                    <a:pt x="47653" y="6936"/>
                  </a:lnTo>
                  <a:lnTo>
                    <a:pt x="42483" y="5488"/>
                  </a:lnTo>
                  <a:lnTo>
                    <a:pt x="37269" y="4207"/>
                  </a:lnTo>
                  <a:lnTo>
                    <a:pt x="32016" y="3094"/>
                  </a:lnTo>
                  <a:lnTo>
                    <a:pt x="26731" y="2151"/>
                  </a:lnTo>
                  <a:lnTo>
                    <a:pt x="21418" y="1377"/>
                  </a:lnTo>
                  <a:lnTo>
                    <a:pt x="16083" y="775"/>
                  </a:lnTo>
                  <a:lnTo>
                    <a:pt x="10731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7" y="4659281"/>
              <a:ext cx="167157" cy="211665"/>
            </a:xfrm>
            <a:custGeom>
              <a:avLst/>
              <a:pathLst>
                <a:path w="167157" h="211665">
                  <a:moveTo>
                    <a:pt x="167157" y="0"/>
                  </a:moveTo>
                  <a:lnTo>
                    <a:pt x="161761" y="87"/>
                  </a:lnTo>
                  <a:lnTo>
                    <a:pt x="156370" y="348"/>
                  </a:lnTo>
                  <a:lnTo>
                    <a:pt x="150991" y="783"/>
                  </a:lnTo>
                  <a:lnTo>
                    <a:pt x="145629" y="1391"/>
                  </a:lnTo>
                  <a:lnTo>
                    <a:pt x="140289" y="2173"/>
                  </a:lnTo>
                  <a:lnTo>
                    <a:pt x="134977" y="3126"/>
                  </a:lnTo>
                  <a:lnTo>
                    <a:pt x="129699" y="4250"/>
                  </a:lnTo>
                  <a:lnTo>
                    <a:pt x="124459" y="5544"/>
                  </a:lnTo>
                  <a:lnTo>
                    <a:pt x="119264" y="7007"/>
                  </a:lnTo>
                  <a:lnTo>
                    <a:pt x="114120" y="8636"/>
                  </a:lnTo>
                  <a:lnTo>
                    <a:pt x="109030" y="10431"/>
                  </a:lnTo>
                  <a:lnTo>
                    <a:pt x="104001" y="12389"/>
                  </a:lnTo>
                  <a:lnTo>
                    <a:pt x="99038" y="14508"/>
                  </a:lnTo>
                  <a:lnTo>
                    <a:pt x="94146" y="16786"/>
                  </a:lnTo>
                  <a:lnTo>
                    <a:pt x="89329" y="19221"/>
                  </a:lnTo>
                  <a:lnTo>
                    <a:pt x="84594" y="21811"/>
                  </a:lnTo>
                  <a:lnTo>
                    <a:pt x="79945" y="24551"/>
                  </a:lnTo>
                  <a:lnTo>
                    <a:pt x="75387" y="27441"/>
                  </a:lnTo>
                  <a:lnTo>
                    <a:pt x="70925" y="30476"/>
                  </a:lnTo>
                  <a:lnTo>
                    <a:pt x="66563" y="33653"/>
                  </a:lnTo>
                  <a:lnTo>
                    <a:pt x="62306" y="36970"/>
                  </a:lnTo>
                  <a:lnTo>
                    <a:pt x="58158" y="40422"/>
                  </a:lnTo>
                  <a:lnTo>
                    <a:pt x="54123" y="44007"/>
                  </a:lnTo>
                  <a:lnTo>
                    <a:pt x="50207" y="47720"/>
                  </a:lnTo>
                  <a:lnTo>
                    <a:pt x="46412" y="51557"/>
                  </a:lnTo>
                  <a:lnTo>
                    <a:pt x="42743" y="55515"/>
                  </a:lnTo>
                  <a:lnTo>
                    <a:pt x="39204" y="59589"/>
                  </a:lnTo>
                  <a:lnTo>
                    <a:pt x="35798" y="63775"/>
                  </a:lnTo>
                  <a:lnTo>
                    <a:pt x="32529" y="68069"/>
                  </a:lnTo>
                  <a:lnTo>
                    <a:pt x="29400" y="72467"/>
                  </a:lnTo>
                  <a:lnTo>
                    <a:pt x="26415" y="76963"/>
                  </a:lnTo>
                  <a:lnTo>
                    <a:pt x="23577" y="81553"/>
                  </a:lnTo>
                  <a:lnTo>
                    <a:pt x="20888" y="86232"/>
                  </a:lnTo>
                  <a:lnTo>
                    <a:pt x="18352" y="90995"/>
                  </a:lnTo>
                  <a:lnTo>
                    <a:pt x="15971" y="95838"/>
                  </a:lnTo>
                  <a:lnTo>
                    <a:pt x="13747" y="100756"/>
                  </a:lnTo>
                  <a:lnTo>
                    <a:pt x="11683" y="105742"/>
                  </a:lnTo>
                  <a:lnTo>
                    <a:pt x="9781" y="110793"/>
                  </a:lnTo>
                  <a:lnTo>
                    <a:pt x="8044" y="115902"/>
                  </a:lnTo>
                  <a:lnTo>
                    <a:pt x="6472" y="121065"/>
                  </a:lnTo>
                  <a:lnTo>
                    <a:pt x="5067" y="126276"/>
                  </a:lnTo>
                  <a:lnTo>
                    <a:pt x="3832" y="131529"/>
                  </a:lnTo>
                  <a:lnTo>
                    <a:pt x="2767" y="136820"/>
                  </a:lnTo>
                  <a:lnTo>
                    <a:pt x="1873" y="142142"/>
                  </a:lnTo>
                  <a:lnTo>
                    <a:pt x="1151" y="147490"/>
                  </a:lnTo>
                  <a:lnTo>
                    <a:pt x="603" y="152859"/>
                  </a:lnTo>
                  <a:lnTo>
                    <a:pt x="227" y="158243"/>
                  </a:lnTo>
                  <a:lnTo>
                    <a:pt x="26" y="163636"/>
                  </a:lnTo>
                  <a:lnTo>
                    <a:pt x="0" y="169032"/>
                  </a:lnTo>
                  <a:lnTo>
                    <a:pt x="147" y="174427"/>
                  </a:lnTo>
                  <a:lnTo>
                    <a:pt x="468" y="179814"/>
                  </a:lnTo>
                  <a:lnTo>
                    <a:pt x="963" y="185188"/>
                  </a:lnTo>
                  <a:lnTo>
                    <a:pt x="1632" y="190543"/>
                  </a:lnTo>
                  <a:lnTo>
                    <a:pt x="2472" y="195874"/>
                  </a:lnTo>
                  <a:lnTo>
                    <a:pt x="3485" y="201175"/>
                  </a:lnTo>
                  <a:lnTo>
                    <a:pt x="4668" y="206440"/>
                  </a:lnTo>
                  <a:lnTo>
                    <a:pt x="6020" y="21166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5388" y="4826449"/>
              <a:ext cx="161136" cy="44498"/>
            </a:xfrm>
            <a:custGeom>
              <a:avLst/>
              <a:pathLst>
                <a:path w="161136" h="44498">
                  <a:moveTo>
                    <a:pt x="0" y="44498"/>
                  </a:moveTo>
                  <a:lnTo>
                    <a:pt x="1611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5388" y="4826449"/>
              <a:ext cx="161136" cy="55025"/>
            </a:xfrm>
            <a:custGeom>
              <a:avLst/>
              <a:pathLst>
                <a:path w="161136" h="55025">
                  <a:moveTo>
                    <a:pt x="0" y="44498"/>
                  </a:moveTo>
                  <a:lnTo>
                    <a:pt x="3284" y="55025"/>
                  </a:lnTo>
                  <a:lnTo>
                    <a:pt x="1611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8673" y="4659281"/>
              <a:ext cx="324999" cy="334334"/>
            </a:xfrm>
            <a:custGeom>
              <a:avLst/>
              <a:pathLst>
                <a:path w="324999" h="334334">
                  <a:moveTo>
                    <a:pt x="0" y="222193"/>
                  </a:moveTo>
                  <a:lnTo>
                    <a:pt x="1824" y="227171"/>
                  </a:lnTo>
                  <a:lnTo>
                    <a:pt x="3805" y="232089"/>
                  </a:lnTo>
                  <a:lnTo>
                    <a:pt x="5941" y="236941"/>
                  </a:lnTo>
                  <a:lnTo>
                    <a:pt x="8231" y="241723"/>
                  </a:lnTo>
                  <a:lnTo>
                    <a:pt x="10670" y="246431"/>
                  </a:lnTo>
                  <a:lnTo>
                    <a:pt x="13258" y="251058"/>
                  </a:lnTo>
                  <a:lnTo>
                    <a:pt x="15991" y="255601"/>
                  </a:lnTo>
                  <a:lnTo>
                    <a:pt x="18867" y="260055"/>
                  </a:lnTo>
                  <a:lnTo>
                    <a:pt x="21882" y="264416"/>
                  </a:lnTo>
                  <a:lnTo>
                    <a:pt x="25034" y="268679"/>
                  </a:lnTo>
                  <a:lnTo>
                    <a:pt x="28320" y="272840"/>
                  </a:lnTo>
                  <a:lnTo>
                    <a:pt x="31737" y="276894"/>
                  </a:lnTo>
                  <a:lnTo>
                    <a:pt x="35280" y="280839"/>
                  </a:lnTo>
                  <a:lnTo>
                    <a:pt x="38946" y="284668"/>
                  </a:lnTo>
                  <a:lnTo>
                    <a:pt x="42732" y="288380"/>
                  </a:lnTo>
                  <a:lnTo>
                    <a:pt x="46634" y="291970"/>
                  </a:lnTo>
                  <a:lnTo>
                    <a:pt x="50648" y="295434"/>
                  </a:lnTo>
                  <a:lnTo>
                    <a:pt x="54769" y="298769"/>
                  </a:lnTo>
                  <a:lnTo>
                    <a:pt x="58994" y="301972"/>
                  </a:lnTo>
                  <a:lnTo>
                    <a:pt x="63319" y="305039"/>
                  </a:lnTo>
                  <a:lnTo>
                    <a:pt x="67739" y="307967"/>
                  </a:lnTo>
                  <a:lnTo>
                    <a:pt x="72249" y="310754"/>
                  </a:lnTo>
                  <a:lnTo>
                    <a:pt x="76845" y="313396"/>
                  </a:lnTo>
                  <a:lnTo>
                    <a:pt x="81523" y="315892"/>
                  </a:lnTo>
                  <a:lnTo>
                    <a:pt x="86278" y="318237"/>
                  </a:lnTo>
                  <a:lnTo>
                    <a:pt x="91105" y="320431"/>
                  </a:lnTo>
                  <a:lnTo>
                    <a:pt x="95999" y="322471"/>
                  </a:lnTo>
                  <a:lnTo>
                    <a:pt x="100955" y="324354"/>
                  </a:lnTo>
                  <a:lnTo>
                    <a:pt x="105968" y="326079"/>
                  </a:lnTo>
                  <a:lnTo>
                    <a:pt x="111033" y="327645"/>
                  </a:lnTo>
                  <a:lnTo>
                    <a:pt x="116146" y="329049"/>
                  </a:lnTo>
                  <a:lnTo>
                    <a:pt x="121301" y="330290"/>
                  </a:lnTo>
                  <a:lnTo>
                    <a:pt x="126492" y="331367"/>
                  </a:lnTo>
                  <a:lnTo>
                    <a:pt x="131715" y="332279"/>
                  </a:lnTo>
                  <a:lnTo>
                    <a:pt x="136964" y="333024"/>
                  </a:lnTo>
                  <a:lnTo>
                    <a:pt x="142234" y="333603"/>
                  </a:lnTo>
                  <a:lnTo>
                    <a:pt x="147520" y="334015"/>
                  </a:lnTo>
                  <a:lnTo>
                    <a:pt x="152816" y="334259"/>
                  </a:lnTo>
                  <a:lnTo>
                    <a:pt x="158117" y="334334"/>
                  </a:lnTo>
                  <a:lnTo>
                    <a:pt x="163418" y="334242"/>
                  </a:lnTo>
                  <a:lnTo>
                    <a:pt x="168714" y="333981"/>
                  </a:lnTo>
                  <a:lnTo>
                    <a:pt x="173998" y="333553"/>
                  </a:lnTo>
                  <a:lnTo>
                    <a:pt x="179267" y="332957"/>
                  </a:lnTo>
                  <a:lnTo>
                    <a:pt x="184513" y="332194"/>
                  </a:lnTo>
                  <a:lnTo>
                    <a:pt x="189733" y="331266"/>
                  </a:lnTo>
                  <a:lnTo>
                    <a:pt x="194921" y="330172"/>
                  </a:lnTo>
                  <a:lnTo>
                    <a:pt x="200072" y="328915"/>
                  </a:lnTo>
                  <a:lnTo>
                    <a:pt x="205180" y="327495"/>
                  </a:lnTo>
                  <a:lnTo>
                    <a:pt x="210240" y="325913"/>
                  </a:lnTo>
                  <a:lnTo>
                    <a:pt x="215248" y="324172"/>
                  </a:lnTo>
                  <a:lnTo>
                    <a:pt x="220198" y="322273"/>
                  </a:lnTo>
                  <a:lnTo>
                    <a:pt x="225086" y="320218"/>
                  </a:lnTo>
                  <a:lnTo>
                    <a:pt x="229905" y="318008"/>
                  </a:lnTo>
                  <a:lnTo>
                    <a:pt x="234652" y="315648"/>
                  </a:lnTo>
                  <a:lnTo>
                    <a:pt x="239322" y="313137"/>
                  </a:lnTo>
                  <a:lnTo>
                    <a:pt x="243910" y="310480"/>
                  </a:lnTo>
                  <a:lnTo>
                    <a:pt x="248412" y="307679"/>
                  </a:lnTo>
                  <a:lnTo>
                    <a:pt x="252822" y="304737"/>
                  </a:lnTo>
                  <a:lnTo>
                    <a:pt x="257137" y="301656"/>
                  </a:lnTo>
                  <a:lnTo>
                    <a:pt x="261352" y="298440"/>
                  </a:lnTo>
                  <a:lnTo>
                    <a:pt x="265463" y="295091"/>
                  </a:lnTo>
                  <a:lnTo>
                    <a:pt x="269465" y="291614"/>
                  </a:lnTo>
                  <a:lnTo>
                    <a:pt x="273356" y="288012"/>
                  </a:lnTo>
                  <a:lnTo>
                    <a:pt x="277130" y="284289"/>
                  </a:lnTo>
                  <a:lnTo>
                    <a:pt x="280784" y="280447"/>
                  </a:lnTo>
                  <a:lnTo>
                    <a:pt x="284315" y="276492"/>
                  </a:lnTo>
                  <a:lnTo>
                    <a:pt x="287718" y="272426"/>
                  </a:lnTo>
                  <a:lnTo>
                    <a:pt x="290990" y="268255"/>
                  </a:lnTo>
                  <a:lnTo>
                    <a:pt x="294129" y="263982"/>
                  </a:lnTo>
                  <a:lnTo>
                    <a:pt x="297131" y="259612"/>
                  </a:lnTo>
                  <a:lnTo>
                    <a:pt x="299992" y="255149"/>
                  </a:lnTo>
                  <a:lnTo>
                    <a:pt x="302711" y="250597"/>
                  </a:lnTo>
                  <a:lnTo>
                    <a:pt x="305284" y="245961"/>
                  </a:lnTo>
                  <a:lnTo>
                    <a:pt x="307708" y="241246"/>
                  </a:lnTo>
                  <a:lnTo>
                    <a:pt x="309982" y="236457"/>
                  </a:lnTo>
                  <a:lnTo>
                    <a:pt x="312103" y="231597"/>
                  </a:lnTo>
                  <a:lnTo>
                    <a:pt x="314069" y="226673"/>
                  </a:lnTo>
                  <a:lnTo>
                    <a:pt x="315877" y="221689"/>
                  </a:lnTo>
                  <a:lnTo>
                    <a:pt x="317527" y="216651"/>
                  </a:lnTo>
                  <a:lnTo>
                    <a:pt x="319016" y="211562"/>
                  </a:lnTo>
                  <a:lnTo>
                    <a:pt x="320342" y="206429"/>
                  </a:lnTo>
                  <a:lnTo>
                    <a:pt x="321506" y="201256"/>
                  </a:lnTo>
                  <a:lnTo>
                    <a:pt x="322504" y="196049"/>
                  </a:lnTo>
                  <a:lnTo>
                    <a:pt x="323338" y="190813"/>
                  </a:lnTo>
                  <a:lnTo>
                    <a:pt x="324004" y="185554"/>
                  </a:lnTo>
                  <a:lnTo>
                    <a:pt x="324504" y="180275"/>
                  </a:lnTo>
                  <a:lnTo>
                    <a:pt x="324836" y="174984"/>
                  </a:lnTo>
                  <a:lnTo>
                    <a:pt x="324999" y="169685"/>
                  </a:lnTo>
                  <a:lnTo>
                    <a:pt x="324995" y="164383"/>
                  </a:lnTo>
                  <a:lnTo>
                    <a:pt x="324823" y="159084"/>
                  </a:lnTo>
                  <a:lnTo>
                    <a:pt x="324483" y="153793"/>
                  </a:lnTo>
                  <a:lnTo>
                    <a:pt x="323975" y="148515"/>
                  </a:lnTo>
                  <a:lnTo>
                    <a:pt x="323300" y="143257"/>
                  </a:lnTo>
                  <a:lnTo>
                    <a:pt x="322458" y="138022"/>
                  </a:lnTo>
                  <a:lnTo>
                    <a:pt x="321451" y="132817"/>
                  </a:lnTo>
                  <a:lnTo>
                    <a:pt x="320280" y="127646"/>
                  </a:lnTo>
                  <a:lnTo>
                    <a:pt x="318945" y="122515"/>
                  </a:lnTo>
                  <a:lnTo>
                    <a:pt x="317448" y="117429"/>
                  </a:lnTo>
                  <a:lnTo>
                    <a:pt x="315790" y="112393"/>
                  </a:lnTo>
                  <a:lnTo>
                    <a:pt x="313974" y="107412"/>
                  </a:lnTo>
                  <a:lnTo>
                    <a:pt x="312000" y="102491"/>
                  </a:lnTo>
                  <a:lnTo>
                    <a:pt x="309872" y="97635"/>
                  </a:lnTo>
                  <a:lnTo>
                    <a:pt x="307590" y="92849"/>
                  </a:lnTo>
                  <a:lnTo>
                    <a:pt x="305158" y="88138"/>
                  </a:lnTo>
                  <a:lnTo>
                    <a:pt x="302578" y="83506"/>
                  </a:lnTo>
                  <a:lnTo>
                    <a:pt x="299852" y="78959"/>
                  </a:lnTo>
                  <a:lnTo>
                    <a:pt x="296983" y="74500"/>
                  </a:lnTo>
                  <a:lnTo>
                    <a:pt x="293975" y="70135"/>
                  </a:lnTo>
                  <a:lnTo>
                    <a:pt x="290829" y="65867"/>
                  </a:lnTo>
                  <a:lnTo>
                    <a:pt x="287550" y="61701"/>
                  </a:lnTo>
                  <a:lnTo>
                    <a:pt x="284140" y="57641"/>
                  </a:lnTo>
                  <a:lnTo>
                    <a:pt x="280603" y="53691"/>
                  </a:lnTo>
                  <a:lnTo>
                    <a:pt x="276943" y="49855"/>
                  </a:lnTo>
                  <a:lnTo>
                    <a:pt x="273163" y="46138"/>
                  </a:lnTo>
                  <a:lnTo>
                    <a:pt x="269267" y="42542"/>
                  </a:lnTo>
                  <a:lnTo>
                    <a:pt x="265259" y="39071"/>
                  </a:lnTo>
                  <a:lnTo>
                    <a:pt x="261143" y="35730"/>
                  </a:lnTo>
                  <a:lnTo>
                    <a:pt x="256923" y="32520"/>
                  </a:lnTo>
                  <a:lnTo>
                    <a:pt x="252603" y="29446"/>
                  </a:lnTo>
                  <a:lnTo>
                    <a:pt x="248188" y="26511"/>
                  </a:lnTo>
                  <a:lnTo>
                    <a:pt x="243682" y="23717"/>
                  </a:lnTo>
                  <a:lnTo>
                    <a:pt x="239090" y="21067"/>
                  </a:lnTo>
                  <a:lnTo>
                    <a:pt x="234416" y="18564"/>
                  </a:lnTo>
                  <a:lnTo>
                    <a:pt x="229665" y="16211"/>
                  </a:lnTo>
                  <a:lnTo>
                    <a:pt x="224841" y="14009"/>
                  </a:lnTo>
                  <a:lnTo>
                    <a:pt x="219951" y="11962"/>
                  </a:lnTo>
                  <a:lnTo>
                    <a:pt x="214998" y="10071"/>
                  </a:lnTo>
                  <a:lnTo>
                    <a:pt x="209987" y="8338"/>
                  </a:lnTo>
                  <a:lnTo>
                    <a:pt x="204924" y="6764"/>
                  </a:lnTo>
                  <a:lnTo>
                    <a:pt x="199814" y="5352"/>
                  </a:lnTo>
                  <a:lnTo>
                    <a:pt x="194661" y="4103"/>
                  </a:lnTo>
                  <a:lnTo>
                    <a:pt x="189472" y="3017"/>
                  </a:lnTo>
                  <a:lnTo>
                    <a:pt x="184250" y="2097"/>
                  </a:lnTo>
                  <a:lnTo>
                    <a:pt x="179002" y="1343"/>
                  </a:lnTo>
                  <a:lnTo>
                    <a:pt x="173733" y="756"/>
                  </a:lnTo>
                  <a:lnTo>
                    <a:pt x="168448" y="336"/>
                  </a:lnTo>
                  <a:lnTo>
                    <a:pt x="163152" y="84"/>
                  </a:lnTo>
                  <a:lnTo>
                    <a:pt x="157851" y="0"/>
                  </a:lnTo>
                  <a:lnTo>
                    <a:pt x="1578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269" y="5018213"/>
              <a:ext cx="2451" cy="167167"/>
            </a:xfrm>
            <a:custGeom>
              <a:avLst/>
              <a:pathLst>
                <a:path w="2451" h="167167">
                  <a:moveTo>
                    <a:pt x="2451" y="0"/>
                  </a:moveTo>
                  <a:lnTo>
                    <a:pt x="0" y="17"/>
                  </a:lnTo>
                  <a:lnTo>
                    <a:pt x="24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269" y="5018231"/>
              <a:ext cx="2451" cy="167149"/>
            </a:xfrm>
            <a:custGeom>
              <a:avLst/>
              <a:pathLst>
                <a:path w="2451" h="167149">
                  <a:moveTo>
                    <a:pt x="0" y="0"/>
                  </a:moveTo>
                  <a:lnTo>
                    <a:pt x="2451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55" y="5018213"/>
              <a:ext cx="334320" cy="334330"/>
            </a:xfrm>
            <a:custGeom>
              <a:avLst/>
              <a:pathLst>
                <a:path w="334320" h="334330">
                  <a:moveTo>
                    <a:pt x="164714" y="17"/>
                  </a:moveTo>
                  <a:lnTo>
                    <a:pt x="159424" y="179"/>
                  </a:lnTo>
                  <a:lnTo>
                    <a:pt x="154142" y="508"/>
                  </a:lnTo>
                  <a:lnTo>
                    <a:pt x="148873" y="1003"/>
                  </a:lnTo>
                  <a:lnTo>
                    <a:pt x="143623" y="1666"/>
                  </a:lnTo>
                  <a:lnTo>
                    <a:pt x="138396" y="2494"/>
                  </a:lnTo>
                  <a:lnTo>
                    <a:pt x="133198" y="3487"/>
                  </a:lnTo>
                  <a:lnTo>
                    <a:pt x="128034" y="4644"/>
                  </a:lnTo>
                  <a:lnTo>
                    <a:pt x="122909" y="5964"/>
                  </a:lnTo>
                  <a:lnTo>
                    <a:pt x="117828" y="7446"/>
                  </a:lnTo>
                  <a:lnTo>
                    <a:pt x="112797" y="9088"/>
                  </a:lnTo>
                  <a:lnTo>
                    <a:pt x="107820" y="10888"/>
                  </a:lnTo>
                  <a:lnTo>
                    <a:pt x="102903" y="12845"/>
                  </a:lnTo>
                  <a:lnTo>
                    <a:pt x="98051" y="14956"/>
                  </a:lnTo>
                  <a:lnTo>
                    <a:pt x="93267" y="17220"/>
                  </a:lnTo>
                  <a:lnTo>
                    <a:pt x="88558" y="19634"/>
                  </a:lnTo>
                  <a:lnTo>
                    <a:pt x="83927" y="22196"/>
                  </a:lnTo>
                  <a:lnTo>
                    <a:pt x="79380" y="24904"/>
                  </a:lnTo>
                  <a:lnTo>
                    <a:pt x="74921" y="27754"/>
                  </a:lnTo>
                  <a:lnTo>
                    <a:pt x="70554" y="30744"/>
                  </a:lnTo>
                  <a:lnTo>
                    <a:pt x="66284" y="33870"/>
                  </a:lnTo>
                  <a:lnTo>
                    <a:pt x="62115" y="37130"/>
                  </a:lnTo>
                  <a:lnTo>
                    <a:pt x="58052" y="40521"/>
                  </a:lnTo>
                  <a:lnTo>
                    <a:pt x="54098" y="44038"/>
                  </a:lnTo>
                  <a:lnTo>
                    <a:pt x="50257" y="47679"/>
                  </a:lnTo>
                  <a:lnTo>
                    <a:pt x="46533" y="51439"/>
                  </a:lnTo>
                  <a:lnTo>
                    <a:pt x="42930" y="55316"/>
                  </a:lnTo>
                  <a:lnTo>
                    <a:pt x="39452" y="59304"/>
                  </a:lnTo>
                  <a:lnTo>
                    <a:pt x="36102" y="63401"/>
                  </a:lnTo>
                  <a:lnTo>
                    <a:pt x="32883" y="67601"/>
                  </a:lnTo>
                  <a:lnTo>
                    <a:pt x="29799" y="71902"/>
                  </a:lnTo>
                  <a:lnTo>
                    <a:pt x="26852" y="76298"/>
                  </a:lnTo>
                  <a:lnTo>
                    <a:pt x="24046" y="80785"/>
                  </a:lnTo>
                  <a:lnTo>
                    <a:pt x="21383" y="85358"/>
                  </a:lnTo>
                  <a:lnTo>
                    <a:pt x="18867" y="90014"/>
                  </a:lnTo>
                  <a:lnTo>
                    <a:pt x="16499" y="94747"/>
                  </a:lnTo>
                  <a:lnTo>
                    <a:pt x="14282" y="99552"/>
                  </a:lnTo>
                  <a:lnTo>
                    <a:pt x="12218" y="104426"/>
                  </a:lnTo>
                  <a:lnTo>
                    <a:pt x="10310" y="109362"/>
                  </a:lnTo>
                  <a:lnTo>
                    <a:pt x="8559" y="114356"/>
                  </a:lnTo>
                  <a:lnTo>
                    <a:pt x="6967" y="119403"/>
                  </a:lnTo>
                  <a:lnTo>
                    <a:pt x="5535" y="124498"/>
                  </a:lnTo>
                  <a:lnTo>
                    <a:pt x="4265" y="129635"/>
                  </a:lnTo>
                  <a:lnTo>
                    <a:pt x="3159" y="134810"/>
                  </a:lnTo>
                  <a:lnTo>
                    <a:pt x="2217" y="140018"/>
                  </a:lnTo>
                  <a:lnTo>
                    <a:pt x="1440" y="145253"/>
                  </a:lnTo>
                  <a:lnTo>
                    <a:pt x="830" y="150510"/>
                  </a:lnTo>
                  <a:lnTo>
                    <a:pt x="386" y="155783"/>
                  </a:lnTo>
                  <a:lnTo>
                    <a:pt x="109" y="161068"/>
                  </a:lnTo>
                  <a:lnTo>
                    <a:pt x="0" y="166359"/>
                  </a:lnTo>
                  <a:lnTo>
                    <a:pt x="58" y="171651"/>
                  </a:lnTo>
                  <a:lnTo>
                    <a:pt x="283" y="176938"/>
                  </a:lnTo>
                  <a:lnTo>
                    <a:pt x="676" y="182216"/>
                  </a:lnTo>
                  <a:lnTo>
                    <a:pt x="1236" y="187478"/>
                  </a:lnTo>
                  <a:lnTo>
                    <a:pt x="1962" y="192721"/>
                  </a:lnTo>
                  <a:lnTo>
                    <a:pt x="2854" y="197937"/>
                  </a:lnTo>
                  <a:lnTo>
                    <a:pt x="3910" y="203123"/>
                  </a:lnTo>
                  <a:lnTo>
                    <a:pt x="5130" y="208272"/>
                  </a:lnTo>
                  <a:lnTo>
                    <a:pt x="6512" y="213381"/>
                  </a:lnTo>
                  <a:lnTo>
                    <a:pt x="8056" y="218443"/>
                  </a:lnTo>
                  <a:lnTo>
                    <a:pt x="9759" y="223454"/>
                  </a:lnTo>
                  <a:lnTo>
                    <a:pt x="11619" y="228408"/>
                  </a:lnTo>
                  <a:lnTo>
                    <a:pt x="13636" y="233301"/>
                  </a:lnTo>
                  <a:lnTo>
                    <a:pt x="15806" y="238128"/>
                  </a:lnTo>
                  <a:lnTo>
                    <a:pt x="18128" y="242883"/>
                  </a:lnTo>
                  <a:lnTo>
                    <a:pt x="20599" y="247563"/>
                  </a:lnTo>
                  <a:lnTo>
                    <a:pt x="23218" y="252162"/>
                  </a:lnTo>
                  <a:lnTo>
                    <a:pt x="25980" y="256676"/>
                  </a:lnTo>
                  <a:lnTo>
                    <a:pt x="28884" y="261100"/>
                  </a:lnTo>
                  <a:lnTo>
                    <a:pt x="31927" y="265430"/>
                  </a:lnTo>
                  <a:lnTo>
                    <a:pt x="35105" y="269662"/>
                  </a:lnTo>
                  <a:lnTo>
                    <a:pt x="38416" y="273790"/>
                  </a:lnTo>
                  <a:lnTo>
                    <a:pt x="41855" y="277812"/>
                  </a:lnTo>
                  <a:lnTo>
                    <a:pt x="45420" y="281724"/>
                  </a:lnTo>
                  <a:lnTo>
                    <a:pt x="49108" y="285520"/>
                  </a:lnTo>
                  <a:lnTo>
                    <a:pt x="52913" y="289197"/>
                  </a:lnTo>
                  <a:lnTo>
                    <a:pt x="56833" y="292753"/>
                  </a:lnTo>
                  <a:lnTo>
                    <a:pt x="60864" y="296182"/>
                  </a:lnTo>
                  <a:lnTo>
                    <a:pt x="65001" y="299483"/>
                  </a:lnTo>
                  <a:lnTo>
                    <a:pt x="69240" y="302650"/>
                  </a:lnTo>
                  <a:lnTo>
                    <a:pt x="73578" y="305682"/>
                  </a:lnTo>
                  <a:lnTo>
                    <a:pt x="78009" y="308575"/>
                  </a:lnTo>
                  <a:lnTo>
                    <a:pt x="82530" y="311326"/>
                  </a:lnTo>
                  <a:lnTo>
                    <a:pt x="87136" y="313933"/>
                  </a:lnTo>
                  <a:lnTo>
                    <a:pt x="91822" y="316393"/>
                  </a:lnTo>
                  <a:lnTo>
                    <a:pt x="96583" y="318703"/>
                  </a:lnTo>
                  <a:lnTo>
                    <a:pt x="101415" y="320861"/>
                  </a:lnTo>
                  <a:lnTo>
                    <a:pt x="106313" y="322865"/>
                  </a:lnTo>
                  <a:lnTo>
                    <a:pt x="111272" y="324713"/>
                  </a:lnTo>
                  <a:lnTo>
                    <a:pt x="116287" y="326404"/>
                  </a:lnTo>
                  <a:lnTo>
                    <a:pt x="121353" y="327934"/>
                  </a:lnTo>
                  <a:lnTo>
                    <a:pt x="126465" y="329304"/>
                  </a:lnTo>
                  <a:lnTo>
                    <a:pt x="131617" y="330511"/>
                  </a:lnTo>
                  <a:lnTo>
                    <a:pt x="136806" y="331554"/>
                  </a:lnTo>
                  <a:lnTo>
                    <a:pt x="142024" y="332433"/>
                  </a:lnTo>
                  <a:lnTo>
                    <a:pt x="147268" y="333146"/>
                  </a:lnTo>
                  <a:lnTo>
                    <a:pt x="152532" y="333693"/>
                  </a:lnTo>
                  <a:lnTo>
                    <a:pt x="157811" y="334072"/>
                  </a:lnTo>
                  <a:lnTo>
                    <a:pt x="163099" y="334285"/>
                  </a:lnTo>
                  <a:lnTo>
                    <a:pt x="168391" y="334330"/>
                  </a:lnTo>
                  <a:lnTo>
                    <a:pt x="173681" y="334207"/>
                  </a:lnTo>
                  <a:lnTo>
                    <a:pt x="178966" y="333917"/>
                  </a:lnTo>
                  <a:lnTo>
                    <a:pt x="184238" y="333460"/>
                  </a:lnTo>
                  <a:lnTo>
                    <a:pt x="189493" y="332837"/>
                  </a:lnTo>
                  <a:lnTo>
                    <a:pt x="194726" y="332047"/>
                  </a:lnTo>
                  <a:lnTo>
                    <a:pt x="199931" y="331092"/>
                  </a:lnTo>
                  <a:lnTo>
                    <a:pt x="205104" y="329972"/>
                  </a:lnTo>
                  <a:lnTo>
                    <a:pt x="210238" y="328690"/>
                  </a:lnTo>
                  <a:lnTo>
                    <a:pt x="215330" y="327245"/>
                  </a:lnTo>
                  <a:lnTo>
                    <a:pt x="220372" y="325641"/>
                  </a:lnTo>
                  <a:lnTo>
                    <a:pt x="225362" y="323877"/>
                  </a:lnTo>
                  <a:lnTo>
                    <a:pt x="230293" y="321956"/>
                  </a:lnTo>
                  <a:lnTo>
                    <a:pt x="235162" y="319880"/>
                  </a:lnTo>
                  <a:lnTo>
                    <a:pt x="239961" y="317652"/>
                  </a:lnTo>
                  <a:lnTo>
                    <a:pt x="244688" y="315272"/>
                  </a:lnTo>
                  <a:lnTo>
                    <a:pt x="249338" y="312744"/>
                  </a:lnTo>
                  <a:lnTo>
                    <a:pt x="253905" y="310070"/>
                  </a:lnTo>
                  <a:lnTo>
                    <a:pt x="258384" y="307252"/>
                  </a:lnTo>
                  <a:lnTo>
                    <a:pt x="262773" y="304295"/>
                  </a:lnTo>
                  <a:lnTo>
                    <a:pt x="267066" y="301200"/>
                  </a:lnTo>
                  <a:lnTo>
                    <a:pt x="271258" y="297970"/>
                  </a:lnTo>
                  <a:lnTo>
                    <a:pt x="275347" y="294610"/>
                  </a:lnTo>
                  <a:lnTo>
                    <a:pt x="279326" y="291122"/>
                  </a:lnTo>
                  <a:lnTo>
                    <a:pt x="283194" y="287509"/>
                  </a:lnTo>
                  <a:lnTo>
                    <a:pt x="286945" y="283776"/>
                  </a:lnTo>
                  <a:lnTo>
                    <a:pt x="290576" y="279926"/>
                  </a:lnTo>
                  <a:lnTo>
                    <a:pt x="294084" y="275963"/>
                  </a:lnTo>
                  <a:lnTo>
                    <a:pt x="297464" y="271891"/>
                  </a:lnTo>
                  <a:lnTo>
                    <a:pt x="300713" y="267714"/>
                  </a:lnTo>
                  <a:lnTo>
                    <a:pt x="303829" y="263436"/>
                  </a:lnTo>
                  <a:lnTo>
                    <a:pt x="306808" y="259062"/>
                  </a:lnTo>
                  <a:lnTo>
                    <a:pt x="309647" y="254596"/>
                  </a:lnTo>
                  <a:lnTo>
                    <a:pt x="312343" y="250042"/>
                  </a:lnTo>
                  <a:lnTo>
                    <a:pt x="314894" y="245405"/>
                  </a:lnTo>
                  <a:lnTo>
                    <a:pt x="317296" y="240690"/>
                  </a:lnTo>
                  <a:lnTo>
                    <a:pt x="319548" y="235901"/>
                  </a:lnTo>
                  <a:lnTo>
                    <a:pt x="321648" y="231043"/>
                  </a:lnTo>
                  <a:lnTo>
                    <a:pt x="323592" y="226121"/>
                  </a:lnTo>
                  <a:lnTo>
                    <a:pt x="325380" y="221140"/>
                  </a:lnTo>
                  <a:lnTo>
                    <a:pt x="327009" y="216104"/>
                  </a:lnTo>
                  <a:lnTo>
                    <a:pt x="328478" y="211020"/>
                  </a:lnTo>
                  <a:lnTo>
                    <a:pt x="329785" y="205892"/>
                  </a:lnTo>
                  <a:lnTo>
                    <a:pt x="330929" y="200725"/>
                  </a:lnTo>
                  <a:lnTo>
                    <a:pt x="331910" y="195524"/>
                  </a:lnTo>
                  <a:lnTo>
                    <a:pt x="332725" y="190295"/>
                  </a:lnTo>
                  <a:lnTo>
                    <a:pt x="333374" y="185043"/>
                  </a:lnTo>
                  <a:lnTo>
                    <a:pt x="333856" y="179773"/>
                  </a:lnTo>
                  <a:lnTo>
                    <a:pt x="334172" y="174490"/>
                  </a:lnTo>
                  <a:lnTo>
                    <a:pt x="334320" y="169200"/>
                  </a:lnTo>
                  <a:lnTo>
                    <a:pt x="334301" y="163908"/>
                  </a:lnTo>
                  <a:lnTo>
                    <a:pt x="334114" y="158619"/>
                  </a:lnTo>
                  <a:lnTo>
                    <a:pt x="333760" y="153339"/>
                  </a:lnTo>
                  <a:lnTo>
                    <a:pt x="333238" y="148073"/>
                  </a:lnTo>
                  <a:lnTo>
                    <a:pt x="332551" y="142825"/>
                  </a:lnTo>
                  <a:lnTo>
                    <a:pt x="331697" y="137602"/>
                  </a:lnTo>
                  <a:lnTo>
                    <a:pt x="330679" y="132409"/>
                  </a:lnTo>
                  <a:lnTo>
                    <a:pt x="329497" y="127251"/>
                  </a:lnTo>
                  <a:lnTo>
                    <a:pt x="328152" y="122132"/>
                  </a:lnTo>
                  <a:lnTo>
                    <a:pt x="326646" y="117059"/>
                  </a:lnTo>
                  <a:lnTo>
                    <a:pt x="324980" y="112036"/>
                  </a:lnTo>
                  <a:lnTo>
                    <a:pt x="323156" y="107068"/>
                  </a:lnTo>
                  <a:lnTo>
                    <a:pt x="321175" y="102160"/>
                  </a:lnTo>
                  <a:lnTo>
                    <a:pt x="319040" y="97318"/>
                  </a:lnTo>
                  <a:lnTo>
                    <a:pt x="316753" y="92545"/>
                  </a:lnTo>
                  <a:lnTo>
                    <a:pt x="314316" y="87848"/>
                  </a:lnTo>
                  <a:lnTo>
                    <a:pt x="311732" y="83230"/>
                  </a:lnTo>
                  <a:lnTo>
                    <a:pt x="309002" y="78696"/>
                  </a:lnTo>
                  <a:lnTo>
                    <a:pt x="306131" y="74250"/>
                  </a:lnTo>
                  <a:lnTo>
                    <a:pt x="303120" y="69898"/>
                  </a:lnTo>
                  <a:lnTo>
                    <a:pt x="299973" y="65643"/>
                  </a:lnTo>
                  <a:lnTo>
                    <a:pt x="296693" y="61490"/>
                  </a:lnTo>
                  <a:lnTo>
                    <a:pt x="293283" y="57443"/>
                  </a:lnTo>
                  <a:lnTo>
                    <a:pt x="289746" y="53506"/>
                  </a:lnTo>
                  <a:lnTo>
                    <a:pt x="286087" y="49683"/>
                  </a:lnTo>
                  <a:lnTo>
                    <a:pt x="282309" y="45977"/>
                  </a:lnTo>
                  <a:lnTo>
                    <a:pt x="278415" y="42393"/>
                  </a:lnTo>
                  <a:lnTo>
                    <a:pt x="274409" y="38934"/>
                  </a:lnTo>
                  <a:lnTo>
                    <a:pt x="270297" y="35604"/>
                  </a:lnTo>
                  <a:lnTo>
                    <a:pt x="266080" y="32405"/>
                  </a:lnTo>
                  <a:lnTo>
                    <a:pt x="261765" y="29342"/>
                  </a:lnTo>
                  <a:lnTo>
                    <a:pt x="257355" y="26416"/>
                  </a:lnTo>
                  <a:lnTo>
                    <a:pt x="252854" y="23632"/>
                  </a:lnTo>
                  <a:lnTo>
                    <a:pt x="248268" y="20992"/>
                  </a:lnTo>
                  <a:lnTo>
                    <a:pt x="243600" y="18498"/>
                  </a:lnTo>
                  <a:lnTo>
                    <a:pt x="238856" y="16153"/>
                  </a:lnTo>
                  <a:lnTo>
                    <a:pt x="234040" y="13959"/>
                  </a:lnTo>
                  <a:lnTo>
                    <a:pt x="229157" y="11919"/>
                  </a:lnTo>
                  <a:lnTo>
                    <a:pt x="224212" y="10034"/>
                  </a:lnTo>
                  <a:lnTo>
                    <a:pt x="219209" y="8307"/>
                  </a:lnTo>
                  <a:lnTo>
                    <a:pt x="214155" y="6740"/>
                  </a:lnTo>
                  <a:lnTo>
                    <a:pt x="209053" y="5333"/>
                  </a:lnTo>
                  <a:lnTo>
                    <a:pt x="203909" y="4088"/>
                  </a:lnTo>
                  <a:lnTo>
                    <a:pt x="198729" y="3006"/>
                  </a:lnTo>
                  <a:lnTo>
                    <a:pt x="193517" y="2090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46" y="5269756"/>
              <a:ext cx="167154" cy="170537"/>
            </a:xfrm>
            <a:custGeom>
              <a:avLst/>
              <a:pathLst>
                <a:path w="167154" h="170537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19" y="5607"/>
                  </a:lnTo>
                  <a:lnTo>
                    <a:pt x="118997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5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5"/>
                  </a:lnTo>
                  <a:lnTo>
                    <a:pt x="74923" y="27745"/>
                  </a:lnTo>
                  <a:lnTo>
                    <a:pt x="70446" y="30813"/>
                  </a:lnTo>
                  <a:lnTo>
                    <a:pt x="66071" y="34024"/>
                  </a:lnTo>
                  <a:lnTo>
                    <a:pt x="61802" y="37376"/>
                  </a:lnTo>
                  <a:lnTo>
                    <a:pt x="57644" y="40864"/>
                  </a:lnTo>
                  <a:lnTo>
                    <a:pt x="53601" y="44486"/>
                  </a:lnTo>
                  <a:lnTo>
                    <a:pt x="49679" y="48237"/>
                  </a:lnTo>
                  <a:lnTo>
                    <a:pt x="45880" y="52113"/>
                  </a:lnTo>
                  <a:lnTo>
                    <a:pt x="42209" y="56110"/>
                  </a:lnTo>
                  <a:lnTo>
                    <a:pt x="38669" y="60225"/>
                  </a:lnTo>
                  <a:lnTo>
                    <a:pt x="35265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1" y="77766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7"/>
                  </a:lnTo>
                  <a:lnTo>
                    <a:pt x="15513" y="96812"/>
                  </a:lnTo>
                  <a:lnTo>
                    <a:pt x="13309" y="101772"/>
                  </a:lnTo>
                  <a:lnTo>
                    <a:pt x="11267" y="106801"/>
                  </a:lnTo>
                  <a:lnTo>
                    <a:pt x="9389" y="111893"/>
                  </a:lnTo>
                  <a:lnTo>
                    <a:pt x="7678" y="117044"/>
                  </a:lnTo>
                  <a:lnTo>
                    <a:pt x="6135" y="122247"/>
                  </a:lnTo>
                  <a:lnTo>
                    <a:pt x="4762" y="127498"/>
                  </a:lnTo>
                  <a:lnTo>
                    <a:pt x="3560" y="132791"/>
                  </a:lnTo>
                  <a:lnTo>
                    <a:pt x="2530" y="138119"/>
                  </a:lnTo>
                  <a:lnTo>
                    <a:pt x="1674" y="143479"/>
                  </a:lnTo>
                  <a:lnTo>
                    <a:pt x="992" y="148863"/>
                  </a:lnTo>
                  <a:lnTo>
                    <a:pt x="485" y="154267"/>
                  </a:lnTo>
                  <a:lnTo>
                    <a:pt x="154" y="159684"/>
                  </a:lnTo>
                  <a:lnTo>
                    <a:pt x="0" y="165110"/>
                  </a:lnTo>
                  <a:lnTo>
                    <a:pt x="21" y="17053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367" y="5269756"/>
              <a:ext cx="334283" cy="334334"/>
            </a:xfrm>
            <a:custGeom>
              <a:avLst/>
              <a:pathLst>
                <a:path w="334283" h="334334">
                  <a:moveTo>
                    <a:pt x="0" y="170537"/>
                  </a:moveTo>
                  <a:lnTo>
                    <a:pt x="190" y="175833"/>
                  </a:lnTo>
                  <a:lnTo>
                    <a:pt x="549" y="181121"/>
                  </a:lnTo>
                  <a:lnTo>
                    <a:pt x="1075" y="186394"/>
                  </a:lnTo>
                  <a:lnTo>
                    <a:pt x="1768" y="191649"/>
                  </a:lnTo>
                  <a:lnTo>
                    <a:pt x="2627" y="196878"/>
                  </a:lnTo>
                  <a:lnTo>
                    <a:pt x="3652" y="202078"/>
                  </a:lnTo>
                  <a:lnTo>
                    <a:pt x="4840" y="207243"/>
                  </a:lnTo>
                  <a:lnTo>
                    <a:pt x="6192" y="212367"/>
                  </a:lnTo>
                  <a:lnTo>
                    <a:pt x="7706" y="217446"/>
                  </a:lnTo>
                  <a:lnTo>
                    <a:pt x="9380" y="222474"/>
                  </a:lnTo>
                  <a:lnTo>
                    <a:pt x="11212" y="227447"/>
                  </a:lnTo>
                  <a:lnTo>
                    <a:pt x="13201" y="232359"/>
                  </a:lnTo>
                  <a:lnTo>
                    <a:pt x="15345" y="237206"/>
                  </a:lnTo>
                  <a:lnTo>
                    <a:pt x="17642" y="241982"/>
                  </a:lnTo>
                  <a:lnTo>
                    <a:pt x="20088" y="246683"/>
                  </a:lnTo>
                  <a:lnTo>
                    <a:pt x="22683" y="251305"/>
                  </a:lnTo>
                  <a:lnTo>
                    <a:pt x="25423" y="255841"/>
                  </a:lnTo>
                  <a:lnTo>
                    <a:pt x="28305" y="260289"/>
                  </a:lnTo>
                  <a:lnTo>
                    <a:pt x="31326" y="264643"/>
                  </a:lnTo>
                  <a:lnTo>
                    <a:pt x="34484" y="268899"/>
                  </a:lnTo>
                  <a:lnTo>
                    <a:pt x="37776" y="273052"/>
                  </a:lnTo>
                  <a:lnTo>
                    <a:pt x="41197" y="277100"/>
                  </a:lnTo>
                  <a:lnTo>
                    <a:pt x="44745" y="281036"/>
                  </a:lnTo>
                  <a:lnTo>
                    <a:pt x="48416" y="284859"/>
                  </a:lnTo>
                  <a:lnTo>
                    <a:pt x="52207" y="288563"/>
                  </a:lnTo>
                  <a:lnTo>
                    <a:pt x="56113" y="292145"/>
                  </a:lnTo>
                  <a:lnTo>
                    <a:pt x="60130" y="295601"/>
                  </a:lnTo>
                  <a:lnTo>
                    <a:pt x="64255" y="298929"/>
                  </a:lnTo>
                  <a:lnTo>
                    <a:pt x="68484" y="302123"/>
                  </a:lnTo>
                  <a:lnTo>
                    <a:pt x="72811" y="305183"/>
                  </a:lnTo>
                  <a:lnTo>
                    <a:pt x="77233" y="308103"/>
                  </a:lnTo>
                  <a:lnTo>
                    <a:pt x="81746" y="310882"/>
                  </a:lnTo>
                  <a:lnTo>
                    <a:pt x="86345" y="313517"/>
                  </a:lnTo>
                  <a:lnTo>
                    <a:pt x="91024" y="316004"/>
                  </a:lnTo>
                  <a:lnTo>
                    <a:pt x="95781" y="318342"/>
                  </a:lnTo>
                  <a:lnTo>
                    <a:pt x="100609" y="320527"/>
                  </a:lnTo>
                  <a:lnTo>
                    <a:pt x="105503" y="322559"/>
                  </a:lnTo>
                  <a:lnTo>
                    <a:pt x="110460" y="324435"/>
                  </a:lnTo>
                  <a:lnTo>
                    <a:pt x="115474" y="326152"/>
                  </a:lnTo>
                  <a:lnTo>
                    <a:pt x="120539" y="327710"/>
                  </a:lnTo>
                  <a:lnTo>
                    <a:pt x="125652" y="329106"/>
                  </a:lnTo>
                  <a:lnTo>
                    <a:pt x="130806" y="330340"/>
                  </a:lnTo>
                  <a:lnTo>
                    <a:pt x="135997" y="331409"/>
                  </a:lnTo>
                  <a:lnTo>
                    <a:pt x="141219" y="332314"/>
                  </a:lnTo>
                  <a:lnTo>
                    <a:pt x="146467" y="333052"/>
                  </a:lnTo>
                  <a:lnTo>
                    <a:pt x="151735" y="333624"/>
                  </a:lnTo>
                  <a:lnTo>
                    <a:pt x="157020" y="334028"/>
                  </a:lnTo>
                  <a:lnTo>
                    <a:pt x="162314" y="334265"/>
                  </a:lnTo>
                  <a:lnTo>
                    <a:pt x="167613" y="334334"/>
                  </a:lnTo>
                  <a:lnTo>
                    <a:pt x="172912" y="334234"/>
                  </a:lnTo>
                  <a:lnTo>
                    <a:pt x="178205" y="333967"/>
                  </a:lnTo>
                  <a:lnTo>
                    <a:pt x="183487" y="333533"/>
                  </a:lnTo>
                  <a:lnTo>
                    <a:pt x="188752" y="332931"/>
                  </a:lnTo>
                  <a:lnTo>
                    <a:pt x="193996" y="332162"/>
                  </a:lnTo>
                  <a:lnTo>
                    <a:pt x="199213" y="331227"/>
                  </a:lnTo>
                  <a:lnTo>
                    <a:pt x="204397" y="330128"/>
                  </a:lnTo>
                  <a:lnTo>
                    <a:pt x="209544" y="328865"/>
                  </a:lnTo>
                  <a:lnTo>
                    <a:pt x="214648" y="327439"/>
                  </a:lnTo>
                  <a:lnTo>
                    <a:pt x="219705" y="325853"/>
                  </a:lnTo>
                  <a:lnTo>
                    <a:pt x="224709" y="324106"/>
                  </a:lnTo>
                  <a:lnTo>
                    <a:pt x="229654" y="322202"/>
                  </a:lnTo>
                  <a:lnTo>
                    <a:pt x="234538" y="320143"/>
                  </a:lnTo>
                  <a:lnTo>
                    <a:pt x="239353" y="317929"/>
                  </a:lnTo>
                  <a:lnTo>
                    <a:pt x="244096" y="315564"/>
                  </a:lnTo>
                  <a:lnTo>
                    <a:pt x="248761" y="313050"/>
                  </a:lnTo>
                  <a:lnTo>
                    <a:pt x="253344" y="310389"/>
                  </a:lnTo>
                  <a:lnTo>
                    <a:pt x="257841" y="307584"/>
                  </a:lnTo>
                  <a:lnTo>
                    <a:pt x="262246" y="304638"/>
                  </a:lnTo>
                  <a:lnTo>
                    <a:pt x="266556" y="301554"/>
                  </a:lnTo>
                  <a:lnTo>
                    <a:pt x="270766" y="298335"/>
                  </a:lnTo>
                  <a:lnTo>
                    <a:pt x="274872" y="294984"/>
                  </a:lnTo>
                  <a:lnTo>
                    <a:pt x="278870" y="291505"/>
                  </a:lnTo>
                  <a:lnTo>
                    <a:pt x="282755" y="287900"/>
                  </a:lnTo>
                  <a:lnTo>
                    <a:pt x="286524" y="284175"/>
                  </a:lnTo>
                  <a:lnTo>
                    <a:pt x="290173" y="280331"/>
                  </a:lnTo>
                  <a:lnTo>
                    <a:pt x="293698" y="276374"/>
                  </a:lnTo>
                  <a:lnTo>
                    <a:pt x="297096" y="272307"/>
                  </a:lnTo>
                  <a:lnTo>
                    <a:pt x="300364" y="268135"/>
                  </a:lnTo>
                  <a:lnTo>
                    <a:pt x="303497" y="263861"/>
                  </a:lnTo>
                  <a:lnTo>
                    <a:pt x="306494" y="259489"/>
                  </a:lnTo>
                  <a:lnTo>
                    <a:pt x="309351" y="255026"/>
                  </a:lnTo>
                  <a:lnTo>
                    <a:pt x="312064" y="250473"/>
                  </a:lnTo>
                  <a:lnTo>
                    <a:pt x="314632" y="245837"/>
                  </a:lnTo>
                  <a:lnTo>
                    <a:pt x="317052" y="241122"/>
                  </a:lnTo>
                  <a:lnTo>
                    <a:pt x="319321" y="236333"/>
                  </a:lnTo>
                  <a:lnTo>
                    <a:pt x="321437" y="231474"/>
                  </a:lnTo>
                  <a:lnTo>
                    <a:pt x="323397" y="226550"/>
                  </a:lnTo>
                  <a:lnTo>
                    <a:pt x="325201" y="221567"/>
                  </a:lnTo>
                  <a:lnTo>
                    <a:pt x="326846" y="216529"/>
                  </a:lnTo>
                  <a:lnTo>
                    <a:pt x="328331" y="211441"/>
                  </a:lnTo>
                  <a:lnTo>
                    <a:pt x="329653" y="206309"/>
                  </a:lnTo>
                  <a:lnTo>
                    <a:pt x="330812" y="201138"/>
                  </a:lnTo>
                  <a:lnTo>
                    <a:pt x="331807" y="195932"/>
                  </a:lnTo>
                  <a:lnTo>
                    <a:pt x="332636" y="190698"/>
                  </a:lnTo>
                  <a:lnTo>
                    <a:pt x="333299" y="185440"/>
                  </a:lnTo>
                  <a:lnTo>
                    <a:pt x="333794" y="180163"/>
                  </a:lnTo>
                  <a:lnTo>
                    <a:pt x="334123" y="174874"/>
                  </a:lnTo>
                  <a:lnTo>
                    <a:pt x="334283" y="169577"/>
                  </a:lnTo>
                  <a:lnTo>
                    <a:pt x="334275" y="164277"/>
                  </a:lnTo>
                  <a:lnTo>
                    <a:pt x="334100" y="158980"/>
                  </a:lnTo>
                  <a:lnTo>
                    <a:pt x="333756" y="153692"/>
                  </a:lnTo>
                  <a:lnTo>
                    <a:pt x="333246" y="148417"/>
                  </a:lnTo>
                  <a:lnTo>
                    <a:pt x="332568" y="143160"/>
                  </a:lnTo>
                  <a:lnTo>
                    <a:pt x="331724" y="137928"/>
                  </a:lnTo>
                  <a:lnTo>
                    <a:pt x="330714" y="132726"/>
                  </a:lnTo>
                  <a:lnTo>
                    <a:pt x="329540" y="127558"/>
                  </a:lnTo>
                  <a:lnTo>
                    <a:pt x="328203" y="122430"/>
                  </a:lnTo>
                  <a:lnTo>
                    <a:pt x="326704" y="117346"/>
                  </a:lnTo>
                  <a:lnTo>
                    <a:pt x="325044" y="112313"/>
                  </a:lnTo>
                  <a:lnTo>
                    <a:pt x="323226" y="107335"/>
                  </a:lnTo>
                  <a:lnTo>
                    <a:pt x="321251" y="102417"/>
                  </a:lnTo>
                  <a:lnTo>
                    <a:pt x="319121" y="97564"/>
                  </a:lnTo>
                  <a:lnTo>
                    <a:pt x="316838" y="92781"/>
                  </a:lnTo>
                  <a:lnTo>
                    <a:pt x="314405" y="88073"/>
                  </a:lnTo>
                  <a:lnTo>
                    <a:pt x="311824" y="83445"/>
                  </a:lnTo>
                  <a:lnTo>
                    <a:pt x="309097" y="78900"/>
                  </a:lnTo>
                  <a:lnTo>
                    <a:pt x="306228" y="74444"/>
                  </a:lnTo>
                  <a:lnTo>
                    <a:pt x="303219" y="70082"/>
                  </a:lnTo>
                  <a:lnTo>
                    <a:pt x="300073" y="65817"/>
                  </a:lnTo>
                  <a:lnTo>
                    <a:pt x="296794" y="61654"/>
                  </a:lnTo>
                  <a:lnTo>
                    <a:pt x="293384" y="57597"/>
                  </a:lnTo>
                  <a:lnTo>
                    <a:pt x="289847" y="53650"/>
                  </a:lnTo>
                  <a:lnTo>
                    <a:pt x="286187" y="49817"/>
                  </a:lnTo>
                  <a:lnTo>
                    <a:pt x="282407" y="46102"/>
                  </a:lnTo>
                  <a:lnTo>
                    <a:pt x="278512" y="42509"/>
                  </a:lnTo>
                  <a:lnTo>
                    <a:pt x="274504" y="39041"/>
                  </a:lnTo>
                  <a:lnTo>
                    <a:pt x="270389" y="35702"/>
                  </a:lnTo>
                  <a:lnTo>
                    <a:pt x="266170" y="32494"/>
                  </a:lnTo>
                  <a:lnTo>
                    <a:pt x="261851" y="29423"/>
                  </a:lnTo>
                  <a:lnTo>
                    <a:pt x="257437" y="26490"/>
                  </a:lnTo>
                  <a:lnTo>
                    <a:pt x="252932" y="23698"/>
                  </a:lnTo>
                  <a:lnTo>
                    <a:pt x="248341" y="21050"/>
                  </a:lnTo>
                  <a:lnTo>
                    <a:pt x="243669" y="18549"/>
                  </a:lnTo>
                  <a:lnTo>
                    <a:pt x="238919" y="16198"/>
                  </a:lnTo>
                  <a:lnTo>
                    <a:pt x="234098" y="13998"/>
                  </a:lnTo>
                  <a:lnTo>
                    <a:pt x="229209" y="11952"/>
                  </a:lnTo>
                  <a:lnTo>
                    <a:pt x="224257" y="10063"/>
                  </a:lnTo>
                  <a:lnTo>
                    <a:pt x="219249" y="8331"/>
                  </a:lnTo>
                  <a:lnTo>
                    <a:pt x="214188" y="6759"/>
                  </a:lnTo>
                  <a:lnTo>
                    <a:pt x="209079" y="5348"/>
                  </a:lnTo>
                  <a:lnTo>
                    <a:pt x="203929" y="4099"/>
                  </a:lnTo>
                  <a:lnTo>
                    <a:pt x="198741" y="3015"/>
                  </a:lnTo>
                  <a:lnTo>
                    <a:pt x="193522" y="2095"/>
                  </a:lnTo>
                  <a:lnTo>
                    <a:pt x="188276" y="1342"/>
                  </a:lnTo>
                  <a:lnTo>
                    <a:pt x="183009" y="755"/>
                  </a:lnTo>
                  <a:lnTo>
                    <a:pt x="177726" y="335"/>
                  </a:lnTo>
                  <a:lnTo>
                    <a:pt x="172432" y="84"/>
                  </a:lnTo>
                  <a:lnTo>
                    <a:pt x="167133" y="0"/>
                  </a:lnTo>
                  <a:lnTo>
                    <a:pt x="1671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6952" y="5399291"/>
              <a:ext cx="29262" cy="167167"/>
            </a:xfrm>
            <a:custGeom>
              <a:avLst/>
              <a:pathLst>
                <a:path w="29262" h="167167">
                  <a:moveTo>
                    <a:pt x="29262" y="0"/>
                  </a:moveTo>
                  <a:lnTo>
                    <a:pt x="21911" y="161"/>
                  </a:lnTo>
                  <a:lnTo>
                    <a:pt x="14574" y="646"/>
                  </a:lnTo>
                  <a:lnTo>
                    <a:pt x="7266" y="1453"/>
                  </a:lnTo>
                  <a:lnTo>
                    <a:pt x="0" y="2581"/>
                  </a:lnTo>
                  <a:lnTo>
                    <a:pt x="2926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6952" y="5401872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48" y="5401872"/>
              <a:ext cx="334334" cy="331735"/>
            </a:xfrm>
            <a:custGeom>
              <a:avLst/>
              <a:pathLst>
                <a:path w="334334" h="331735">
                  <a:moveTo>
                    <a:pt x="137904" y="0"/>
                  </a:moveTo>
                  <a:lnTo>
                    <a:pt x="132697" y="1011"/>
                  </a:lnTo>
                  <a:lnTo>
                    <a:pt x="127525" y="2187"/>
                  </a:lnTo>
                  <a:lnTo>
                    <a:pt x="122393" y="3526"/>
                  </a:lnTo>
                  <a:lnTo>
                    <a:pt x="117305" y="5028"/>
                  </a:lnTo>
                  <a:lnTo>
                    <a:pt x="112268" y="6690"/>
                  </a:lnTo>
                  <a:lnTo>
                    <a:pt x="107287" y="8511"/>
                  </a:lnTo>
                  <a:lnTo>
                    <a:pt x="102365" y="10489"/>
                  </a:lnTo>
                  <a:lnTo>
                    <a:pt x="97509" y="12623"/>
                  </a:lnTo>
                  <a:lnTo>
                    <a:pt x="92723" y="14909"/>
                  </a:lnTo>
                  <a:lnTo>
                    <a:pt x="88012" y="17346"/>
                  </a:lnTo>
                  <a:lnTo>
                    <a:pt x="83381" y="19932"/>
                  </a:lnTo>
                  <a:lnTo>
                    <a:pt x="78834" y="22663"/>
                  </a:lnTo>
                  <a:lnTo>
                    <a:pt x="74375" y="25536"/>
                  </a:lnTo>
                  <a:lnTo>
                    <a:pt x="70011" y="28550"/>
                  </a:lnTo>
                  <a:lnTo>
                    <a:pt x="65744" y="31701"/>
                  </a:lnTo>
                  <a:lnTo>
                    <a:pt x="61579" y="34986"/>
                  </a:lnTo>
                  <a:lnTo>
                    <a:pt x="57521" y="38401"/>
                  </a:lnTo>
                  <a:lnTo>
                    <a:pt x="53572" y="41943"/>
                  </a:lnTo>
                  <a:lnTo>
                    <a:pt x="49739" y="45608"/>
                  </a:lnTo>
                  <a:lnTo>
                    <a:pt x="46023" y="49394"/>
                  </a:lnTo>
                  <a:lnTo>
                    <a:pt x="42430" y="53295"/>
                  </a:lnTo>
                  <a:lnTo>
                    <a:pt x="38962" y="57309"/>
                  </a:lnTo>
                  <a:lnTo>
                    <a:pt x="35623" y="61430"/>
                  </a:lnTo>
                  <a:lnTo>
                    <a:pt x="32416" y="65655"/>
                  </a:lnTo>
                  <a:lnTo>
                    <a:pt x="29346" y="69980"/>
                  </a:lnTo>
                  <a:lnTo>
                    <a:pt x="26413" y="74400"/>
                  </a:lnTo>
                  <a:lnTo>
                    <a:pt x="23623" y="78911"/>
                  </a:lnTo>
                  <a:lnTo>
                    <a:pt x="20977" y="83508"/>
                  </a:lnTo>
                  <a:lnTo>
                    <a:pt x="18479" y="88187"/>
                  </a:lnTo>
                  <a:lnTo>
                    <a:pt x="16130" y="92942"/>
                  </a:lnTo>
                  <a:lnTo>
                    <a:pt x="13933" y="97770"/>
                  </a:lnTo>
                  <a:lnTo>
                    <a:pt x="11890" y="102665"/>
                  </a:lnTo>
                  <a:lnTo>
                    <a:pt x="10004" y="107623"/>
                  </a:lnTo>
                  <a:lnTo>
                    <a:pt x="8276" y="112637"/>
                  </a:lnTo>
                  <a:lnTo>
                    <a:pt x="6708" y="117705"/>
                  </a:lnTo>
                  <a:lnTo>
                    <a:pt x="5301" y="122819"/>
                  </a:lnTo>
                  <a:lnTo>
                    <a:pt x="4058" y="127975"/>
                  </a:lnTo>
                  <a:lnTo>
                    <a:pt x="2978" y="133168"/>
                  </a:lnTo>
                  <a:lnTo>
                    <a:pt x="2064" y="138393"/>
                  </a:lnTo>
                  <a:lnTo>
                    <a:pt x="1316" y="143644"/>
                  </a:lnTo>
                  <a:lnTo>
                    <a:pt x="735" y="148916"/>
                  </a:lnTo>
                  <a:lnTo>
                    <a:pt x="322" y="154204"/>
                  </a:lnTo>
                  <a:lnTo>
                    <a:pt x="77" y="159503"/>
                  </a:lnTo>
                  <a:lnTo>
                    <a:pt x="0" y="164806"/>
                  </a:lnTo>
                  <a:lnTo>
                    <a:pt x="91" y="170110"/>
                  </a:lnTo>
                  <a:lnTo>
                    <a:pt x="350" y="175408"/>
                  </a:lnTo>
                  <a:lnTo>
                    <a:pt x="777" y="180695"/>
                  </a:lnTo>
                  <a:lnTo>
                    <a:pt x="1372" y="185965"/>
                  </a:lnTo>
                  <a:lnTo>
                    <a:pt x="2134" y="191214"/>
                  </a:lnTo>
                  <a:lnTo>
                    <a:pt x="3062" y="196437"/>
                  </a:lnTo>
                  <a:lnTo>
                    <a:pt x="4155" y="201627"/>
                  </a:lnTo>
                  <a:lnTo>
                    <a:pt x="5412" y="206780"/>
                  </a:lnTo>
                  <a:lnTo>
                    <a:pt x="6832" y="211891"/>
                  </a:lnTo>
                  <a:lnTo>
                    <a:pt x="8414" y="216953"/>
                  </a:lnTo>
                  <a:lnTo>
                    <a:pt x="10155" y="221964"/>
                  </a:lnTo>
                  <a:lnTo>
                    <a:pt x="12054" y="226916"/>
                  </a:lnTo>
                  <a:lnTo>
                    <a:pt x="14110" y="231806"/>
                  </a:lnTo>
                  <a:lnTo>
                    <a:pt x="16319" y="236628"/>
                  </a:lnTo>
                  <a:lnTo>
                    <a:pt x="18681" y="241377"/>
                  </a:lnTo>
                  <a:lnTo>
                    <a:pt x="21192" y="246049"/>
                  </a:lnTo>
                  <a:lnTo>
                    <a:pt x="23850" y="250639"/>
                  </a:lnTo>
                  <a:lnTo>
                    <a:pt x="26652" y="255143"/>
                  </a:lnTo>
                  <a:lnTo>
                    <a:pt x="29596" y="259555"/>
                  </a:lnTo>
                  <a:lnTo>
                    <a:pt x="32678" y="263872"/>
                  </a:lnTo>
                  <a:lnTo>
                    <a:pt x="35896" y="268089"/>
                  </a:lnTo>
                  <a:lnTo>
                    <a:pt x="39245" y="272201"/>
                  </a:lnTo>
                  <a:lnTo>
                    <a:pt x="42724" y="276205"/>
                  </a:lnTo>
                  <a:lnTo>
                    <a:pt x="46328" y="280097"/>
                  </a:lnTo>
                  <a:lnTo>
                    <a:pt x="50053" y="283873"/>
                  </a:lnTo>
                  <a:lnTo>
                    <a:pt x="53897" y="287528"/>
                  </a:lnTo>
                  <a:lnTo>
                    <a:pt x="57854" y="291060"/>
                  </a:lnTo>
                  <a:lnTo>
                    <a:pt x="61922" y="294464"/>
                  </a:lnTo>
                  <a:lnTo>
                    <a:pt x="66095" y="297738"/>
                  </a:lnTo>
                  <a:lnTo>
                    <a:pt x="70370" y="300877"/>
                  </a:lnTo>
                  <a:lnTo>
                    <a:pt x="74743" y="303880"/>
                  </a:lnTo>
                  <a:lnTo>
                    <a:pt x="79209" y="306742"/>
                  </a:lnTo>
                  <a:lnTo>
                    <a:pt x="83763" y="309461"/>
                  </a:lnTo>
                  <a:lnTo>
                    <a:pt x="88401" y="312034"/>
                  </a:lnTo>
                  <a:lnTo>
                    <a:pt x="93119" y="314458"/>
                  </a:lnTo>
                  <a:lnTo>
                    <a:pt x="97911" y="316732"/>
                  </a:lnTo>
                  <a:lnTo>
                    <a:pt x="102772" y="318853"/>
                  </a:lnTo>
                  <a:lnTo>
                    <a:pt x="107699" y="320818"/>
                  </a:lnTo>
                  <a:lnTo>
                    <a:pt x="112686" y="322626"/>
                  </a:lnTo>
                  <a:lnTo>
                    <a:pt x="117727" y="324275"/>
                  </a:lnTo>
                  <a:lnTo>
                    <a:pt x="122818" y="325763"/>
                  </a:lnTo>
                  <a:lnTo>
                    <a:pt x="127954" y="327089"/>
                  </a:lnTo>
                  <a:lnTo>
                    <a:pt x="133129" y="328251"/>
                  </a:lnTo>
                  <a:lnTo>
                    <a:pt x="138339" y="329249"/>
                  </a:lnTo>
                  <a:lnTo>
                    <a:pt x="143577" y="330080"/>
                  </a:lnTo>
                  <a:lnTo>
                    <a:pt x="148839" y="330745"/>
                  </a:lnTo>
                  <a:lnTo>
                    <a:pt x="154120" y="331243"/>
                  </a:lnTo>
                  <a:lnTo>
                    <a:pt x="159414" y="331573"/>
                  </a:lnTo>
                  <a:lnTo>
                    <a:pt x="164716" y="331735"/>
                  </a:lnTo>
                  <a:lnTo>
                    <a:pt x="170020" y="331729"/>
                  </a:lnTo>
                  <a:lnTo>
                    <a:pt x="175321" y="331554"/>
                  </a:lnTo>
                  <a:lnTo>
                    <a:pt x="180614" y="331211"/>
                  </a:lnTo>
                  <a:lnTo>
                    <a:pt x="185894" y="330701"/>
                  </a:lnTo>
                  <a:lnTo>
                    <a:pt x="191154" y="330023"/>
                  </a:lnTo>
                  <a:lnTo>
                    <a:pt x="196391" y="329179"/>
                  </a:lnTo>
                  <a:lnTo>
                    <a:pt x="201598" y="328169"/>
                  </a:lnTo>
                  <a:lnTo>
                    <a:pt x="206770" y="326994"/>
                  </a:lnTo>
                  <a:lnTo>
                    <a:pt x="211903" y="325656"/>
                  </a:lnTo>
                  <a:lnTo>
                    <a:pt x="216990" y="324156"/>
                  </a:lnTo>
                  <a:lnTo>
                    <a:pt x="222028" y="322495"/>
                  </a:lnTo>
                  <a:lnTo>
                    <a:pt x="227010" y="320675"/>
                  </a:lnTo>
                  <a:lnTo>
                    <a:pt x="231932" y="318698"/>
                  </a:lnTo>
                  <a:lnTo>
                    <a:pt x="236789" y="316565"/>
                  </a:lnTo>
                  <a:lnTo>
                    <a:pt x="241575" y="314280"/>
                  </a:lnTo>
                  <a:lnTo>
                    <a:pt x="246287" y="311844"/>
                  </a:lnTo>
                  <a:lnTo>
                    <a:pt x="250919" y="309260"/>
                  </a:lnTo>
                  <a:lnTo>
                    <a:pt x="255467" y="306530"/>
                  </a:lnTo>
                  <a:lnTo>
                    <a:pt x="259925" y="303657"/>
                  </a:lnTo>
                  <a:lnTo>
                    <a:pt x="264291" y="300644"/>
                  </a:lnTo>
                  <a:lnTo>
                    <a:pt x="268558" y="297494"/>
                  </a:lnTo>
                  <a:lnTo>
                    <a:pt x="272724" y="294211"/>
                  </a:lnTo>
                  <a:lnTo>
                    <a:pt x="276783" y="290797"/>
                  </a:lnTo>
                  <a:lnTo>
                    <a:pt x="280732" y="287255"/>
                  </a:lnTo>
                  <a:lnTo>
                    <a:pt x="284567" y="283591"/>
                  </a:lnTo>
                  <a:lnTo>
                    <a:pt x="288283" y="279806"/>
                  </a:lnTo>
                  <a:lnTo>
                    <a:pt x="291878" y="275906"/>
                  </a:lnTo>
                  <a:lnTo>
                    <a:pt x="295347" y="271893"/>
                  </a:lnTo>
                  <a:lnTo>
                    <a:pt x="298686" y="267773"/>
                  </a:lnTo>
                  <a:lnTo>
                    <a:pt x="301894" y="263548"/>
                  </a:lnTo>
                  <a:lnTo>
                    <a:pt x="304966" y="259224"/>
                  </a:lnTo>
                  <a:lnTo>
                    <a:pt x="307899" y="254805"/>
                  </a:lnTo>
                  <a:lnTo>
                    <a:pt x="310690" y="250295"/>
                  </a:lnTo>
                  <a:lnTo>
                    <a:pt x="313337" y="245698"/>
                  </a:lnTo>
                  <a:lnTo>
                    <a:pt x="315837" y="241020"/>
                  </a:lnTo>
                  <a:lnTo>
                    <a:pt x="318187" y="236265"/>
                  </a:lnTo>
                  <a:lnTo>
                    <a:pt x="320385" y="231437"/>
                  </a:lnTo>
                  <a:lnTo>
                    <a:pt x="322429" y="226543"/>
                  </a:lnTo>
                  <a:lnTo>
                    <a:pt x="324316" y="221586"/>
                  </a:lnTo>
                  <a:lnTo>
                    <a:pt x="326045" y="216572"/>
                  </a:lnTo>
                  <a:lnTo>
                    <a:pt x="327615" y="211505"/>
                  </a:lnTo>
                  <a:lnTo>
                    <a:pt x="329023" y="206391"/>
                  </a:lnTo>
                  <a:lnTo>
                    <a:pt x="330267" y="201235"/>
                  </a:lnTo>
                  <a:lnTo>
                    <a:pt x="331348" y="196042"/>
                  </a:lnTo>
                  <a:lnTo>
                    <a:pt x="332263" y="190818"/>
                  </a:lnTo>
                  <a:lnTo>
                    <a:pt x="333012" y="185567"/>
                  </a:lnTo>
                  <a:lnTo>
                    <a:pt x="333595" y="180294"/>
                  </a:lnTo>
                  <a:lnTo>
                    <a:pt x="334009" y="175007"/>
                  </a:lnTo>
                  <a:lnTo>
                    <a:pt x="334256" y="169708"/>
                  </a:lnTo>
                  <a:lnTo>
                    <a:pt x="334334" y="164405"/>
                  </a:lnTo>
                  <a:lnTo>
                    <a:pt x="334244" y="159101"/>
                  </a:lnTo>
                  <a:lnTo>
                    <a:pt x="333986" y="153803"/>
                  </a:lnTo>
                  <a:lnTo>
                    <a:pt x="333560" y="148516"/>
                  </a:lnTo>
                  <a:lnTo>
                    <a:pt x="332967" y="143245"/>
                  </a:lnTo>
                  <a:lnTo>
                    <a:pt x="332206" y="137996"/>
                  </a:lnTo>
                  <a:lnTo>
                    <a:pt x="331279" y="132774"/>
                  </a:lnTo>
                  <a:lnTo>
                    <a:pt x="330187" y="127583"/>
                  </a:lnTo>
                  <a:lnTo>
                    <a:pt x="328932" y="122430"/>
                  </a:lnTo>
                  <a:lnTo>
                    <a:pt x="327513" y="117319"/>
                  </a:lnTo>
                  <a:lnTo>
                    <a:pt x="325932" y="112256"/>
                  </a:lnTo>
                  <a:lnTo>
                    <a:pt x="324192" y="107245"/>
                  </a:lnTo>
                  <a:lnTo>
                    <a:pt x="322294" y="102292"/>
                  </a:lnTo>
                  <a:lnTo>
                    <a:pt x="320240" y="97402"/>
                  </a:lnTo>
                  <a:lnTo>
                    <a:pt x="318031" y="92579"/>
                  </a:lnTo>
                  <a:lnTo>
                    <a:pt x="315671" y="87829"/>
                  </a:lnTo>
                  <a:lnTo>
                    <a:pt x="313161" y="83157"/>
                  </a:lnTo>
                  <a:lnTo>
                    <a:pt x="310504" y="78566"/>
                  </a:lnTo>
                  <a:lnTo>
                    <a:pt x="307703" y="74062"/>
                  </a:lnTo>
                  <a:lnTo>
                    <a:pt x="304760" y="69649"/>
                  </a:lnTo>
                  <a:lnTo>
                    <a:pt x="301679" y="65331"/>
                  </a:lnTo>
                  <a:lnTo>
                    <a:pt x="298462" y="61114"/>
                  </a:lnTo>
                  <a:lnTo>
                    <a:pt x="295114" y="57001"/>
                  </a:lnTo>
                  <a:lnTo>
                    <a:pt x="291636" y="52996"/>
                  </a:lnTo>
                  <a:lnTo>
                    <a:pt x="288033" y="49103"/>
                  </a:lnTo>
                  <a:lnTo>
                    <a:pt x="284308" y="45326"/>
                  </a:lnTo>
                  <a:lnTo>
                    <a:pt x="280466" y="41670"/>
                  </a:lnTo>
                  <a:lnTo>
                    <a:pt x="276509" y="38137"/>
                  </a:lnTo>
                  <a:lnTo>
                    <a:pt x="272443" y="34732"/>
                  </a:lnTo>
                  <a:lnTo>
                    <a:pt x="268270" y="31458"/>
                  </a:lnTo>
                  <a:lnTo>
                    <a:pt x="263996" y="28317"/>
                  </a:lnTo>
                  <a:lnTo>
                    <a:pt x="259624" y="25314"/>
                  </a:lnTo>
                  <a:lnTo>
                    <a:pt x="255159" y="22451"/>
                  </a:lnTo>
                  <a:lnTo>
                    <a:pt x="250605" y="19731"/>
                  </a:lnTo>
                  <a:lnTo>
                    <a:pt x="245967" y="17156"/>
                  </a:lnTo>
                  <a:lnTo>
                    <a:pt x="241250" y="14731"/>
                  </a:lnTo>
                  <a:lnTo>
                    <a:pt x="236459" y="12456"/>
                  </a:lnTo>
                  <a:lnTo>
                    <a:pt x="231598" y="10334"/>
                  </a:lnTo>
                  <a:lnTo>
                    <a:pt x="226671" y="8367"/>
                  </a:lnTo>
                  <a:lnTo>
                    <a:pt x="221685" y="6558"/>
                  </a:lnTo>
                  <a:lnTo>
                    <a:pt x="216644" y="4908"/>
                  </a:lnTo>
                  <a:lnTo>
                    <a:pt x="211554" y="3419"/>
                  </a:lnTo>
                  <a:lnTo>
                    <a:pt x="206418" y="2092"/>
                  </a:lnTo>
                  <a:lnTo>
                    <a:pt x="201243" y="928"/>
                  </a:lnTo>
                  <a:lnTo>
                    <a:pt x="167167" y="1645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34076" cy="167167"/>
            </a:xfrm>
            <a:custGeom>
              <a:avLst/>
              <a:pathLst>
                <a:path w="34076" h="167167">
                  <a:moveTo>
                    <a:pt x="34076" y="3510"/>
                  </a:moveTo>
                  <a:lnTo>
                    <a:pt x="27330" y="2249"/>
                  </a:lnTo>
                  <a:lnTo>
                    <a:pt x="20538" y="1266"/>
                  </a:lnTo>
                  <a:lnTo>
                    <a:pt x="13711" y="563"/>
                  </a:lnTo>
                  <a:lnTo>
                    <a:pt x="686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8" y="5399291"/>
              <a:ext cx="167165" cy="250042"/>
            </a:xfrm>
            <a:custGeom>
              <a:avLst/>
              <a:pathLst>
                <a:path w="167165" h="250042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3" y="6947"/>
                  </a:lnTo>
                  <a:lnTo>
                    <a:pt x="114348" y="8563"/>
                  </a:lnTo>
                  <a:lnTo>
                    <a:pt x="109278" y="10342"/>
                  </a:lnTo>
                  <a:lnTo>
                    <a:pt x="104267" y="12284"/>
                  </a:lnTo>
                  <a:lnTo>
                    <a:pt x="99322" y="14385"/>
                  </a:lnTo>
                  <a:lnTo>
                    <a:pt x="94446" y="16645"/>
                  </a:lnTo>
                  <a:lnTo>
                    <a:pt x="89646" y="19060"/>
                  </a:lnTo>
                  <a:lnTo>
                    <a:pt x="84926" y="21628"/>
                  </a:lnTo>
                  <a:lnTo>
                    <a:pt x="80290" y="24346"/>
                  </a:lnTo>
                  <a:lnTo>
                    <a:pt x="75745" y="27213"/>
                  </a:lnTo>
                  <a:lnTo>
                    <a:pt x="71294" y="30223"/>
                  </a:lnTo>
                  <a:lnTo>
                    <a:pt x="66942" y="33375"/>
                  </a:lnTo>
                  <a:lnTo>
                    <a:pt x="62694" y="36666"/>
                  </a:lnTo>
                  <a:lnTo>
                    <a:pt x="58553" y="40091"/>
                  </a:lnTo>
                  <a:lnTo>
                    <a:pt x="54525" y="43647"/>
                  </a:lnTo>
                  <a:lnTo>
                    <a:pt x="50613" y="47332"/>
                  </a:lnTo>
                  <a:lnTo>
                    <a:pt x="46822" y="51140"/>
                  </a:lnTo>
                  <a:lnTo>
                    <a:pt x="43155" y="55067"/>
                  </a:lnTo>
                  <a:lnTo>
                    <a:pt x="39616" y="59111"/>
                  </a:lnTo>
                  <a:lnTo>
                    <a:pt x="36209" y="63266"/>
                  </a:lnTo>
                  <a:lnTo>
                    <a:pt x="32937" y="67529"/>
                  </a:lnTo>
                  <a:lnTo>
                    <a:pt x="29804" y="71895"/>
                  </a:lnTo>
                  <a:lnTo>
                    <a:pt x="26813" y="76359"/>
                  </a:lnTo>
                  <a:lnTo>
                    <a:pt x="23967" y="80917"/>
                  </a:lnTo>
                  <a:lnTo>
                    <a:pt x="21268" y="85564"/>
                  </a:lnTo>
                  <a:lnTo>
                    <a:pt x="18721" y="90295"/>
                  </a:lnTo>
                  <a:lnTo>
                    <a:pt x="16327" y="95106"/>
                  </a:lnTo>
                  <a:lnTo>
                    <a:pt x="14089" y="99992"/>
                  </a:lnTo>
                  <a:lnTo>
                    <a:pt x="12009" y="104946"/>
                  </a:lnTo>
                  <a:lnTo>
                    <a:pt x="10089" y="109965"/>
                  </a:lnTo>
                  <a:lnTo>
                    <a:pt x="8332" y="115043"/>
                  </a:lnTo>
                  <a:lnTo>
                    <a:pt x="6739" y="120175"/>
                  </a:lnTo>
                  <a:lnTo>
                    <a:pt x="5311" y="125356"/>
                  </a:lnTo>
                  <a:lnTo>
                    <a:pt x="4051" y="130580"/>
                  </a:lnTo>
                  <a:lnTo>
                    <a:pt x="2959" y="135841"/>
                  </a:lnTo>
                  <a:lnTo>
                    <a:pt x="2037" y="141135"/>
                  </a:lnTo>
                  <a:lnTo>
                    <a:pt x="1286" y="146456"/>
                  </a:lnTo>
                  <a:lnTo>
                    <a:pt x="706" y="151798"/>
                  </a:lnTo>
                  <a:lnTo>
                    <a:pt x="298" y="157156"/>
                  </a:lnTo>
                  <a:lnTo>
                    <a:pt x="62" y="162524"/>
                  </a:lnTo>
                  <a:lnTo>
                    <a:pt x="0" y="167898"/>
                  </a:lnTo>
                  <a:lnTo>
                    <a:pt x="109" y="173270"/>
                  </a:lnTo>
                  <a:lnTo>
                    <a:pt x="392" y="178636"/>
                  </a:lnTo>
                  <a:lnTo>
                    <a:pt x="847" y="183990"/>
                  </a:lnTo>
                  <a:lnTo>
                    <a:pt x="1473" y="189327"/>
                  </a:lnTo>
                  <a:lnTo>
                    <a:pt x="2271" y="194641"/>
                  </a:lnTo>
                  <a:lnTo>
                    <a:pt x="3239" y="199927"/>
                  </a:lnTo>
                  <a:lnTo>
                    <a:pt x="4377" y="205179"/>
                  </a:lnTo>
                  <a:lnTo>
                    <a:pt x="5683" y="210391"/>
                  </a:lnTo>
                  <a:lnTo>
                    <a:pt x="7156" y="215559"/>
                  </a:lnTo>
                  <a:lnTo>
                    <a:pt x="8794" y="220677"/>
                  </a:lnTo>
                  <a:lnTo>
                    <a:pt x="10595" y="225740"/>
                  </a:lnTo>
                  <a:lnTo>
                    <a:pt x="12559" y="230742"/>
                  </a:lnTo>
                  <a:lnTo>
                    <a:pt x="14682" y="235678"/>
                  </a:lnTo>
                  <a:lnTo>
                    <a:pt x="16963" y="240543"/>
                  </a:lnTo>
                  <a:lnTo>
                    <a:pt x="19399" y="245333"/>
                  </a:lnTo>
                  <a:lnTo>
                    <a:pt x="21987" y="2500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78366" y="5566459"/>
              <a:ext cx="145178" cy="82875"/>
            </a:xfrm>
            <a:custGeom>
              <a:avLst/>
              <a:pathLst>
                <a:path w="145178" h="82875">
                  <a:moveTo>
                    <a:pt x="0" y="82875"/>
                  </a:moveTo>
                  <a:lnTo>
                    <a:pt x="1451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78366" y="5566459"/>
              <a:ext cx="145178" cy="82875"/>
            </a:xfrm>
            <a:custGeom>
              <a:avLst/>
              <a:pathLst>
                <a:path w="145178" h="82875">
                  <a:moveTo>
                    <a:pt x="0" y="82875"/>
                  </a:moveTo>
                  <a:lnTo>
                    <a:pt x="1451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78366" y="5566459"/>
              <a:ext cx="145178" cy="82875"/>
            </a:xfrm>
            <a:custGeom>
              <a:avLst/>
              <a:pathLst>
                <a:path w="145178" h="82875">
                  <a:moveTo>
                    <a:pt x="0" y="82875"/>
                  </a:moveTo>
                  <a:lnTo>
                    <a:pt x="1451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78366" y="5566459"/>
              <a:ext cx="145178" cy="82875"/>
            </a:xfrm>
            <a:custGeom>
              <a:avLst/>
              <a:pathLst>
                <a:path w="145178" h="82875">
                  <a:moveTo>
                    <a:pt x="0" y="82875"/>
                  </a:moveTo>
                  <a:lnTo>
                    <a:pt x="1451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78366" y="5566459"/>
              <a:ext cx="145178" cy="82875"/>
            </a:xfrm>
            <a:custGeom>
              <a:avLst/>
              <a:pathLst>
                <a:path w="145178" h="82875">
                  <a:moveTo>
                    <a:pt x="0" y="82875"/>
                  </a:moveTo>
                  <a:lnTo>
                    <a:pt x="1451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78366" y="5566459"/>
              <a:ext cx="145178" cy="158737"/>
            </a:xfrm>
            <a:custGeom>
              <a:avLst/>
              <a:pathLst>
                <a:path w="145178" h="158737">
                  <a:moveTo>
                    <a:pt x="0" y="82875"/>
                  </a:moveTo>
                  <a:lnTo>
                    <a:pt x="2841" y="87666"/>
                  </a:lnTo>
                  <a:lnTo>
                    <a:pt x="5841" y="92360"/>
                  </a:lnTo>
                  <a:lnTo>
                    <a:pt x="8996" y="96951"/>
                  </a:lnTo>
                  <a:lnTo>
                    <a:pt x="12302" y="101435"/>
                  </a:lnTo>
                  <a:lnTo>
                    <a:pt x="15756" y="105806"/>
                  </a:lnTo>
                  <a:lnTo>
                    <a:pt x="19353" y="110059"/>
                  </a:lnTo>
                  <a:lnTo>
                    <a:pt x="23090" y="114190"/>
                  </a:lnTo>
                  <a:lnTo>
                    <a:pt x="26962" y="118195"/>
                  </a:lnTo>
                  <a:lnTo>
                    <a:pt x="30966" y="122068"/>
                  </a:lnTo>
                  <a:lnTo>
                    <a:pt x="35097" y="125806"/>
                  </a:lnTo>
                  <a:lnTo>
                    <a:pt x="39350" y="129404"/>
                  </a:lnTo>
                  <a:lnTo>
                    <a:pt x="43720" y="132858"/>
                  </a:lnTo>
                  <a:lnTo>
                    <a:pt x="48203" y="136165"/>
                  </a:lnTo>
                  <a:lnTo>
                    <a:pt x="52794" y="139320"/>
                  </a:lnTo>
                  <a:lnTo>
                    <a:pt x="57488" y="142321"/>
                  </a:lnTo>
                  <a:lnTo>
                    <a:pt x="62278" y="145164"/>
                  </a:lnTo>
                  <a:lnTo>
                    <a:pt x="67161" y="147845"/>
                  </a:lnTo>
                  <a:lnTo>
                    <a:pt x="72130" y="150363"/>
                  </a:lnTo>
                  <a:lnTo>
                    <a:pt x="77181" y="152713"/>
                  </a:lnTo>
                  <a:lnTo>
                    <a:pt x="82307" y="154894"/>
                  </a:lnTo>
                  <a:lnTo>
                    <a:pt x="87503" y="156903"/>
                  </a:lnTo>
                  <a:lnTo>
                    <a:pt x="92763" y="158737"/>
                  </a:lnTo>
                  <a:lnTo>
                    <a:pt x="1451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71129" y="5399291"/>
              <a:ext cx="219562" cy="334334"/>
            </a:xfrm>
            <a:custGeom>
              <a:avLst/>
              <a:pathLst>
                <a:path w="219562" h="334334">
                  <a:moveTo>
                    <a:pt x="0" y="325905"/>
                  </a:moveTo>
                  <a:lnTo>
                    <a:pt x="5065" y="327488"/>
                  </a:lnTo>
                  <a:lnTo>
                    <a:pt x="10178" y="328911"/>
                  </a:lnTo>
                  <a:lnTo>
                    <a:pt x="15333" y="330170"/>
                  </a:lnTo>
                  <a:lnTo>
                    <a:pt x="20526" y="331265"/>
                  </a:lnTo>
                  <a:lnTo>
                    <a:pt x="25751" y="332194"/>
                  </a:lnTo>
                  <a:lnTo>
                    <a:pt x="31003" y="332957"/>
                  </a:lnTo>
                  <a:lnTo>
                    <a:pt x="36276" y="333554"/>
                  </a:lnTo>
                  <a:lnTo>
                    <a:pt x="41566" y="333982"/>
                  </a:lnTo>
                  <a:lnTo>
                    <a:pt x="46866" y="334242"/>
                  </a:lnTo>
                  <a:lnTo>
                    <a:pt x="52172" y="334334"/>
                  </a:lnTo>
                  <a:lnTo>
                    <a:pt x="57479" y="334258"/>
                  </a:lnTo>
                  <a:lnTo>
                    <a:pt x="62780" y="334013"/>
                  </a:lnTo>
                  <a:lnTo>
                    <a:pt x="68071" y="333600"/>
                  </a:lnTo>
                  <a:lnTo>
                    <a:pt x="73346" y="333019"/>
                  </a:lnTo>
                  <a:lnTo>
                    <a:pt x="78600" y="332271"/>
                  </a:lnTo>
                  <a:lnTo>
                    <a:pt x="83828" y="331356"/>
                  </a:lnTo>
                  <a:lnTo>
                    <a:pt x="89024" y="330276"/>
                  </a:lnTo>
                  <a:lnTo>
                    <a:pt x="94183" y="329032"/>
                  </a:lnTo>
                  <a:lnTo>
                    <a:pt x="99300" y="327625"/>
                  </a:lnTo>
                  <a:lnTo>
                    <a:pt x="104369" y="326056"/>
                  </a:lnTo>
                  <a:lnTo>
                    <a:pt x="109387" y="324326"/>
                  </a:lnTo>
                  <a:lnTo>
                    <a:pt x="114347" y="322439"/>
                  </a:lnTo>
                  <a:lnTo>
                    <a:pt x="119244" y="320395"/>
                  </a:lnTo>
                  <a:lnTo>
                    <a:pt x="124074" y="318196"/>
                  </a:lnTo>
                  <a:lnTo>
                    <a:pt x="128832" y="315845"/>
                  </a:lnTo>
                  <a:lnTo>
                    <a:pt x="133513" y="313345"/>
                  </a:lnTo>
                  <a:lnTo>
                    <a:pt x="138112" y="310697"/>
                  </a:lnTo>
                  <a:lnTo>
                    <a:pt x="142625" y="307904"/>
                  </a:lnTo>
                  <a:lnTo>
                    <a:pt x="147047" y="304970"/>
                  </a:lnTo>
                  <a:lnTo>
                    <a:pt x="151374" y="301896"/>
                  </a:lnTo>
                  <a:lnTo>
                    <a:pt x="155600" y="298687"/>
                  </a:lnTo>
                  <a:lnTo>
                    <a:pt x="159723" y="295345"/>
                  </a:lnTo>
                  <a:lnTo>
                    <a:pt x="163738" y="291875"/>
                  </a:lnTo>
                  <a:lnTo>
                    <a:pt x="167640" y="288278"/>
                  </a:lnTo>
                  <a:lnTo>
                    <a:pt x="171427" y="284559"/>
                  </a:lnTo>
                  <a:lnTo>
                    <a:pt x="175093" y="280723"/>
                  </a:lnTo>
                  <a:lnTo>
                    <a:pt x="178636" y="276771"/>
                  </a:lnTo>
                  <a:lnTo>
                    <a:pt x="182051" y="272709"/>
                  </a:lnTo>
                  <a:lnTo>
                    <a:pt x="185336" y="268541"/>
                  </a:lnTo>
                  <a:lnTo>
                    <a:pt x="188487" y="264271"/>
                  </a:lnTo>
                  <a:lnTo>
                    <a:pt x="191501" y="259903"/>
                  </a:lnTo>
                  <a:lnTo>
                    <a:pt x="194374" y="255441"/>
                  </a:lnTo>
                  <a:lnTo>
                    <a:pt x="197105" y="250890"/>
                  </a:lnTo>
                  <a:lnTo>
                    <a:pt x="199689" y="246255"/>
                  </a:lnTo>
                  <a:lnTo>
                    <a:pt x="202126" y="241540"/>
                  </a:lnTo>
                  <a:lnTo>
                    <a:pt x="204411" y="236751"/>
                  </a:lnTo>
                  <a:lnTo>
                    <a:pt x="206543" y="231891"/>
                  </a:lnTo>
                  <a:lnTo>
                    <a:pt x="208520" y="226966"/>
                  </a:lnTo>
                  <a:lnTo>
                    <a:pt x="210340" y="221980"/>
                  </a:lnTo>
                  <a:lnTo>
                    <a:pt x="212000" y="216940"/>
                  </a:lnTo>
                  <a:lnTo>
                    <a:pt x="213499" y="211849"/>
                  </a:lnTo>
                  <a:lnTo>
                    <a:pt x="214837" y="206713"/>
                  </a:lnTo>
                  <a:lnTo>
                    <a:pt x="216010" y="201538"/>
                  </a:lnTo>
                  <a:lnTo>
                    <a:pt x="217019" y="196328"/>
                  </a:lnTo>
                  <a:lnTo>
                    <a:pt x="217861" y="191088"/>
                  </a:lnTo>
                  <a:lnTo>
                    <a:pt x="218537" y="185824"/>
                  </a:lnTo>
                  <a:lnTo>
                    <a:pt x="219046" y="180542"/>
                  </a:lnTo>
                  <a:lnTo>
                    <a:pt x="219386" y="175245"/>
                  </a:lnTo>
                  <a:lnTo>
                    <a:pt x="219559" y="169941"/>
                  </a:lnTo>
                  <a:lnTo>
                    <a:pt x="219562" y="164634"/>
                  </a:lnTo>
                  <a:lnTo>
                    <a:pt x="219398" y="159330"/>
                  </a:lnTo>
                  <a:lnTo>
                    <a:pt x="219065" y="154033"/>
                  </a:lnTo>
                  <a:lnTo>
                    <a:pt x="218564" y="148750"/>
                  </a:lnTo>
                  <a:lnTo>
                    <a:pt x="217896" y="143485"/>
                  </a:lnTo>
                  <a:lnTo>
                    <a:pt x="217061" y="138244"/>
                  </a:lnTo>
                  <a:lnTo>
                    <a:pt x="216060" y="133033"/>
                  </a:lnTo>
                  <a:lnTo>
                    <a:pt x="214894" y="127855"/>
                  </a:lnTo>
                  <a:lnTo>
                    <a:pt x="213564" y="122718"/>
                  </a:lnTo>
                  <a:lnTo>
                    <a:pt x="212072" y="117625"/>
                  </a:lnTo>
                  <a:lnTo>
                    <a:pt x="210419" y="112582"/>
                  </a:lnTo>
                  <a:lnTo>
                    <a:pt x="208606" y="107594"/>
                  </a:lnTo>
                  <a:lnTo>
                    <a:pt x="206637" y="102666"/>
                  </a:lnTo>
                  <a:lnTo>
                    <a:pt x="204511" y="97803"/>
                  </a:lnTo>
                  <a:lnTo>
                    <a:pt x="202233" y="93010"/>
                  </a:lnTo>
                  <a:lnTo>
                    <a:pt x="199804" y="88292"/>
                  </a:lnTo>
                  <a:lnTo>
                    <a:pt x="197226" y="83653"/>
                  </a:lnTo>
                  <a:lnTo>
                    <a:pt x="194502" y="79098"/>
                  </a:lnTo>
                  <a:lnTo>
                    <a:pt x="191635" y="74633"/>
                  </a:lnTo>
                  <a:lnTo>
                    <a:pt x="188627" y="70260"/>
                  </a:lnTo>
                  <a:lnTo>
                    <a:pt x="185482" y="65985"/>
                  </a:lnTo>
                  <a:lnTo>
                    <a:pt x="182204" y="61812"/>
                  </a:lnTo>
                  <a:lnTo>
                    <a:pt x="178794" y="57745"/>
                  </a:lnTo>
                  <a:lnTo>
                    <a:pt x="175257" y="53789"/>
                  </a:lnTo>
                  <a:lnTo>
                    <a:pt x="171596" y="49947"/>
                  </a:lnTo>
                  <a:lnTo>
                    <a:pt x="167815" y="46223"/>
                  </a:lnTo>
                  <a:lnTo>
                    <a:pt x="163918" y="42620"/>
                  </a:lnTo>
                  <a:lnTo>
                    <a:pt x="159908" y="39144"/>
                  </a:lnTo>
                  <a:lnTo>
                    <a:pt x="155791" y="35796"/>
                  </a:lnTo>
                  <a:lnTo>
                    <a:pt x="151568" y="32581"/>
                  </a:lnTo>
                  <a:lnTo>
                    <a:pt x="147246" y="29501"/>
                  </a:lnTo>
                  <a:lnTo>
                    <a:pt x="142829" y="26561"/>
                  </a:lnTo>
                  <a:lnTo>
                    <a:pt x="138320" y="23761"/>
                  </a:lnTo>
                  <a:lnTo>
                    <a:pt x="133725" y="21107"/>
                  </a:lnTo>
                  <a:lnTo>
                    <a:pt x="129047" y="18599"/>
                  </a:lnTo>
                  <a:lnTo>
                    <a:pt x="124293" y="16242"/>
                  </a:lnTo>
                  <a:lnTo>
                    <a:pt x="119466" y="14036"/>
                  </a:lnTo>
                  <a:lnTo>
                    <a:pt x="114571" y="11985"/>
                  </a:lnTo>
                  <a:lnTo>
                    <a:pt x="109614" y="10090"/>
                  </a:lnTo>
                  <a:lnTo>
                    <a:pt x="104599" y="8354"/>
                  </a:lnTo>
                  <a:lnTo>
                    <a:pt x="99532" y="6777"/>
                  </a:lnTo>
                  <a:lnTo>
                    <a:pt x="94417" y="5362"/>
                  </a:lnTo>
                  <a:lnTo>
                    <a:pt x="89260" y="4111"/>
                  </a:lnTo>
                  <a:lnTo>
                    <a:pt x="84065" y="3023"/>
                  </a:lnTo>
                  <a:lnTo>
                    <a:pt x="78839" y="2101"/>
                  </a:lnTo>
                  <a:lnTo>
                    <a:pt x="73586" y="1346"/>
                  </a:lnTo>
                  <a:lnTo>
                    <a:pt x="68312" y="757"/>
                  </a:lnTo>
                  <a:lnTo>
                    <a:pt x="63021" y="336"/>
                  </a:lnTo>
                  <a:lnTo>
                    <a:pt x="57720" y="84"/>
                  </a:lnTo>
                  <a:lnTo>
                    <a:pt x="52414" y="0"/>
                  </a:lnTo>
                  <a:lnTo>
                    <a:pt x="524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34300" y="5269756"/>
              <a:ext cx="110958" cy="167167"/>
            </a:xfrm>
            <a:custGeom>
              <a:avLst/>
              <a:pathLst>
                <a:path w="110958" h="167167">
                  <a:moveTo>
                    <a:pt x="110958" y="0"/>
                  </a:moveTo>
                  <a:lnTo>
                    <a:pt x="105444" y="90"/>
                  </a:lnTo>
                  <a:lnTo>
                    <a:pt x="99935" y="363"/>
                  </a:lnTo>
                  <a:lnTo>
                    <a:pt x="94439" y="818"/>
                  </a:lnTo>
                  <a:lnTo>
                    <a:pt x="88961" y="1453"/>
                  </a:lnTo>
                  <a:lnTo>
                    <a:pt x="83507" y="2269"/>
                  </a:lnTo>
                  <a:lnTo>
                    <a:pt x="78082" y="3264"/>
                  </a:lnTo>
                  <a:lnTo>
                    <a:pt x="72694" y="4438"/>
                  </a:lnTo>
                  <a:lnTo>
                    <a:pt x="67347" y="5788"/>
                  </a:lnTo>
                  <a:lnTo>
                    <a:pt x="62047" y="7315"/>
                  </a:lnTo>
                  <a:lnTo>
                    <a:pt x="56801" y="9015"/>
                  </a:lnTo>
                  <a:lnTo>
                    <a:pt x="51613" y="10888"/>
                  </a:lnTo>
                  <a:lnTo>
                    <a:pt x="46491" y="12930"/>
                  </a:lnTo>
                  <a:lnTo>
                    <a:pt x="41438" y="15141"/>
                  </a:lnTo>
                  <a:lnTo>
                    <a:pt x="36461" y="17517"/>
                  </a:lnTo>
                  <a:lnTo>
                    <a:pt x="31565" y="20056"/>
                  </a:lnTo>
                  <a:lnTo>
                    <a:pt x="26756" y="22754"/>
                  </a:lnTo>
                  <a:lnTo>
                    <a:pt x="22038" y="25611"/>
                  </a:lnTo>
                  <a:lnTo>
                    <a:pt x="17417" y="28621"/>
                  </a:lnTo>
                  <a:lnTo>
                    <a:pt x="12898" y="31782"/>
                  </a:lnTo>
                  <a:lnTo>
                    <a:pt x="8485" y="35090"/>
                  </a:lnTo>
                  <a:lnTo>
                    <a:pt x="4184" y="38542"/>
                  </a:lnTo>
                  <a:lnTo>
                    <a:pt x="0" y="42134"/>
                  </a:lnTo>
                  <a:lnTo>
                    <a:pt x="1109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34300" y="5311890"/>
              <a:ext cx="110958" cy="125032"/>
            </a:xfrm>
            <a:custGeom>
              <a:avLst/>
              <a:pathLst>
                <a:path w="110958" h="125032">
                  <a:moveTo>
                    <a:pt x="0" y="0"/>
                  </a:moveTo>
                  <a:lnTo>
                    <a:pt x="110958" y="125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4193" y="5311890"/>
              <a:ext cx="141065" cy="125032"/>
            </a:xfrm>
            <a:custGeom>
              <a:avLst/>
              <a:pathLst>
                <a:path w="141065" h="125032">
                  <a:moveTo>
                    <a:pt x="30106" y="0"/>
                  </a:moveTo>
                  <a:lnTo>
                    <a:pt x="25219" y="4514"/>
                  </a:lnTo>
                  <a:lnTo>
                    <a:pt x="20516" y="9218"/>
                  </a:lnTo>
                  <a:lnTo>
                    <a:pt x="16003" y="14107"/>
                  </a:lnTo>
                  <a:lnTo>
                    <a:pt x="11688" y="19171"/>
                  </a:lnTo>
                  <a:lnTo>
                    <a:pt x="7579" y="24402"/>
                  </a:lnTo>
                  <a:lnTo>
                    <a:pt x="3680" y="29793"/>
                  </a:lnTo>
                  <a:lnTo>
                    <a:pt x="0" y="35335"/>
                  </a:lnTo>
                  <a:lnTo>
                    <a:pt x="141065" y="125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26101" y="77470"/>
                  </a:moveTo>
                  <a:lnTo>
                    <a:pt x="23337" y="81973"/>
                  </a:lnTo>
                  <a:lnTo>
                    <a:pt x="20716" y="86561"/>
                  </a:lnTo>
                  <a:lnTo>
                    <a:pt x="18242" y="91230"/>
                  </a:lnTo>
                  <a:lnTo>
                    <a:pt x="15916" y="95974"/>
                  </a:lnTo>
                  <a:lnTo>
                    <a:pt x="13742" y="100790"/>
                  </a:lnTo>
                  <a:lnTo>
                    <a:pt x="11721" y="105672"/>
                  </a:lnTo>
                  <a:lnTo>
                    <a:pt x="9855" y="110616"/>
                  </a:lnTo>
                  <a:lnTo>
                    <a:pt x="8146" y="115615"/>
                  </a:lnTo>
                  <a:lnTo>
                    <a:pt x="6596" y="120667"/>
                  </a:lnTo>
                  <a:lnTo>
                    <a:pt x="5207" y="125765"/>
                  </a:lnTo>
                  <a:lnTo>
                    <a:pt x="3980" y="130904"/>
                  </a:lnTo>
                  <a:lnTo>
                    <a:pt x="2915" y="136080"/>
                  </a:lnTo>
                  <a:lnTo>
                    <a:pt x="2015" y="141286"/>
                  </a:lnTo>
                  <a:lnTo>
                    <a:pt x="1279" y="146518"/>
                  </a:lnTo>
                  <a:lnTo>
                    <a:pt x="709" y="151771"/>
                  </a:lnTo>
                  <a:lnTo>
                    <a:pt x="306" y="157040"/>
                  </a:lnTo>
                  <a:lnTo>
                    <a:pt x="69" y="162318"/>
                  </a:lnTo>
                  <a:lnTo>
                    <a:pt x="0" y="167602"/>
                  </a:lnTo>
                  <a:lnTo>
                    <a:pt x="97" y="172885"/>
                  </a:lnTo>
                  <a:lnTo>
                    <a:pt x="361" y="178162"/>
                  </a:lnTo>
                  <a:lnTo>
                    <a:pt x="792" y="183428"/>
                  </a:lnTo>
                  <a:lnTo>
                    <a:pt x="1389" y="188678"/>
                  </a:lnTo>
                  <a:lnTo>
                    <a:pt x="2151" y="193907"/>
                  </a:lnTo>
                  <a:lnTo>
                    <a:pt x="3079" y="199108"/>
                  </a:lnTo>
                  <a:lnTo>
                    <a:pt x="4170" y="204278"/>
                  </a:lnTo>
                  <a:lnTo>
                    <a:pt x="5425" y="209411"/>
                  </a:lnTo>
                  <a:lnTo>
                    <a:pt x="6841" y="214502"/>
                  </a:lnTo>
                  <a:lnTo>
                    <a:pt x="8417" y="219545"/>
                  </a:lnTo>
                  <a:lnTo>
                    <a:pt x="10151" y="224536"/>
                  </a:lnTo>
                  <a:lnTo>
                    <a:pt x="12043" y="229470"/>
                  </a:lnTo>
                  <a:lnTo>
                    <a:pt x="14089" y="234341"/>
                  </a:lnTo>
                  <a:lnTo>
                    <a:pt x="16289" y="239145"/>
                  </a:lnTo>
                  <a:lnTo>
                    <a:pt x="18639" y="243878"/>
                  </a:lnTo>
                  <a:lnTo>
                    <a:pt x="21137" y="248533"/>
                  </a:lnTo>
                  <a:lnTo>
                    <a:pt x="23782" y="253108"/>
                  </a:lnTo>
                  <a:lnTo>
                    <a:pt x="26570" y="257597"/>
                  </a:lnTo>
                  <a:lnTo>
                    <a:pt x="29498" y="261995"/>
                  </a:lnTo>
                  <a:lnTo>
                    <a:pt x="32564" y="266298"/>
                  </a:lnTo>
                  <a:lnTo>
                    <a:pt x="35764" y="270503"/>
                  </a:lnTo>
                  <a:lnTo>
                    <a:pt x="39095" y="274604"/>
                  </a:lnTo>
                  <a:lnTo>
                    <a:pt x="42555" y="278598"/>
                  </a:lnTo>
                  <a:lnTo>
                    <a:pt x="46139" y="282480"/>
                  </a:lnTo>
                  <a:lnTo>
                    <a:pt x="49843" y="286248"/>
                  </a:lnTo>
                  <a:lnTo>
                    <a:pt x="53665" y="289896"/>
                  </a:lnTo>
                  <a:lnTo>
                    <a:pt x="57601" y="293422"/>
                  </a:lnTo>
                  <a:lnTo>
                    <a:pt x="61646" y="296822"/>
                  </a:lnTo>
                  <a:lnTo>
                    <a:pt x="65796" y="300092"/>
                  </a:lnTo>
                  <a:lnTo>
                    <a:pt x="70048" y="303229"/>
                  </a:lnTo>
                  <a:lnTo>
                    <a:pt x="74396" y="306230"/>
                  </a:lnTo>
                  <a:lnTo>
                    <a:pt x="78838" y="309093"/>
                  </a:lnTo>
                  <a:lnTo>
                    <a:pt x="83367" y="311814"/>
                  </a:lnTo>
                  <a:lnTo>
                    <a:pt x="87980" y="314390"/>
                  </a:lnTo>
                  <a:lnTo>
                    <a:pt x="92673" y="316819"/>
                  </a:lnTo>
                  <a:lnTo>
                    <a:pt x="97440" y="319098"/>
                  </a:lnTo>
                  <a:lnTo>
                    <a:pt x="102276" y="321226"/>
                  </a:lnTo>
                  <a:lnTo>
                    <a:pt x="107177" y="323200"/>
                  </a:lnTo>
                  <a:lnTo>
                    <a:pt x="112139" y="325018"/>
                  </a:lnTo>
                  <a:lnTo>
                    <a:pt x="117155" y="326678"/>
                  </a:lnTo>
                  <a:lnTo>
                    <a:pt x="122221" y="328179"/>
                  </a:lnTo>
                  <a:lnTo>
                    <a:pt x="127332" y="329519"/>
                  </a:lnTo>
                  <a:lnTo>
                    <a:pt x="132483" y="330697"/>
                  </a:lnTo>
                  <a:lnTo>
                    <a:pt x="137669" y="331711"/>
                  </a:lnTo>
                  <a:lnTo>
                    <a:pt x="142884" y="332561"/>
                  </a:lnTo>
                  <a:lnTo>
                    <a:pt x="148123" y="333246"/>
                  </a:lnTo>
                  <a:lnTo>
                    <a:pt x="153381" y="333765"/>
                  </a:lnTo>
                  <a:lnTo>
                    <a:pt x="158653" y="334117"/>
                  </a:lnTo>
                  <a:lnTo>
                    <a:pt x="163934" y="334303"/>
                  </a:lnTo>
                  <a:lnTo>
                    <a:pt x="169218" y="334322"/>
                  </a:lnTo>
                  <a:lnTo>
                    <a:pt x="174499" y="334173"/>
                  </a:lnTo>
                  <a:lnTo>
                    <a:pt x="179774" y="333858"/>
                  </a:lnTo>
                  <a:lnTo>
                    <a:pt x="185036" y="333377"/>
                  </a:lnTo>
                  <a:lnTo>
                    <a:pt x="190280" y="332729"/>
                  </a:lnTo>
                  <a:lnTo>
                    <a:pt x="195500" y="331916"/>
                  </a:lnTo>
                  <a:lnTo>
                    <a:pt x="200693" y="330938"/>
                  </a:lnTo>
                  <a:lnTo>
                    <a:pt x="205852" y="329796"/>
                  </a:lnTo>
                  <a:lnTo>
                    <a:pt x="210972" y="328493"/>
                  </a:lnTo>
                  <a:lnTo>
                    <a:pt x="216049" y="327028"/>
                  </a:lnTo>
                  <a:lnTo>
                    <a:pt x="221077" y="325403"/>
                  </a:lnTo>
                  <a:lnTo>
                    <a:pt x="226051" y="323620"/>
                  </a:lnTo>
                  <a:lnTo>
                    <a:pt x="230966" y="321681"/>
                  </a:lnTo>
                  <a:lnTo>
                    <a:pt x="235817" y="319587"/>
                  </a:lnTo>
                  <a:lnTo>
                    <a:pt x="240600" y="317342"/>
                  </a:lnTo>
                  <a:lnTo>
                    <a:pt x="245310" y="314946"/>
                  </a:lnTo>
                  <a:lnTo>
                    <a:pt x="249941" y="312402"/>
                  </a:lnTo>
                  <a:lnTo>
                    <a:pt x="254490" y="309714"/>
                  </a:lnTo>
                  <a:lnTo>
                    <a:pt x="258951" y="306883"/>
                  </a:lnTo>
                  <a:lnTo>
                    <a:pt x="263321" y="303912"/>
                  </a:lnTo>
                  <a:lnTo>
                    <a:pt x="267595" y="300805"/>
                  </a:lnTo>
                  <a:lnTo>
                    <a:pt x="271768" y="297564"/>
                  </a:lnTo>
                  <a:lnTo>
                    <a:pt x="275837" y="294193"/>
                  </a:lnTo>
                  <a:lnTo>
                    <a:pt x="279797" y="290695"/>
                  </a:lnTo>
                  <a:lnTo>
                    <a:pt x="283645" y="287074"/>
                  </a:lnTo>
                  <a:lnTo>
                    <a:pt x="287376" y="283333"/>
                  </a:lnTo>
                  <a:lnTo>
                    <a:pt x="290987" y="279476"/>
                  </a:lnTo>
                  <a:lnTo>
                    <a:pt x="294475" y="275507"/>
                  </a:lnTo>
                  <a:lnTo>
                    <a:pt x="297835" y="271429"/>
                  </a:lnTo>
                  <a:lnTo>
                    <a:pt x="301065" y="267247"/>
                  </a:lnTo>
                  <a:lnTo>
                    <a:pt x="304161" y="262965"/>
                  </a:lnTo>
                  <a:lnTo>
                    <a:pt x="307120" y="258588"/>
                  </a:lnTo>
                  <a:lnTo>
                    <a:pt x="309940" y="254119"/>
                  </a:lnTo>
                  <a:lnTo>
                    <a:pt x="312617" y="249564"/>
                  </a:lnTo>
                  <a:lnTo>
                    <a:pt x="315148" y="244926"/>
                  </a:lnTo>
                  <a:lnTo>
                    <a:pt x="317532" y="240210"/>
                  </a:lnTo>
                  <a:lnTo>
                    <a:pt x="319765" y="235421"/>
                  </a:lnTo>
                  <a:lnTo>
                    <a:pt x="321846" y="230565"/>
                  </a:lnTo>
                  <a:lnTo>
                    <a:pt x="323772" y="225644"/>
                  </a:lnTo>
                  <a:lnTo>
                    <a:pt x="325542" y="220666"/>
                  </a:lnTo>
                  <a:lnTo>
                    <a:pt x="327154" y="215634"/>
                  </a:lnTo>
                  <a:lnTo>
                    <a:pt x="328605" y="210553"/>
                  </a:lnTo>
                  <a:lnTo>
                    <a:pt x="329896" y="205429"/>
                  </a:lnTo>
                  <a:lnTo>
                    <a:pt x="331024" y="200267"/>
                  </a:lnTo>
                  <a:lnTo>
                    <a:pt x="331988" y="195072"/>
                  </a:lnTo>
                  <a:lnTo>
                    <a:pt x="332788" y="189849"/>
                  </a:lnTo>
                  <a:lnTo>
                    <a:pt x="333422" y="184604"/>
                  </a:lnTo>
                  <a:lnTo>
                    <a:pt x="333890" y="179341"/>
                  </a:lnTo>
                  <a:lnTo>
                    <a:pt x="334191" y="174065"/>
                  </a:lnTo>
                  <a:lnTo>
                    <a:pt x="334326" y="168783"/>
                  </a:lnTo>
                  <a:lnTo>
                    <a:pt x="334294" y="163500"/>
                  </a:lnTo>
                  <a:lnTo>
                    <a:pt x="334094" y="158220"/>
                  </a:lnTo>
                  <a:lnTo>
                    <a:pt x="333728" y="152948"/>
                  </a:lnTo>
                  <a:lnTo>
                    <a:pt x="333195" y="147691"/>
                  </a:lnTo>
                  <a:lnTo>
                    <a:pt x="332497" y="142454"/>
                  </a:lnTo>
                  <a:lnTo>
                    <a:pt x="331633" y="137241"/>
                  </a:lnTo>
                  <a:lnTo>
                    <a:pt x="330605" y="132058"/>
                  </a:lnTo>
                  <a:lnTo>
                    <a:pt x="329414" y="126911"/>
                  </a:lnTo>
                  <a:lnTo>
                    <a:pt x="328061" y="121803"/>
                  </a:lnTo>
                  <a:lnTo>
                    <a:pt x="326547" y="116741"/>
                  </a:lnTo>
                  <a:lnTo>
                    <a:pt x="324874" y="111729"/>
                  </a:lnTo>
                  <a:lnTo>
                    <a:pt x="323043" y="106772"/>
                  </a:lnTo>
                  <a:lnTo>
                    <a:pt x="321056" y="101876"/>
                  </a:lnTo>
                  <a:lnTo>
                    <a:pt x="318916" y="97045"/>
                  </a:lnTo>
                  <a:lnTo>
                    <a:pt x="316624" y="92284"/>
                  </a:lnTo>
                  <a:lnTo>
                    <a:pt x="314183" y="87598"/>
                  </a:lnTo>
                  <a:lnTo>
                    <a:pt x="311595" y="82992"/>
                  </a:lnTo>
                  <a:lnTo>
                    <a:pt x="308862" y="78469"/>
                  </a:lnTo>
                  <a:lnTo>
                    <a:pt x="305988" y="74035"/>
                  </a:lnTo>
                  <a:lnTo>
                    <a:pt x="302975" y="69695"/>
                  </a:lnTo>
                  <a:lnTo>
                    <a:pt x="299827" y="65451"/>
                  </a:lnTo>
                  <a:lnTo>
                    <a:pt x="296546" y="61309"/>
                  </a:lnTo>
                  <a:lnTo>
                    <a:pt x="293136" y="57273"/>
                  </a:lnTo>
                  <a:lnTo>
                    <a:pt x="289600" y="53347"/>
                  </a:lnTo>
                  <a:lnTo>
                    <a:pt x="285942" y="49535"/>
                  </a:lnTo>
                  <a:lnTo>
                    <a:pt x="282165" y="45840"/>
                  </a:lnTo>
                  <a:lnTo>
                    <a:pt x="278273" y="42266"/>
                  </a:lnTo>
                  <a:lnTo>
                    <a:pt x="274270" y="38817"/>
                  </a:lnTo>
                  <a:lnTo>
                    <a:pt x="270160" y="35496"/>
                  </a:lnTo>
                  <a:lnTo>
                    <a:pt x="265947" y="32307"/>
                  </a:lnTo>
                  <a:lnTo>
                    <a:pt x="261636" y="29252"/>
                  </a:lnTo>
                  <a:lnTo>
                    <a:pt x="257230" y="26335"/>
                  </a:lnTo>
                  <a:lnTo>
                    <a:pt x="252734" y="23559"/>
                  </a:lnTo>
                  <a:lnTo>
                    <a:pt x="248153" y="20927"/>
                  </a:lnTo>
                  <a:lnTo>
                    <a:pt x="243491" y="18440"/>
                  </a:lnTo>
                  <a:lnTo>
                    <a:pt x="238752" y="16103"/>
                  </a:lnTo>
                  <a:lnTo>
                    <a:pt x="233942" y="13916"/>
                  </a:lnTo>
                  <a:lnTo>
                    <a:pt x="229065" y="11882"/>
                  </a:lnTo>
                  <a:lnTo>
                    <a:pt x="224127" y="10003"/>
                  </a:lnTo>
                  <a:lnTo>
                    <a:pt x="219131" y="8281"/>
                  </a:lnTo>
                  <a:lnTo>
                    <a:pt x="214084" y="6719"/>
                  </a:lnTo>
                  <a:lnTo>
                    <a:pt x="208990" y="5316"/>
                  </a:lnTo>
                  <a:lnTo>
                    <a:pt x="203854" y="4075"/>
                  </a:lnTo>
                  <a:lnTo>
                    <a:pt x="198681" y="2997"/>
                  </a:lnTo>
                  <a:lnTo>
                    <a:pt x="193477" y="2083"/>
                  </a:lnTo>
                  <a:lnTo>
                    <a:pt x="188246" y="1334"/>
                  </a:lnTo>
                  <a:lnTo>
                    <a:pt x="182995" y="751"/>
                  </a:lnTo>
                  <a:lnTo>
                    <a:pt x="177727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9917" y="5018213"/>
              <a:ext cx="151121" cy="167167"/>
            </a:xfrm>
            <a:custGeom>
              <a:avLst/>
              <a:pathLst>
                <a:path w="151121" h="167167">
                  <a:moveTo>
                    <a:pt x="151121" y="0"/>
                  </a:moveTo>
                  <a:lnTo>
                    <a:pt x="145571" y="92"/>
                  </a:lnTo>
                  <a:lnTo>
                    <a:pt x="140027" y="368"/>
                  </a:lnTo>
                  <a:lnTo>
                    <a:pt x="134495" y="828"/>
                  </a:lnTo>
                  <a:lnTo>
                    <a:pt x="128981" y="1472"/>
                  </a:lnTo>
                  <a:lnTo>
                    <a:pt x="123492" y="2299"/>
                  </a:lnTo>
                  <a:lnTo>
                    <a:pt x="118033" y="3307"/>
                  </a:lnTo>
                  <a:lnTo>
                    <a:pt x="112611" y="4496"/>
                  </a:lnTo>
                  <a:lnTo>
                    <a:pt x="107232" y="5864"/>
                  </a:lnTo>
                  <a:lnTo>
                    <a:pt x="101900" y="7410"/>
                  </a:lnTo>
                  <a:lnTo>
                    <a:pt x="96623" y="9132"/>
                  </a:lnTo>
                  <a:lnTo>
                    <a:pt x="91406" y="11029"/>
                  </a:lnTo>
                  <a:lnTo>
                    <a:pt x="86255" y="13098"/>
                  </a:lnTo>
                  <a:lnTo>
                    <a:pt x="81175" y="15336"/>
                  </a:lnTo>
                  <a:lnTo>
                    <a:pt x="76173" y="17742"/>
                  </a:lnTo>
                  <a:lnTo>
                    <a:pt x="71253" y="20313"/>
                  </a:lnTo>
                  <a:lnTo>
                    <a:pt x="66421" y="23046"/>
                  </a:lnTo>
                  <a:lnTo>
                    <a:pt x="61683" y="25937"/>
                  </a:lnTo>
                  <a:lnTo>
                    <a:pt x="57043" y="28985"/>
                  </a:lnTo>
                  <a:lnTo>
                    <a:pt x="52507" y="32185"/>
                  </a:lnTo>
                  <a:lnTo>
                    <a:pt x="48080" y="35533"/>
                  </a:lnTo>
                  <a:lnTo>
                    <a:pt x="43766" y="39027"/>
                  </a:lnTo>
                  <a:lnTo>
                    <a:pt x="39571" y="42662"/>
                  </a:lnTo>
                  <a:lnTo>
                    <a:pt x="35499" y="46434"/>
                  </a:lnTo>
                  <a:lnTo>
                    <a:pt x="31554" y="50340"/>
                  </a:lnTo>
                  <a:lnTo>
                    <a:pt x="27741" y="54374"/>
                  </a:lnTo>
                  <a:lnTo>
                    <a:pt x="24064" y="58533"/>
                  </a:lnTo>
                  <a:lnTo>
                    <a:pt x="20527" y="62811"/>
                  </a:lnTo>
                  <a:lnTo>
                    <a:pt x="17134" y="67204"/>
                  </a:lnTo>
                  <a:lnTo>
                    <a:pt x="13889" y="71708"/>
                  </a:lnTo>
                  <a:lnTo>
                    <a:pt x="10796" y="76317"/>
                  </a:lnTo>
                  <a:lnTo>
                    <a:pt x="7857" y="81026"/>
                  </a:lnTo>
                  <a:lnTo>
                    <a:pt x="5076" y="85830"/>
                  </a:lnTo>
                  <a:lnTo>
                    <a:pt x="2456" y="90724"/>
                  </a:lnTo>
                  <a:lnTo>
                    <a:pt x="0" y="95702"/>
                  </a:lnTo>
                  <a:lnTo>
                    <a:pt x="151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9917" y="5113916"/>
              <a:ext cx="151121" cy="71464"/>
            </a:xfrm>
            <a:custGeom>
              <a:avLst/>
              <a:pathLst>
                <a:path w="151121" h="71464">
                  <a:moveTo>
                    <a:pt x="0" y="0"/>
                  </a:moveTo>
                  <a:lnTo>
                    <a:pt x="151121" y="7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9917" y="5113916"/>
              <a:ext cx="151121" cy="71464"/>
            </a:xfrm>
            <a:custGeom>
              <a:avLst/>
              <a:pathLst>
                <a:path w="151121" h="71464">
                  <a:moveTo>
                    <a:pt x="0" y="0"/>
                  </a:moveTo>
                  <a:lnTo>
                    <a:pt x="151121" y="71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69917" y="5113916"/>
              <a:ext cx="151121" cy="71464"/>
            </a:xfrm>
            <a:custGeom>
              <a:avLst/>
              <a:pathLst>
                <a:path w="151121" h="71464">
                  <a:moveTo>
                    <a:pt x="0" y="0"/>
                  </a:moveTo>
                  <a:lnTo>
                    <a:pt x="151121" y="71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5896" y="5113916"/>
              <a:ext cx="165142" cy="71464"/>
            </a:xfrm>
            <a:custGeom>
              <a:avLst/>
              <a:pathLst>
                <a:path w="165142" h="71464">
                  <a:moveTo>
                    <a:pt x="14021" y="0"/>
                  </a:moveTo>
                  <a:lnTo>
                    <a:pt x="11563" y="5445"/>
                  </a:lnTo>
                  <a:lnTo>
                    <a:pt x="9302" y="10975"/>
                  </a:lnTo>
                  <a:lnTo>
                    <a:pt x="7240" y="16583"/>
                  </a:lnTo>
                  <a:lnTo>
                    <a:pt x="5380" y="22260"/>
                  </a:lnTo>
                  <a:lnTo>
                    <a:pt x="3724" y="28001"/>
                  </a:lnTo>
                  <a:lnTo>
                    <a:pt x="2274" y="33797"/>
                  </a:lnTo>
                  <a:lnTo>
                    <a:pt x="1032" y="39641"/>
                  </a:lnTo>
                  <a:lnTo>
                    <a:pt x="0" y="45525"/>
                  </a:lnTo>
                  <a:lnTo>
                    <a:pt x="165142" y="71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72" y="5018213"/>
              <a:ext cx="334322" cy="334328"/>
            </a:xfrm>
            <a:custGeom>
              <a:avLst/>
              <a:pathLst>
                <a:path w="334322" h="334328">
                  <a:moveTo>
                    <a:pt x="2023" y="141228"/>
                  </a:moveTo>
                  <a:lnTo>
                    <a:pt x="1282" y="146495"/>
                  </a:lnTo>
                  <a:lnTo>
                    <a:pt x="708" y="151783"/>
                  </a:lnTo>
                  <a:lnTo>
                    <a:pt x="303" y="157086"/>
                  </a:lnTo>
                  <a:lnTo>
                    <a:pt x="67" y="162399"/>
                  </a:lnTo>
                  <a:lnTo>
                    <a:pt x="0" y="167718"/>
                  </a:lnTo>
                  <a:lnTo>
                    <a:pt x="102" y="173035"/>
                  </a:lnTo>
                  <a:lnTo>
                    <a:pt x="373" y="178347"/>
                  </a:lnTo>
                  <a:lnTo>
                    <a:pt x="813" y="183648"/>
                  </a:lnTo>
                  <a:lnTo>
                    <a:pt x="1421" y="188932"/>
                  </a:lnTo>
                  <a:lnTo>
                    <a:pt x="2198" y="194193"/>
                  </a:lnTo>
                  <a:lnTo>
                    <a:pt x="3141" y="199428"/>
                  </a:lnTo>
                  <a:lnTo>
                    <a:pt x="4250" y="204630"/>
                  </a:lnTo>
                  <a:lnTo>
                    <a:pt x="5525" y="209793"/>
                  </a:lnTo>
                  <a:lnTo>
                    <a:pt x="6963" y="214914"/>
                  </a:lnTo>
                  <a:lnTo>
                    <a:pt x="8563" y="219986"/>
                  </a:lnTo>
                  <a:lnTo>
                    <a:pt x="10323" y="225005"/>
                  </a:lnTo>
                  <a:lnTo>
                    <a:pt x="12243" y="229966"/>
                  </a:lnTo>
                  <a:lnTo>
                    <a:pt x="14319" y="234862"/>
                  </a:lnTo>
                  <a:lnTo>
                    <a:pt x="16550" y="239691"/>
                  </a:lnTo>
                  <a:lnTo>
                    <a:pt x="18933" y="244446"/>
                  </a:lnTo>
                  <a:lnTo>
                    <a:pt x="21467" y="249122"/>
                  </a:lnTo>
                  <a:lnTo>
                    <a:pt x="24148" y="253716"/>
                  </a:lnTo>
                  <a:lnTo>
                    <a:pt x="26973" y="258222"/>
                  </a:lnTo>
                  <a:lnTo>
                    <a:pt x="29941" y="262636"/>
                  </a:lnTo>
                  <a:lnTo>
                    <a:pt x="33048" y="266953"/>
                  </a:lnTo>
                  <a:lnTo>
                    <a:pt x="36290" y="271169"/>
                  </a:lnTo>
                  <a:lnTo>
                    <a:pt x="39665" y="275280"/>
                  </a:lnTo>
                  <a:lnTo>
                    <a:pt x="43169" y="279281"/>
                  </a:lnTo>
                  <a:lnTo>
                    <a:pt x="46798" y="283169"/>
                  </a:lnTo>
                  <a:lnTo>
                    <a:pt x="50550" y="286940"/>
                  </a:lnTo>
                  <a:lnTo>
                    <a:pt x="54419" y="290589"/>
                  </a:lnTo>
                  <a:lnTo>
                    <a:pt x="58402" y="294113"/>
                  </a:lnTo>
                  <a:lnTo>
                    <a:pt x="62496" y="297509"/>
                  </a:lnTo>
                  <a:lnTo>
                    <a:pt x="66695" y="300773"/>
                  </a:lnTo>
                  <a:lnTo>
                    <a:pt x="70997" y="303902"/>
                  </a:lnTo>
                  <a:lnTo>
                    <a:pt x="75395" y="306892"/>
                  </a:lnTo>
                  <a:lnTo>
                    <a:pt x="79887" y="309741"/>
                  </a:lnTo>
                  <a:lnTo>
                    <a:pt x="84467" y="312445"/>
                  </a:lnTo>
                  <a:lnTo>
                    <a:pt x="89130" y="315003"/>
                  </a:lnTo>
                  <a:lnTo>
                    <a:pt x="93873" y="317410"/>
                  </a:lnTo>
                  <a:lnTo>
                    <a:pt x="98690" y="319666"/>
                  </a:lnTo>
                  <a:lnTo>
                    <a:pt x="103576" y="321767"/>
                  </a:lnTo>
                  <a:lnTo>
                    <a:pt x="108526" y="323712"/>
                  </a:lnTo>
                  <a:lnTo>
                    <a:pt x="113536" y="325498"/>
                  </a:lnTo>
                  <a:lnTo>
                    <a:pt x="118600" y="327124"/>
                  </a:lnTo>
                  <a:lnTo>
                    <a:pt x="123713" y="328588"/>
                  </a:lnTo>
                  <a:lnTo>
                    <a:pt x="128871" y="329889"/>
                  </a:lnTo>
                  <a:lnTo>
                    <a:pt x="134067" y="331025"/>
                  </a:lnTo>
                  <a:lnTo>
                    <a:pt x="139296" y="331995"/>
                  </a:lnTo>
                  <a:lnTo>
                    <a:pt x="144554" y="332798"/>
                  </a:lnTo>
                  <a:lnTo>
                    <a:pt x="149834" y="333434"/>
                  </a:lnTo>
                  <a:lnTo>
                    <a:pt x="155133" y="333901"/>
                  </a:lnTo>
                  <a:lnTo>
                    <a:pt x="160443" y="334199"/>
                  </a:lnTo>
                  <a:lnTo>
                    <a:pt x="165760" y="334328"/>
                  </a:lnTo>
                  <a:lnTo>
                    <a:pt x="171079" y="334289"/>
                  </a:lnTo>
                  <a:lnTo>
                    <a:pt x="176393" y="334080"/>
                  </a:lnTo>
                  <a:lnTo>
                    <a:pt x="181699" y="333701"/>
                  </a:lnTo>
                  <a:lnTo>
                    <a:pt x="186989" y="333155"/>
                  </a:lnTo>
                  <a:lnTo>
                    <a:pt x="192260" y="332440"/>
                  </a:lnTo>
                  <a:lnTo>
                    <a:pt x="197505" y="331558"/>
                  </a:lnTo>
                  <a:lnTo>
                    <a:pt x="202719" y="330510"/>
                  </a:lnTo>
                  <a:lnTo>
                    <a:pt x="207898" y="329296"/>
                  </a:lnTo>
                  <a:lnTo>
                    <a:pt x="213035" y="327918"/>
                  </a:lnTo>
                  <a:lnTo>
                    <a:pt x="218126" y="326378"/>
                  </a:lnTo>
                  <a:lnTo>
                    <a:pt x="223165" y="324676"/>
                  </a:lnTo>
                  <a:lnTo>
                    <a:pt x="228147" y="322815"/>
                  </a:lnTo>
                  <a:lnTo>
                    <a:pt x="233068" y="320796"/>
                  </a:lnTo>
                  <a:lnTo>
                    <a:pt x="237922" y="318622"/>
                  </a:lnTo>
                  <a:lnTo>
                    <a:pt x="242704" y="316294"/>
                  </a:lnTo>
                  <a:lnTo>
                    <a:pt x="247410" y="313816"/>
                  </a:lnTo>
                  <a:lnTo>
                    <a:pt x="252035" y="311188"/>
                  </a:lnTo>
                  <a:lnTo>
                    <a:pt x="256574" y="308416"/>
                  </a:lnTo>
                  <a:lnTo>
                    <a:pt x="261022" y="305500"/>
                  </a:lnTo>
                  <a:lnTo>
                    <a:pt x="265375" y="302444"/>
                  </a:lnTo>
                  <a:lnTo>
                    <a:pt x="269629" y="299251"/>
                  </a:lnTo>
                  <a:lnTo>
                    <a:pt x="273779" y="295925"/>
                  </a:lnTo>
                  <a:lnTo>
                    <a:pt x="277821" y="292468"/>
                  </a:lnTo>
                  <a:lnTo>
                    <a:pt x="281752" y="288884"/>
                  </a:lnTo>
                  <a:lnTo>
                    <a:pt x="285566" y="285177"/>
                  </a:lnTo>
                  <a:lnTo>
                    <a:pt x="289260" y="281351"/>
                  </a:lnTo>
                  <a:lnTo>
                    <a:pt x="292831" y="277409"/>
                  </a:lnTo>
                  <a:lnTo>
                    <a:pt x="296274" y="273355"/>
                  </a:lnTo>
                  <a:lnTo>
                    <a:pt x="299587" y="269194"/>
                  </a:lnTo>
                  <a:lnTo>
                    <a:pt x="302766" y="264930"/>
                  </a:lnTo>
                  <a:lnTo>
                    <a:pt x="305807" y="260567"/>
                  </a:lnTo>
                  <a:lnTo>
                    <a:pt x="308709" y="256109"/>
                  </a:lnTo>
                  <a:lnTo>
                    <a:pt x="311466" y="251561"/>
                  </a:lnTo>
                  <a:lnTo>
                    <a:pt x="314078" y="246928"/>
                  </a:lnTo>
                  <a:lnTo>
                    <a:pt x="316541" y="242214"/>
                  </a:lnTo>
                  <a:lnTo>
                    <a:pt x="318853" y="237424"/>
                  </a:lnTo>
                  <a:lnTo>
                    <a:pt x="321011" y="232562"/>
                  </a:lnTo>
                  <a:lnTo>
                    <a:pt x="323014" y="227635"/>
                  </a:lnTo>
                  <a:lnTo>
                    <a:pt x="324859" y="222647"/>
                  </a:lnTo>
                  <a:lnTo>
                    <a:pt x="326544" y="217602"/>
                  </a:lnTo>
                  <a:lnTo>
                    <a:pt x="328068" y="212506"/>
                  </a:lnTo>
                  <a:lnTo>
                    <a:pt x="329429" y="207364"/>
                  </a:lnTo>
                  <a:lnTo>
                    <a:pt x="330625" y="202182"/>
                  </a:lnTo>
                  <a:lnTo>
                    <a:pt x="331656" y="196964"/>
                  </a:lnTo>
                  <a:lnTo>
                    <a:pt x="332521" y="191716"/>
                  </a:lnTo>
                  <a:lnTo>
                    <a:pt x="333218" y="186443"/>
                  </a:lnTo>
                  <a:lnTo>
                    <a:pt x="333748" y="181151"/>
                  </a:lnTo>
                  <a:lnTo>
                    <a:pt x="334108" y="175844"/>
                  </a:lnTo>
                  <a:lnTo>
                    <a:pt x="334300" y="170529"/>
                  </a:lnTo>
                  <a:lnTo>
                    <a:pt x="334322" y="165210"/>
                  </a:lnTo>
                  <a:lnTo>
                    <a:pt x="334175" y="159894"/>
                  </a:lnTo>
                  <a:lnTo>
                    <a:pt x="333859" y="154584"/>
                  </a:lnTo>
                  <a:lnTo>
                    <a:pt x="333375" y="149288"/>
                  </a:lnTo>
                  <a:lnTo>
                    <a:pt x="332722" y="144009"/>
                  </a:lnTo>
                  <a:lnTo>
                    <a:pt x="331901" y="138754"/>
                  </a:lnTo>
                  <a:lnTo>
                    <a:pt x="330914" y="133528"/>
                  </a:lnTo>
                  <a:lnTo>
                    <a:pt x="329761" y="128336"/>
                  </a:lnTo>
                  <a:lnTo>
                    <a:pt x="328443" y="123183"/>
                  </a:lnTo>
                  <a:lnTo>
                    <a:pt x="326962" y="118074"/>
                  </a:lnTo>
                  <a:lnTo>
                    <a:pt x="325320" y="113015"/>
                  </a:lnTo>
                  <a:lnTo>
                    <a:pt x="323517" y="108012"/>
                  </a:lnTo>
                  <a:lnTo>
                    <a:pt x="321556" y="103068"/>
                  </a:lnTo>
                  <a:lnTo>
                    <a:pt x="319439" y="98188"/>
                  </a:lnTo>
                  <a:lnTo>
                    <a:pt x="317167" y="93379"/>
                  </a:lnTo>
                  <a:lnTo>
                    <a:pt x="314744" y="88645"/>
                  </a:lnTo>
                  <a:lnTo>
                    <a:pt x="312171" y="83989"/>
                  </a:lnTo>
                  <a:lnTo>
                    <a:pt x="309452" y="79418"/>
                  </a:lnTo>
                  <a:lnTo>
                    <a:pt x="306588" y="74936"/>
                  </a:lnTo>
                  <a:lnTo>
                    <a:pt x="303583" y="70548"/>
                  </a:lnTo>
                  <a:lnTo>
                    <a:pt x="300440" y="66257"/>
                  </a:lnTo>
                  <a:lnTo>
                    <a:pt x="297163" y="62068"/>
                  </a:lnTo>
                  <a:lnTo>
                    <a:pt x="293754" y="57986"/>
                  </a:lnTo>
                  <a:lnTo>
                    <a:pt x="290216" y="54014"/>
                  </a:lnTo>
                  <a:lnTo>
                    <a:pt x="286554" y="50156"/>
                  </a:lnTo>
                  <a:lnTo>
                    <a:pt x="282771" y="46418"/>
                  </a:lnTo>
                  <a:lnTo>
                    <a:pt x="278871" y="42801"/>
                  </a:lnTo>
                  <a:lnTo>
                    <a:pt x="274858" y="39310"/>
                  </a:lnTo>
                  <a:lnTo>
                    <a:pt x="270736" y="35949"/>
                  </a:lnTo>
                  <a:lnTo>
                    <a:pt x="266509" y="32721"/>
                  </a:lnTo>
                  <a:lnTo>
                    <a:pt x="262182" y="29628"/>
                  </a:lnTo>
                  <a:lnTo>
                    <a:pt x="257759" y="26675"/>
                  </a:lnTo>
                  <a:lnTo>
                    <a:pt x="253243" y="23864"/>
                  </a:lnTo>
                  <a:lnTo>
                    <a:pt x="248641" y="21198"/>
                  </a:lnTo>
                  <a:lnTo>
                    <a:pt x="243956" y="18680"/>
                  </a:lnTo>
                  <a:lnTo>
                    <a:pt x="239193" y="16313"/>
                  </a:lnTo>
                  <a:lnTo>
                    <a:pt x="234358" y="14098"/>
                  </a:lnTo>
                  <a:lnTo>
                    <a:pt x="229454" y="12037"/>
                  </a:lnTo>
                  <a:lnTo>
                    <a:pt x="224487" y="10134"/>
                  </a:lnTo>
                  <a:lnTo>
                    <a:pt x="219463" y="8390"/>
                  </a:lnTo>
                  <a:lnTo>
                    <a:pt x="214385" y="6807"/>
                  </a:lnTo>
                  <a:lnTo>
                    <a:pt x="209260" y="5386"/>
                  </a:lnTo>
                  <a:lnTo>
                    <a:pt x="204092" y="4129"/>
                  </a:lnTo>
                  <a:lnTo>
                    <a:pt x="198886" y="3037"/>
                  </a:lnTo>
                  <a:lnTo>
                    <a:pt x="193649" y="2111"/>
                  </a:lnTo>
                  <a:lnTo>
                    <a:pt x="188385" y="1352"/>
                  </a:lnTo>
                  <a:lnTo>
                    <a:pt x="183099" y="761"/>
                  </a:lnTo>
                  <a:lnTo>
                    <a:pt x="177797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4" y="4659281"/>
              <a:ext cx="167160" cy="334306"/>
            </a:xfrm>
            <a:custGeom>
              <a:avLst/>
              <a:pathLst>
                <a:path w="167160" h="334306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7" y="1356"/>
                  </a:lnTo>
                  <a:lnTo>
                    <a:pt x="140634" y="2117"/>
                  </a:lnTo>
                  <a:lnTo>
                    <a:pt x="135389" y="3046"/>
                  </a:lnTo>
                  <a:lnTo>
                    <a:pt x="130175" y="4142"/>
                  </a:lnTo>
                  <a:lnTo>
                    <a:pt x="124999" y="5403"/>
                  </a:lnTo>
                  <a:lnTo>
                    <a:pt x="119866" y="6829"/>
                  </a:lnTo>
                  <a:lnTo>
                    <a:pt x="114781" y="8417"/>
                  </a:lnTo>
                  <a:lnTo>
                    <a:pt x="109749" y="10167"/>
                  </a:lnTo>
                  <a:lnTo>
                    <a:pt x="104775" y="12076"/>
                  </a:lnTo>
                  <a:lnTo>
                    <a:pt x="99865" y="14143"/>
                  </a:lnTo>
                  <a:lnTo>
                    <a:pt x="95023" y="16365"/>
                  </a:lnTo>
                  <a:lnTo>
                    <a:pt x="90255" y="18740"/>
                  </a:lnTo>
                  <a:lnTo>
                    <a:pt x="85564" y="21266"/>
                  </a:lnTo>
                  <a:lnTo>
                    <a:pt x="80957" y="23940"/>
                  </a:lnTo>
                  <a:lnTo>
                    <a:pt x="76436" y="26760"/>
                  </a:lnTo>
                  <a:lnTo>
                    <a:pt x="72008" y="29722"/>
                  </a:lnTo>
                  <a:lnTo>
                    <a:pt x="67677" y="32824"/>
                  </a:lnTo>
                  <a:lnTo>
                    <a:pt x="63447" y="36062"/>
                  </a:lnTo>
                  <a:lnTo>
                    <a:pt x="59322" y="39433"/>
                  </a:lnTo>
                  <a:lnTo>
                    <a:pt x="55306" y="42934"/>
                  </a:lnTo>
                  <a:lnTo>
                    <a:pt x="51405" y="46562"/>
                  </a:lnTo>
                  <a:lnTo>
                    <a:pt x="47620" y="50311"/>
                  </a:lnTo>
                  <a:lnTo>
                    <a:pt x="43958" y="54180"/>
                  </a:lnTo>
                  <a:lnTo>
                    <a:pt x="40420" y="58163"/>
                  </a:lnTo>
                  <a:lnTo>
                    <a:pt x="37011" y="62257"/>
                  </a:lnTo>
                  <a:lnTo>
                    <a:pt x="33734" y="66457"/>
                  </a:lnTo>
                  <a:lnTo>
                    <a:pt x="30593" y="70760"/>
                  </a:lnTo>
                  <a:lnTo>
                    <a:pt x="27590" y="75161"/>
                  </a:lnTo>
                  <a:lnTo>
                    <a:pt x="24729" y="79655"/>
                  </a:lnTo>
                  <a:lnTo>
                    <a:pt x="22013" y="84238"/>
                  </a:lnTo>
                  <a:lnTo>
                    <a:pt x="19444" y="88905"/>
                  </a:lnTo>
                  <a:lnTo>
                    <a:pt x="17025" y="93651"/>
                  </a:lnTo>
                  <a:lnTo>
                    <a:pt x="14759" y="98473"/>
                  </a:lnTo>
                  <a:lnTo>
                    <a:pt x="12647" y="103364"/>
                  </a:lnTo>
                  <a:lnTo>
                    <a:pt x="10693" y="108320"/>
                  </a:lnTo>
                  <a:lnTo>
                    <a:pt x="8897" y="113335"/>
                  </a:lnTo>
                  <a:lnTo>
                    <a:pt x="7262" y="118406"/>
                  </a:lnTo>
                  <a:lnTo>
                    <a:pt x="5790" y="123525"/>
                  </a:lnTo>
                  <a:lnTo>
                    <a:pt x="4481" y="128690"/>
                  </a:lnTo>
                  <a:lnTo>
                    <a:pt x="3337" y="133893"/>
                  </a:lnTo>
                  <a:lnTo>
                    <a:pt x="2360" y="139130"/>
                  </a:lnTo>
                  <a:lnTo>
                    <a:pt x="1551" y="144395"/>
                  </a:lnTo>
                  <a:lnTo>
                    <a:pt x="909" y="149684"/>
                  </a:lnTo>
                  <a:lnTo>
                    <a:pt x="437" y="154990"/>
                  </a:lnTo>
                  <a:lnTo>
                    <a:pt x="133" y="160309"/>
                  </a:lnTo>
                  <a:lnTo>
                    <a:pt x="0" y="165635"/>
                  </a:lnTo>
                  <a:lnTo>
                    <a:pt x="36" y="170962"/>
                  </a:lnTo>
                  <a:lnTo>
                    <a:pt x="241" y="176286"/>
                  </a:lnTo>
                  <a:lnTo>
                    <a:pt x="617" y="181600"/>
                  </a:lnTo>
                  <a:lnTo>
                    <a:pt x="1161" y="186899"/>
                  </a:lnTo>
                  <a:lnTo>
                    <a:pt x="1874" y="192179"/>
                  </a:lnTo>
                  <a:lnTo>
                    <a:pt x="2755" y="197433"/>
                  </a:lnTo>
                  <a:lnTo>
                    <a:pt x="3803" y="202656"/>
                  </a:lnTo>
                  <a:lnTo>
                    <a:pt x="5017" y="207844"/>
                  </a:lnTo>
                  <a:lnTo>
                    <a:pt x="6395" y="212989"/>
                  </a:lnTo>
                  <a:lnTo>
                    <a:pt x="7937" y="218089"/>
                  </a:lnTo>
                  <a:lnTo>
                    <a:pt x="9641" y="223137"/>
                  </a:lnTo>
                  <a:lnTo>
                    <a:pt x="11504" y="228128"/>
                  </a:lnTo>
                  <a:lnTo>
                    <a:pt x="13526" y="233056"/>
                  </a:lnTo>
                  <a:lnTo>
                    <a:pt x="15703" y="237919"/>
                  </a:lnTo>
                  <a:lnTo>
                    <a:pt x="18034" y="242709"/>
                  </a:lnTo>
                  <a:lnTo>
                    <a:pt x="20517" y="247422"/>
                  </a:lnTo>
                  <a:lnTo>
                    <a:pt x="23149" y="252054"/>
                  </a:lnTo>
                  <a:lnTo>
                    <a:pt x="25927" y="256600"/>
                  </a:lnTo>
                  <a:lnTo>
                    <a:pt x="28849" y="261055"/>
                  </a:lnTo>
                  <a:lnTo>
                    <a:pt x="31911" y="265414"/>
                  </a:lnTo>
                  <a:lnTo>
                    <a:pt x="35110" y="269674"/>
                  </a:lnTo>
                  <a:lnTo>
                    <a:pt x="38443" y="273830"/>
                  </a:lnTo>
                  <a:lnTo>
                    <a:pt x="41907" y="277877"/>
                  </a:lnTo>
                  <a:lnTo>
                    <a:pt x="45499" y="281812"/>
                  </a:lnTo>
                  <a:lnTo>
                    <a:pt x="49214" y="285631"/>
                  </a:lnTo>
                  <a:lnTo>
                    <a:pt x="53048" y="289329"/>
                  </a:lnTo>
                  <a:lnTo>
                    <a:pt x="56999" y="292903"/>
                  </a:lnTo>
                  <a:lnTo>
                    <a:pt x="61061" y="296349"/>
                  </a:lnTo>
                  <a:lnTo>
                    <a:pt x="65232" y="299664"/>
                  </a:lnTo>
                  <a:lnTo>
                    <a:pt x="69505" y="302845"/>
                  </a:lnTo>
                  <a:lnTo>
                    <a:pt x="73878" y="305888"/>
                  </a:lnTo>
                  <a:lnTo>
                    <a:pt x="78346" y="308790"/>
                  </a:lnTo>
                  <a:lnTo>
                    <a:pt x="82904" y="311548"/>
                  </a:lnTo>
                  <a:lnTo>
                    <a:pt x="87547" y="314159"/>
                  </a:lnTo>
                  <a:lnTo>
                    <a:pt x="92272" y="316622"/>
                  </a:lnTo>
                  <a:lnTo>
                    <a:pt x="97072" y="318932"/>
                  </a:lnTo>
                  <a:lnTo>
                    <a:pt x="101943" y="321088"/>
                  </a:lnTo>
                  <a:lnTo>
                    <a:pt x="106881" y="323088"/>
                  </a:lnTo>
                  <a:lnTo>
                    <a:pt x="111880" y="324930"/>
                  </a:lnTo>
                  <a:lnTo>
                    <a:pt x="116935" y="326611"/>
                  </a:lnTo>
                  <a:lnTo>
                    <a:pt x="122041" y="328131"/>
                  </a:lnTo>
                  <a:lnTo>
                    <a:pt x="127193" y="329486"/>
                  </a:lnTo>
                  <a:lnTo>
                    <a:pt x="132386" y="330678"/>
                  </a:lnTo>
                  <a:lnTo>
                    <a:pt x="137614" y="331703"/>
                  </a:lnTo>
                  <a:lnTo>
                    <a:pt x="142872" y="332561"/>
                  </a:lnTo>
                  <a:lnTo>
                    <a:pt x="148154" y="333250"/>
                  </a:lnTo>
                  <a:lnTo>
                    <a:pt x="153456" y="333772"/>
                  </a:lnTo>
                  <a:lnTo>
                    <a:pt x="158772" y="334124"/>
                  </a:lnTo>
                  <a:lnTo>
                    <a:pt x="164096" y="33430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0171" y="4826449"/>
              <a:ext cx="127484" cy="167149"/>
            </a:xfrm>
            <a:custGeom>
              <a:avLst/>
              <a:pathLst>
                <a:path w="127484" h="167149">
                  <a:moveTo>
                    <a:pt x="0" y="167139"/>
                  </a:moveTo>
                  <a:lnTo>
                    <a:pt x="5514" y="167149"/>
                  </a:lnTo>
                  <a:lnTo>
                    <a:pt x="11027" y="166977"/>
                  </a:lnTo>
                  <a:lnTo>
                    <a:pt x="16530" y="166624"/>
                  </a:lnTo>
                  <a:lnTo>
                    <a:pt x="22019" y="166089"/>
                  </a:lnTo>
                  <a:lnTo>
                    <a:pt x="27488" y="165373"/>
                  </a:lnTo>
                  <a:lnTo>
                    <a:pt x="32929" y="164477"/>
                  </a:lnTo>
                  <a:lnTo>
                    <a:pt x="38339" y="163403"/>
                  </a:lnTo>
                  <a:lnTo>
                    <a:pt x="43710" y="162150"/>
                  </a:lnTo>
                  <a:lnTo>
                    <a:pt x="49036" y="160721"/>
                  </a:lnTo>
                  <a:lnTo>
                    <a:pt x="54313" y="159117"/>
                  </a:lnTo>
                  <a:lnTo>
                    <a:pt x="59534" y="157340"/>
                  </a:lnTo>
                  <a:lnTo>
                    <a:pt x="64693" y="155392"/>
                  </a:lnTo>
                  <a:lnTo>
                    <a:pt x="69785" y="153274"/>
                  </a:lnTo>
                  <a:lnTo>
                    <a:pt x="74805" y="150990"/>
                  </a:lnTo>
                  <a:lnTo>
                    <a:pt x="79746" y="148541"/>
                  </a:lnTo>
                  <a:lnTo>
                    <a:pt x="84605" y="145931"/>
                  </a:lnTo>
                  <a:lnTo>
                    <a:pt x="89374" y="143162"/>
                  </a:lnTo>
                  <a:lnTo>
                    <a:pt x="94049" y="140237"/>
                  </a:lnTo>
                  <a:lnTo>
                    <a:pt x="98626" y="137159"/>
                  </a:lnTo>
                  <a:lnTo>
                    <a:pt x="103098" y="133932"/>
                  </a:lnTo>
                  <a:lnTo>
                    <a:pt x="107462" y="130560"/>
                  </a:lnTo>
                  <a:lnTo>
                    <a:pt x="111711" y="127045"/>
                  </a:lnTo>
                  <a:lnTo>
                    <a:pt x="115843" y="123392"/>
                  </a:lnTo>
                  <a:lnTo>
                    <a:pt x="119852" y="119605"/>
                  </a:lnTo>
                  <a:lnTo>
                    <a:pt x="123734" y="115687"/>
                  </a:lnTo>
                  <a:lnTo>
                    <a:pt x="127484" y="111644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6" cy="278811"/>
            </a:xfrm>
            <a:custGeom>
              <a:avLst/>
              <a:pathLst>
                <a:path w="167166" h="278811">
                  <a:moveTo>
                    <a:pt x="124420" y="278811"/>
                  </a:moveTo>
                  <a:lnTo>
                    <a:pt x="127926" y="274777"/>
                  </a:lnTo>
                  <a:lnTo>
                    <a:pt x="131301" y="270632"/>
                  </a:lnTo>
                  <a:lnTo>
                    <a:pt x="134541" y="266382"/>
                  </a:lnTo>
                  <a:lnTo>
                    <a:pt x="137644" y="262030"/>
                  </a:lnTo>
                  <a:lnTo>
                    <a:pt x="140606" y="257581"/>
                  </a:lnTo>
                  <a:lnTo>
                    <a:pt x="143425" y="253040"/>
                  </a:lnTo>
                  <a:lnTo>
                    <a:pt x="146097" y="248411"/>
                  </a:lnTo>
                  <a:lnTo>
                    <a:pt x="148619" y="243699"/>
                  </a:lnTo>
                  <a:lnTo>
                    <a:pt x="150990" y="238908"/>
                  </a:lnTo>
                  <a:lnTo>
                    <a:pt x="153206" y="234045"/>
                  </a:lnTo>
                  <a:lnTo>
                    <a:pt x="155266" y="229113"/>
                  </a:lnTo>
                  <a:lnTo>
                    <a:pt x="157167" y="224118"/>
                  </a:lnTo>
                  <a:lnTo>
                    <a:pt x="158907" y="219064"/>
                  </a:lnTo>
                  <a:lnTo>
                    <a:pt x="160485" y="213957"/>
                  </a:lnTo>
                  <a:lnTo>
                    <a:pt x="161899" y="208803"/>
                  </a:lnTo>
                  <a:lnTo>
                    <a:pt x="163147" y="203606"/>
                  </a:lnTo>
                  <a:lnTo>
                    <a:pt x="164229" y="198372"/>
                  </a:lnTo>
                  <a:lnTo>
                    <a:pt x="165142" y="193106"/>
                  </a:lnTo>
                  <a:lnTo>
                    <a:pt x="165887" y="187813"/>
                  </a:lnTo>
                  <a:lnTo>
                    <a:pt x="166462" y="182499"/>
                  </a:lnTo>
                  <a:lnTo>
                    <a:pt x="166867" y="177170"/>
                  </a:lnTo>
                  <a:lnTo>
                    <a:pt x="167102" y="171830"/>
                  </a:lnTo>
                  <a:lnTo>
                    <a:pt x="167166" y="166486"/>
                  </a:lnTo>
                  <a:lnTo>
                    <a:pt x="167058" y="161142"/>
                  </a:lnTo>
                  <a:lnTo>
                    <a:pt x="166780" y="155805"/>
                  </a:lnTo>
                  <a:lnTo>
                    <a:pt x="166332" y="150479"/>
                  </a:lnTo>
                  <a:lnTo>
                    <a:pt x="165713" y="145170"/>
                  </a:lnTo>
                  <a:lnTo>
                    <a:pt x="164925" y="139884"/>
                  </a:lnTo>
                  <a:lnTo>
                    <a:pt x="163969" y="134625"/>
                  </a:lnTo>
                  <a:lnTo>
                    <a:pt x="162845" y="129400"/>
                  </a:lnTo>
                  <a:lnTo>
                    <a:pt x="161554" y="124213"/>
                  </a:lnTo>
                  <a:lnTo>
                    <a:pt x="160099" y="119071"/>
                  </a:lnTo>
                  <a:lnTo>
                    <a:pt x="158479" y="113977"/>
                  </a:lnTo>
                  <a:lnTo>
                    <a:pt x="156698" y="108938"/>
                  </a:lnTo>
                  <a:lnTo>
                    <a:pt x="154756" y="103958"/>
                  </a:lnTo>
                  <a:lnTo>
                    <a:pt x="152656" y="99043"/>
                  </a:lnTo>
                  <a:lnTo>
                    <a:pt x="150401" y="94198"/>
                  </a:lnTo>
                  <a:lnTo>
                    <a:pt x="147991" y="89427"/>
                  </a:lnTo>
                  <a:lnTo>
                    <a:pt x="145430" y="84736"/>
                  </a:lnTo>
                  <a:lnTo>
                    <a:pt x="142721" y="80129"/>
                  </a:lnTo>
                  <a:lnTo>
                    <a:pt x="139865" y="75611"/>
                  </a:lnTo>
                  <a:lnTo>
                    <a:pt x="136867" y="71186"/>
                  </a:lnTo>
                  <a:lnTo>
                    <a:pt x="133728" y="66860"/>
                  </a:lnTo>
                  <a:lnTo>
                    <a:pt x="130453" y="62636"/>
                  </a:lnTo>
                  <a:lnTo>
                    <a:pt x="127045" y="58519"/>
                  </a:lnTo>
                  <a:lnTo>
                    <a:pt x="123507" y="54513"/>
                  </a:lnTo>
                  <a:lnTo>
                    <a:pt x="119842" y="50622"/>
                  </a:lnTo>
                  <a:lnTo>
                    <a:pt x="116055" y="46851"/>
                  </a:lnTo>
                  <a:lnTo>
                    <a:pt x="112150" y="43202"/>
                  </a:lnTo>
                  <a:lnTo>
                    <a:pt x="108129" y="39680"/>
                  </a:lnTo>
                  <a:lnTo>
                    <a:pt x="103998" y="36288"/>
                  </a:lnTo>
                  <a:lnTo>
                    <a:pt x="99761" y="33031"/>
                  </a:lnTo>
                  <a:lnTo>
                    <a:pt x="95422" y="29910"/>
                  </a:lnTo>
                  <a:lnTo>
                    <a:pt x="90985" y="26930"/>
                  </a:lnTo>
                  <a:lnTo>
                    <a:pt x="86456" y="24093"/>
                  </a:lnTo>
                  <a:lnTo>
                    <a:pt x="81838" y="21402"/>
                  </a:lnTo>
                  <a:lnTo>
                    <a:pt x="77136" y="18860"/>
                  </a:lnTo>
                  <a:lnTo>
                    <a:pt x="72355" y="16470"/>
                  </a:lnTo>
                  <a:lnTo>
                    <a:pt x="67501" y="14234"/>
                  </a:lnTo>
                  <a:lnTo>
                    <a:pt x="62577" y="12154"/>
                  </a:lnTo>
                  <a:lnTo>
                    <a:pt x="57590" y="10233"/>
                  </a:lnTo>
                  <a:lnTo>
                    <a:pt x="52543" y="8472"/>
                  </a:lnTo>
                  <a:lnTo>
                    <a:pt x="47443" y="6873"/>
                  </a:lnTo>
                  <a:lnTo>
                    <a:pt x="42295" y="5439"/>
                  </a:lnTo>
                  <a:lnTo>
                    <a:pt x="37103" y="4169"/>
                  </a:lnTo>
                  <a:lnTo>
                    <a:pt x="31873" y="3066"/>
                  </a:lnTo>
                  <a:lnTo>
                    <a:pt x="26611" y="2131"/>
                  </a:lnTo>
                  <a:lnTo>
                    <a:pt x="21321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23" y="4213821"/>
              <a:ext cx="286539" cy="334334"/>
            </a:xfrm>
            <a:custGeom>
              <a:avLst/>
              <a:pathLst>
                <a:path w="28653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6" y="11987"/>
                  </a:lnTo>
                  <a:lnTo>
                    <a:pt x="100091" y="14039"/>
                  </a:lnTo>
                  <a:lnTo>
                    <a:pt x="95264" y="16244"/>
                  </a:lnTo>
                  <a:lnTo>
                    <a:pt x="90509" y="18602"/>
                  </a:lnTo>
                  <a:lnTo>
                    <a:pt x="85831" y="21110"/>
                  </a:lnTo>
                  <a:lnTo>
                    <a:pt x="81236" y="23765"/>
                  </a:lnTo>
                  <a:lnTo>
                    <a:pt x="76727" y="26565"/>
                  </a:lnTo>
                  <a:lnTo>
                    <a:pt x="72309" y="29506"/>
                  </a:lnTo>
                  <a:lnTo>
                    <a:pt x="67987" y="32586"/>
                  </a:lnTo>
                  <a:lnTo>
                    <a:pt x="63764" y="35802"/>
                  </a:lnTo>
                  <a:lnTo>
                    <a:pt x="59646" y="39150"/>
                  </a:lnTo>
                  <a:lnTo>
                    <a:pt x="55636" y="42627"/>
                  </a:lnTo>
                  <a:lnTo>
                    <a:pt x="51739" y="46230"/>
                  </a:lnTo>
                  <a:lnTo>
                    <a:pt x="47958" y="49955"/>
                  </a:lnTo>
                  <a:lnTo>
                    <a:pt x="44297" y="53798"/>
                  </a:lnTo>
                  <a:lnTo>
                    <a:pt x="40760" y="57755"/>
                  </a:lnTo>
                  <a:lnTo>
                    <a:pt x="37351" y="61822"/>
                  </a:lnTo>
                  <a:lnTo>
                    <a:pt x="34072" y="65996"/>
                  </a:lnTo>
                  <a:lnTo>
                    <a:pt x="30927" y="70271"/>
                  </a:lnTo>
                  <a:lnTo>
                    <a:pt x="27920" y="74644"/>
                  </a:lnTo>
                  <a:lnTo>
                    <a:pt x="25053" y="79111"/>
                  </a:lnTo>
                  <a:lnTo>
                    <a:pt x="22329" y="83666"/>
                  </a:lnTo>
                  <a:lnTo>
                    <a:pt x="19751" y="88305"/>
                  </a:lnTo>
                  <a:lnTo>
                    <a:pt x="17322" y="93024"/>
                  </a:lnTo>
                  <a:lnTo>
                    <a:pt x="15044" y="97818"/>
                  </a:lnTo>
                  <a:lnTo>
                    <a:pt x="12919" y="102681"/>
                  </a:lnTo>
                  <a:lnTo>
                    <a:pt x="10950" y="107610"/>
                  </a:lnTo>
                  <a:lnTo>
                    <a:pt x="9138" y="112599"/>
                  </a:lnTo>
                  <a:lnTo>
                    <a:pt x="7485" y="117642"/>
                  </a:lnTo>
                  <a:lnTo>
                    <a:pt x="5993" y="122736"/>
                  </a:lnTo>
                  <a:lnTo>
                    <a:pt x="4664" y="127874"/>
                  </a:lnTo>
                  <a:lnTo>
                    <a:pt x="3499" y="133052"/>
                  </a:lnTo>
                  <a:lnTo>
                    <a:pt x="2498" y="138264"/>
                  </a:lnTo>
                  <a:lnTo>
                    <a:pt x="1664" y="143506"/>
                  </a:lnTo>
                  <a:lnTo>
                    <a:pt x="996" y="148771"/>
                  </a:lnTo>
                  <a:lnTo>
                    <a:pt x="496" y="154055"/>
                  </a:lnTo>
                  <a:lnTo>
                    <a:pt x="163" y="159352"/>
                  </a:lnTo>
                  <a:lnTo>
                    <a:pt x="0" y="164657"/>
                  </a:lnTo>
                  <a:lnTo>
                    <a:pt x="4" y="169964"/>
                  </a:lnTo>
                  <a:lnTo>
                    <a:pt x="177" y="175269"/>
                  </a:lnTo>
                  <a:lnTo>
                    <a:pt x="518" y="180565"/>
                  </a:lnTo>
                  <a:lnTo>
                    <a:pt x="1028" y="185848"/>
                  </a:lnTo>
                  <a:lnTo>
                    <a:pt x="1704" y="191112"/>
                  </a:lnTo>
                  <a:lnTo>
                    <a:pt x="2548" y="196352"/>
                  </a:lnTo>
                  <a:lnTo>
                    <a:pt x="3557" y="201563"/>
                  </a:lnTo>
                  <a:lnTo>
                    <a:pt x="4732" y="206739"/>
                  </a:lnTo>
                  <a:lnTo>
                    <a:pt x="6070" y="211875"/>
                  </a:lnTo>
                  <a:lnTo>
                    <a:pt x="7570" y="216965"/>
                  </a:lnTo>
                  <a:lnTo>
                    <a:pt x="9232" y="222006"/>
                  </a:lnTo>
                  <a:lnTo>
                    <a:pt x="11052" y="226992"/>
                  </a:lnTo>
                  <a:lnTo>
                    <a:pt x="13030" y="231917"/>
                  </a:lnTo>
                  <a:lnTo>
                    <a:pt x="15163" y="236777"/>
                  </a:lnTo>
                  <a:lnTo>
                    <a:pt x="17449" y="241566"/>
                  </a:lnTo>
                  <a:lnTo>
                    <a:pt x="19887" y="246281"/>
                  </a:lnTo>
                  <a:lnTo>
                    <a:pt x="22472" y="250916"/>
                  </a:lnTo>
                  <a:lnTo>
                    <a:pt x="25204" y="255467"/>
                  </a:lnTo>
                  <a:lnTo>
                    <a:pt x="28079" y="259928"/>
                  </a:lnTo>
                  <a:lnTo>
                    <a:pt x="31093" y="264296"/>
                  </a:lnTo>
                  <a:lnTo>
                    <a:pt x="34245" y="268566"/>
                  </a:lnTo>
                  <a:lnTo>
                    <a:pt x="37531" y="272734"/>
                  </a:lnTo>
                  <a:lnTo>
                    <a:pt x="40948" y="276796"/>
                  </a:lnTo>
                  <a:lnTo>
                    <a:pt x="44492" y="280747"/>
                  </a:lnTo>
                  <a:lnTo>
                    <a:pt x="48159" y="284583"/>
                  </a:lnTo>
                  <a:lnTo>
                    <a:pt x="51947" y="288301"/>
                  </a:lnTo>
                  <a:lnTo>
                    <a:pt x="55850" y="291898"/>
                  </a:lnTo>
                  <a:lnTo>
                    <a:pt x="59866" y="295368"/>
                  </a:lnTo>
                  <a:lnTo>
                    <a:pt x="63990" y="298709"/>
                  </a:lnTo>
                  <a:lnTo>
                    <a:pt x="68217" y="301917"/>
                  </a:lnTo>
                  <a:lnTo>
                    <a:pt x="72545" y="304990"/>
                  </a:lnTo>
                  <a:lnTo>
                    <a:pt x="76968" y="307924"/>
                  </a:lnTo>
                  <a:lnTo>
                    <a:pt x="81482" y="310716"/>
                  </a:lnTo>
                  <a:lnTo>
                    <a:pt x="86082" y="313363"/>
                  </a:lnTo>
                  <a:lnTo>
                    <a:pt x="90764" y="315863"/>
                  </a:lnTo>
                  <a:lnTo>
                    <a:pt x="95523" y="318212"/>
                  </a:lnTo>
                  <a:lnTo>
                    <a:pt x="100354" y="320410"/>
                  </a:lnTo>
                  <a:lnTo>
                    <a:pt x="105252" y="322453"/>
                  </a:lnTo>
                  <a:lnTo>
                    <a:pt x="110213" y="324340"/>
                  </a:lnTo>
                  <a:lnTo>
                    <a:pt x="115231" y="326068"/>
                  </a:lnTo>
                  <a:lnTo>
                    <a:pt x="120302" y="327636"/>
                  </a:lnTo>
                  <a:lnTo>
                    <a:pt x="125419" y="329042"/>
                  </a:lnTo>
                  <a:lnTo>
                    <a:pt x="130579" y="330286"/>
                  </a:lnTo>
                  <a:lnTo>
                    <a:pt x="135776" y="331364"/>
                  </a:lnTo>
                  <a:lnTo>
                    <a:pt x="141004" y="332277"/>
                  </a:lnTo>
                  <a:lnTo>
                    <a:pt x="146259" y="333024"/>
                  </a:lnTo>
                  <a:lnTo>
                    <a:pt x="151535" y="333604"/>
                  </a:lnTo>
                  <a:lnTo>
                    <a:pt x="156826" y="334015"/>
                  </a:lnTo>
                  <a:lnTo>
                    <a:pt x="162128" y="334259"/>
                  </a:lnTo>
                  <a:lnTo>
                    <a:pt x="167435" y="334334"/>
                  </a:lnTo>
                  <a:lnTo>
                    <a:pt x="172741" y="334241"/>
                  </a:lnTo>
                  <a:lnTo>
                    <a:pt x="178042" y="333979"/>
                  </a:lnTo>
                  <a:lnTo>
                    <a:pt x="183332" y="333549"/>
                  </a:lnTo>
                  <a:lnTo>
                    <a:pt x="188606" y="332951"/>
                  </a:lnTo>
                  <a:lnTo>
                    <a:pt x="193858" y="332187"/>
                  </a:lnTo>
                  <a:lnTo>
                    <a:pt x="199083" y="331256"/>
                  </a:lnTo>
                  <a:lnTo>
                    <a:pt x="204276" y="330159"/>
                  </a:lnTo>
                  <a:lnTo>
                    <a:pt x="209432" y="328898"/>
                  </a:lnTo>
                  <a:lnTo>
                    <a:pt x="214545" y="327475"/>
                  </a:lnTo>
                  <a:lnTo>
                    <a:pt x="219610" y="325889"/>
                  </a:lnTo>
                  <a:lnTo>
                    <a:pt x="224622" y="324144"/>
                  </a:lnTo>
                  <a:lnTo>
                    <a:pt x="229576" y="322240"/>
                  </a:lnTo>
                  <a:lnTo>
                    <a:pt x="234468" y="320180"/>
                  </a:lnTo>
                  <a:lnTo>
                    <a:pt x="239291" y="317966"/>
                  </a:lnTo>
                  <a:lnTo>
                    <a:pt x="244042" y="315600"/>
                  </a:lnTo>
                  <a:lnTo>
                    <a:pt x="248715" y="313084"/>
                  </a:lnTo>
                  <a:lnTo>
                    <a:pt x="253306" y="310421"/>
                  </a:lnTo>
                  <a:lnTo>
                    <a:pt x="257810" y="307614"/>
                  </a:lnTo>
                  <a:lnTo>
                    <a:pt x="262223" y="304665"/>
                  </a:lnTo>
                  <a:lnTo>
                    <a:pt x="266540" y="301577"/>
                  </a:lnTo>
                  <a:lnTo>
                    <a:pt x="270757" y="298354"/>
                  </a:lnTo>
                  <a:lnTo>
                    <a:pt x="274869" y="294999"/>
                  </a:lnTo>
                  <a:lnTo>
                    <a:pt x="278873" y="291515"/>
                  </a:lnTo>
                  <a:lnTo>
                    <a:pt x="282764" y="287906"/>
                  </a:lnTo>
                  <a:lnTo>
                    <a:pt x="286539" y="28417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50218"/>
              <a:ext cx="167152" cy="147777"/>
            </a:xfrm>
            <a:custGeom>
              <a:avLst/>
              <a:pathLst>
                <a:path w="167152" h="147777">
                  <a:moveTo>
                    <a:pt x="119390" y="147777"/>
                  </a:moveTo>
                  <a:lnTo>
                    <a:pt x="123199" y="143760"/>
                  </a:lnTo>
                  <a:lnTo>
                    <a:pt x="126873" y="139618"/>
                  </a:lnTo>
                  <a:lnTo>
                    <a:pt x="130408" y="135357"/>
                  </a:lnTo>
                  <a:lnTo>
                    <a:pt x="133799" y="130982"/>
                  </a:lnTo>
                  <a:lnTo>
                    <a:pt x="137044" y="126497"/>
                  </a:lnTo>
                  <a:lnTo>
                    <a:pt x="140139" y="121906"/>
                  </a:lnTo>
                  <a:lnTo>
                    <a:pt x="143080" y="117216"/>
                  </a:lnTo>
                  <a:lnTo>
                    <a:pt x="145864" y="112431"/>
                  </a:lnTo>
                  <a:lnTo>
                    <a:pt x="148488" y="107556"/>
                  </a:lnTo>
                  <a:lnTo>
                    <a:pt x="150949" y="102597"/>
                  </a:lnTo>
                  <a:lnTo>
                    <a:pt x="153245" y="97559"/>
                  </a:lnTo>
                  <a:lnTo>
                    <a:pt x="155372" y="92448"/>
                  </a:lnTo>
                  <a:lnTo>
                    <a:pt x="157329" y="87270"/>
                  </a:lnTo>
                  <a:lnTo>
                    <a:pt x="159114" y="82029"/>
                  </a:lnTo>
                  <a:lnTo>
                    <a:pt x="160724" y="76732"/>
                  </a:lnTo>
                  <a:lnTo>
                    <a:pt x="162158" y="71385"/>
                  </a:lnTo>
                  <a:lnTo>
                    <a:pt x="163414" y="65993"/>
                  </a:lnTo>
                  <a:lnTo>
                    <a:pt x="164491" y="60563"/>
                  </a:lnTo>
                  <a:lnTo>
                    <a:pt x="165387" y="55100"/>
                  </a:lnTo>
                  <a:lnTo>
                    <a:pt x="166102" y="49610"/>
                  </a:lnTo>
                  <a:lnTo>
                    <a:pt x="166635" y="44100"/>
                  </a:lnTo>
                  <a:lnTo>
                    <a:pt x="166985" y="38575"/>
                  </a:lnTo>
                  <a:lnTo>
                    <a:pt x="167152" y="33041"/>
                  </a:lnTo>
                  <a:lnTo>
                    <a:pt x="167135" y="27505"/>
                  </a:lnTo>
                  <a:lnTo>
                    <a:pt x="166935" y="21973"/>
                  </a:lnTo>
                  <a:lnTo>
                    <a:pt x="166552" y="16450"/>
                  </a:lnTo>
                  <a:lnTo>
                    <a:pt x="165987" y="10943"/>
                  </a:lnTo>
                  <a:lnTo>
                    <a:pt x="165239" y="5457"/>
                  </a:lnTo>
                  <a:lnTo>
                    <a:pt x="164311" y="0"/>
                  </a:lnTo>
                  <a:lnTo>
                    <a:pt x="0" y="30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4311" cy="167167"/>
            </a:xfrm>
            <a:custGeom>
              <a:avLst/>
              <a:pathLst>
                <a:path w="164311" h="167167">
                  <a:moveTo>
                    <a:pt x="164311" y="136397"/>
                  </a:moveTo>
                  <a:lnTo>
                    <a:pt x="163234" y="131119"/>
                  </a:lnTo>
                  <a:lnTo>
                    <a:pt x="161988" y="125878"/>
                  </a:lnTo>
                  <a:lnTo>
                    <a:pt x="160573" y="120681"/>
                  </a:lnTo>
                  <a:lnTo>
                    <a:pt x="158992" y="115531"/>
                  </a:lnTo>
                  <a:lnTo>
                    <a:pt x="157246" y="110435"/>
                  </a:lnTo>
                  <a:lnTo>
                    <a:pt x="155337" y="105398"/>
                  </a:lnTo>
                  <a:lnTo>
                    <a:pt x="153266" y="100425"/>
                  </a:lnTo>
                  <a:lnTo>
                    <a:pt x="151036" y="95522"/>
                  </a:lnTo>
                  <a:lnTo>
                    <a:pt x="148649" y="90693"/>
                  </a:lnTo>
                  <a:lnTo>
                    <a:pt x="146108" y="85943"/>
                  </a:lnTo>
                  <a:lnTo>
                    <a:pt x="143415" y="81278"/>
                  </a:lnTo>
                  <a:lnTo>
                    <a:pt x="140573" y="76702"/>
                  </a:lnTo>
                  <a:lnTo>
                    <a:pt x="137586" y="72219"/>
                  </a:lnTo>
                  <a:lnTo>
                    <a:pt x="134455" y="67836"/>
                  </a:lnTo>
                  <a:lnTo>
                    <a:pt x="131185" y="63555"/>
                  </a:lnTo>
                  <a:lnTo>
                    <a:pt x="127778" y="59382"/>
                  </a:lnTo>
                  <a:lnTo>
                    <a:pt x="124239" y="55321"/>
                  </a:lnTo>
                  <a:lnTo>
                    <a:pt x="120571" y="51377"/>
                  </a:lnTo>
                  <a:lnTo>
                    <a:pt x="116778" y="47552"/>
                  </a:lnTo>
                  <a:lnTo>
                    <a:pt x="112863" y="43851"/>
                  </a:lnTo>
                  <a:lnTo>
                    <a:pt x="108832" y="40279"/>
                  </a:lnTo>
                  <a:lnTo>
                    <a:pt x="104687" y="36838"/>
                  </a:lnTo>
                  <a:lnTo>
                    <a:pt x="100433" y="33533"/>
                  </a:lnTo>
                  <a:lnTo>
                    <a:pt x="96076" y="30367"/>
                  </a:lnTo>
                  <a:lnTo>
                    <a:pt x="91618" y="27342"/>
                  </a:lnTo>
                  <a:lnTo>
                    <a:pt x="87066" y="24463"/>
                  </a:lnTo>
                  <a:lnTo>
                    <a:pt x="82422" y="21732"/>
                  </a:lnTo>
                  <a:lnTo>
                    <a:pt x="77694" y="19152"/>
                  </a:lnTo>
                  <a:lnTo>
                    <a:pt x="72885" y="16725"/>
                  </a:lnTo>
                  <a:lnTo>
                    <a:pt x="68000" y="14455"/>
                  </a:lnTo>
                  <a:lnTo>
                    <a:pt x="63044" y="12343"/>
                  </a:lnTo>
                  <a:lnTo>
                    <a:pt x="58023" y="10392"/>
                  </a:lnTo>
                  <a:lnTo>
                    <a:pt x="52942" y="8604"/>
                  </a:lnTo>
                  <a:lnTo>
                    <a:pt x="47805" y="6981"/>
                  </a:lnTo>
                  <a:lnTo>
                    <a:pt x="42619" y="5524"/>
                  </a:lnTo>
                  <a:lnTo>
                    <a:pt x="37389" y="4235"/>
                  </a:lnTo>
                  <a:lnTo>
                    <a:pt x="32120" y="3114"/>
                  </a:lnTo>
                  <a:lnTo>
                    <a:pt x="26818" y="2165"/>
                  </a:lnTo>
                  <a:lnTo>
                    <a:pt x="21488" y="1386"/>
                  </a:lnTo>
                  <a:lnTo>
                    <a:pt x="16135" y="780"/>
                  </a:lnTo>
                  <a:lnTo>
                    <a:pt x="10766" y="347"/>
                  </a:lnTo>
                  <a:lnTo>
                    <a:pt x="538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61" y="3707720"/>
              <a:ext cx="270105" cy="334334"/>
            </a:xfrm>
            <a:custGeom>
              <a:avLst/>
              <a:pathLst>
                <a:path w="270105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8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3"/>
                  </a:lnTo>
                  <a:lnTo>
                    <a:pt x="110016" y="10066"/>
                  </a:lnTo>
                  <a:lnTo>
                    <a:pt x="105064" y="11956"/>
                  </a:lnTo>
                  <a:lnTo>
                    <a:pt x="100174" y="14002"/>
                  </a:lnTo>
                  <a:lnTo>
                    <a:pt x="95352" y="16203"/>
                  </a:lnTo>
                  <a:lnTo>
                    <a:pt x="90602" y="18555"/>
                  </a:lnTo>
                  <a:lnTo>
                    <a:pt x="85929" y="21056"/>
                  </a:lnTo>
                  <a:lnTo>
                    <a:pt x="81338" y="23705"/>
                  </a:lnTo>
                  <a:lnTo>
                    <a:pt x="76832" y="26498"/>
                  </a:lnTo>
                  <a:lnTo>
                    <a:pt x="72418" y="29432"/>
                  </a:lnTo>
                  <a:lnTo>
                    <a:pt x="68099" y="32504"/>
                  </a:lnTo>
                  <a:lnTo>
                    <a:pt x="63879" y="35712"/>
                  </a:lnTo>
                  <a:lnTo>
                    <a:pt x="59764" y="39052"/>
                  </a:lnTo>
                  <a:lnTo>
                    <a:pt x="55756" y="42521"/>
                  </a:lnTo>
                  <a:lnTo>
                    <a:pt x="51860" y="46116"/>
                  </a:lnTo>
                  <a:lnTo>
                    <a:pt x="48080" y="49832"/>
                  </a:lnTo>
                  <a:lnTo>
                    <a:pt x="44420" y="53665"/>
                  </a:lnTo>
                  <a:lnTo>
                    <a:pt x="40883" y="57613"/>
                  </a:lnTo>
                  <a:lnTo>
                    <a:pt x="37474" y="61672"/>
                  </a:lnTo>
                  <a:lnTo>
                    <a:pt x="34194" y="65836"/>
                  </a:lnTo>
                  <a:lnTo>
                    <a:pt x="31048" y="70102"/>
                  </a:lnTo>
                  <a:lnTo>
                    <a:pt x="28040" y="74466"/>
                  </a:lnTo>
                  <a:lnTo>
                    <a:pt x="25170" y="78923"/>
                  </a:lnTo>
                  <a:lnTo>
                    <a:pt x="22444" y="83468"/>
                  </a:lnTo>
                  <a:lnTo>
                    <a:pt x="19863" y="88098"/>
                  </a:lnTo>
                  <a:lnTo>
                    <a:pt x="17431" y="92807"/>
                  </a:lnTo>
                  <a:lnTo>
                    <a:pt x="15148" y="97591"/>
                  </a:lnTo>
                  <a:lnTo>
                    <a:pt x="13019" y="102445"/>
                  </a:lnTo>
                  <a:lnTo>
                    <a:pt x="11044" y="107364"/>
                  </a:lnTo>
                  <a:lnTo>
                    <a:pt x="9227" y="112344"/>
                  </a:lnTo>
                  <a:lnTo>
                    <a:pt x="7568" y="117378"/>
                  </a:lnTo>
                  <a:lnTo>
                    <a:pt x="6070" y="122462"/>
                  </a:lnTo>
                  <a:lnTo>
                    <a:pt x="4734" y="127592"/>
                  </a:lnTo>
                  <a:lnTo>
                    <a:pt x="3561" y="132761"/>
                  </a:lnTo>
                  <a:lnTo>
                    <a:pt x="2552" y="137964"/>
                  </a:lnTo>
                  <a:lnTo>
                    <a:pt x="1709" y="143197"/>
                  </a:lnTo>
                  <a:lnTo>
                    <a:pt x="1032" y="148454"/>
                  </a:lnTo>
                  <a:lnTo>
                    <a:pt x="522" y="153730"/>
                  </a:lnTo>
                  <a:lnTo>
                    <a:pt x="180" y="159020"/>
                  </a:lnTo>
                  <a:lnTo>
                    <a:pt x="6" y="164318"/>
                  </a:lnTo>
                  <a:lnTo>
                    <a:pt x="0" y="169618"/>
                  </a:lnTo>
                  <a:lnTo>
                    <a:pt x="161" y="174916"/>
                  </a:lnTo>
                  <a:lnTo>
                    <a:pt x="491" y="180206"/>
                  </a:lnTo>
                  <a:lnTo>
                    <a:pt x="988" y="185484"/>
                  </a:lnTo>
                  <a:lnTo>
                    <a:pt x="1652" y="190742"/>
                  </a:lnTo>
                  <a:lnTo>
                    <a:pt x="2483" y="195977"/>
                  </a:lnTo>
                  <a:lnTo>
                    <a:pt x="3479" y="201183"/>
                  </a:lnTo>
                  <a:lnTo>
                    <a:pt x="4640" y="206355"/>
                  </a:lnTo>
                  <a:lnTo>
                    <a:pt x="5964" y="211488"/>
                  </a:lnTo>
                  <a:lnTo>
                    <a:pt x="7450" y="216576"/>
                  </a:lnTo>
                  <a:lnTo>
                    <a:pt x="9097" y="221614"/>
                  </a:lnTo>
                  <a:lnTo>
                    <a:pt x="10902" y="226597"/>
                  </a:lnTo>
                  <a:lnTo>
                    <a:pt x="12865" y="231521"/>
                  </a:lnTo>
                  <a:lnTo>
                    <a:pt x="14983" y="236380"/>
                  </a:lnTo>
                  <a:lnTo>
                    <a:pt x="17254" y="241170"/>
                  </a:lnTo>
                  <a:lnTo>
                    <a:pt x="19675" y="245885"/>
                  </a:lnTo>
                  <a:lnTo>
                    <a:pt x="22245" y="250521"/>
                  </a:lnTo>
                  <a:lnTo>
                    <a:pt x="24961" y="255073"/>
                  </a:lnTo>
                  <a:lnTo>
                    <a:pt x="27819" y="259536"/>
                  </a:lnTo>
                  <a:lnTo>
                    <a:pt x="30818" y="263907"/>
                  </a:lnTo>
                  <a:lnTo>
                    <a:pt x="33953" y="268181"/>
                  </a:lnTo>
                  <a:lnTo>
                    <a:pt x="37223" y="272353"/>
                  </a:lnTo>
                  <a:lnTo>
                    <a:pt x="40623" y="276419"/>
                  </a:lnTo>
                  <a:lnTo>
                    <a:pt x="44150" y="280376"/>
                  </a:lnTo>
                  <a:lnTo>
                    <a:pt x="47801" y="284218"/>
                  </a:lnTo>
                  <a:lnTo>
                    <a:pt x="51572" y="287943"/>
                  </a:lnTo>
                  <a:lnTo>
                    <a:pt x="55459" y="291547"/>
                  </a:lnTo>
                  <a:lnTo>
                    <a:pt x="59459" y="295025"/>
                  </a:lnTo>
                  <a:lnTo>
                    <a:pt x="63566" y="298375"/>
                  </a:lnTo>
                  <a:lnTo>
                    <a:pt x="67778" y="301593"/>
                  </a:lnTo>
                  <a:lnTo>
                    <a:pt x="72090" y="304676"/>
                  </a:lnTo>
                  <a:lnTo>
                    <a:pt x="76497" y="307621"/>
                  </a:lnTo>
                  <a:lnTo>
                    <a:pt x="80996" y="310424"/>
                  </a:lnTo>
                  <a:lnTo>
                    <a:pt x="85581" y="313083"/>
                  </a:lnTo>
                  <a:lnTo>
                    <a:pt x="90248" y="315596"/>
                  </a:lnTo>
                  <a:lnTo>
                    <a:pt x="94993" y="317960"/>
                  </a:lnTo>
                  <a:lnTo>
                    <a:pt x="99810" y="320171"/>
                  </a:lnTo>
                  <a:lnTo>
                    <a:pt x="104694" y="322229"/>
                  </a:lnTo>
                  <a:lnTo>
                    <a:pt x="109642" y="324132"/>
                  </a:lnTo>
                  <a:lnTo>
                    <a:pt x="114647" y="325876"/>
                  </a:lnTo>
                  <a:lnTo>
                    <a:pt x="119705" y="327461"/>
                  </a:lnTo>
                  <a:lnTo>
                    <a:pt x="124811" y="328884"/>
                  </a:lnTo>
                  <a:lnTo>
                    <a:pt x="129959" y="330145"/>
                  </a:lnTo>
                  <a:lnTo>
                    <a:pt x="135145" y="331242"/>
                  </a:lnTo>
                  <a:lnTo>
                    <a:pt x="140363" y="332174"/>
                  </a:lnTo>
                  <a:lnTo>
                    <a:pt x="145608" y="332941"/>
                  </a:lnTo>
                  <a:lnTo>
                    <a:pt x="150874" y="333540"/>
                  </a:lnTo>
                  <a:lnTo>
                    <a:pt x="156157" y="333973"/>
                  </a:lnTo>
                  <a:lnTo>
                    <a:pt x="161451" y="334237"/>
                  </a:lnTo>
                  <a:lnTo>
                    <a:pt x="166751" y="334334"/>
                  </a:lnTo>
                  <a:lnTo>
                    <a:pt x="172051" y="334263"/>
                  </a:lnTo>
                  <a:lnTo>
                    <a:pt x="177346" y="334023"/>
                  </a:lnTo>
                  <a:lnTo>
                    <a:pt x="182631" y="333616"/>
                  </a:lnTo>
                  <a:lnTo>
                    <a:pt x="187900" y="333041"/>
                  </a:lnTo>
                  <a:lnTo>
                    <a:pt x="193148" y="332300"/>
                  </a:lnTo>
                  <a:lnTo>
                    <a:pt x="198371" y="331393"/>
                  </a:lnTo>
                  <a:lnTo>
                    <a:pt x="203562" y="330320"/>
                  </a:lnTo>
                  <a:lnTo>
                    <a:pt x="208716" y="329084"/>
                  </a:lnTo>
                  <a:lnTo>
                    <a:pt x="213828" y="327685"/>
                  </a:lnTo>
                  <a:lnTo>
                    <a:pt x="218894" y="326124"/>
                  </a:lnTo>
                  <a:lnTo>
                    <a:pt x="223908" y="324404"/>
                  </a:lnTo>
                  <a:lnTo>
                    <a:pt x="228864" y="322525"/>
                  </a:lnTo>
                  <a:lnTo>
                    <a:pt x="233758" y="320491"/>
                  </a:lnTo>
                  <a:lnTo>
                    <a:pt x="238586" y="318302"/>
                  </a:lnTo>
                  <a:lnTo>
                    <a:pt x="243342" y="315961"/>
                  </a:lnTo>
                  <a:lnTo>
                    <a:pt x="248021" y="313471"/>
                  </a:lnTo>
                  <a:lnTo>
                    <a:pt x="252618" y="310833"/>
                  </a:lnTo>
                  <a:lnTo>
                    <a:pt x="257130" y="308051"/>
                  </a:lnTo>
                  <a:lnTo>
                    <a:pt x="261551" y="305128"/>
                  </a:lnTo>
                  <a:lnTo>
                    <a:pt x="265878" y="302065"/>
                  </a:lnTo>
                  <a:lnTo>
                    <a:pt x="270105" y="29886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084"/>
              <a:ext cx="167163" cy="298504"/>
            </a:xfrm>
            <a:custGeom>
              <a:avLst/>
              <a:pathLst>
                <a:path w="167163" h="298504">
                  <a:moveTo>
                    <a:pt x="102956" y="298504"/>
                  </a:moveTo>
                  <a:lnTo>
                    <a:pt x="107137" y="295125"/>
                  </a:lnTo>
                  <a:lnTo>
                    <a:pt x="111208" y="291613"/>
                  </a:lnTo>
                  <a:lnTo>
                    <a:pt x="115164" y="287973"/>
                  </a:lnTo>
                  <a:lnTo>
                    <a:pt x="119001" y="284207"/>
                  </a:lnTo>
                  <a:lnTo>
                    <a:pt x="122714" y="280320"/>
                  </a:lnTo>
                  <a:lnTo>
                    <a:pt x="126301" y="276315"/>
                  </a:lnTo>
                  <a:lnTo>
                    <a:pt x="129757" y="272197"/>
                  </a:lnTo>
                  <a:lnTo>
                    <a:pt x="133079" y="267970"/>
                  </a:lnTo>
                  <a:lnTo>
                    <a:pt x="136264" y="263638"/>
                  </a:lnTo>
                  <a:lnTo>
                    <a:pt x="139307" y="259207"/>
                  </a:lnTo>
                  <a:lnTo>
                    <a:pt x="142206" y="254679"/>
                  </a:lnTo>
                  <a:lnTo>
                    <a:pt x="144958" y="250061"/>
                  </a:lnTo>
                  <a:lnTo>
                    <a:pt x="147561" y="245357"/>
                  </a:lnTo>
                  <a:lnTo>
                    <a:pt x="150010" y="240571"/>
                  </a:lnTo>
                  <a:lnTo>
                    <a:pt x="152305" y="235709"/>
                  </a:lnTo>
                  <a:lnTo>
                    <a:pt x="154442" y="230776"/>
                  </a:lnTo>
                  <a:lnTo>
                    <a:pt x="156419" y="225777"/>
                  </a:lnTo>
                  <a:lnTo>
                    <a:pt x="158234" y="220717"/>
                  </a:lnTo>
                  <a:lnTo>
                    <a:pt x="159886" y="215601"/>
                  </a:lnTo>
                  <a:lnTo>
                    <a:pt x="161373" y="210434"/>
                  </a:lnTo>
                  <a:lnTo>
                    <a:pt x="162692" y="205223"/>
                  </a:lnTo>
                  <a:lnTo>
                    <a:pt x="163843" y="199971"/>
                  </a:lnTo>
                  <a:lnTo>
                    <a:pt x="164825" y="194685"/>
                  </a:lnTo>
                  <a:lnTo>
                    <a:pt x="165637" y="189371"/>
                  </a:lnTo>
                  <a:lnTo>
                    <a:pt x="166277" y="184033"/>
                  </a:lnTo>
                  <a:lnTo>
                    <a:pt x="166745" y="178677"/>
                  </a:lnTo>
                  <a:lnTo>
                    <a:pt x="167040" y="173309"/>
                  </a:lnTo>
                  <a:lnTo>
                    <a:pt x="167163" y="167935"/>
                  </a:lnTo>
                  <a:lnTo>
                    <a:pt x="167113" y="162559"/>
                  </a:lnTo>
                  <a:lnTo>
                    <a:pt x="166890" y="157187"/>
                  </a:lnTo>
                  <a:lnTo>
                    <a:pt x="166495" y="151826"/>
                  </a:lnTo>
                  <a:lnTo>
                    <a:pt x="165927" y="146480"/>
                  </a:lnTo>
                  <a:lnTo>
                    <a:pt x="165188" y="141155"/>
                  </a:lnTo>
                  <a:lnTo>
                    <a:pt x="164277" y="135856"/>
                  </a:lnTo>
                  <a:lnTo>
                    <a:pt x="163197" y="130590"/>
                  </a:lnTo>
                  <a:lnTo>
                    <a:pt x="161949" y="125361"/>
                  </a:lnTo>
                  <a:lnTo>
                    <a:pt x="160532" y="120175"/>
                  </a:lnTo>
                  <a:lnTo>
                    <a:pt x="158950" y="115037"/>
                  </a:lnTo>
                  <a:lnTo>
                    <a:pt x="157203" y="109952"/>
                  </a:lnTo>
                  <a:lnTo>
                    <a:pt x="155294" y="104927"/>
                  </a:lnTo>
                  <a:lnTo>
                    <a:pt x="153224" y="99965"/>
                  </a:lnTo>
                  <a:lnTo>
                    <a:pt x="150995" y="95073"/>
                  </a:lnTo>
                  <a:lnTo>
                    <a:pt x="148611" y="90254"/>
                  </a:lnTo>
                  <a:lnTo>
                    <a:pt x="146072" y="85515"/>
                  </a:lnTo>
                  <a:lnTo>
                    <a:pt x="143383" y="80860"/>
                  </a:lnTo>
                  <a:lnTo>
                    <a:pt x="140545" y="76294"/>
                  </a:lnTo>
                  <a:lnTo>
                    <a:pt x="137562" y="71822"/>
                  </a:lnTo>
                  <a:lnTo>
                    <a:pt x="134437" y="67447"/>
                  </a:lnTo>
                  <a:lnTo>
                    <a:pt x="131172" y="63176"/>
                  </a:lnTo>
                  <a:lnTo>
                    <a:pt x="127772" y="59011"/>
                  </a:lnTo>
                  <a:lnTo>
                    <a:pt x="124240" y="54958"/>
                  </a:lnTo>
                  <a:lnTo>
                    <a:pt x="120579" y="51021"/>
                  </a:lnTo>
                  <a:lnTo>
                    <a:pt x="116794" y="47204"/>
                  </a:lnTo>
                  <a:lnTo>
                    <a:pt x="112888" y="43510"/>
                  </a:lnTo>
                  <a:lnTo>
                    <a:pt x="108865" y="39944"/>
                  </a:lnTo>
                  <a:lnTo>
                    <a:pt x="104729" y="36509"/>
                  </a:lnTo>
                  <a:lnTo>
                    <a:pt x="100485" y="33208"/>
                  </a:lnTo>
                  <a:lnTo>
                    <a:pt x="96138" y="30046"/>
                  </a:lnTo>
                  <a:lnTo>
                    <a:pt x="91690" y="27026"/>
                  </a:lnTo>
                  <a:lnTo>
                    <a:pt x="87148" y="24150"/>
                  </a:lnTo>
                  <a:lnTo>
                    <a:pt x="82516" y="21421"/>
                  </a:lnTo>
                  <a:lnTo>
                    <a:pt x="77798" y="18843"/>
                  </a:lnTo>
                  <a:lnTo>
                    <a:pt x="73000" y="16418"/>
                  </a:lnTo>
                  <a:lnTo>
                    <a:pt x="68127" y="14148"/>
                  </a:lnTo>
                  <a:lnTo>
                    <a:pt x="63183" y="12036"/>
                  </a:lnTo>
                  <a:lnTo>
                    <a:pt x="58174" y="10085"/>
                  </a:lnTo>
                  <a:lnTo>
                    <a:pt x="53104" y="8295"/>
                  </a:lnTo>
                  <a:lnTo>
                    <a:pt x="47980" y="6669"/>
                  </a:lnTo>
                  <a:lnTo>
                    <a:pt x="42806" y="5209"/>
                  </a:lnTo>
                  <a:lnTo>
                    <a:pt x="37587" y="3916"/>
                  </a:lnTo>
                  <a:lnTo>
                    <a:pt x="32330" y="2792"/>
                  </a:lnTo>
                  <a:lnTo>
                    <a:pt x="27040" y="1837"/>
                  </a:lnTo>
                  <a:lnTo>
                    <a:pt x="21721" y="1053"/>
                  </a:lnTo>
                  <a:lnTo>
                    <a:pt x="16380" y="440"/>
                  </a:lnTo>
                  <a:lnTo>
                    <a:pt x="11022" y="0"/>
                  </a:lnTo>
                  <a:lnTo>
                    <a:pt x="0" y="166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1022" cy="167167"/>
            </a:xfrm>
            <a:custGeom>
              <a:avLst/>
              <a:pathLst>
                <a:path w="11022" h="167167">
                  <a:moveTo>
                    <a:pt x="11022" y="3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2025-06-06T08:22:21Z</dcterms:modified>
  <cp:category/>
</cp:coreProperties>
</file>