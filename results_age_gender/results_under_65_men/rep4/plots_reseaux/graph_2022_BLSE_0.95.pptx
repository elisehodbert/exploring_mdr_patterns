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93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4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4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88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4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5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74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01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13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14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57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19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71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36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5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44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5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5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72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1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72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61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3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79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14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44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15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01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13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39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64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93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15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01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74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64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15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01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44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64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4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93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01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01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39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4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93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01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5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54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4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44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93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15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01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13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93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15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6174" y="3170392"/>
              <a:ext cx="57604" cy="167167"/>
            </a:xfrm>
            <a:custGeom>
              <a:avLst/>
              <a:pathLst>
                <a:path w="57604" h="167167">
                  <a:moveTo>
                    <a:pt x="57604" y="0"/>
                  </a:moveTo>
                  <a:lnTo>
                    <a:pt x="51724" y="103"/>
                  </a:lnTo>
                  <a:lnTo>
                    <a:pt x="45851" y="413"/>
                  </a:lnTo>
                  <a:lnTo>
                    <a:pt x="39994" y="930"/>
                  </a:lnTo>
                  <a:lnTo>
                    <a:pt x="34157" y="1652"/>
                  </a:lnTo>
                  <a:lnTo>
                    <a:pt x="28350" y="2579"/>
                  </a:lnTo>
                  <a:lnTo>
                    <a:pt x="22579" y="3710"/>
                  </a:lnTo>
                  <a:lnTo>
                    <a:pt x="16852" y="5043"/>
                  </a:lnTo>
                  <a:lnTo>
                    <a:pt x="11175" y="6577"/>
                  </a:lnTo>
                  <a:lnTo>
                    <a:pt x="5555" y="8309"/>
                  </a:lnTo>
                  <a:lnTo>
                    <a:pt x="0" y="10238"/>
                  </a:lnTo>
                  <a:lnTo>
                    <a:pt x="5760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6174" y="3180631"/>
              <a:ext cx="57604" cy="156928"/>
            </a:xfrm>
            <a:custGeom>
              <a:avLst/>
              <a:pathLst>
                <a:path w="57604" h="156928">
                  <a:moveTo>
                    <a:pt x="0" y="0"/>
                  </a:moveTo>
                  <a:lnTo>
                    <a:pt x="57604" y="156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816625" y="3170443"/>
              <a:ext cx="334320" cy="334275"/>
            </a:xfrm>
            <a:custGeom>
              <a:avLst/>
              <a:pathLst>
                <a:path w="334320" h="334275">
                  <a:moveTo>
                    <a:pt x="109549" y="10187"/>
                  </a:moveTo>
                  <a:lnTo>
                    <a:pt x="104621" y="12085"/>
                  </a:lnTo>
                  <a:lnTo>
                    <a:pt x="99756" y="14137"/>
                  </a:lnTo>
                  <a:lnTo>
                    <a:pt x="94959" y="16342"/>
                  </a:lnTo>
                  <a:lnTo>
                    <a:pt x="90233" y="18697"/>
                  </a:lnTo>
                  <a:lnTo>
                    <a:pt x="85584" y="21200"/>
                  </a:lnTo>
                  <a:lnTo>
                    <a:pt x="81017" y="23849"/>
                  </a:lnTo>
                  <a:lnTo>
                    <a:pt x="76535" y="26641"/>
                  </a:lnTo>
                  <a:lnTo>
                    <a:pt x="72144" y="29573"/>
                  </a:lnTo>
                  <a:lnTo>
                    <a:pt x="67847" y="32642"/>
                  </a:lnTo>
                  <a:lnTo>
                    <a:pt x="63650" y="35845"/>
                  </a:lnTo>
                  <a:lnTo>
                    <a:pt x="59556" y="39180"/>
                  </a:lnTo>
                  <a:lnTo>
                    <a:pt x="55569" y="42642"/>
                  </a:lnTo>
                  <a:lnTo>
                    <a:pt x="51693" y="46228"/>
                  </a:lnTo>
                  <a:lnTo>
                    <a:pt x="47933" y="49934"/>
                  </a:lnTo>
                  <a:lnTo>
                    <a:pt x="44292" y="53758"/>
                  </a:lnTo>
                  <a:lnTo>
                    <a:pt x="40773" y="57695"/>
                  </a:lnTo>
                  <a:lnTo>
                    <a:pt x="37380" y="61741"/>
                  </a:lnTo>
                  <a:lnTo>
                    <a:pt x="34117" y="65892"/>
                  </a:lnTo>
                  <a:lnTo>
                    <a:pt x="30987" y="70144"/>
                  </a:lnTo>
                  <a:lnTo>
                    <a:pt x="27992" y="74492"/>
                  </a:lnTo>
                  <a:lnTo>
                    <a:pt x="25136" y="78934"/>
                  </a:lnTo>
                  <a:lnTo>
                    <a:pt x="22422" y="83463"/>
                  </a:lnTo>
                  <a:lnTo>
                    <a:pt x="19852" y="88075"/>
                  </a:lnTo>
                  <a:lnTo>
                    <a:pt x="17430" y="92767"/>
                  </a:lnTo>
                  <a:lnTo>
                    <a:pt x="15156" y="97532"/>
                  </a:lnTo>
                  <a:lnTo>
                    <a:pt x="13035" y="102367"/>
                  </a:lnTo>
                  <a:lnTo>
                    <a:pt x="11067" y="107267"/>
                  </a:lnTo>
                  <a:lnTo>
                    <a:pt x="9254" y="112226"/>
                  </a:lnTo>
                  <a:lnTo>
                    <a:pt x="7599" y="117240"/>
                  </a:lnTo>
                  <a:lnTo>
                    <a:pt x="6104" y="122304"/>
                  </a:lnTo>
                  <a:lnTo>
                    <a:pt x="4769" y="127413"/>
                  </a:lnTo>
                  <a:lnTo>
                    <a:pt x="3596" y="132561"/>
                  </a:lnTo>
                  <a:lnTo>
                    <a:pt x="2586" y="137744"/>
                  </a:lnTo>
                  <a:lnTo>
                    <a:pt x="1741" y="142955"/>
                  </a:lnTo>
                  <a:lnTo>
                    <a:pt x="1060" y="148192"/>
                  </a:lnTo>
                  <a:lnTo>
                    <a:pt x="545" y="153446"/>
                  </a:lnTo>
                  <a:lnTo>
                    <a:pt x="197" y="158715"/>
                  </a:lnTo>
                  <a:lnTo>
                    <a:pt x="15" y="163992"/>
                  </a:lnTo>
                  <a:lnTo>
                    <a:pt x="0" y="169272"/>
                  </a:lnTo>
                  <a:lnTo>
                    <a:pt x="151" y="174550"/>
                  </a:lnTo>
                  <a:lnTo>
                    <a:pt x="469" y="179820"/>
                  </a:lnTo>
                  <a:lnTo>
                    <a:pt x="953" y="185078"/>
                  </a:lnTo>
                  <a:lnTo>
                    <a:pt x="1604" y="190318"/>
                  </a:lnTo>
                  <a:lnTo>
                    <a:pt x="2419" y="195535"/>
                  </a:lnTo>
                  <a:lnTo>
                    <a:pt x="3399" y="200723"/>
                  </a:lnTo>
                  <a:lnTo>
                    <a:pt x="4542" y="205878"/>
                  </a:lnTo>
                  <a:lnTo>
                    <a:pt x="5847" y="210994"/>
                  </a:lnTo>
                  <a:lnTo>
                    <a:pt x="7313" y="216067"/>
                  </a:lnTo>
                  <a:lnTo>
                    <a:pt x="8939" y="221090"/>
                  </a:lnTo>
                  <a:lnTo>
                    <a:pt x="10722" y="226060"/>
                  </a:lnTo>
                  <a:lnTo>
                    <a:pt x="12662" y="230971"/>
                  </a:lnTo>
                  <a:lnTo>
                    <a:pt x="14756" y="235818"/>
                  </a:lnTo>
                  <a:lnTo>
                    <a:pt x="17001" y="240597"/>
                  </a:lnTo>
                  <a:lnTo>
                    <a:pt x="19397" y="245302"/>
                  </a:lnTo>
                  <a:lnTo>
                    <a:pt x="21940" y="249930"/>
                  </a:lnTo>
                  <a:lnTo>
                    <a:pt x="24628" y="254475"/>
                  </a:lnTo>
                  <a:lnTo>
                    <a:pt x="27458" y="258932"/>
                  </a:lnTo>
                  <a:lnTo>
                    <a:pt x="30427" y="263298"/>
                  </a:lnTo>
                  <a:lnTo>
                    <a:pt x="33533" y="267568"/>
                  </a:lnTo>
                  <a:lnTo>
                    <a:pt x="36772" y="271738"/>
                  </a:lnTo>
                  <a:lnTo>
                    <a:pt x="40141" y="275804"/>
                  </a:lnTo>
                  <a:lnTo>
                    <a:pt x="43637" y="279761"/>
                  </a:lnTo>
                  <a:lnTo>
                    <a:pt x="47256" y="283605"/>
                  </a:lnTo>
                  <a:lnTo>
                    <a:pt x="50995" y="287334"/>
                  </a:lnTo>
                  <a:lnTo>
                    <a:pt x="54850" y="290942"/>
                  </a:lnTo>
                  <a:lnTo>
                    <a:pt x="58816" y="294427"/>
                  </a:lnTo>
                  <a:lnTo>
                    <a:pt x="62891" y="297785"/>
                  </a:lnTo>
                  <a:lnTo>
                    <a:pt x="67070" y="301013"/>
                  </a:lnTo>
                  <a:lnTo>
                    <a:pt x="71348" y="304107"/>
                  </a:lnTo>
                  <a:lnTo>
                    <a:pt x="75722" y="307064"/>
                  </a:lnTo>
                  <a:lnTo>
                    <a:pt x="80188" y="309882"/>
                  </a:lnTo>
                  <a:lnTo>
                    <a:pt x="84740" y="312557"/>
                  </a:lnTo>
                  <a:lnTo>
                    <a:pt x="89374" y="315087"/>
                  </a:lnTo>
                  <a:lnTo>
                    <a:pt x="94086" y="317470"/>
                  </a:lnTo>
                  <a:lnTo>
                    <a:pt x="98871" y="319702"/>
                  </a:lnTo>
                  <a:lnTo>
                    <a:pt x="103724" y="321783"/>
                  </a:lnTo>
                  <a:lnTo>
                    <a:pt x="108640" y="323709"/>
                  </a:lnTo>
                  <a:lnTo>
                    <a:pt x="113615" y="325479"/>
                  </a:lnTo>
                  <a:lnTo>
                    <a:pt x="118643" y="327090"/>
                  </a:lnTo>
                  <a:lnTo>
                    <a:pt x="123720" y="328543"/>
                  </a:lnTo>
                  <a:lnTo>
                    <a:pt x="128839" y="329834"/>
                  </a:lnTo>
                  <a:lnTo>
                    <a:pt x="133997" y="330963"/>
                  </a:lnTo>
                  <a:lnTo>
                    <a:pt x="139188" y="331928"/>
                  </a:lnTo>
                  <a:lnTo>
                    <a:pt x="144407" y="332729"/>
                  </a:lnTo>
                  <a:lnTo>
                    <a:pt x="149649" y="333365"/>
                  </a:lnTo>
                  <a:lnTo>
                    <a:pt x="154908" y="333835"/>
                  </a:lnTo>
                  <a:lnTo>
                    <a:pt x="160180" y="334138"/>
                  </a:lnTo>
                  <a:lnTo>
                    <a:pt x="165458" y="334275"/>
                  </a:lnTo>
                  <a:lnTo>
                    <a:pt x="170738" y="334245"/>
                  </a:lnTo>
                  <a:lnTo>
                    <a:pt x="176014" y="334049"/>
                  </a:lnTo>
                  <a:lnTo>
                    <a:pt x="181282" y="333686"/>
                  </a:lnTo>
                  <a:lnTo>
                    <a:pt x="186535" y="333156"/>
                  </a:lnTo>
                  <a:lnTo>
                    <a:pt x="191770" y="332461"/>
                  </a:lnTo>
                  <a:lnTo>
                    <a:pt x="196979" y="331601"/>
                  </a:lnTo>
                  <a:lnTo>
                    <a:pt x="202159" y="330577"/>
                  </a:lnTo>
                  <a:lnTo>
                    <a:pt x="207304" y="329390"/>
                  </a:lnTo>
                  <a:lnTo>
                    <a:pt x="212409" y="328041"/>
                  </a:lnTo>
                  <a:lnTo>
                    <a:pt x="217469" y="326532"/>
                  </a:lnTo>
                  <a:lnTo>
                    <a:pt x="222478" y="324863"/>
                  </a:lnTo>
                  <a:lnTo>
                    <a:pt x="227432" y="323037"/>
                  </a:lnTo>
                  <a:lnTo>
                    <a:pt x="232327" y="321056"/>
                  </a:lnTo>
                  <a:lnTo>
                    <a:pt x="237156" y="318921"/>
                  </a:lnTo>
                  <a:lnTo>
                    <a:pt x="241915" y="316634"/>
                  </a:lnTo>
                  <a:lnTo>
                    <a:pt x="246600" y="314198"/>
                  </a:lnTo>
                  <a:lnTo>
                    <a:pt x="251205" y="311616"/>
                  </a:lnTo>
                  <a:lnTo>
                    <a:pt x="255727" y="308889"/>
                  </a:lnTo>
                  <a:lnTo>
                    <a:pt x="260160" y="306021"/>
                  </a:lnTo>
                  <a:lnTo>
                    <a:pt x="264501" y="303015"/>
                  </a:lnTo>
                  <a:lnTo>
                    <a:pt x="268744" y="299873"/>
                  </a:lnTo>
                  <a:lnTo>
                    <a:pt x="272886" y="296598"/>
                  </a:lnTo>
                  <a:lnTo>
                    <a:pt x="276922" y="293194"/>
                  </a:lnTo>
                  <a:lnTo>
                    <a:pt x="280849" y="289665"/>
                  </a:lnTo>
                  <a:lnTo>
                    <a:pt x="284663" y="286013"/>
                  </a:lnTo>
                  <a:lnTo>
                    <a:pt x="288359" y="282242"/>
                  </a:lnTo>
                  <a:lnTo>
                    <a:pt x="291935" y="278357"/>
                  </a:lnTo>
                  <a:lnTo>
                    <a:pt x="295386" y="274361"/>
                  </a:lnTo>
                  <a:lnTo>
                    <a:pt x="298709" y="270257"/>
                  </a:lnTo>
                  <a:lnTo>
                    <a:pt x="301900" y="266051"/>
                  </a:lnTo>
                  <a:lnTo>
                    <a:pt x="304958" y="261746"/>
                  </a:lnTo>
                  <a:lnTo>
                    <a:pt x="307878" y="257347"/>
                  </a:lnTo>
                  <a:lnTo>
                    <a:pt x="310657" y="252858"/>
                  </a:lnTo>
                  <a:lnTo>
                    <a:pt x="313293" y="248283"/>
                  </a:lnTo>
                  <a:lnTo>
                    <a:pt x="315784" y="243627"/>
                  </a:lnTo>
                  <a:lnTo>
                    <a:pt x="318126" y="238895"/>
                  </a:lnTo>
                  <a:lnTo>
                    <a:pt x="320317" y="234091"/>
                  </a:lnTo>
                  <a:lnTo>
                    <a:pt x="322356" y="229220"/>
                  </a:lnTo>
                  <a:lnTo>
                    <a:pt x="324240" y="224288"/>
                  </a:lnTo>
                  <a:lnTo>
                    <a:pt x="325967" y="219298"/>
                  </a:lnTo>
                  <a:lnTo>
                    <a:pt x="327536" y="214257"/>
                  </a:lnTo>
                  <a:lnTo>
                    <a:pt x="328945" y="209168"/>
                  </a:lnTo>
                  <a:lnTo>
                    <a:pt x="330192" y="204037"/>
                  </a:lnTo>
                  <a:lnTo>
                    <a:pt x="331277" y="198870"/>
                  </a:lnTo>
                  <a:lnTo>
                    <a:pt x="332198" y="193671"/>
                  </a:lnTo>
                  <a:lnTo>
                    <a:pt x="332954" y="188445"/>
                  </a:lnTo>
                  <a:lnTo>
                    <a:pt x="333545" y="183198"/>
                  </a:lnTo>
                  <a:lnTo>
                    <a:pt x="333970" y="177935"/>
                  </a:lnTo>
                  <a:lnTo>
                    <a:pt x="334228" y="172661"/>
                  </a:lnTo>
                  <a:lnTo>
                    <a:pt x="334320" y="167382"/>
                  </a:lnTo>
                  <a:lnTo>
                    <a:pt x="334245" y="162102"/>
                  </a:lnTo>
                  <a:lnTo>
                    <a:pt x="334004" y="156828"/>
                  </a:lnTo>
                  <a:lnTo>
                    <a:pt x="333595" y="151564"/>
                  </a:lnTo>
                  <a:lnTo>
                    <a:pt x="333021" y="146315"/>
                  </a:lnTo>
                  <a:lnTo>
                    <a:pt x="332282" y="141087"/>
                  </a:lnTo>
                  <a:lnTo>
                    <a:pt x="331377" y="135885"/>
                  </a:lnTo>
                  <a:lnTo>
                    <a:pt x="330309" y="130714"/>
                  </a:lnTo>
                  <a:lnTo>
                    <a:pt x="329078" y="125579"/>
                  </a:lnTo>
                  <a:lnTo>
                    <a:pt x="327685" y="120486"/>
                  </a:lnTo>
                  <a:lnTo>
                    <a:pt x="326133" y="115440"/>
                  </a:lnTo>
                  <a:lnTo>
                    <a:pt x="324421" y="110444"/>
                  </a:lnTo>
                  <a:lnTo>
                    <a:pt x="322553" y="105506"/>
                  </a:lnTo>
                  <a:lnTo>
                    <a:pt x="320530" y="100629"/>
                  </a:lnTo>
                  <a:lnTo>
                    <a:pt x="318353" y="95818"/>
                  </a:lnTo>
                  <a:lnTo>
                    <a:pt x="316026" y="91079"/>
                  </a:lnTo>
                  <a:lnTo>
                    <a:pt x="313551" y="86415"/>
                  </a:lnTo>
                  <a:lnTo>
                    <a:pt x="310929" y="81832"/>
                  </a:lnTo>
                  <a:lnTo>
                    <a:pt x="308164" y="77333"/>
                  </a:lnTo>
                  <a:lnTo>
                    <a:pt x="305258" y="72925"/>
                  </a:lnTo>
                  <a:lnTo>
                    <a:pt x="302214" y="68610"/>
                  </a:lnTo>
                  <a:lnTo>
                    <a:pt x="299036" y="64394"/>
                  </a:lnTo>
                  <a:lnTo>
                    <a:pt x="295726" y="60280"/>
                  </a:lnTo>
                  <a:lnTo>
                    <a:pt x="292288" y="56273"/>
                  </a:lnTo>
                  <a:lnTo>
                    <a:pt x="288725" y="52376"/>
                  </a:lnTo>
                  <a:lnTo>
                    <a:pt x="285040" y="48594"/>
                  </a:lnTo>
                  <a:lnTo>
                    <a:pt x="281238" y="44930"/>
                  </a:lnTo>
                  <a:lnTo>
                    <a:pt x="277323" y="41388"/>
                  </a:lnTo>
                  <a:lnTo>
                    <a:pt x="273297" y="37971"/>
                  </a:lnTo>
                  <a:lnTo>
                    <a:pt x="269165" y="34684"/>
                  </a:lnTo>
                  <a:lnTo>
                    <a:pt x="264932" y="31528"/>
                  </a:lnTo>
                  <a:lnTo>
                    <a:pt x="260601" y="28508"/>
                  </a:lnTo>
                  <a:lnTo>
                    <a:pt x="256177" y="25625"/>
                  </a:lnTo>
                  <a:lnTo>
                    <a:pt x="251664" y="22884"/>
                  </a:lnTo>
                  <a:lnTo>
                    <a:pt x="247067" y="20287"/>
                  </a:lnTo>
                  <a:lnTo>
                    <a:pt x="242390" y="17837"/>
                  </a:lnTo>
                  <a:lnTo>
                    <a:pt x="237638" y="15535"/>
                  </a:lnTo>
                  <a:lnTo>
                    <a:pt x="232816" y="13385"/>
                  </a:lnTo>
                  <a:lnTo>
                    <a:pt x="227928" y="11388"/>
                  </a:lnTo>
                  <a:lnTo>
                    <a:pt x="222979" y="9546"/>
                  </a:lnTo>
                  <a:lnTo>
                    <a:pt x="217975" y="7862"/>
                  </a:lnTo>
                  <a:lnTo>
                    <a:pt x="212920" y="6336"/>
                  </a:lnTo>
                  <a:lnTo>
                    <a:pt x="207820" y="4971"/>
                  </a:lnTo>
                  <a:lnTo>
                    <a:pt x="202679" y="3767"/>
                  </a:lnTo>
                  <a:lnTo>
                    <a:pt x="197502" y="2727"/>
                  </a:lnTo>
                  <a:lnTo>
                    <a:pt x="192295" y="1850"/>
                  </a:lnTo>
                  <a:lnTo>
                    <a:pt x="187063" y="1139"/>
                  </a:lnTo>
                  <a:lnTo>
                    <a:pt x="181811" y="593"/>
                  </a:lnTo>
                  <a:lnTo>
                    <a:pt x="176545" y="213"/>
                  </a:lnTo>
                  <a:lnTo>
                    <a:pt x="171269" y="0"/>
                  </a:lnTo>
                  <a:lnTo>
                    <a:pt x="167153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83779" y="3170392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862" y="2633064"/>
              <a:ext cx="167149" cy="207634"/>
            </a:xfrm>
            <a:custGeom>
              <a:avLst/>
              <a:pathLst>
                <a:path w="167149" h="207634">
                  <a:moveTo>
                    <a:pt x="167149" y="0"/>
                  </a:moveTo>
                  <a:lnTo>
                    <a:pt x="161731" y="87"/>
                  </a:lnTo>
                  <a:lnTo>
                    <a:pt x="156318" y="351"/>
                  </a:lnTo>
                  <a:lnTo>
                    <a:pt x="150917" y="789"/>
                  </a:lnTo>
                  <a:lnTo>
                    <a:pt x="145534" y="1403"/>
                  </a:lnTo>
                  <a:lnTo>
                    <a:pt x="140173" y="2190"/>
                  </a:lnTo>
                  <a:lnTo>
                    <a:pt x="134840" y="3151"/>
                  </a:lnTo>
                  <a:lnTo>
                    <a:pt x="129541" y="4285"/>
                  </a:lnTo>
                  <a:lnTo>
                    <a:pt x="124282" y="5589"/>
                  </a:lnTo>
                  <a:lnTo>
                    <a:pt x="119067" y="7063"/>
                  </a:lnTo>
                  <a:lnTo>
                    <a:pt x="113904" y="8706"/>
                  </a:lnTo>
                  <a:lnTo>
                    <a:pt x="108796" y="10515"/>
                  </a:lnTo>
                  <a:lnTo>
                    <a:pt x="103749" y="12488"/>
                  </a:lnTo>
                  <a:lnTo>
                    <a:pt x="98769" y="14624"/>
                  </a:lnTo>
                  <a:lnTo>
                    <a:pt x="93861" y="16921"/>
                  </a:lnTo>
                  <a:lnTo>
                    <a:pt x="89030" y="19375"/>
                  </a:lnTo>
                  <a:lnTo>
                    <a:pt x="84281" y="21984"/>
                  </a:lnTo>
                  <a:lnTo>
                    <a:pt x="79619" y="24746"/>
                  </a:lnTo>
                  <a:lnTo>
                    <a:pt x="75050" y="27658"/>
                  </a:lnTo>
                  <a:lnTo>
                    <a:pt x="70576" y="30716"/>
                  </a:lnTo>
                  <a:lnTo>
                    <a:pt x="66205" y="33918"/>
                  </a:lnTo>
                  <a:lnTo>
                    <a:pt x="61939" y="37260"/>
                  </a:lnTo>
                  <a:lnTo>
                    <a:pt x="57784" y="40738"/>
                  </a:lnTo>
                  <a:lnTo>
                    <a:pt x="53744" y="44349"/>
                  </a:lnTo>
                  <a:lnTo>
                    <a:pt x="49823" y="48089"/>
                  </a:lnTo>
                  <a:lnTo>
                    <a:pt x="46025" y="51954"/>
                  </a:lnTo>
                  <a:lnTo>
                    <a:pt x="42355" y="55940"/>
                  </a:lnTo>
                  <a:lnTo>
                    <a:pt x="38815" y="60043"/>
                  </a:lnTo>
                  <a:lnTo>
                    <a:pt x="35411" y="64259"/>
                  </a:lnTo>
                  <a:lnTo>
                    <a:pt x="32145" y="68582"/>
                  </a:lnTo>
                  <a:lnTo>
                    <a:pt x="29020" y="73010"/>
                  </a:lnTo>
                  <a:lnTo>
                    <a:pt x="26041" y="77536"/>
                  </a:lnTo>
                  <a:lnTo>
                    <a:pt x="23211" y="82156"/>
                  </a:lnTo>
                  <a:lnTo>
                    <a:pt x="20531" y="86866"/>
                  </a:lnTo>
                  <a:lnTo>
                    <a:pt x="18005" y="91660"/>
                  </a:lnTo>
                  <a:lnTo>
                    <a:pt x="15637" y="96534"/>
                  </a:lnTo>
                  <a:lnTo>
                    <a:pt x="13427" y="101481"/>
                  </a:lnTo>
                  <a:lnTo>
                    <a:pt x="11379" y="106498"/>
                  </a:lnTo>
                  <a:lnTo>
                    <a:pt x="9494" y="111579"/>
                  </a:lnTo>
                  <a:lnTo>
                    <a:pt x="7775" y="116717"/>
                  </a:lnTo>
                  <a:lnTo>
                    <a:pt x="6224" y="121909"/>
                  </a:lnTo>
                  <a:lnTo>
                    <a:pt x="4842" y="127149"/>
                  </a:lnTo>
                  <a:lnTo>
                    <a:pt x="3630" y="132430"/>
                  </a:lnTo>
                  <a:lnTo>
                    <a:pt x="2590" y="137748"/>
                  </a:lnTo>
                  <a:lnTo>
                    <a:pt x="1723" y="143097"/>
                  </a:lnTo>
                  <a:lnTo>
                    <a:pt x="1030" y="148471"/>
                  </a:lnTo>
                  <a:lnTo>
                    <a:pt x="511" y="153865"/>
                  </a:lnTo>
                  <a:lnTo>
                    <a:pt x="168" y="159273"/>
                  </a:lnTo>
                  <a:lnTo>
                    <a:pt x="0" y="164689"/>
                  </a:lnTo>
                  <a:lnTo>
                    <a:pt x="7" y="170107"/>
                  </a:lnTo>
                  <a:lnTo>
                    <a:pt x="190" y="175523"/>
                  </a:lnTo>
                  <a:lnTo>
                    <a:pt x="549" y="180930"/>
                  </a:lnTo>
                  <a:lnTo>
                    <a:pt x="1082" y="186322"/>
                  </a:lnTo>
                  <a:lnTo>
                    <a:pt x="1790" y="191694"/>
                  </a:lnTo>
                  <a:lnTo>
                    <a:pt x="2672" y="197041"/>
                  </a:lnTo>
                  <a:lnTo>
                    <a:pt x="3727" y="202356"/>
                  </a:lnTo>
                  <a:lnTo>
                    <a:pt x="4953" y="20763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6815" y="2800231"/>
              <a:ext cx="162195" cy="40466"/>
            </a:xfrm>
            <a:custGeom>
              <a:avLst/>
              <a:pathLst>
                <a:path w="162195" h="40466">
                  <a:moveTo>
                    <a:pt x="0" y="40466"/>
                  </a:moveTo>
                  <a:lnTo>
                    <a:pt x="1621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6815" y="2636183"/>
              <a:ext cx="329342" cy="331214"/>
            </a:xfrm>
            <a:custGeom>
              <a:avLst/>
              <a:pathLst>
                <a:path w="329342" h="331214">
                  <a:moveTo>
                    <a:pt x="0" y="204514"/>
                  </a:moveTo>
                  <a:lnTo>
                    <a:pt x="1362" y="209629"/>
                  </a:lnTo>
                  <a:lnTo>
                    <a:pt x="2885" y="214697"/>
                  </a:lnTo>
                  <a:lnTo>
                    <a:pt x="4569" y="219715"/>
                  </a:lnTo>
                  <a:lnTo>
                    <a:pt x="6410" y="224677"/>
                  </a:lnTo>
                  <a:lnTo>
                    <a:pt x="8407" y="229578"/>
                  </a:lnTo>
                  <a:lnTo>
                    <a:pt x="10559" y="234414"/>
                  </a:lnTo>
                  <a:lnTo>
                    <a:pt x="12863" y="239179"/>
                  </a:lnTo>
                  <a:lnTo>
                    <a:pt x="15316" y="243869"/>
                  </a:lnTo>
                  <a:lnTo>
                    <a:pt x="17916" y="248479"/>
                  </a:lnTo>
                  <a:lnTo>
                    <a:pt x="20661" y="253004"/>
                  </a:lnTo>
                  <a:lnTo>
                    <a:pt x="23549" y="257440"/>
                  </a:lnTo>
                  <a:lnTo>
                    <a:pt x="26574" y="261782"/>
                  </a:lnTo>
                  <a:lnTo>
                    <a:pt x="29736" y="266026"/>
                  </a:lnTo>
                  <a:lnTo>
                    <a:pt x="33031" y="270168"/>
                  </a:lnTo>
                  <a:lnTo>
                    <a:pt x="36455" y="274204"/>
                  </a:lnTo>
                  <a:lnTo>
                    <a:pt x="40006" y="278129"/>
                  </a:lnTo>
                  <a:lnTo>
                    <a:pt x="43678" y="281940"/>
                  </a:lnTo>
                  <a:lnTo>
                    <a:pt x="47470" y="285633"/>
                  </a:lnTo>
                  <a:lnTo>
                    <a:pt x="51376" y="289204"/>
                  </a:lnTo>
                  <a:lnTo>
                    <a:pt x="55394" y="292649"/>
                  </a:lnTo>
                  <a:lnTo>
                    <a:pt x="59519" y="295966"/>
                  </a:lnTo>
                  <a:lnTo>
                    <a:pt x="63746" y="299150"/>
                  </a:lnTo>
                  <a:lnTo>
                    <a:pt x="68073" y="302199"/>
                  </a:lnTo>
                  <a:lnTo>
                    <a:pt x="72493" y="305110"/>
                  </a:lnTo>
                  <a:lnTo>
                    <a:pt x="77004" y="307879"/>
                  </a:lnTo>
                  <a:lnTo>
                    <a:pt x="81600" y="310503"/>
                  </a:lnTo>
                  <a:lnTo>
                    <a:pt x="86276" y="312981"/>
                  </a:lnTo>
                  <a:lnTo>
                    <a:pt x="91029" y="315310"/>
                  </a:lnTo>
                  <a:lnTo>
                    <a:pt x="95853" y="317487"/>
                  </a:lnTo>
                  <a:lnTo>
                    <a:pt x="100744" y="319510"/>
                  </a:lnTo>
                  <a:lnTo>
                    <a:pt x="105696" y="321378"/>
                  </a:lnTo>
                  <a:lnTo>
                    <a:pt x="110705" y="323088"/>
                  </a:lnTo>
                  <a:lnTo>
                    <a:pt x="115766" y="324638"/>
                  </a:lnTo>
                  <a:lnTo>
                    <a:pt x="120873" y="326027"/>
                  </a:lnTo>
                  <a:lnTo>
                    <a:pt x="126021" y="327254"/>
                  </a:lnTo>
                  <a:lnTo>
                    <a:pt x="131206" y="328317"/>
                  </a:lnTo>
                  <a:lnTo>
                    <a:pt x="136422" y="329216"/>
                  </a:lnTo>
                  <a:lnTo>
                    <a:pt x="141664" y="329949"/>
                  </a:lnTo>
                  <a:lnTo>
                    <a:pt x="146926" y="330516"/>
                  </a:lnTo>
                  <a:lnTo>
                    <a:pt x="152203" y="330916"/>
                  </a:lnTo>
                  <a:lnTo>
                    <a:pt x="157491" y="331149"/>
                  </a:lnTo>
                  <a:lnTo>
                    <a:pt x="162783" y="331214"/>
                  </a:lnTo>
                  <a:lnTo>
                    <a:pt x="168075" y="331111"/>
                  </a:lnTo>
                  <a:lnTo>
                    <a:pt x="173361" y="330842"/>
                  </a:lnTo>
                  <a:lnTo>
                    <a:pt x="178635" y="330404"/>
                  </a:lnTo>
                  <a:lnTo>
                    <a:pt x="183893" y="329801"/>
                  </a:lnTo>
                  <a:lnTo>
                    <a:pt x="189130" y="329031"/>
                  </a:lnTo>
                  <a:lnTo>
                    <a:pt x="194339" y="328095"/>
                  </a:lnTo>
                  <a:lnTo>
                    <a:pt x="199516" y="326996"/>
                  </a:lnTo>
                  <a:lnTo>
                    <a:pt x="204656" y="325732"/>
                  </a:lnTo>
                  <a:lnTo>
                    <a:pt x="209753" y="324307"/>
                  </a:lnTo>
                  <a:lnTo>
                    <a:pt x="214803" y="322721"/>
                  </a:lnTo>
                  <a:lnTo>
                    <a:pt x="219799" y="320976"/>
                  </a:lnTo>
                  <a:lnTo>
                    <a:pt x="224738" y="319074"/>
                  </a:lnTo>
                  <a:lnTo>
                    <a:pt x="229615" y="317017"/>
                  </a:lnTo>
                  <a:lnTo>
                    <a:pt x="234423" y="314806"/>
                  </a:lnTo>
                  <a:lnTo>
                    <a:pt x="239160" y="312443"/>
                  </a:lnTo>
                  <a:lnTo>
                    <a:pt x="243819" y="309933"/>
                  </a:lnTo>
                  <a:lnTo>
                    <a:pt x="248396" y="307276"/>
                  </a:lnTo>
                  <a:lnTo>
                    <a:pt x="252887" y="304475"/>
                  </a:lnTo>
                  <a:lnTo>
                    <a:pt x="257287" y="301534"/>
                  </a:lnTo>
                  <a:lnTo>
                    <a:pt x="261592" y="298454"/>
                  </a:lnTo>
                  <a:lnTo>
                    <a:pt x="265797" y="295240"/>
                  </a:lnTo>
                  <a:lnTo>
                    <a:pt x="269898" y="291895"/>
                  </a:lnTo>
                  <a:lnTo>
                    <a:pt x="273892" y="288421"/>
                  </a:lnTo>
                  <a:lnTo>
                    <a:pt x="277773" y="284823"/>
                  </a:lnTo>
                  <a:lnTo>
                    <a:pt x="281538" y="281104"/>
                  </a:lnTo>
                  <a:lnTo>
                    <a:pt x="285184" y="277267"/>
                  </a:lnTo>
                  <a:lnTo>
                    <a:pt x="288707" y="273317"/>
                  </a:lnTo>
                  <a:lnTo>
                    <a:pt x="292102" y="269257"/>
                  </a:lnTo>
                  <a:lnTo>
                    <a:pt x="295368" y="265092"/>
                  </a:lnTo>
                  <a:lnTo>
                    <a:pt x="298500" y="260825"/>
                  </a:lnTo>
                  <a:lnTo>
                    <a:pt x="301495" y="256462"/>
                  </a:lnTo>
                  <a:lnTo>
                    <a:pt x="304351" y="252006"/>
                  </a:lnTo>
                  <a:lnTo>
                    <a:pt x="307064" y="247461"/>
                  </a:lnTo>
                  <a:lnTo>
                    <a:pt x="309632" y="242833"/>
                  </a:lnTo>
                  <a:lnTo>
                    <a:pt x="312052" y="238127"/>
                  </a:lnTo>
                  <a:lnTo>
                    <a:pt x="314322" y="233345"/>
                  </a:lnTo>
                  <a:lnTo>
                    <a:pt x="316440" y="228495"/>
                  </a:lnTo>
                  <a:lnTo>
                    <a:pt x="318403" y="223580"/>
                  </a:lnTo>
                  <a:lnTo>
                    <a:pt x="320209" y="218605"/>
                  </a:lnTo>
                  <a:lnTo>
                    <a:pt x="321857" y="213575"/>
                  </a:lnTo>
                  <a:lnTo>
                    <a:pt x="323345" y="208496"/>
                  </a:lnTo>
                  <a:lnTo>
                    <a:pt x="324671" y="203372"/>
                  </a:lnTo>
                  <a:lnTo>
                    <a:pt x="325835" y="198209"/>
                  </a:lnTo>
                  <a:lnTo>
                    <a:pt x="326834" y="193011"/>
                  </a:lnTo>
                  <a:lnTo>
                    <a:pt x="327669" y="187785"/>
                  </a:lnTo>
                  <a:lnTo>
                    <a:pt x="328337" y="182535"/>
                  </a:lnTo>
                  <a:lnTo>
                    <a:pt x="328839" y="177266"/>
                  </a:lnTo>
                  <a:lnTo>
                    <a:pt x="329174" y="171984"/>
                  </a:lnTo>
                  <a:lnTo>
                    <a:pt x="329342" y="166694"/>
                  </a:lnTo>
                  <a:lnTo>
                    <a:pt x="329342" y="161401"/>
                  </a:lnTo>
                  <a:lnTo>
                    <a:pt x="329174" y="156111"/>
                  </a:lnTo>
                  <a:lnTo>
                    <a:pt x="328839" y="150829"/>
                  </a:lnTo>
                  <a:lnTo>
                    <a:pt x="328337" y="145560"/>
                  </a:lnTo>
                  <a:lnTo>
                    <a:pt x="327669" y="140310"/>
                  </a:lnTo>
                  <a:lnTo>
                    <a:pt x="326834" y="135083"/>
                  </a:lnTo>
                  <a:lnTo>
                    <a:pt x="325835" y="129886"/>
                  </a:lnTo>
                  <a:lnTo>
                    <a:pt x="324671" y="124723"/>
                  </a:lnTo>
                  <a:lnTo>
                    <a:pt x="323345" y="119599"/>
                  </a:lnTo>
                  <a:lnTo>
                    <a:pt x="321857" y="114520"/>
                  </a:lnTo>
                  <a:lnTo>
                    <a:pt x="320209" y="109490"/>
                  </a:lnTo>
                  <a:lnTo>
                    <a:pt x="318403" y="104515"/>
                  </a:lnTo>
                  <a:lnTo>
                    <a:pt x="316440" y="99600"/>
                  </a:lnTo>
                  <a:lnTo>
                    <a:pt x="314322" y="94749"/>
                  </a:lnTo>
                  <a:lnTo>
                    <a:pt x="312052" y="89968"/>
                  </a:lnTo>
                  <a:lnTo>
                    <a:pt x="309632" y="85261"/>
                  </a:lnTo>
                  <a:lnTo>
                    <a:pt x="307064" y="80634"/>
                  </a:lnTo>
                  <a:lnTo>
                    <a:pt x="304351" y="76089"/>
                  </a:lnTo>
                  <a:lnTo>
                    <a:pt x="301495" y="71633"/>
                  </a:lnTo>
                  <a:lnTo>
                    <a:pt x="298500" y="67270"/>
                  </a:lnTo>
                  <a:lnTo>
                    <a:pt x="295368" y="63003"/>
                  </a:lnTo>
                  <a:lnTo>
                    <a:pt x="292102" y="58838"/>
                  </a:lnTo>
                  <a:lnTo>
                    <a:pt x="288707" y="54778"/>
                  </a:lnTo>
                  <a:lnTo>
                    <a:pt x="285184" y="50828"/>
                  </a:lnTo>
                  <a:lnTo>
                    <a:pt x="281538" y="46991"/>
                  </a:lnTo>
                  <a:lnTo>
                    <a:pt x="277773" y="43272"/>
                  </a:lnTo>
                  <a:lnTo>
                    <a:pt x="273892" y="39674"/>
                  </a:lnTo>
                  <a:lnTo>
                    <a:pt x="269898" y="36200"/>
                  </a:lnTo>
                  <a:lnTo>
                    <a:pt x="265797" y="32855"/>
                  </a:lnTo>
                  <a:lnTo>
                    <a:pt x="261592" y="29641"/>
                  </a:lnTo>
                  <a:lnTo>
                    <a:pt x="257287" y="26561"/>
                  </a:lnTo>
                  <a:lnTo>
                    <a:pt x="252887" y="23620"/>
                  </a:lnTo>
                  <a:lnTo>
                    <a:pt x="248396" y="20819"/>
                  </a:lnTo>
                  <a:lnTo>
                    <a:pt x="243819" y="18162"/>
                  </a:lnTo>
                  <a:lnTo>
                    <a:pt x="239160" y="15651"/>
                  </a:lnTo>
                  <a:lnTo>
                    <a:pt x="234423" y="13289"/>
                  </a:lnTo>
                  <a:lnTo>
                    <a:pt x="229615" y="11078"/>
                  </a:lnTo>
                  <a:lnTo>
                    <a:pt x="224738" y="9021"/>
                  </a:lnTo>
                  <a:lnTo>
                    <a:pt x="219799" y="7118"/>
                  </a:lnTo>
                  <a:lnTo>
                    <a:pt x="214803" y="5374"/>
                  </a:lnTo>
                  <a:lnTo>
                    <a:pt x="209753" y="3788"/>
                  </a:lnTo>
                  <a:lnTo>
                    <a:pt x="204656" y="2362"/>
                  </a:lnTo>
                  <a:lnTo>
                    <a:pt x="199516" y="1099"/>
                  </a:lnTo>
                  <a:lnTo>
                    <a:pt x="194339" y="0"/>
                  </a:lnTo>
                  <a:lnTo>
                    <a:pt x="162195" y="1640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919011" y="2633064"/>
              <a:ext cx="32143" cy="167167"/>
            </a:xfrm>
            <a:custGeom>
              <a:avLst/>
              <a:pathLst>
                <a:path w="32143" h="167167">
                  <a:moveTo>
                    <a:pt x="32143" y="3119"/>
                  </a:move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39267" y="2126963"/>
              <a:ext cx="89205" cy="167167"/>
            </a:xfrm>
            <a:custGeom>
              <a:avLst/>
              <a:pathLst>
                <a:path w="89205" h="167167">
                  <a:moveTo>
                    <a:pt x="89205" y="0"/>
                  </a:moveTo>
                  <a:lnTo>
                    <a:pt x="83325" y="103"/>
                  </a:lnTo>
                  <a:lnTo>
                    <a:pt x="77452" y="413"/>
                  </a:lnTo>
                  <a:lnTo>
                    <a:pt x="71594" y="930"/>
                  </a:lnTo>
                  <a:lnTo>
                    <a:pt x="65758" y="1652"/>
                  </a:lnTo>
                  <a:lnTo>
                    <a:pt x="59951" y="2579"/>
                  </a:lnTo>
                  <a:lnTo>
                    <a:pt x="54180" y="3710"/>
                  </a:lnTo>
                  <a:lnTo>
                    <a:pt x="48452" y="5043"/>
                  </a:lnTo>
                  <a:lnTo>
                    <a:pt x="42775" y="6577"/>
                  </a:lnTo>
                  <a:lnTo>
                    <a:pt x="37156" y="8309"/>
                  </a:lnTo>
                  <a:lnTo>
                    <a:pt x="31600" y="10238"/>
                  </a:lnTo>
                  <a:lnTo>
                    <a:pt x="26116" y="12361"/>
                  </a:lnTo>
                  <a:lnTo>
                    <a:pt x="20710" y="14676"/>
                  </a:lnTo>
                  <a:lnTo>
                    <a:pt x="15389" y="17179"/>
                  </a:lnTo>
                  <a:lnTo>
                    <a:pt x="10159" y="19869"/>
                  </a:lnTo>
                  <a:lnTo>
                    <a:pt x="5027" y="22740"/>
                  </a:lnTo>
                  <a:lnTo>
                    <a:pt x="0" y="25790"/>
                  </a:lnTo>
                  <a:lnTo>
                    <a:pt x="8920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9267" y="2152754"/>
              <a:ext cx="89205" cy="141376"/>
            </a:xfrm>
            <a:custGeom>
              <a:avLst/>
              <a:pathLst>
                <a:path w="89205" h="141376">
                  <a:moveTo>
                    <a:pt x="0" y="0"/>
                  </a:moveTo>
                  <a:lnTo>
                    <a:pt x="89205" y="1413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561311" y="2152754"/>
              <a:ext cx="167160" cy="281162"/>
            </a:xfrm>
            <a:custGeom>
              <a:avLst/>
              <a:pathLst>
                <a:path w="167160" h="281162">
                  <a:moveTo>
                    <a:pt x="77955" y="0"/>
                  </a:moveTo>
                  <a:lnTo>
                    <a:pt x="73446" y="2947"/>
                  </a:lnTo>
                  <a:lnTo>
                    <a:pt x="69034" y="6039"/>
                  </a:lnTo>
                  <a:lnTo>
                    <a:pt x="64724" y="9272"/>
                  </a:lnTo>
                  <a:lnTo>
                    <a:pt x="60520" y="12641"/>
                  </a:lnTo>
                  <a:lnTo>
                    <a:pt x="56427" y="16144"/>
                  </a:lnTo>
                  <a:lnTo>
                    <a:pt x="52449" y="19778"/>
                  </a:lnTo>
                  <a:lnTo>
                    <a:pt x="48590" y="23537"/>
                  </a:lnTo>
                  <a:lnTo>
                    <a:pt x="44855" y="27419"/>
                  </a:lnTo>
                  <a:lnTo>
                    <a:pt x="41246" y="31420"/>
                  </a:lnTo>
                  <a:lnTo>
                    <a:pt x="37768" y="35534"/>
                  </a:lnTo>
                  <a:lnTo>
                    <a:pt x="34425" y="39759"/>
                  </a:lnTo>
                  <a:lnTo>
                    <a:pt x="31219" y="44089"/>
                  </a:lnTo>
                  <a:lnTo>
                    <a:pt x="28155" y="48520"/>
                  </a:lnTo>
                  <a:lnTo>
                    <a:pt x="25235" y="53047"/>
                  </a:lnTo>
                  <a:lnTo>
                    <a:pt x="22462" y="57667"/>
                  </a:lnTo>
                  <a:lnTo>
                    <a:pt x="19840" y="62373"/>
                  </a:lnTo>
                  <a:lnTo>
                    <a:pt x="17370" y="67161"/>
                  </a:lnTo>
                  <a:lnTo>
                    <a:pt x="15057" y="72027"/>
                  </a:lnTo>
                  <a:lnTo>
                    <a:pt x="12901" y="76964"/>
                  </a:lnTo>
                  <a:lnTo>
                    <a:pt x="10905" y="81968"/>
                  </a:lnTo>
                  <a:lnTo>
                    <a:pt x="9072" y="87034"/>
                  </a:lnTo>
                  <a:lnTo>
                    <a:pt x="7403" y="92157"/>
                  </a:lnTo>
                  <a:lnTo>
                    <a:pt x="5900" y="97330"/>
                  </a:lnTo>
                  <a:lnTo>
                    <a:pt x="4565" y="102550"/>
                  </a:lnTo>
                  <a:lnTo>
                    <a:pt x="3398" y="107809"/>
                  </a:lnTo>
                  <a:lnTo>
                    <a:pt x="2401" y="113104"/>
                  </a:lnTo>
                  <a:lnTo>
                    <a:pt x="1576" y="118428"/>
                  </a:lnTo>
                  <a:lnTo>
                    <a:pt x="922" y="123776"/>
                  </a:lnTo>
                  <a:lnTo>
                    <a:pt x="441" y="129142"/>
                  </a:lnTo>
                  <a:lnTo>
                    <a:pt x="134" y="134520"/>
                  </a:lnTo>
                  <a:lnTo>
                    <a:pt x="0" y="139906"/>
                  </a:lnTo>
                  <a:lnTo>
                    <a:pt x="39" y="145293"/>
                  </a:lnTo>
                  <a:lnTo>
                    <a:pt x="252" y="150677"/>
                  </a:lnTo>
                  <a:lnTo>
                    <a:pt x="638" y="156050"/>
                  </a:lnTo>
                  <a:lnTo>
                    <a:pt x="1198" y="161409"/>
                  </a:lnTo>
                  <a:lnTo>
                    <a:pt x="1929" y="166746"/>
                  </a:lnTo>
                  <a:lnTo>
                    <a:pt x="2833" y="172058"/>
                  </a:lnTo>
                  <a:lnTo>
                    <a:pt x="3907" y="177337"/>
                  </a:lnTo>
                  <a:lnTo>
                    <a:pt x="5150" y="182579"/>
                  </a:lnTo>
                  <a:lnTo>
                    <a:pt x="6562" y="187778"/>
                  </a:lnTo>
                  <a:lnTo>
                    <a:pt x="8141" y="192929"/>
                  </a:lnTo>
                  <a:lnTo>
                    <a:pt x="9885" y="198027"/>
                  </a:lnTo>
                  <a:lnTo>
                    <a:pt x="11792" y="203065"/>
                  </a:lnTo>
                  <a:lnTo>
                    <a:pt x="13860" y="208040"/>
                  </a:lnTo>
                  <a:lnTo>
                    <a:pt x="16088" y="212945"/>
                  </a:lnTo>
                  <a:lnTo>
                    <a:pt x="18473" y="217776"/>
                  </a:lnTo>
                  <a:lnTo>
                    <a:pt x="21012" y="222528"/>
                  </a:lnTo>
                  <a:lnTo>
                    <a:pt x="23703" y="227195"/>
                  </a:lnTo>
                  <a:lnTo>
                    <a:pt x="26543" y="231773"/>
                  </a:lnTo>
                  <a:lnTo>
                    <a:pt x="29529" y="236258"/>
                  </a:lnTo>
                  <a:lnTo>
                    <a:pt x="32658" y="240644"/>
                  </a:lnTo>
                  <a:lnTo>
                    <a:pt x="35926" y="244926"/>
                  </a:lnTo>
                  <a:lnTo>
                    <a:pt x="39331" y="249101"/>
                  </a:lnTo>
                  <a:lnTo>
                    <a:pt x="42869" y="253165"/>
                  </a:lnTo>
                  <a:lnTo>
                    <a:pt x="46536" y="257112"/>
                  </a:lnTo>
                  <a:lnTo>
                    <a:pt x="50328" y="260939"/>
                  </a:lnTo>
                  <a:lnTo>
                    <a:pt x="54241" y="264641"/>
                  </a:lnTo>
                  <a:lnTo>
                    <a:pt x="58272" y="268216"/>
                  </a:lnTo>
                  <a:lnTo>
                    <a:pt x="62416" y="271659"/>
                  </a:lnTo>
                  <a:lnTo>
                    <a:pt x="66669" y="274967"/>
                  </a:lnTo>
                  <a:lnTo>
                    <a:pt x="71026" y="278135"/>
                  </a:lnTo>
                  <a:lnTo>
                    <a:pt x="75483" y="281162"/>
                  </a:lnTo>
                  <a:lnTo>
                    <a:pt x="167160" y="1413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6794" y="2126963"/>
              <a:ext cx="258833" cy="334329"/>
            </a:xfrm>
            <a:custGeom>
              <a:avLst/>
              <a:pathLst>
                <a:path w="258833" h="334329">
                  <a:moveTo>
                    <a:pt x="0" y="306953"/>
                  </a:moveTo>
                  <a:lnTo>
                    <a:pt x="4492" y="309798"/>
                  </a:lnTo>
                  <a:lnTo>
                    <a:pt x="9073" y="312499"/>
                  </a:lnTo>
                  <a:lnTo>
                    <a:pt x="13737" y="315053"/>
                  </a:lnTo>
                  <a:lnTo>
                    <a:pt x="18481" y="317457"/>
                  </a:lnTo>
                  <a:lnTo>
                    <a:pt x="23298" y="319709"/>
                  </a:lnTo>
                  <a:lnTo>
                    <a:pt x="28184" y="321807"/>
                  </a:lnTo>
                  <a:lnTo>
                    <a:pt x="33135" y="323748"/>
                  </a:lnTo>
                  <a:lnTo>
                    <a:pt x="38145" y="325531"/>
                  </a:lnTo>
                  <a:lnTo>
                    <a:pt x="43209" y="327154"/>
                  </a:lnTo>
                  <a:lnTo>
                    <a:pt x="48323" y="328615"/>
                  </a:lnTo>
                  <a:lnTo>
                    <a:pt x="53480" y="329912"/>
                  </a:lnTo>
                  <a:lnTo>
                    <a:pt x="58676" y="331044"/>
                  </a:lnTo>
                  <a:lnTo>
                    <a:pt x="63905" y="332011"/>
                  </a:lnTo>
                  <a:lnTo>
                    <a:pt x="69162" y="332811"/>
                  </a:lnTo>
                  <a:lnTo>
                    <a:pt x="74442" y="333444"/>
                  </a:lnTo>
                  <a:lnTo>
                    <a:pt x="79740" y="333908"/>
                  </a:lnTo>
                  <a:lnTo>
                    <a:pt x="85049" y="334203"/>
                  </a:lnTo>
                  <a:lnTo>
                    <a:pt x="90366" y="334329"/>
                  </a:lnTo>
                  <a:lnTo>
                    <a:pt x="95683" y="334286"/>
                  </a:lnTo>
                  <a:lnTo>
                    <a:pt x="100997" y="334074"/>
                  </a:lnTo>
                  <a:lnTo>
                    <a:pt x="106301" y="333694"/>
                  </a:lnTo>
                  <a:lnTo>
                    <a:pt x="111590" y="333144"/>
                  </a:lnTo>
                  <a:lnTo>
                    <a:pt x="116859" y="332427"/>
                  </a:lnTo>
                  <a:lnTo>
                    <a:pt x="122103" y="331542"/>
                  </a:lnTo>
                  <a:lnTo>
                    <a:pt x="127316" y="330491"/>
                  </a:lnTo>
                  <a:lnTo>
                    <a:pt x="132493" y="329275"/>
                  </a:lnTo>
                  <a:lnTo>
                    <a:pt x="137628" y="327895"/>
                  </a:lnTo>
                  <a:lnTo>
                    <a:pt x="142717" y="326352"/>
                  </a:lnTo>
                  <a:lnTo>
                    <a:pt x="147755" y="324648"/>
                  </a:lnTo>
                  <a:lnTo>
                    <a:pt x="152736" y="322785"/>
                  </a:lnTo>
                  <a:lnTo>
                    <a:pt x="157654" y="320764"/>
                  </a:lnTo>
                  <a:lnTo>
                    <a:pt x="162506" y="318588"/>
                  </a:lnTo>
                  <a:lnTo>
                    <a:pt x="167287" y="316258"/>
                  </a:lnTo>
                  <a:lnTo>
                    <a:pt x="171991" y="313778"/>
                  </a:lnTo>
                  <a:lnTo>
                    <a:pt x="176613" y="311149"/>
                  </a:lnTo>
                  <a:lnTo>
                    <a:pt x="181150" y="308375"/>
                  </a:lnTo>
                  <a:lnTo>
                    <a:pt x="185596" y="305457"/>
                  </a:lnTo>
                  <a:lnTo>
                    <a:pt x="189947" y="302400"/>
                  </a:lnTo>
                  <a:lnTo>
                    <a:pt x="194199" y="299206"/>
                  </a:lnTo>
                  <a:lnTo>
                    <a:pt x="198347" y="295878"/>
                  </a:lnTo>
                  <a:lnTo>
                    <a:pt x="202387" y="292420"/>
                  </a:lnTo>
                  <a:lnTo>
                    <a:pt x="206315" y="288835"/>
                  </a:lnTo>
                  <a:lnTo>
                    <a:pt x="210127" y="285128"/>
                  </a:lnTo>
                  <a:lnTo>
                    <a:pt x="213819" y="281300"/>
                  </a:lnTo>
                  <a:lnTo>
                    <a:pt x="217387" y="277358"/>
                  </a:lnTo>
                  <a:lnTo>
                    <a:pt x="220829" y="273303"/>
                  </a:lnTo>
                  <a:lnTo>
                    <a:pt x="224139" y="269142"/>
                  </a:lnTo>
                  <a:lnTo>
                    <a:pt x="227316" y="264877"/>
                  </a:lnTo>
                  <a:lnTo>
                    <a:pt x="230355" y="260513"/>
                  </a:lnTo>
                  <a:lnTo>
                    <a:pt x="233254" y="256055"/>
                  </a:lnTo>
                  <a:lnTo>
                    <a:pt x="236009" y="251507"/>
                  </a:lnTo>
                  <a:lnTo>
                    <a:pt x="238619" y="246873"/>
                  </a:lnTo>
                  <a:lnTo>
                    <a:pt x="241080" y="242159"/>
                  </a:lnTo>
                  <a:lnTo>
                    <a:pt x="243390" y="237369"/>
                  </a:lnTo>
                  <a:lnTo>
                    <a:pt x="245546" y="232508"/>
                  </a:lnTo>
                  <a:lnTo>
                    <a:pt x="247546" y="227581"/>
                  </a:lnTo>
                  <a:lnTo>
                    <a:pt x="249389" y="222593"/>
                  </a:lnTo>
                  <a:lnTo>
                    <a:pt x="251072" y="217548"/>
                  </a:lnTo>
                  <a:lnTo>
                    <a:pt x="252594" y="212453"/>
                  </a:lnTo>
                  <a:lnTo>
                    <a:pt x="253953" y="207312"/>
                  </a:lnTo>
                  <a:lnTo>
                    <a:pt x="255148" y="202130"/>
                  </a:lnTo>
                  <a:lnTo>
                    <a:pt x="256177" y="196913"/>
                  </a:lnTo>
                  <a:lnTo>
                    <a:pt x="257040" y="191665"/>
                  </a:lnTo>
                  <a:lnTo>
                    <a:pt x="257736" y="186393"/>
                  </a:lnTo>
                  <a:lnTo>
                    <a:pt x="258263" y="181102"/>
                  </a:lnTo>
                  <a:lnTo>
                    <a:pt x="258622" y="175796"/>
                  </a:lnTo>
                  <a:lnTo>
                    <a:pt x="258812" y="170482"/>
                  </a:lnTo>
                  <a:lnTo>
                    <a:pt x="258833" y="165164"/>
                  </a:lnTo>
                  <a:lnTo>
                    <a:pt x="258685" y="159848"/>
                  </a:lnTo>
                  <a:lnTo>
                    <a:pt x="258367" y="154540"/>
                  </a:lnTo>
                  <a:lnTo>
                    <a:pt x="257881" y="149244"/>
                  </a:lnTo>
                  <a:lnTo>
                    <a:pt x="257227" y="143967"/>
                  </a:lnTo>
                  <a:lnTo>
                    <a:pt x="256405" y="138713"/>
                  </a:lnTo>
                  <a:lnTo>
                    <a:pt x="255417" y="133488"/>
                  </a:lnTo>
                  <a:lnTo>
                    <a:pt x="254263" y="128297"/>
                  </a:lnTo>
                  <a:lnTo>
                    <a:pt x="252944" y="123145"/>
                  </a:lnTo>
                  <a:lnTo>
                    <a:pt x="251463" y="118038"/>
                  </a:lnTo>
                  <a:lnTo>
                    <a:pt x="249819" y="112980"/>
                  </a:lnTo>
                  <a:lnTo>
                    <a:pt x="248016" y="107978"/>
                  </a:lnTo>
                  <a:lnTo>
                    <a:pt x="246054" y="103035"/>
                  </a:lnTo>
                  <a:lnTo>
                    <a:pt x="243936" y="98157"/>
                  </a:lnTo>
                  <a:lnTo>
                    <a:pt x="241664" y="93349"/>
                  </a:lnTo>
                  <a:lnTo>
                    <a:pt x="239240" y="88616"/>
                  </a:lnTo>
                  <a:lnTo>
                    <a:pt x="236667" y="83962"/>
                  </a:lnTo>
                  <a:lnTo>
                    <a:pt x="233947" y="79393"/>
                  </a:lnTo>
                  <a:lnTo>
                    <a:pt x="231083" y="74912"/>
                  </a:lnTo>
                  <a:lnTo>
                    <a:pt x="228078" y="70524"/>
                  </a:lnTo>
                  <a:lnTo>
                    <a:pt x="224935" y="66235"/>
                  </a:lnTo>
                  <a:lnTo>
                    <a:pt x="221658" y="62047"/>
                  </a:lnTo>
                  <a:lnTo>
                    <a:pt x="218248" y="57966"/>
                  </a:lnTo>
                  <a:lnTo>
                    <a:pt x="214711" y="53996"/>
                  </a:lnTo>
                  <a:lnTo>
                    <a:pt x="211049" y="50140"/>
                  </a:lnTo>
                  <a:lnTo>
                    <a:pt x="207266" y="46402"/>
                  </a:lnTo>
                  <a:lnTo>
                    <a:pt x="203366" y="42786"/>
                  </a:lnTo>
                  <a:lnTo>
                    <a:pt x="199354" y="39297"/>
                  </a:lnTo>
                  <a:lnTo>
                    <a:pt x="195232" y="35937"/>
                  </a:lnTo>
                  <a:lnTo>
                    <a:pt x="191006" y="32709"/>
                  </a:lnTo>
                  <a:lnTo>
                    <a:pt x="186679" y="29618"/>
                  </a:lnTo>
                  <a:lnTo>
                    <a:pt x="182256" y="26666"/>
                  </a:lnTo>
                  <a:lnTo>
                    <a:pt x="177741" y="23856"/>
                  </a:lnTo>
                  <a:lnTo>
                    <a:pt x="173139" y="21191"/>
                  </a:lnTo>
                  <a:lnTo>
                    <a:pt x="168455" y="18674"/>
                  </a:lnTo>
                  <a:lnTo>
                    <a:pt x="163693" y="16307"/>
                  </a:lnTo>
                  <a:lnTo>
                    <a:pt x="158858" y="14093"/>
                  </a:lnTo>
                  <a:lnTo>
                    <a:pt x="153955" y="12033"/>
                  </a:lnTo>
                  <a:lnTo>
                    <a:pt x="148989" y="10131"/>
                  </a:lnTo>
                  <a:lnTo>
                    <a:pt x="143965" y="8387"/>
                  </a:lnTo>
                  <a:lnTo>
                    <a:pt x="138888" y="6805"/>
                  </a:lnTo>
                  <a:lnTo>
                    <a:pt x="133764" y="5384"/>
                  </a:lnTo>
                  <a:lnTo>
                    <a:pt x="128597" y="4127"/>
                  </a:lnTo>
                  <a:lnTo>
                    <a:pt x="123392" y="3035"/>
                  </a:lnTo>
                  <a:lnTo>
                    <a:pt x="118156" y="2110"/>
                  </a:lnTo>
                  <a:lnTo>
                    <a:pt x="112892" y="1351"/>
                  </a:lnTo>
                  <a:lnTo>
                    <a:pt x="107607" y="760"/>
                  </a:lnTo>
                  <a:lnTo>
                    <a:pt x="102306" y="338"/>
                  </a:lnTo>
                  <a:lnTo>
                    <a:pt x="96995" y="84"/>
                  </a:lnTo>
                  <a:lnTo>
                    <a:pt x="91677" y="0"/>
                  </a:lnTo>
                  <a:lnTo>
                    <a:pt x="9167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1668" y="1681503"/>
              <a:ext cx="31566" cy="167167"/>
            </a:xfrm>
            <a:custGeom>
              <a:avLst/>
              <a:pathLst>
                <a:path w="31566" h="167167">
                  <a:moveTo>
                    <a:pt x="31566" y="0"/>
                  </a:moveTo>
                  <a:lnTo>
                    <a:pt x="25216" y="120"/>
                  </a:lnTo>
                  <a:lnTo>
                    <a:pt x="18875" y="482"/>
                  </a:lnTo>
                  <a:lnTo>
                    <a:pt x="12553" y="1084"/>
                  </a:lnTo>
                  <a:lnTo>
                    <a:pt x="6258" y="1926"/>
                  </a:lnTo>
                  <a:lnTo>
                    <a:pt x="0" y="3007"/>
                  </a:lnTo>
                  <a:lnTo>
                    <a:pt x="315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1668" y="1684510"/>
              <a:ext cx="31566" cy="164159"/>
            </a:xfrm>
            <a:custGeom>
              <a:avLst/>
              <a:pathLst>
                <a:path w="31566" h="164159">
                  <a:moveTo>
                    <a:pt x="0" y="0"/>
                  </a:moveTo>
                  <a:lnTo>
                    <a:pt x="31566" y="164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256076" y="1684510"/>
              <a:ext cx="334325" cy="331317"/>
            </a:xfrm>
            <a:custGeom>
              <a:avLst/>
              <a:pathLst>
                <a:path w="334325" h="331317">
                  <a:moveTo>
                    <a:pt x="135591" y="0"/>
                  </a:moveTo>
                  <a:lnTo>
                    <a:pt x="130417" y="1080"/>
                  </a:lnTo>
                  <a:lnTo>
                    <a:pt x="125279" y="2323"/>
                  </a:lnTo>
                  <a:lnTo>
                    <a:pt x="120183" y="3728"/>
                  </a:lnTo>
                  <a:lnTo>
                    <a:pt x="115134" y="5293"/>
                  </a:lnTo>
                  <a:lnTo>
                    <a:pt x="110137" y="7017"/>
                  </a:lnTo>
                  <a:lnTo>
                    <a:pt x="105198" y="8899"/>
                  </a:lnTo>
                  <a:lnTo>
                    <a:pt x="100320" y="10935"/>
                  </a:lnTo>
                  <a:lnTo>
                    <a:pt x="95509" y="13125"/>
                  </a:lnTo>
                  <a:lnTo>
                    <a:pt x="90769" y="15466"/>
                  </a:lnTo>
                  <a:lnTo>
                    <a:pt x="86106" y="17955"/>
                  </a:lnTo>
                  <a:lnTo>
                    <a:pt x="81524" y="20591"/>
                  </a:lnTo>
                  <a:lnTo>
                    <a:pt x="77028" y="23370"/>
                  </a:lnTo>
                  <a:lnTo>
                    <a:pt x="72622" y="26290"/>
                  </a:lnTo>
                  <a:lnTo>
                    <a:pt x="68310" y="29348"/>
                  </a:lnTo>
                  <a:lnTo>
                    <a:pt x="64097" y="32541"/>
                  </a:lnTo>
                  <a:lnTo>
                    <a:pt x="59987" y="35865"/>
                  </a:lnTo>
                  <a:lnTo>
                    <a:pt x="55985" y="39317"/>
                  </a:lnTo>
                  <a:lnTo>
                    <a:pt x="52093" y="42895"/>
                  </a:lnTo>
                  <a:lnTo>
                    <a:pt x="48317" y="46593"/>
                  </a:lnTo>
                  <a:lnTo>
                    <a:pt x="44659" y="50410"/>
                  </a:lnTo>
                  <a:lnTo>
                    <a:pt x="41124" y="54339"/>
                  </a:lnTo>
                  <a:lnTo>
                    <a:pt x="37715" y="58379"/>
                  </a:lnTo>
                  <a:lnTo>
                    <a:pt x="34435" y="62525"/>
                  </a:lnTo>
                  <a:lnTo>
                    <a:pt x="31288" y="66772"/>
                  </a:lnTo>
                  <a:lnTo>
                    <a:pt x="28277" y="71116"/>
                  </a:lnTo>
                  <a:lnTo>
                    <a:pt x="25405" y="75553"/>
                  </a:lnTo>
                  <a:lnTo>
                    <a:pt x="22674" y="80080"/>
                  </a:lnTo>
                  <a:lnTo>
                    <a:pt x="20088" y="84690"/>
                  </a:lnTo>
                  <a:lnTo>
                    <a:pt x="17649" y="89379"/>
                  </a:lnTo>
                  <a:lnTo>
                    <a:pt x="15359" y="94144"/>
                  </a:lnTo>
                  <a:lnTo>
                    <a:pt x="13222" y="98978"/>
                  </a:lnTo>
                  <a:lnTo>
                    <a:pt x="11238" y="103878"/>
                  </a:lnTo>
                  <a:lnTo>
                    <a:pt x="9410" y="108837"/>
                  </a:lnTo>
                  <a:lnTo>
                    <a:pt x="7739" y="113852"/>
                  </a:lnTo>
                  <a:lnTo>
                    <a:pt x="6229" y="118918"/>
                  </a:lnTo>
                  <a:lnTo>
                    <a:pt x="4879" y="124029"/>
                  </a:lnTo>
                  <a:lnTo>
                    <a:pt x="3691" y="129179"/>
                  </a:lnTo>
                  <a:lnTo>
                    <a:pt x="2667" y="134365"/>
                  </a:lnTo>
                  <a:lnTo>
                    <a:pt x="1807" y="139581"/>
                  </a:lnTo>
                  <a:lnTo>
                    <a:pt x="1113" y="144821"/>
                  </a:lnTo>
                  <a:lnTo>
                    <a:pt x="584" y="150080"/>
                  </a:lnTo>
                  <a:lnTo>
                    <a:pt x="222" y="155354"/>
                  </a:lnTo>
                  <a:lnTo>
                    <a:pt x="27" y="160636"/>
                  </a:lnTo>
                  <a:lnTo>
                    <a:pt x="0" y="165922"/>
                  </a:lnTo>
                  <a:lnTo>
                    <a:pt x="139" y="171206"/>
                  </a:lnTo>
                  <a:lnTo>
                    <a:pt x="445" y="176483"/>
                  </a:lnTo>
                  <a:lnTo>
                    <a:pt x="918" y="181748"/>
                  </a:lnTo>
                  <a:lnTo>
                    <a:pt x="1557" y="186995"/>
                  </a:lnTo>
                  <a:lnTo>
                    <a:pt x="2362" y="192219"/>
                  </a:lnTo>
                  <a:lnTo>
                    <a:pt x="3332" y="197416"/>
                  </a:lnTo>
                  <a:lnTo>
                    <a:pt x="4465" y="202579"/>
                  </a:lnTo>
                  <a:lnTo>
                    <a:pt x="5761" y="207703"/>
                  </a:lnTo>
                  <a:lnTo>
                    <a:pt x="7218" y="212784"/>
                  </a:lnTo>
                  <a:lnTo>
                    <a:pt x="8836" y="217817"/>
                  </a:lnTo>
                  <a:lnTo>
                    <a:pt x="10611" y="222796"/>
                  </a:lnTo>
                  <a:lnTo>
                    <a:pt x="12543" y="227716"/>
                  </a:lnTo>
                  <a:lnTo>
                    <a:pt x="14630" y="232572"/>
                  </a:lnTo>
                  <a:lnTo>
                    <a:pt x="16869" y="237361"/>
                  </a:lnTo>
                  <a:lnTo>
                    <a:pt x="19259" y="242076"/>
                  </a:lnTo>
                  <a:lnTo>
                    <a:pt x="21796" y="246713"/>
                  </a:lnTo>
                  <a:lnTo>
                    <a:pt x="24479" y="251267"/>
                  </a:lnTo>
                  <a:lnTo>
                    <a:pt x="27304" y="255735"/>
                  </a:lnTo>
                  <a:lnTo>
                    <a:pt x="30270" y="260111"/>
                  </a:lnTo>
                  <a:lnTo>
                    <a:pt x="33372" y="264391"/>
                  </a:lnTo>
                  <a:lnTo>
                    <a:pt x="36608" y="268570"/>
                  </a:lnTo>
                  <a:lnTo>
                    <a:pt x="39974" y="272646"/>
                  </a:lnTo>
                  <a:lnTo>
                    <a:pt x="43468" y="276613"/>
                  </a:lnTo>
                  <a:lnTo>
                    <a:pt x="47085" y="280467"/>
                  </a:lnTo>
                  <a:lnTo>
                    <a:pt x="50822" y="284205"/>
                  </a:lnTo>
                  <a:lnTo>
                    <a:pt x="54676" y="287823"/>
                  </a:lnTo>
                  <a:lnTo>
                    <a:pt x="58642" y="291318"/>
                  </a:lnTo>
                  <a:lnTo>
                    <a:pt x="62716" y="294685"/>
                  </a:lnTo>
                  <a:lnTo>
                    <a:pt x="66895" y="297922"/>
                  </a:lnTo>
                  <a:lnTo>
                    <a:pt x="71175" y="301025"/>
                  </a:lnTo>
                  <a:lnTo>
                    <a:pt x="75550" y="303991"/>
                  </a:lnTo>
                  <a:lnTo>
                    <a:pt x="80017" y="306818"/>
                  </a:lnTo>
                  <a:lnTo>
                    <a:pt x="84571" y="309502"/>
                  </a:lnTo>
                  <a:lnTo>
                    <a:pt x="89207" y="312040"/>
                  </a:lnTo>
                  <a:lnTo>
                    <a:pt x="93922" y="314431"/>
                  </a:lnTo>
                  <a:lnTo>
                    <a:pt x="98709" y="316671"/>
                  </a:lnTo>
                  <a:lnTo>
                    <a:pt x="103566" y="318759"/>
                  </a:lnTo>
                  <a:lnTo>
                    <a:pt x="108485" y="320692"/>
                  </a:lnTo>
                  <a:lnTo>
                    <a:pt x="113464" y="322469"/>
                  </a:lnTo>
                  <a:lnTo>
                    <a:pt x="118496" y="324088"/>
                  </a:lnTo>
                  <a:lnTo>
                    <a:pt x="123576" y="325546"/>
                  </a:lnTo>
                  <a:lnTo>
                    <a:pt x="128701" y="326843"/>
                  </a:lnTo>
                  <a:lnTo>
                    <a:pt x="133864" y="327978"/>
                  </a:lnTo>
                  <a:lnTo>
                    <a:pt x="139060" y="328949"/>
                  </a:lnTo>
                  <a:lnTo>
                    <a:pt x="144284" y="329755"/>
                  </a:lnTo>
                  <a:lnTo>
                    <a:pt x="149531" y="330395"/>
                  </a:lnTo>
                  <a:lnTo>
                    <a:pt x="154795" y="330869"/>
                  </a:lnTo>
                  <a:lnTo>
                    <a:pt x="160072" y="331177"/>
                  </a:lnTo>
                  <a:lnTo>
                    <a:pt x="165356" y="331317"/>
                  </a:lnTo>
                  <a:lnTo>
                    <a:pt x="170642" y="331291"/>
                  </a:lnTo>
                  <a:lnTo>
                    <a:pt x="175925" y="331097"/>
                  </a:lnTo>
                  <a:lnTo>
                    <a:pt x="181198" y="330736"/>
                  </a:lnTo>
                  <a:lnTo>
                    <a:pt x="186458" y="330209"/>
                  </a:lnTo>
                  <a:lnTo>
                    <a:pt x="191698" y="329516"/>
                  </a:lnTo>
                  <a:lnTo>
                    <a:pt x="196914" y="328657"/>
                  </a:lnTo>
                  <a:lnTo>
                    <a:pt x="202100" y="327634"/>
                  </a:lnTo>
                  <a:lnTo>
                    <a:pt x="207251" y="326448"/>
                  </a:lnTo>
                  <a:lnTo>
                    <a:pt x="212362" y="325099"/>
                  </a:lnTo>
                  <a:lnTo>
                    <a:pt x="217428" y="323589"/>
                  </a:lnTo>
                  <a:lnTo>
                    <a:pt x="222443" y="321920"/>
                  </a:lnTo>
                  <a:lnTo>
                    <a:pt x="227404" y="320093"/>
                  </a:lnTo>
                  <a:lnTo>
                    <a:pt x="232304" y="318111"/>
                  </a:lnTo>
                  <a:lnTo>
                    <a:pt x="237138" y="315974"/>
                  </a:lnTo>
                  <a:lnTo>
                    <a:pt x="241903" y="313686"/>
                  </a:lnTo>
                  <a:lnTo>
                    <a:pt x="246593" y="311248"/>
                  </a:lnTo>
                  <a:lnTo>
                    <a:pt x="251204" y="308663"/>
                  </a:lnTo>
                  <a:lnTo>
                    <a:pt x="255731" y="305933"/>
                  </a:lnTo>
                  <a:lnTo>
                    <a:pt x="260169" y="303062"/>
                  </a:lnTo>
                  <a:lnTo>
                    <a:pt x="264514" y="300052"/>
                  </a:lnTo>
                  <a:lnTo>
                    <a:pt x="268762" y="296906"/>
                  </a:lnTo>
                  <a:lnTo>
                    <a:pt x="272908" y="293627"/>
                  </a:lnTo>
                  <a:lnTo>
                    <a:pt x="276949" y="290219"/>
                  </a:lnTo>
                  <a:lnTo>
                    <a:pt x="280879" y="286684"/>
                  </a:lnTo>
                  <a:lnTo>
                    <a:pt x="284696" y="283028"/>
                  </a:lnTo>
                  <a:lnTo>
                    <a:pt x="288396" y="279252"/>
                  </a:lnTo>
                  <a:lnTo>
                    <a:pt x="291974" y="275361"/>
                  </a:lnTo>
                  <a:lnTo>
                    <a:pt x="295427" y="271359"/>
                  </a:lnTo>
                  <a:lnTo>
                    <a:pt x="298753" y="267250"/>
                  </a:lnTo>
                  <a:lnTo>
                    <a:pt x="301946" y="263038"/>
                  </a:lnTo>
                  <a:lnTo>
                    <a:pt x="305005" y="258727"/>
                  </a:lnTo>
                  <a:lnTo>
                    <a:pt x="307926" y="254322"/>
                  </a:lnTo>
                  <a:lnTo>
                    <a:pt x="310706" y="249826"/>
                  </a:lnTo>
                  <a:lnTo>
                    <a:pt x="313343" y="245245"/>
                  </a:lnTo>
                  <a:lnTo>
                    <a:pt x="315834" y="240582"/>
                  </a:lnTo>
                  <a:lnTo>
                    <a:pt x="318175" y="235843"/>
                  </a:lnTo>
                  <a:lnTo>
                    <a:pt x="320366" y="231033"/>
                  </a:lnTo>
                  <a:lnTo>
                    <a:pt x="322404" y="226155"/>
                  </a:lnTo>
                  <a:lnTo>
                    <a:pt x="324287" y="221216"/>
                  </a:lnTo>
                  <a:lnTo>
                    <a:pt x="326012" y="216220"/>
                  </a:lnTo>
                  <a:lnTo>
                    <a:pt x="327579" y="211171"/>
                  </a:lnTo>
                  <a:lnTo>
                    <a:pt x="328985" y="206076"/>
                  </a:lnTo>
                  <a:lnTo>
                    <a:pt x="330229" y="200938"/>
                  </a:lnTo>
                  <a:lnTo>
                    <a:pt x="331310" y="195764"/>
                  </a:lnTo>
                  <a:lnTo>
                    <a:pt x="332227" y="190558"/>
                  </a:lnTo>
                  <a:lnTo>
                    <a:pt x="332980" y="185326"/>
                  </a:lnTo>
                  <a:lnTo>
                    <a:pt x="333566" y="180073"/>
                  </a:lnTo>
                  <a:lnTo>
                    <a:pt x="333986" y="174804"/>
                  </a:lnTo>
                  <a:lnTo>
                    <a:pt x="334239" y="169524"/>
                  </a:lnTo>
                  <a:lnTo>
                    <a:pt x="334325" y="164238"/>
                  </a:lnTo>
                  <a:lnTo>
                    <a:pt x="334244" y="158953"/>
                  </a:lnTo>
                  <a:lnTo>
                    <a:pt x="333996" y="153673"/>
                  </a:lnTo>
                  <a:lnTo>
                    <a:pt x="333581" y="148403"/>
                  </a:lnTo>
                  <a:lnTo>
                    <a:pt x="333000" y="143150"/>
                  </a:lnTo>
                  <a:lnTo>
                    <a:pt x="332252" y="137917"/>
                  </a:lnTo>
                  <a:lnTo>
                    <a:pt x="331340" y="132710"/>
                  </a:lnTo>
                  <a:lnTo>
                    <a:pt x="330264" y="127535"/>
                  </a:lnTo>
                  <a:lnTo>
                    <a:pt x="329024" y="122396"/>
                  </a:lnTo>
                  <a:lnTo>
                    <a:pt x="327623" y="117299"/>
                  </a:lnTo>
                  <a:lnTo>
                    <a:pt x="326061" y="112249"/>
                  </a:lnTo>
                  <a:lnTo>
                    <a:pt x="324340" y="107251"/>
                  </a:lnTo>
                  <a:lnTo>
                    <a:pt x="322463" y="102310"/>
                  </a:lnTo>
                  <a:lnTo>
                    <a:pt x="320429" y="97431"/>
                  </a:lnTo>
                  <a:lnTo>
                    <a:pt x="318243" y="92618"/>
                  </a:lnTo>
                  <a:lnTo>
                    <a:pt x="315906" y="87877"/>
                  </a:lnTo>
                  <a:lnTo>
                    <a:pt x="313420" y="83213"/>
                  </a:lnTo>
                  <a:lnTo>
                    <a:pt x="310787" y="78629"/>
                  </a:lnTo>
                  <a:lnTo>
                    <a:pt x="308011" y="74130"/>
                  </a:lnTo>
                  <a:lnTo>
                    <a:pt x="305094" y="69722"/>
                  </a:lnTo>
                  <a:lnTo>
                    <a:pt x="302040" y="65408"/>
                  </a:lnTo>
                  <a:lnTo>
                    <a:pt x="298850" y="61193"/>
                  </a:lnTo>
                  <a:lnTo>
                    <a:pt x="295529" y="57081"/>
                  </a:lnTo>
                  <a:lnTo>
                    <a:pt x="292079" y="53076"/>
                  </a:lnTo>
                  <a:lnTo>
                    <a:pt x="288504" y="49182"/>
                  </a:lnTo>
                  <a:lnTo>
                    <a:pt x="284809" y="45402"/>
                  </a:lnTo>
                  <a:lnTo>
                    <a:pt x="280995" y="41742"/>
                  </a:lnTo>
                  <a:lnTo>
                    <a:pt x="277068" y="38204"/>
                  </a:lnTo>
                  <a:lnTo>
                    <a:pt x="273030" y="34792"/>
                  </a:lnTo>
                  <a:lnTo>
                    <a:pt x="268887" y="31509"/>
                  </a:lnTo>
                  <a:lnTo>
                    <a:pt x="264642" y="28359"/>
                  </a:lnTo>
                  <a:lnTo>
                    <a:pt x="260300" y="25345"/>
                  </a:lnTo>
                  <a:lnTo>
                    <a:pt x="255865" y="22470"/>
                  </a:lnTo>
                  <a:lnTo>
                    <a:pt x="167158" y="164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423235" y="1681503"/>
              <a:ext cx="88707" cy="167167"/>
            </a:xfrm>
            <a:custGeom>
              <a:avLst/>
              <a:pathLst>
                <a:path w="88707" h="167167">
                  <a:moveTo>
                    <a:pt x="88707" y="25477"/>
                  </a:moveTo>
                  <a:lnTo>
                    <a:pt x="83700" y="22463"/>
                  </a:lnTo>
                  <a:lnTo>
                    <a:pt x="78591" y="19626"/>
                  </a:lnTo>
                  <a:lnTo>
                    <a:pt x="73386" y="16969"/>
                  </a:lnTo>
                  <a:lnTo>
                    <a:pt x="68091" y="14496"/>
                  </a:lnTo>
                  <a:lnTo>
                    <a:pt x="62713" y="12209"/>
                  </a:lnTo>
                  <a:lnTo>
                    <a:pt x="57259" y="10112"/>
                  </a:lnTo>
                  <a:lnTo>
                    <a:pt x="51734" y="8206"/>
                  </a:lnTo>
                  <a:lnTo>
                    <a:pt x="46146" y="6495"/>
                  </a:lnTo>
                  <a:lnTo>
                    <a:pt x="40502" y="4980"/>
                  </a:lnTo>
                  <a:lnTo>
                    <a:pt x="34808" y="3664"/>
                  </a:lnTo>
                  <a:lnTo>
                    <a:pt x="29072" y="2547"/>
                  </a:lnTo>
                  <a:lnTo>
                    <a:pt x="23300" y="1631"/>
                  </a:lnTo>
                  <a:lnTo>
                    <a:pt x="17500" y="918"/>
                  </a:lnTo>
                  <a:lnTo>
                    <a:pt x="11678" y="408"/>
                  </a:lnTo>
                  <a:lnTo>
                    <a:pt x="584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5"/>
                  </a:lnTo>
                  <a:lnTo>
                    <a:pt x="77050" y="26364"/>
                  </a:lnTo>
                  <a:lnTo>
                    <a:pt x="72643" y="29283"/>
                  </a:lnTo>
                  <a:lnTo>
                    <a:pt x="68330" y="32341"/>
                  </a:lnTo>
                  <a:lnTo>
                    <a:pt x="64116" y="35533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9" y="45887"/>
                  </a:lnTo>
                  <a:lnTo>
                    <a:pt x="48331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6" y="61372"/>
                  </a:lnTo>
                  <a:lnTo>
                    <a:pt x="34446" y="65518"/>
                  </a:lnTo>
                  <a:lnTo>
                    <a:pt x="31298" y="69765"/>
                  </a:lnTo>
                  <a:lnTo>
                    <a:pt x="28286" y="74110"/>
                  </a:lnTo>
                  <a:lnTo>
                    <a:pt x="25413" y="78548"/>
                  </a:lnTo>
                  <a:lnTo>
                    <a:pt x="22681" y="83074"/>
                  </a:lnTo>
                  <a:lnTo>
                    <a:pt x="20094" y="87685"/>
                  </a:lnTo>
                  <a:lnTo>
                    <a:pt x="17655" y="92375"/>
                  </a:lnTo>
                  <a:lnTo>
                    <a:pt x="15364" y="97140"/>
                  </a:lnTo>
                  <a:lnTo>
                    <a:pt x="13226" y="101975"/>
                  </a:lnTo>
                  <a:lnTo>
                    <a:pt x="11242" y="106875"/>
                  </a:lnTo>
                  <a:lnTo>
                    <a:pt x="9413" y="111836"/>
                  </a:lnTo>
                  <a:lnTo>
                    <a:pt x="7742" y="116851"/>
                  </a:lnTo>
                  <a:lnTo>
                    <a:pt x="6231" y="121917"/>
                  </a:lnTo>
                  <a:lnTo>
                    <a:pt x="4881" y="127029"/>
                  </a:lnTo>
                  <a:lnTo>
                    <a:pt x="3692" y="132180"/>
                  </a:lnTo>
                  <a:lnTo>
                    <a:pt x="2668" y="137367"/>
                  </a:lnTo>
                  <a:lnTo>
                    <a:pt x="1808" y="142583"/>
                  </a:lnTo>
                  <a:lnTo>
                    <a:pt x="1113" y="147824"/>
                  </a:lnTo>
                  <a:lnTo>
                    <a:pt x="584" y="153084"/>
                  </a:lnTo>
                  <a:lnTo>
                    <a:pt x="222" y="158358"/>
                  </a:lnTo>
                  <a:lnTo>
                    <a:pt x="27" y="163642"/>
                  </a:lnTo>
                  <a:lnTo>
                    <a:pt x="0" y="168928"/>
                  </a:lnTo>
                  <a:lnTo>
                    <a:pt x="139" y="174213"/>
                  </a:lnTo>
                  <a:lnTo>
                    <a:pt x="445" y="179491"/>
                  </a:lnTo>
                  <a:lnTo>
                    <a:pt x="918" y="184756"/>
                  </a:lnTo>
                  <a:lnTo>
                    <a:pt x="1558" y="190004"/>
                  </a:lnTo>
                  <a:lnTo>
                    <a:pt x="2362" y="195229"/>
                  </a:lnTo>
                  <a:lnTo>
                    <a:pt x="3332" y="200427"/>
                  </a:lnTo>
                  <a:lnTo>
                    <a:pt x="4466" y="205590"/>
                  </a:lnTo>
                  <a:lnTo>
                    <a:pt x="5762" y="210716"/>
                  </a:lnTo>
                  <a:lnTo>
                    <a:pt x="7220" y="215797"/>
                  </a:lnTo>
                  <a:lnTo>
                    <a:pt x="8838" y="220830"/>
                  </a:lnTo>
                  <a:lnTo>
                    <a:pt x="10614" y="225810"/>
                  </a:lnTo>
                  <a:lnTo>
                    <a:pt x="12547" y="230731"/>
                  </a:lnTo>
                  <a:lnTo>
                    <a:pt x="14634" y="235588"/>
                  </a:lnTo>
                  <a:lnTo>
                    <a:pt x="16874" y="240377"/>
                  </a:lnTo>
                  <a:lnTo>
                    <a:pt x="19264" y="245092"/>
                  </a:lnTo>
                  <a:lnTo>
                    <a:pt x="21802" y="249730"/>
                  </a:lnTo>
                  <a:lnTo>
                    <a:pt x="24485" y="254285"/>
                  </a:lnTo>
                  <a:lnTo>
                    <a:pt x="27311" y="258753"/>
                  </a:lnTo>
                  <a:lnTo>
                    <a:pt x="30278" y="263129"/>
                  </a:lnTo>
                  <a:lnTo>
                    <a:pt x="33380" y="267410"/>
                  </a:lnTo>
                  <a:lnTo>
                    <a:pt x="36617" y="271590"/>
                  </a:lnTo>
                  <a:lnTo>
                    <a:pt x="39984" y="275665"/>
                  </a:lnTo>
                  <a:lnTo>
                    <a:pt x="43479" y="279633"/>
                  </a:lnTo>
                  <a:lnTo>
                    <a:pt x="47097" y="283487"/>
                  </a:lnTo>
                  <a:lnTo>
                    <a:pt x="50835" y="287226"/>
                  </a:lnTo>
                  <a:lnTo>
                    <a:pt x="54690" y="290844"/>
                  </a:lnTo>
                  <a:lnTo>
                    <a:pt x="58657" y="294338"/>
                  </a:lnTo>
                  <a:lnTo>
                    <a:pt x="62733" y="297706"/>
                  </a:lnTo>
                  <a:lnTo>
                    <a:pt x="66913" y="300942"/>
                  </a:lnTo>
                  <a:lnTo>
                    <a:pt x="71193" y="304045"/>
                  </a:lnTo>
                  <a:lnTo>
                    <a:pt x="75569" y="307011"/>
                  </a:lnTo>
                  <a:lnTo>
                    <a:pt x="80037" y="309838"/>
                  </a:lnTo>
                  <a:lnTo>
                    <a:pt x="84592" y="312521"/>
                  </a:lnTo>
                  <a:lnTo>
                    <a:pt x="89230" y="315059"/>
                  </a:lnTo>
                  <a:lnTo>
                    <a:pt x="93945" y="317450"/>
                  </a:lnTo>
                  <a:lnTo>
                    <a:pt x="98734" y="319690"/>
                  </a:lnTo>
                  <a:lnTo>
                    <a:pt x="103591" y="321777"/>
                  </a:lnTo>
                  <a:lnTo>
                    <a:pt x="108512" y="323710"/>
                  </a:lnTo>
                  <a:lnTo>
                    <a:pt x="113491" y="325486"/>
                  </a:lnTo>
                  <a:lnTo>
                    <a:pt x="118524" y="327104"/>
                  </a:lnTo>
                  <a:lnTo>
                    <a:pt x="123606" y="328562"/>
                  </a:lnTo>
                  <a:lnTo>
                    <a:pt x="128731" y="329858"/>
                  </a:lnTo>
                  <a:lnTo>
                    <a:pt x="133895" y="330992"/>
                  </a:lnTo>
                  <a:lnTo>
                    <a:pt x="139092" y="331962"/>
                  </a:lnTo>
                  <a:lnTo>
                    <a:pt x="144317" y="332767"/>
                  </a:lnTo>
                  <a:lnTo>
                    <a:pt x="149565" y="333406"/>
                  </a:lnTo>
                  <a:lnTo>
                    <a:pt x="154831" y="333879"/>
                  </a:lnTo>
                  <a:lnTo>
                    <a:pt x="160109" y="334186"/>
                  </a:lnTo>
                  <a:lnTo>
                    <a:pt x="165393" y="334325"/>
                  </a:lnTo>
                  <a:lnTo>
                    <a:pt x="170680" y="334297"/>
                  </a:lnTo>
                  <a:lnTo>
                    <a:pt x="175963" y="334102"/>
                  </a:lnTo>
                  <a:lnTo>
                    <a:pt x="181238" y="333740"/>
                  </a:lnTo>
                  <a:lnTo>
                    <a:pt x="186498" y="333212"/>
                  </a:lnTo>
                  <a:lnTo>
                    <a:pt x="191739" y="332517"/>
                  </a:lnTo>
                  <a:lnTo>
                    <a:pt x="196955" y="331657"/>
                  </a:lnTo>
                  <a:lnTo>
                    <a:pt x="202141" y="330633"/>
                  </a:lnTo>
                  <a:lnTo>
                    <a:pt x="207293" y="329445"/>
                  </a:lnTo>
                  <a:lnTo>
                    <a:pt x="212404" y="328095"/>
                  </a:lnTo>
                  <a:lnTo>
                    <a:pt x="217470" y="326583"/>
                  </a:lnTo>
                  <a:lnTo>
                    <a:pt x="222486" y="324913"/>
                  </a:lnTo>
                  <a:lnTo>
                    <a:pt x="227447" y="323084"/>
                  </a:lnTo>
                  <a:lnTo>
                    <a:pt x="232347" y="321100"/>
                  </a:lnTo>
                  <a:lnTo>
                    <a:pt x="237182" y="318961"/>
                  </a:lnTo>
                  <a:lnTo>
                    <a:pt x="241947" y="316671"/>
                  </a:lnTo>
                  <a:lnTo>
                    <a:pt x="246637" y="314232"/>
                  </a:lnTo>
                  <a:lnTo>
                    <a:pt x="251248" y="311645"/>
                  </a:lnTo>
                  <a:lnTo>
                    <a:pt x="255774" y="308913"/>
                  </a:lnTo>
                  <a:lnTo>
                    <a:pt x="260212" y="306040"/>
                  </a:lnTo>
                  <a:lnTo>
                    <a:pt x="264557" y="303028"/>
                  </a:lnTo>
                  <a:lnTo>
                    <a:pt x="268804" y="299881"/>
                  </a:lnTo>
                  <a:lnTo>
                    <a:pt x="272950" y="296600"/>
                  </a:lnTo>
                  <a:lnTo>
                    <a:pt x="276990" y="293190"/>
                  </a:lnTo>
                  <a:lnTo>
                    <a:pt x="280920" y="289654"/>
                  </a:lnTo>
                  <a:lnTo>
                    <a:pt x="284736" y="285995"/>
                  </a:lnTo>
                  <a:lnTo>
                    <a:pt x="288435" y="282218"/>
                  </a:lnTo>
                  <a:lnTo>
                    <a:pt x="292013" y="278325"/>
                  </a:lnTo>
                  <a:lnTo>
                    <a:pt x="295465" y="274322"/>
                  </a:lnTo>
                  <a:lnTo>
                    <a:pt x="298789" y="270211"/>
                  </a:lnTo>
                  <a:lnTo>
                    <a:pt x="301982" y="265997"/>
                  </a:lnTo>
                  <a:lnTo>
                    <a:pt x="305040" y="261684"/>
                  </a:lnTo>
                  <a:lnTo>
                    <a:pt x="307959" y="257277"/>
                  </a:lnTo>
                  <a:lnTo>
                    <a:pt x="310738" y="252780"/>
                  </a:lnTo>
                  <a:lnTo>
                    <a:pt x="313374" y="248197"/>
                  </a:lnTo>
                  <a:lnTo>
                    <a:pt x="315863" y="243532"/>
                  </a:lnTo>
                  <a:lnTo>
                    <a:pt x="318203" y="238792"/>
                  </a:lnTo>
                  <a:lnTo>
                    <a:pt x="320393" y="233980"/>
                  </a:lnTo>
                  <a:lnTo>
                    <a:pt x="322429" y="229101"/>
                  </a:lnTo>
                  <a:lnTo>
                    <a:pt x="324310" y="224160"/>
                  </a:lnTo>
                  <a:lnTo>
                    <a:pt x="326033" y="219162"/>
                  </a:lnTo>
                  <a:lnTo>
                    <a:pt x="327598" y="214112"/>
                  </a:lnTo>
                  <a:lnTo>
                    <a:pt x="329002" y="209016"/>
                  </a:lnTo>
                  <a:lnTo>
                    <a:pt x="330245" y="203877"/>
                  </a:lnTo>
                  <a:lnTo>
                    <a:pt x="331324" y="198702"/>
                  </a:lnTo>
                  <a:lnTo>
                    <a:pt x="332239" y="193495"/>
                  </a:lnTo>
                  <a:lnTo>
                    <a:pt x="332989" y="188261"/>
                  </a:lnTo>
                  <a:lnTo>
                    <a:pt x="333573" y="183007"/>
                  </a:lnTo>
                  <a:lnTo>
                    <a:pt x="333991" y="177737"/>
                  </a:lnTo>
                  <a:lnTo>
                    <a:pt x="334241" y="172456"/>
                  </a:lnTo>
                  <a:lnTo>
                    <a:pt x="334325" y="167170"/>
                  </a:lnTo>
                  <a:lnTo>
                    <a:pt x="334242" y="161884"/>
                  </a:lnTo>
                  <a:lnTo>
                    <a:pt x="333991" y="156603"/>
                  </a:lnTo>
                  <a:lnTo>
                    <a:pt x="333574" y="151333"/>
                  </a:lnTo>
                  <a:lnTo>
                    <a:pt x="332990" y="146078"/>
                  </a:lnTo>
                  <a:lnTo>
                    <a:pt x="332240" y="140845"/>
                  </a:lnTo>
                  <a:lnTo>
                    <a:pt x="331325" y="135638"/>
                  </a:lnTo>
                  <a:lnTo>
                    <a:pt x="330246" y="130463"/>
                  </a:lnTo>
                  <a:lnTo>
                    <a:pt x="329004" y="125324"/>
                  </a:lnTo>
                  <a:lnTo>
                    <a:pt x="327600" y="120227"/>
                  </a:lnTo>
                  <a:lnTo>
                    <a:pt x="326035" y="115177"/>
                  </a:lnTo>
                  <a:lnTo>
                    <a:pt x="324312" y="110179"/>
                  </a:lnTo>
                  <a:lnTo>
                    <a:pt x="322431" y="105238"/>
                  </a:lnTo>
                  <a:lnTo>
                    <a:pt x="320395" y="100359"/>
                  </a:lnTo>
                  <a:lnTo>
                    <a:pt x="318206" y="95547"/>
                  </a:lnTo>
                  <a:lnTo>
                    <a:pt x="315866" y="90807"/>
                  </a:lnTo>
                  <a:lnTo>
                    <a:pt x="313377" y="86143"/>
                  </a:lnTo>
                  <a:lnTo>
                    <a:pt x="310741" y="81559"/>
                  </a:lnTo>
                  <a:lnTo>
                    <a:pt x="307963" y="77062"/>
                  </a:lnTo>
                  <a:lnTo>
                    <a:pt x="305043" y="72655"/>
                  </a:lnTo>
                  <a:lnTo>
                    <a:pt x="301985" y="68342"/>
                  </a:lnTo>
                  <a:lnTo>
                    <a:pt x="298793" y="64128"/>
                  </a:lnTo>
                  <a:lnTo>
                    <a:pt x="295469" y="60017"/>
                  </a:lnTo>
                  <a:lnTo>
                    <a:pt x="292017" y="56013"/>
                  </a:lnTo>
                  <a:lnTo>
                    <a:pt x="288439" y="52120"/>
                  </a:lnTo>
                  <a:lnTo>
                    <a:pt x="284741" y="48343"/>
                  </a:lnTo>
                  <a:lnTo>
                    <a:pt x="280924" y="44684"/>
                  </a:lnTo>
                  <a:lnTo>
                    <a:pt x="276994" y="41148"/>
                  </a:lnTo>
                  <a:lnTo>
                    <a:pt x="272955" y="37738"/>
                  </a:lnTo>
                  <a:lnTo>
                    <a:pt x="268809" y="34457"/>
                  </a:lnTo>
                  <a:lnTo>
                    <a:pt x="264562" y="31309"/>
                  </a:lnTo>
                  <a:lnTo>
                    <a:pt x="260217" y="28297"/>
                  </a:lnTo>
                  <a:lnTo>
                    <a:pt x="255779" y="25424"/>
                  </a:lnTo>
                  <a:lnTo>
                    <a:pt x="251253" y="22692"/>
                  </a:lnTo>
                  <a:lnTo>
                    <a:pt x="246642" y="20105"/>
                  </a:lnTo>
                  <a:lnTo>
                    <a:pt x="241952" y="17665"/>
                  </a:lnTo>
                  <a:lnTo>
                    <a:pt x="237187" y="15375"/>
                  </a:lnTo>
                  <a:lnTo>
                    <a:pt x="232352" y="13236"/>
                  </a:lnTo>
                  <a:lnTo>
                    <a:pt x="227452" y="11252"/>
                  </a:lnTo>
                  <a:lnTo>
                    <a:pt x="222492" y="9423"/>
                  </a:lnTo>
                  <a:lnTo>
                    <a:pt x="217476" y="7752"/>
                  </a:lnTo>
                  <a:lnTo>
                    <a:pt x="212410" y="6241"/>
                  </a:lnTo>
                  <a:lnTo>
                    <a:pt x="207299" y="4890"/>
                  </a:lnTo>
                  <a:lnTo>
                    <a:pt x="202147" y="3702"/>
                  </a:lnTo>
                  <a:lnTo>
                    <a:pt x="196961" y="2678"/>
                  </a:lnTo>
                  <a:lnTo>
                    <a:pt x="191745" y="1817"/>
                  </a:lnTo>
                  <a:lnTo>
                    <a:pt x="186504" y="1123"/>
                  </a:lnTo>
                  <a:lnTo>
                    <a:pt x="181243" y="594"/>
                  </a:lnTo>
                  <a:lnTo>
                    <a:pt x="175969" y="232"/>
                  </a:lnTo>
                  <a:lnTo>
                    <a:pt x="170686" y="3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609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378108" y="1071028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5" y="758"/>
                  </a:lnTo>
                  <a:lnTo>
                    <a:pt x="145969" y="1347"/>
                  </a:lnTo>
                  <a:lnTo>
                    <a:pt x="140714" y="2103"/>
                  </a:lnTo>
                  <a:lnTo>
                    <a:pt x="135485" y="3026"/>
                  </a:lnTo>
                  <a:lnTo>
                    <a:pt x="130289" y="4114"/>
                  </a:lnTo>
                  <a:lnTo>
                    <a:pt x="125130" y="5367"/>
                  </a:lnTo>
                  <a:lnTo>
                    <a:pt x="120013" y="6783"/>
                  </a:lnTo>
                  <a:lnTo>
                    <a:pt x="114943" y="8360"/>
                  </a:lnTo>
                  <a:lnTo>
                    <a:pt x="109927" y="10098"/>
                  </a:lnTo>
                  <a:lnTo>
                    <a:pt x="104968" y="11995"/>
                  </a:lnTo>
                  <a:lnTo>
                    <a:pt x="100072" y="14048"/>
                  </a:lnTo>
                  <a:lnTo>
                    <a:pt x="95243" y="16255"/>
                  </a:lnTo>
                  <a:lnTo>
                    <a:pt x="90487" y="18614"/>
                  </a:lnTo>
                  <a:lnTo>
                    <a:pt x="85808" y="21124"/>
                  </a:lnTo>
                  <a:lnTo>
                    <a:pt x="81212" y="23781"/>
                  </a:lnTo>
                  <a:lnTo>
                    <a:pt x="76702" y="26582"/>
                  </a:lnTo>
                  <a:lnTo>
                    <a:pt x="72283" y="29525"/>
                  </a:lnTo>
                  <a:lnTo>
                    <a:pt x="67960" y="32607"/>
                  </a:lnTo>
                  <a:lnTo>
                    <a:pt x="63737" y="35825"/>
                  </a:lnTo>
                  <a:lnTo>
                    <a:pt x="59618" y="39175"/>
                  </a:lnTo>
                  <a:lnTo>
                    <a:pt x="55608" y="42654"/>
                  </a:lnTo>
                  <a:lnTo>
                    <a:pt x="51710" y="46259"/>
                  </a:lnTo>
                  <a:lnTo>
                    <a:pt x="47929" y="49986"/>
                  </a:lnTo>
                  <a:lnTo>
                    <a:pt x="44268" y="53831"/>
                  </a:lnTo>
                  <a:lnTo>
                    <a:pt x="40731" y="57790"/>
                  </a:lnTo>
                  <a:lnTo>
                    <a:pt x="37321" y="61860"/>
                  </a:lnTo>
                  <a:lnTo>
                    <a:pt x="34042" y="66036"/>
                  </a:lnTo>
                  <a:lnTo>
                    <a:pt x="30898" y="70314"/>
                  </a:lnTo>
                  <a:lnTo>
                    <a:pt x="27891" y="74689"/>
                  </a:lnTo>
                  <a:lnTo>
                    <a:pt x="25025" y="79158"/>
                  </a:lnTo>
                  <a:lnTo>
                    <a:pt x="22302" y="83716"/>
                  </a:lnTo>
                  <a:lnTo>
                    <a:pt x="19725" y="88358"/>
                  </a:lnTo>
                  <a:lnTo>
                    <a:pt x="17296" y="93079"/>
                  </a:lnTo>
                  <a:lnTo>
                    <a:pt x="15019" y="97875"/>
                  </a:lnTo>
                  <a:lnTo>
                    <a:pt x="12896" y="102741"/>
                  </a:lnTo>
                  <a:lnTo>
                    <a:pt x="10927" y="107672"/>
                  </a:lnTo>
                  <a:lnTo>
                    <a:pt x="9117" y="112663"/>
                  </a:lnTo>
                  <a:lnTo>
                    <a:pt x="7466" y="117709"/>
                  </a:lnTo>
                  <a:lnTo>
                    <a:pt x="5976" y="122805"/>
                  </a:lnTo>
                  <a:lnTo>
                    <a:pt x="4648" y="127945"/>
                  </a:lnTo>
                  <a:lnTo>
                    <a:pt x="3485" y="133125"/>
                  </a:lnTo>
                  <a:lnTo>
                    <a:pt x="2486" y="138340"/>
                  </a:lnTo>
                  <a:lnTo>
                    <a:pt x="1654" y="143583"/>
                  </a:lnTo>
                  <a:lnTo>
                    <a:pt x="988" y="148850"/>
                  </a:lnTo>
                  <a:lnTo>
                    <a:pt x="491" y="154136"/>
                  </a:lnTo>
                  <a:lnTo>
                    <a:pt x="161" y="159435"/>
                  </a:lnTo>
                  <a:lnTo>
                    <a:pt x="0" y="164742"/>
                  </a:lnTo>
                  <a:lnTo>
                    <a:pt x="7" y="170051"/>
                  </a:lnTo>
                  <a:lnTo>
                    <a:pt x="183" y="175357"/>
                  </a:lnTo>
                  <a:lnTo>
                    <a:pt x="527" y="180655"/>
                  </a:lnTo>
                  <a:lnTo>
                    <a:pt x="1039" y="185940"/>
                  </a:lnTo>
                  <a:lnTo>
                    <a:pt x="1719" y="191205"/>
                  </a:lnTo>
                  <a:lnTo>
                    <a:pt x="2566" y="196446"/>
                  </a:lnTo>
                  <a:lnTo>
                    <a:pt x="3579" y="201658"/>
                  </a:lnTo>
                  <a:lnTo>
                    <a:pt x="4757" y="206835"/>
                  </a:lnTo>
                  <a:lnTo>
                    <a:pt x="6098" y="211972"/>
                  </a:lnTo>
                  <a:lnTo>
                    <a:pt x="7602" y="217064"/>
                  </a:lnTo>
                  <a:lnTo>
                    <a:pt x="9267" y="222105"/>
                  </a:lnTo>
                  <a:lnTo>
                    <a:pt x="11091" y="227091"/>
                  </a:lnTo>
                  <a:lnTo>
                    <a:pt x="13073" y="232016"/>
                  </a:lnTo>
                  <a:lnTo>
                    <a:pt x="15210" y="236877"/>
                  </a:lnTo>
                  <a:lnTo>
                    <a:pt x="17500" y="241666"/>
                  </a:lnTo>
                  <a:lnTo>
                    <a:pt x="19942" y="246381"/>
                  </a:lnTo>
                  <a:lnTo>
                    <a:pt x="22531" y="251016"/>
                  </a:lnTo>
                  <a:lnTo>
                    <a:pt x="25267" y="255566"/>
                  </a:lnTo>
                  <a:lnTo>
                    <a:pt x="28146" y="260027"/>
                  </a:lnTo>
                  <a:lnTo>
                    <a:pt x="31165" y="264394"/>
                  </a:lnTo>
                  <a:lnTo>
                    <a:pt x="34321" y="268663"/>
                  </a:lnTo>
                  <a:lnTo>
                    <a:pt x="37611" y="272830"/>
                  </a:lnTo>
                  <a:lnTo>
                    <a:pt x="41032" y="276891"/>
                  </a:lnTo>
                  <a:lnTo>
                    <a:pt x="44580" y="280840"/>
                  </a:lnTo>
                  <a:lnTo>
                    <a:pt x="48251" y="284675"/>
                  </a:lnTo>
                  <a:lnTo>
                    <a:pt x="52043" y="288392"/>
                  </a:lnTo>
                  <a:lnTo>
                    <a:pt x="55950" y="291986"/>
                  </a:lnTo>
                  <a:lnTo>
                    <a:pt x="59970" y="295454"/>
                  </a:lnTo>
                  <a:lnTo>
                    <a:pt x="64098" y="298793"/>
                  </a:lnTo>
                  <a:lnTo>
                    <a:pt x="68330" y="301999"/>
                  </a:lnTo>
                  <a:lnTo>
                    <a:pt x="72661" y="305069"/>
                  </a:lnTo>
                  <a:lnTo>
                    <a:pt x="77088" y="308000"/>
                  </a:lnTo>
                  <a:lnTo>
                    <a:pt x="81606" y="310789"/>
                  </a:lnTo>
                  <a:lnTo>
                    <a:pt x="86210" y="313433"/>
                  </a:lnTo>
                  <a:lnTo>
                    <a:pt x="90895" y="315929"/>
                  </a:lnTo>
                  <a:lnTo>
                    <a:pt x="95658" y="318276"/>
                  </a:lnTo>
                  <a:lnTo>
                    <a:pt x="100492" y="320470"/>
                  </a:lnTo>
                  <a:lnTo>
                    <a:pt x="105394" y="322509"/>
                  </a:lnTo>
                  <a:lnTo>
                    <a:pt x="110358" y="324392"/>
                  </a:lnTo>
                  <a:lnTo>
                    <a:pt x="115380" y="326116"/>
                  </a:lnTo>
                  <a:lnTo>
                    <a:pt x="120454" y="327680"/>
                  </a:lnTo>
                  <a:lnTo>
                    <a:pt x="125574" y="329082"/>
                  </a:lnTo>
                  <a:lnTo>
                    <a:pt x="130737" y="330321"/>
                  </a:lnTo>
                  <a:lnTo>
                    <a:pt x="135936" y="331395"/>
                  </a:lnTo>
                  <a:lnTo>
                    <a:pt x="141167" y="332303"/>
                  </a:lnTo>
                  <a:lnTo>
                    <a:pt x="146424" y="333045"/>
                  </a:lnTo>
                  <a:lnTo>
                    <a:pt x="151702" y="333619"/>
                  </a:lnTo>
                  <a:lnTo>
                    <a:pt x="156996" y="334026"/>
                  </a:lnTo>
                  <a:lnTo>
                    <a:pt x="162300" y="334264"/>
                  </a:lnTo>
                  <a:lnTo>
                    <a:pt x="167609" y="334334"/>
                  </a:lnTo>
                  <a:lnTo>
                    <a:pt x="172917" y="334235"/>
                  </a:lnTo>
                  <a:lnTo>
                    <a:pt x="178219" y="333967"/>
                  </a:lnTo>
                  <a:lnTo>
                    <a:pt x="183511" y="333532"/>
                  </a:lnTo>
                  <a:lnTo>
                    <a:pt x="188785" y="332928"/>
                  </a:lnTo>
                  <a:lnTo>
                    <a:pt x="194038" y="332158"/>
                  </a:lnTo>
                  <a:lnTo>
                    <a:pt x="199264" y="331221"/>
                  </a:lnTo>
                  <a:lnTo>
                    <a:pt x="204458" y="330118"/>
                  </a:lnTo>
                  <a:lnTo>
                    <a:pt x="209613" y="328851"/>
                  </a:lnTo>
                  <a:lnTo>
                    <a:pt x="214726" y="327421"/>
                  </a:lnTo>
                  <a:lnTo>
                    <a:pt x="219791" y="325829"/>
                  </a:lnTo>
                  <a:lnTo>
                    <a:pt x="224803" y="324078"/>
                  </a:lnTo>
                  <a:lnTo>
                    <a:pt x="229757" y="322168"/>
                  </a:lnTo>
                  <a:lnTo>
                    <a:pt x="234648" y="320101"/>
                  </a:lnTo>
                  <a:lnTo>
                    <a:pt x="239470" y="317881"/>
                  </a:lnTo>
                  <a:lnTo>
                    <a:pt x="244220" y="315508"/>
                  </a:lnTo>
                  <a:lnTo>
                    <a:pt x="248891" y="312986"/>
                  </a:lnTo>
                  <a:lnTo>
                    <a:pt x="253481" y="310317"/>
                  </a:lnTo>
                  <a:lnTo>
                    <a:pt x="257983" y="307503"/>
                  </a:lnTo>
                  <a:lnTo>
                    <a:pt x="262394" y="304548"/>
                  </a:lnTo>
                  <a:lnTo>
                    <a:pt x="266708" y="301454"/>
                  </a:lnTo>
                  <a:lnTo>
                    <a:pt x="270922" y="298225"/>
                  </a:lnTo>
                  <a:lnTo>
                    <a:pt x="275032" y="294863"/>
                  </a:lnTo>
                  <a:lnTo>
                    <a:pt x="279033" y="291373"/>
                  </a:lnTo>
                  <a:lnTo>
                    <a:pt x="282920" y="287757"/>
                  </a:lnTo>
                  <a:lnTo>
                    <a:pt x="286691" y="284020"/>
                  </a:lnTo>
                  <a:lnTo>
                    <a:pt x="290342" y="280165"/>
                  </a:lnTo>
                  <a:lnTo>
                    <a:pt x="293868" y="276196"/>
                  </a:lnTo>
                  <a:lnTo>
                    <a:pt x="297266" y="272117"/>
                  </a:lnTo>
                  <a:lnTo>
                    <a:pt x="300534" y="267932"/>
                  </a:lnTo>
                  <a:lnTo>
                    <a:pt x="303666" y="263646"/>
                  </a:lnTo>
                  <a:lnTo>
                    <a:pt x="306661" y="259262"/>
                  </a:lnTo>
                  <a:lnTo>
                    <a:pt x="309515" y="254785"/>
                  </a:lnTo>
                  <a:lnTo>
                    <a:pt x="312226" y="250220"/>
                  </a:lnTo>
                  <a:lnTo>
                    <a:pt x="314790" y="245571"/>
                  </a:lnTo>
                  <a:lnTo>
                    <a:pt x="317205" y="240843"/>
                  </a:lnTo>
                  <a:lnTo>
                    <a:pt x="319469" y="236041"/>
                  </a:lnTo>
                  <a:lnTo>
                    <a:pt x="321580" y="231169"/>
                  </a:lnTo>
                  <a:lnTo>
                    <a:pt x="323534" y="226233"/>
                  </a:lnTo>
                  <a:lnTo>
                    <a:pt x="325331" y="221237"/>
                  </a:lnTo>
                  <a:lnTo>
                    <a:pt x="326968" y="216186"/>
                  </a:lnTo>
                  <a:lnTo>
                    <a:pt x="328444" y="211086"/>
                  </a:lnTo>
                  <a:lnTo>
                    <a:pt x="329758" y="205942"/>
                  </a:lnTo>
                  <a:lnTo>
                    <a:pt x="330907" y="200759"/>
                  </a:lnTo>
                  <a:lnTo>
                    <a:pt x="331891" y="195542"/>
                  </a:lnTo>
                  <a:lnTo>
                    <a:pt x="332709" y="190296"/>
                  </a:lnTo>
                  <a:lnTo>
                    <a:pt x="333360" y="185027"/>
                  </a:lnTo>
                  <a:lnTo>
                    <a:pt x="333843" y="179740"/>
                  </a:lnTo>
                  <a:lnTo>
                    <a:pt x="334159" y="174440"/>
                  </a:lnTo>
                  <a:lnTo>
                    <a:pt x="334305" y="169133"/>
                  </a:lnTo>
                  <a:lnTo>
                    <a:pt x="334283" y="163824"/>
                  </a:lnTo>
                  <a:lnTo>
                    <a:pt x="334093" y="158518"/>
                  </a:lnTo>
                  <a:lnTo>
                    <a:pt x="333734" y="153221"/>
                  </a:lnTo>
                  <a:lnTo>
                    <a:pt x="333207" y="147938"/>
                  </a:lnTo>
                  <a:lnTo>
                    <a:pt x="332513" y="142674"/>
                  </a:lnTo>
                  <a:lnTo>
                    <a:pt x="331652" y="137435"/>
                  </a:lnTo>
                  <a:lnTo>
                    <a:pt x="330624" y="132226"/>
                  </a:lnTo>
                  <a:lnTo>
                    <a:pt x="329432" y="127053"/>
                  </a:lnTo>
                  <a:lnTo>
                    <a:pt x="328077" y="121920"/>
                  </a:lnTo>
                  <a:lnTo>
                    <a:pt x="326559" y="116832"/>
                  </a:lnTo>
                  <a:lnTo>
                    <a:pt x="324880" y="111795"/>
                  </a:lnTo>
                  <a:lnTo>
                    <a:pt x="323042" y="106814"/>
                  </a:lnTo>
                  <a:lnTo>
                    <a:pt x="321047" y="101894"/>
                  </a:lnTo>
                  <a:lnTo>
                    <a:pt x="318896" y="97040"/>
                  </a:lnTo>
                  <a:lnTo>
                    <a:pt x="316593" y="92257"/>
                  </a:lnTo>
                  <a:lnTo>
                    <a:pt x="314139" y="87549"/>
                  </a:lnTo>
                  <a:lnTo>
                    <a:pt x="311536" y="82921"/>
                  </a:lnTo>
                  <a:lnTo>
                    <a:pt x="308788" y="78379"/>
                  </a:lnTo>
                  <a:lnTo>
                    <a:pt x="305897" y="73926"/>
                  </a:lnTo>
                  <a:lnTo>
                    <a:pt x="302866" y="69567"/>
                  </a:lnTo>
                  <a:lnTo>
                    <a:pt x="299699" y="65306"/>
                  </a:lnTo>
                  <a:lnTo>
                    <a:pt x="296397" y="61148"/>
                  </a:lnTo>
                  <a:lnTo>
                    <a:pt x="292965" y="57097"/>
                  </a:lnTo>
                  <a:lnTo>
                    <a:pt x="289406" y="53157"/>
                  </a:lnTo>
                  <a:lnTo>
                    <a:pt x="285724" y="49333"/>
                  </a:lnTo>
                  <a:lnTo>
                    <a:pt x="281923" y="45627"/>
                  </a:lnTo>
                  <a:lnTo>
                    <a:pt x="278005" y="42043"/>
                  </a:lnTo>
                  <a:lnTo>
                    <a:pt x="273976" y="38586"/>
                  </a:lnTo>
                  <a:lnTo>
                    <a:pt x="269839" y="35258"/>
                  </a:lnTo>
                  <a:lnTo>
                    <a:pt x="265598" y="3206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03093"/>
              <a:ext cx="98448" cy="135102"/>
            </a:xfrm>
            <a:custGeom>
              <a:avLst/>
              <a:pathLst>
                <a:path w="98448" h="135102">
                  <a:moveTo>
                    <a:pt x="98448" y="0"/>
                  </a:moveTo>
                  <a:lnTo>
                    <a:pt x="0" y="135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02061"/>
              <a:ext cx="98448" cy="136134"/>
            </a:xfrm>
            <a:custGeom>
              <a:avLst/>
              <a:pathLst>
                <a:path w="98448" h="136134">
                  <a:moveTo>
                    <a:pt x="98448" y="1031"/>
                  </a:moveTo>
                  <a:lnTo>
                    <a:pt x="97017" y="0"/>
                  </a:lnTo>
                  <a:lnTo>
                    <a:pt x="0" y="136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071028"/>
              <a:ext cx="97017" cy="167167"/>
            </a:xfrm>
            <a:custGeom>
              <a:avLst/>
              <a:pathLst>
                <a:path w="97017" h="167167">
                  <a:moveTo>
                    <a:pt x="97017" y="31033"/>
                  </a:moveTo>
                  <a:lnTo>
                    <a:pt x="92278" y="27776"/>
                  </a:lnTo>
                  <a:lnTo>
                    <a:pt x="87429" y="24685"/>
                  </a:lnTo>
                  <a:lnTo>
                    <a:pt x="82477" y="21763"/>
                  </a:lnTo>
                  <a:lnTo>
                    <a:pt x="77428" y="19012"/>
                  </a:lnTo>
                  <a:lnTo>
                    <a:pt x="72287" y="16437"/>
                  </a:lnTo>
                  <a:lnTo>
                    <a:pt x="67060" y="14040"/>
                  </a:lnTo>
                  <a:lnTo>
                    <a:pt x="61754" y="11824"/>
                  </a:lnTo>
                  <a:lnTo>
                    <a:pt x="56375" y="9792"/>
                  </a:lnTo>
                  <a:lnTo>
                    <a:pt x="50929" y="7947"/>
                  </a:lnTo>
                  <a:lnTo>
                    <a:pt x="45423" y="6289"/>
                  </a:lnTo>
                  <a:lnTo>
                    <a:pt x="39864" y="4822"/>
                  </a:lnTo>
                  <a:lnTo>
                    <a:pt x="34257" y="3547"/>
                  </a:lnTo>
                  <a:lnTo>
                    <a:pt x="28609" y="2466"/>
                  </a:lnTo>
                  <a:lnTo>
                    <a:pt x="22928" y="1579"/>
                  </a:lnTo>
                  <a:lnTo>
                    <a:pt x="17220" y="889"/>
                  </a:lnTo>
                  <a:lnTo>
                    <a:pt x="11491" y="395"/>
                  </a:lnTo>
                  <a:lnTo>
                    <a:pt x="574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28936" y="941493"/>
              <a:ext cx="94607" cy="167167"/>
            </a:xfrm>
            <a:custGeom>
              <a:avLst/>
              <a:pathLst>
                <a:path w="94607" h="167167">
                  <a:moveTo>
                    <a:pt x="94607" y="0"/>
                  </a:moveTo>
                  <a:lnTo>
                    <a:pt x="89022" y="93"/>
                  </a:lnTo>
                  <a:lnTo>
                    <a:pt x="83442" y="373"/>
                  </a:lnTo>
                  <a:lnTo>
                    <a:pt x="77875" y="839"/>
                  </a:lnTo>
                  <a:lnTo>
                    <a:pt x="72326" y="1491"/>
                  </a:lnTo>
                  <a:lnTo>
                    <a:pt x="66803" y="2328"/>
                  </a:lnTo>
                  <a:lnTo>
                    <a:pt x="61310" y="3349"/>
                  </a:lnTo>
                  <a:lnTo>
                    <a:pt x="55855" y="4553"/>
                  </a:lnTo>
                  <a:lnTo>
                    <a:pt x="50443" y="5939"/>
                  </a:lnTo>
                  <a:lnTo>
                    <a:pt x="45080" y="7505"/>
                  </a:lnTo>
                  <a:lnTo>
                    <a:pt x="39772" y="9249"/>
                  </a:lnTo>
                  <a:lnTo>
                    <a:pt x="34526" y="11170"/>
                  </a:lnTo>
                  <a:lnTo>
                    <a:pt x="29347" y="13264"/>
                  </a:lnTo>
                  <a:lnTo>
                    <a:pt x="24241" y="15531"/>
                  </a:lnTo>
                  <a:lnTo>
                    <a:pt x="19213" y="17967"/>
                  </a:lnTo>
                  <a:lnTo>
                    <a:pt x="14270" y="20569"/>
                  </a:lnTo>
                  <a:lnTo>
                    <a:pt x="9416" y="23336"/>
                  </a:lnTo>
                  <a:lnTo>
                    <a:pt x="4658" y="26263"/>
                  </a:lnTo>
                  <a:lnTo>
                    <a:pt x="0" y="29347"/>
                  </a:lnTo>
                  <a:lnTo>
                    <a:pt x="946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56397" y="970840"/>
              <a:ext cx="334302" cy="304986"/>
            </a:xfrm>
            <a:custGeom>
              <a:avLst/>
              <a:pathLst>
                <a:path w="334302" h="304986">
                  <a:moveTo>
                    <a:pt x="72538" y="0"/>
                  </a:moveTo>
                  <a:lnTo>
                    <a:pt x="68207" y="3075"/>
                  </a:lnTo>
                  <a:lnTo>
                    <a:pt x="63976" y="6286"/>
                  </a:lnTo>
                  <a:lnTo>
                    <a:pt x="59849" y="9631"/>
                  </a:lnTo>
                  <a:lnTo>
                    <a:pt x="55831" y="13104"/>
                  </a:lnTo>
                  <a:lnTo>
                    <a:pt x="51925" y="16704"/>
                  </a:lnTo>
                  <a:lnTo>
                    <a:pt x="48135" y="20426"/>
                  </a:lnTo>
                  <a:lnTo>
                    <a:pt x="44465" y="24266"/>
                  </a:lnTo>
                  <a:lnTo>
                    <a:pt x="40919" y="28221"/>
                  </a:lnTo>
                  <a:lnTo>
                    <a:pt x="37501" y="32287"/>
                  </a:lnTo>
                  <a:lnTo>
                    <a:pt x="34214" y="36459"/>
                  </a:lnTo>
                  <a:lnTo>
                    <a:pt x="31060" y="40733"/>
                  </a:lnTo>
                  <a:lnTo>
                    <a:pt x="28045" y="45106"/>
                  </a:lnTo>
                  <a:lnTo>
                    <a:pt x="25169" y="49572"/>
                  </a:lnTo>
                  <a:lnTo>
                    <a:pt x="22437" y="54128"/>
                  </a:lnTo>
                  <a:lnTo>
                    <a:pt x="19851" y="58767"/>
                  </a:lnTo>
                  <a:lnTo>
                    <a:pt x="17414" y="63487"/>
                  </a:lnTo>
                  <a:lnTo>
                    <a:pt x="15128" y="68282"/>
                  </a:lnTo>
                  <a:lnTo>
                    <a:pt x="12995" y="73147"/>
                  </a:lnTo>
                  <a:lnTo>
                    <a:pt x="11018" y="78077"/>
                  </a:lnTo>
                  <a:lnTo>
                    <a:pt x="9199" y="83067"/>
                  </a:lnTo>
                  <a:lnTo>
                    <a:pt x="7539" y="88113"/>
                  </a:lnTo>
                  <a:lnTo>
                    <a:pt x="6041" y="93209"/>
                  </a:lnTo>
                  <a:lnTo>
                    <a:pt x="4705" y="98350"/>
                  </a:lnTo>
                  <a:lnTo>
                    <a:pt x="3533" y="103531"/>
                  </a:lnTo>
                  <a:lnTo>
                    <a:pt x="2526" y="108746"/>
                  </a:lnTo>
                  <a:lnTo>
                    <a:pt x="1685" y="113991"/>
                  </a:lnTo>
                  <a:lnTo>
                    <a:pt x="1012" y="119260"/>
                  </a:lnTo>
                  <a:lnTo>
                    <a:pt x="506" y="124548"/>
                  </a:lnTo>
                  <a:lnTo>
                    <a:pt x="169" y="129849"/>
                  </a:lnTo>
                  <a:lnTo>
                    <a:pt x="0" y="135158"/>
                  </a:lnTo>
                  <a:lnTo>
                    <a:pt x="0" y="140469"/>
                  </a:lnTo>
                  <a:lnTo>
                    <a:pt x="168" y="145779"/>
                  </a:lnTo>
                  <a:lnTo>
                    <a:pt x="505" y="151080"/>
                  </a:lnTo>
                  <a:lnTo>
                    <a:pt x="1011" y="156367"/>
                  </a:lnTo>
                  <a:lnTo>
                    <a:pt x="1684" y="161636"/>
                  </a:lnTo>
                  <a:lnTo>
                    <a:pt x="2524" y="166881"/>
                  </a:lnTo>
                  <a:lnTo>
                    <a:pt x="3530" y="172097"/>
                  </a:lnTo>
                  <a:lnTo>
                    <a:pt x="4702" y="177278"/>
                  </a:lnTo>
                  <a:lnTo>
                    <a:pt x="6038" y="182419"/>
                  </a:lnTo>
                  <a:lnTo>
                    <a:pt x="7536" y="187515"/>
                  </a:lnTo>
                  <a:lnTo>
                    <a:pt x="9195" y="192561"/>
                  </a:lnTo>
                  <a:lnTo>
                    <a:pt x="11014" y="197551"/>
                  </a:lnTo>
                  <a:lnTo>
                    <a:pt x="12991" y="202481"/>
                  </a:lnTo>
                  <a:lnTo>
                    <a:pt x="15123" y="207347"/>
                  </a:lnTo>
                  <a:lnTo>
                    <a:pt x="17409" y="212141"/>
                  </a:lnTo>
                  <a:lnTo>
                    <a:pt x="19846" y="216861"/>
                  </a:lnTo>
                  <a:lnTo>
                    <a:pt x="22431" y="221501"/>
                  </a:lnTo>
                  <a:lnTo>
                    <a:pt x="25163" y="226057"/>
                  </a:lnTo>
                  <a:lnTo>
                    <a:pt x="28038" y="230523"/>
                  </a:lnTo>
                  <a:lnTo>
                    <a:pt x="31054" y="234896"/>
                  </a:lnTo>
                  <a:lnTo>
                    <a:pt x="34207" y="239171"/>
                  </a:lnTo>
                  <a:lnTo>
                    <a:pt x="37494" y="243343"/>
                  </a:lnTo>
                  <a:lnTo>
                    <a:pt x="40912" y="247409"/>
                  </a:lnTo>
                  <a:lnTo>
                    <a:pt x="44457" y="251364"/>
                  </a:lnTo>
                  <a:lnTo>
                    <a:pt x="48127" y="255205"/>
                  </a:lnTo>
                  <a:lnTo>
                    <a:pt x="51916" y="258927"/>
                  </a:lnTo>
                  <a:lnTo>
                    <a:pt x="55822" y="262527"/>
                  </a:lnTo>
                  <a:lnTo>
                    <a:pt x="59840" y="266001"/>
                  </a:lnTo>
                  <a:lnTo>
                    <a:pt x="63967" y="269345"/>
                  </a:lnTo>
                  <a:lnTo>
                    <a:pt x="68198" y="272557"/>
                  </a:lnTo>
                  <a:lnTo>
                    <a:pt x="72529" y="275633"/>
                  </a:lnTo>
                  <a:lnTo>
                    <a:pt x="76955" y="278569"/>
                  </a:lnTo>
                  <a:lnTo>
                    <a:pt x="81472" y="281364"/>
                  </a:lnTo>
                  <a:lnTo>
                    <a:pt x="86076" y="284013"/>
                  </a:lnTo>
                  <a:lnTo>
                    <a:pt x="90762" y="286515"/>
                  </a:lnTo>
                  <a:lnTo>
                    <a:pt x="95524" y="288867"/>
                  </a:lnTo>
                  <a:lnTo>
                    <a:pt x="100359" y="291066"/>
                  </a:lnTo>
                  <a:lnTo>
                    <a:pt x="105262" y="293110"/>
                  </a:lnTo>
                  <a:lnTo>
                    <a:pt x="110227" y="294998"/>
                  </a:lnTo>
                  <a:lnTo>
                    <a:pt x="115249" y="296727"/>
                  </a:lnTo>
                  <a:lnTo>
                    <a:pt x="120324" y="298296"/>
                  </a:lnTo>
                  <a:lnTo>
                    <a:pt x="125446" y="299702"/>
                  </a:lnTo>
                  <a:lnTo>
                    <a:pt x="130611" y="300945"/>
                  </a:lnTo>
                  <a:lnTo>
                    <a:pt x="135812" y="302024"/>
                  </a:lnTo>
                  <a:lnTo>
                    <a:pt x="141045" y="302936"/>
                  </a:lnTo>
                  <a:lnTo>
                    <a:pt x="146304" y="303682"/>
                  </a:lnTo>
                  <a:lnTo>
                    <a:pt x="151584" y="304261"/>
                  </a:lnTo>
                  <a:lnTo>
                    <a:pt x="156880" y="304671"/>
                  </a:lnTo>
                  <a:lnTo>
                    <a:pt x="162186" y="304913"/>
                  </a:lnTo>
                  <a:lnTo>
                    <a:pt x="167497" y="304986"/>
                  </a:lnTo>
                  <a:lnTo>
                    <a:pt x="172808" y="304891"/>
                  </a:lnTo>
                  <a:lnTo>
                    <a:pt x="178113" y="304627"/>
                  </a:lnTo>
                  <a:lnTo>
                    <a:pt x="183407" y="304194"/>
                  </a:lnTo>
                  <a:lnTo>
                    <a:pt x="188685" y="303593"/>
                  </a:lnTo>
                  <a:lnTo>
                    <a:pt x="193941" y="302825"/>
                  </a:lnTo>
                  <a:lnTo>
                    <a:pt x="199170" y="301891"/>
                  </a:lnTo>
                  <a:lnTo>
                    <a:pt x="204367" y="300790"/>
                  </a:lnTo>
                  <a:lnTo>
                    <a:pt x="209526" y="299526"/>
                  </a:lnTo>
                  <a:lnTo>
                    <a:pt x="214642" y="298098"/>
                  </a:lnTo>
                  <a:lnTo>
                    <a:pt x="219710" y="296508"/>
                  </a:lnTo>
                  <a:lnTo>
                    <a:pt x="224725" y="294757"/>
                  </a:lnTo>
                  <a:lnTo>
                    <a:pt x="229682" y="292849"/>
                  </a:lnTo>
                  <a:lnTo>
                    <a:pt x="234576" y="290784"/>
                  </a:lnTo>
                  <a:lnTo>
                    <a:pt x="239402" y="288564"/>
                  </a:lnTo>
                  <a:lnTo>
                    <a:pt x="244155" y="286193"/>
                  </a:lnTo>
                  <a:lnTo>
                    <a:pt x="248830" y="283671"/>
                  </a:lnTo>
                  <a:lnTo>
                    <a:pt x="253422" y="281002"/>
                  </a:lnTo>
                  <a:lnTo>
                    <a:pt x="257928" y="278189"/>
                  </a:lnTo>
                  <a:lnTo>
                    <a:pt x="262342" y="275234"/>
                  </a:lnTo>
                  <a:lnTo>
                    <a:pt x="266659" y="272140"/>
                  </a:lnTo>
                  <a:lnTo>
                    <a:pt x="270877" y="268910"/>
                  </a:lnTo>
                  <a:lnTo>
                    <a:pt x="274989" y="265549"/>
                  </a:lnTo>
                  <a:lnTo>
                    <a:pt x="278993" y="262058"/>
                  </a:lnTo>
                  <a:lnTo>
                    <a:pt x="282884" y="258442"/>
                  </a:lnTo>
                  <a:lnTo>
                    <a:pt x="286658" y="254704"/>
                  </a:lnTo>
                  <a:lnTo>
                    <a:pt x="290311" y="250848"/>
                  </a:lnTo>
                  <a:lnTo>
                    <a:pt x="293840" y="246877"/>
                  </a:lnTo>
                  <a:lnTo>
                    <a:pt x="297241" y="242797"/>
                  </a:lnTo>
                  <a:lnTo>
                    <a:pt x="300510" y="238611"/>
                  </a:lnTo>
                  <a:lnTo>
                    <a:pt x="303645" y="234323"/>
                  </a:lnTo>
                  <a:lnTo>
                    <a:pt x="306642" y="229937"/>
                  </a:lnTo>
                  <a:lnTo>
                    <a:pt x="309498" y="225459"/>
                  </a:lnTo>
                  <a:lnTo>
                    <a:pt x="312211" y="220892"/>
                  </a:lnTo>
                  <a:lnTo>
                    <a:pt x="314777" y="216241"/>
                  </a:lnTo>
                  <a:lnTo>
                    <a:pt x="317194" y="211511"/>
                  </a:lnTo>
                  <a:lnTo>
                    <a:pt x="319460" y="206707"/>
                  </a:lnTo>
                  <a:lnTo>
                    <a:pt x="321571" y="201833"/>
                  </a:lnTo>
                  <a:lnTo>
                    <a:pt x="323527" y="196894"/>
                  </a:lnTo>
                  <a:lnTo>
                    <a:pt x="325325" y="191896"/>
                  </a:lnTo>
                  <a:lnTo>
                    <a:pt x="326963" y="186843"/>
                  </a:lnTo>
                  <a:lnTo>
                    <a:pt x="328440" y="181741"/>
                  </a:lnTo>
                  <a:lnTo>
                    <a:pt x="329754" y="176594"/>
                  </a:lnTo>
                  <a:lnTo>
                    <a:pt x="330904" y="171409"/>
                  </a:lnTo>
                  <a:lnTo>
                    <a:pt x="331889" y="166189"/>
                  </a:lnTo>
                  <a:lnTo>
                    <a:pt x="332707" y="160940"/>
                  </a:lnTo>
                  <a:lnTo>
                    <a:pt x="333358" y="155669"/>
                  </a:lnTo>
                  <a:lnTo>
                    <a:pt x="333841" y="150379"/>
                  </a:lnTo>
                  <a:lnTo>
                    <a:pt x="334156" y="145077"/>
                  </a:lnTo>
                  <a:lnTo>
                    <a:pt x="334302" y="139767"/>
                  </a:lnTo>
                  <a:lnTo>
                    <a:pt x="334280" y="134455"/>
                  </a:lnTo>
                  <a:lnTo>
                    <a:pt x="334088" y="129147"/>
                  </a:lnTo>
                  <a:lnTo>
                    <a:pt x="333728" y="123847"/>
                  </a:lnTo>
                  <a:lnTo>
                    <a:pt x="333200" y="118562"/>
                  </a:lnTo>
                  <a:lnTo>
                    <a:pt x="332505" y="113296"/>
                  </a:lnTo>
                  <a:lnTo>
                    <a:pt x="331642" y="108055"/>
                  </a:lnTo>
                  <a:lnTo>
                    <a:pt x="330613" y="102843"/>
                  </a:lnTo>
                  <a:lnTo>
                    <a:pt x="329420" y="97667"/>
                  </a:lnTo>
                  <a:lnTo>
                    <a:pt x="328062" y="92532"/>
                  </a:lnTo>
                  <a:lnTo>
                    <a:pt x="326542" y="87443"/>
                  </a:lnTo>
                  <a:lnTo>
                    <a:pt x="324861" y="82404"/>
                  </a:lnTo>
                  <a:lnTo>
                    <a:pt x="323021" y="77421"/>
                  </a:lnTo>
                  <a:lnTo>
                    <a:pt x="321023" y="72499"/>
                  </a:lnTo>
                  <a:lnTo>
                    <a:pt x="318870" y="67643"/>
                  </a:lnTo>
                  <a:lnTo>
                    <a:pt x="316564" y="62858"/>
                  </a:lnTo>
                  <a:lnTo>
                    <a:pt x="314107" y="58149"/>
                  </a:lnTo>
                  <a:lnTo>
                    <a:pt x="311502" y="53520"/>
                  </a:lnTo>
                  <a:lnTo>
                    <a:pt x="308751" y="48976"/>
                  </a:lnTo>
                  <a:lnTo>
                    <a:pt x="305856" y="44522"/>
                  </a:lnTo>
                  <a:lnTo>
                    <a:pt x="302822" y="40162"/>
                  </a:lnTo>
                  <a:lnTo>
                    <a:pt x="299651" y="35901"/>
                  </a:lnTo>
                  <a:lnTo>
                    <a:pt x="296346" y="31743"/>
                  </a:lnTo>
                  <a:lnTo>
                    <a:pt x="292911" y="27691"/>
                  </a:lnTo>
                  <a:lnTo>
                    <a:pt x="289348" y="23751"/>
                  </a:lnTo>
                  <a:lnTo>
                    <a:pt x="285663" y="19926"/>
                  </a:lnTo>
                  <a:lnTo>
                    <a:pt x="167146" y="137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5023544" y="941493"/>
              <a:ext cx="118516" cy="167167"/>
            </a:xfrm>
            <a:custGeom>
              <a:avLst/>
              <a:pathLst>
                <a:path w="118516" h="167167">
                  <a:moveTo>
                    <a:pt x="118516" y="49274"/>
                  </a:moveTo>
                  <a:lnTo>
                    <a:pt x="114582" y="45447"/>
                  </a:lnTo>
                  <a:lnTo>
                    <a:pt x="110524" y="41751"/>
                  </a:lnTo>
                  <a:lnTo>
                    <a:pt x="106347" y="38190"/>
                  </a:lnTo>
                  <a:lnTo>
                    <a:pt x="102056" y="34768"/>
                  </a:lnTo>
                  <a:lnTo>
                    <a:pt x="97654" y="31489"/>
                  </a:lnTo>
                  <a:lnTo>
                    <a:pt x="93148" y="28356"/>
                  </a:lnTo>
                  <a:lnTo>
                    <a:pt x="88540" y="25373"/>
                  </a:lnTo>
                  <a:lnTo>
                    <a:pt x="83838" y="22543"/>
                  </a:lnTo>
                  <a:lnTo>
                    <a:pt x="79045" y="19869"/>
                  </a:lnTo>
                  <a:lnTo>
                    <a:pt x="74166" y="17353"/>
                  </a:lnTo>
                  <a:lnTo>
                    <a:pt x="69208" y="14999"/>
                  </a:lnTo>
                  <a:lnTo>
                    <a:pt x="64175" y="12809"/>
                  </a:lnTo>
                  <a:lnTo>
                    <a:pt x="59073" y="10785"/>
                  </a:lnTo>
                  <a:lnTo>
                    <a:pt x="53908" y="8930"/>
                  </a:lnTo>
                  <a:lnTo>
                    <a:pt x="48684" y="7246"/>
                  </a:lnTo>
                  <a:lnTo>
                    <a:pt x="43408" y="5734"/>
                  </a:lnTo>
                  <a:lnTo>
                    <a:pt x="38085" y="4396"/>
                  </a:lnTo>
                  <a:lnTo>
                    <a:pt x="32720" y="3233"/>
                  </a:lnTo>
                  <a:lnTo>
                    <a:pt x="27321" y="2247"/>
                  </a:lnTo>
                  <a:lnTo>
                    <a:pt x="21892" y="1439"/>
                  </a:lnTo>
                  <a:lnTo>
                    <a:pt x="16440" y="810"/>
                  </a:lnTo>
                  <a:lnTo>
                    <a:pt x="10969" y="360"/>
                  </a:lnTo>
                  <a:lnTo>
                    <a:pt x="548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052" y="941493"/>
              <a:ext cx="167163" cy="176865"/>
            </a:xfrm>
            <a:custGeom>
              <a:avLst/>
              <a:pathLst>
                <a:path w="167163" h="176865">
                  <a:moveTo>
                    <a:pt x="167163" y="0"/>
                  </a:moveTo>
                  <a:lnTo>
                    <a:pt x="161718" y="88"/>
                  </a:lnTo>
                  <a:lnTo>
                    <a:pt x="156279" y="354"/>
                  </a:lnTo>
                  <a:lnTo>
                    <a:pt x="150851" y="797"/>
                  </a:lnTo>
                  <a:lnTo>
                    <a:pt x="145441" y="1417"/>
                  </a:lnTo>
                  <a:lnTo>
                    <a:pt x="140054" y="2212"/>
                  </a:lnTo>
                  <a:lnTo>
                    <a:pt x="134696" y="3183"/>
                  </a:lnTo>
                  <a:lnTo>
                    <a:pt x="129372" y="4327"/>
                  </a:lnTo>
                  <a:lnTo>
                    <a:pt x="124088" y="5644"/>
                  </a:lnTo>
                  <a:lnTo>
                    <a:pt x="118850" y="7133"/>
                  </a:lnTo>
                  <a:lnTo>
                    <a:pt x="113663" y="8792"/>
                  </a:lnTo>
                  <a:lnTo>
                    <a:pt x="108533" y="10618"/>
                  </a:lnTo>
                  <a:lnTo>
                    <a:pt x="103465" y="12611"/>
                  </a:lnTo>
                  <a:lnTo>
                    <a:pt x="98465" y="14768"/>
                  </a:lnTo>
                  <a:lnTo>
                    <a:pt x="93537" y="17086"/>
                  </a:lnTo>
                  <a:lnTo>
                    <a:pt x="88688" y="19564"/>
                  </a:lnTo>
                  <a:lnTo>
                    <a:pt x="83922" y="22198"/>
                  </a:lnTo>
                  <a:lnTo>
                    <a:pt x="79245" y="24986"/>
                  </a:lnTo>
                  <a:lnTo>
                    <a:pt x="74660" y="27925"/>
                  </a:lnTo>
                  <a:lnTo>
                    <a:pt x="70174" y="31012"/>
                  </a:lnTo>
                  <a:lnTo>
                    <a:pt x="65791" y="34243"/>
                  </a:lnTo>
                  <a:lnTo>
                    <a:pt x="61515" y="37616"/>
                  </a:lnTo>
                  <a:lnTo>
                    <a:pt x="57352" y="41125"/>
                  </a:lnTo>
                  <a:lnTo>
                    <a:pt x="53304" y="44769"/>
                  </a:lnTo>
                  <a:lnTo>
                    <a:pt x="49378" y="48542"/>
                  </a:lnTo>
                  <a:lnTo>
                    <a:pt x="45577" y="52442"/>
                  </a:lnTo>
                  <a:lnTo>
                    <a:pt x="41905" y="56463"/>
                  </a:lnTo>
                  <a:lnTo>
                    <a:pt x="38365" y="60601"/>
                  </a:lnTo>
                  <a:lnTo>
                    <a:pt x="34963" y="64853"/>
                  </a:lnTo>
                  <a:lnTo>
                    <a:pt x="31701" y="69213"/>
                  </a:lnTo>
                  <a:lnTo>
                    <a:pt x="28582" y="73677"/>
                  </a:lnTo>
                  <a:lnTo>
                    <a:pt x="25610" y="78241"/>
                  </a:lnTo>
                  <a:lnTo>
                    <a:pt x="22789" y="82898"/>
                  </a:lnTo>
                  <a:lnTo>
                    <a:pt x="20121" y="87645"/>
                  </a:lnTo>
                  <a:lnTo>
                    <a:pt x="17609" y="92477"/>
                  </a:lnTo>
                  <a:lnTo>
                    <a:pt x="15255" y="97388"/>
                  </a:lnTo>
                  <a:lnTo>
                    <a:pt x="13063" y="102372"/>
                  </a:lnTo>
                  <a:lnTo>
                    <a:pt x="11035" y="107426"/>
                  </a:lnTo>
                  <a:lnTo>
                    <a:pt x="9172" y="112543"/>
                  </a:lnTo>
                  <a:lnTo>
                    <a:pt x="7476" y="117718"/>
                  </a:lnTo>
                  <a:lnTo>
                    <a:pt x="5950" y="122945"/>
                  </a:lnTo>
                  <a:lnTo>
                    <a:pt x="4596" y="128220"/>
                  </a:lnTo>
                  <a:lnTo>
                    <a:pt x="3413" y="133535"/>
                  </a:lnTo>
                  <a:lnTo>
                    <a:pt x="2405" y="138887"/>
                  </a:lnTo>
                  <a:lnTo>
                    <a:pt x="1571" y="144268"/>
                  </a:lnTo>
                  <a:lnTo>
                    <a:pt x="913" y="149674"/>
                  </a:lnTo>
                  <a:lnTo>
                    <a:pt x="432" y="155098"/>
                  </a:lnTo>
                  <a:lnTo>
                    <a:pt x="127" y="160535"/>
                  </a:lnTo>
                  <a:lnTo>
                    <a:pt x="0" y="165979"/>
                  </a:lnTo>
                  <a:lnTo>
                    <a:pt x="50" y="171424"/>
                  </a:lnTo>
                  <a:lnTo>
                    <a:pt x="277" y="17686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19330" y="1108660"/>
              <a:ext cx="166885" cy="9698"/>
            </a:xfrm>
            <a:custGeom>
              <a:avLst/>
              <a:pathLst>
                <a:path w="166885" h="9698">
                  <a:moveTo>
                    <a:pt x="0" y="9698"/>
                  </a:moveTo>
                  <a:lnTo>
                    <a:pt x="1668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19330" y="1108660"/>
              <a:ext cx="166885" cy="164983"/>
            </a:xfrm>
            <a:custGeom>
              <a:avLst/>
              <a:pathLst>
                <a:path w="166885" h="164983">
                  <a:moveTo>
                    <a:pt x="0" y="9698"/>
                  </a:moveTo>
                  <a:lnTo>
                    <a:pt x="398" y="15060"/>
                  </a:lnTo>
                  <a:lnTo>
                    <a:pt x="968" y="20406"/>
                  </a:lnTo>
                  <a:lnTo>
                    <a:pt x="1710" y="25731"/>
                  </a:lnTo>
                  <a:lnTo>
                    <a:pt x="2623" y="31030"/>
                  </a:lnTo>
                  <a:lnTo>
                    <a:pt x="3706" y="36296"/>
                  </a:lnTo>
                  <a:lnTo>
                    <a:pt x="4958" y="41525"/>
                  </a:lnTo>
                  <a:lnTo>
                    <a:pt x="6377" y="46711"/>
                  </a:lnTo>
                  <a:lnTo>
                    <a:pt x="7962" y="51849"/>
                  </a:lnTo>
                  <a:lnTo>
                    <a:pt x="9712" y="56933"/>
                  </a:lnTo>
                  <a:lnTo>
                    <a:pt x="11624" y="61958"/>
                  </a:lnTo>
                  <a:lnTo>
                    <a:pt x="13697" y="66919"/>
                  </a:lnTo>
                  <a:lnTo>
                    <a:pt x="15928" y="71811"/>
                  </a:lnTo>
                  <a:lnTo>
                    <a:pt x="18316" y="76628"/>
                  </a:lnTo>
                  <a:lnTo>
                    <a:pt x="20857" y="81367"/>
                  </a:lnTo>
                  <a:lnTo>
                    <a:pt x="23549" y="86021"/>
                  </a:lnTo>
                  <a:lnTo>
                    <a:pt x="26390" y="90586"/>
                  </a:lnTo>
                  <a:lnTo>
                    <a:pt x="29375" y="95057"/>
                  </a:lnTo>
                  <a:lnTo>
                    <a:pt x="32503" y="99430"/>
                  </a:lnTo>
                  <a:lnTo>
                    <a:pt x="35771" y="103700"/>
                  </a:lnTo>
                  <a:lnTo>
                    <a:pt x="39173" y="107863"/>
                  </a:lnTo>
                  <a:lnTo>
                    <a:pt x="42708" y="111915"/>
                  </a:lnTo>
                  <a:lnTo>
                    <a:pt x="46372" y="115850"/>
                  </a:lnTo>
                  <a:lnTo>
                    <a:pt x="50160" y="119666"/>
                  </a:lnTo>
                  <a:lnTo>
                    <a:pt x="54068" y="123358"/>
                  </a:lnTo>
                  <a:lnTo>
                    <a:pt x="58094" y="126922"/>
                  </a:lnTo>
                  <a:lnTo>
                    <a:pt x="62232" y="130355"/>
                  </a:lnTo>
                  <a:lnTo>
                    <a:pt x="66478" y="133653"/>
                  </a:lnTo>
                  <a:lnTo>
                    <a:pt x="70828" y="136813"/>
                  </a:lnTo>
                  <a:lnTo>
                    <a:pt x="75278" y="139831"/>
                  </a:lnTo>
                  <a:lnTo>
                    <a:pt x="79822" y="142705"/>
                  </a:lnTo>
                  <a:lnTo>
                    <a:pt x="84456" y="145431"/>
                  </a:lnTo>
                  <a:lnTo>
                    <a:pt x="89176" y="148007"/>
                  </a:lnTo>
                  <a:lnTo>
                    <a:pt x="93976" y="150429"/>
                  </a:lnTo>
                  <a:lnTo>
                    <a:pt x="98851" y="152696"/>
                  </a:lnTo>
                  <a:lnTo>
                    <a:pt x="103797" y="154805"/>
                  </a:lnTo>
                  <a:lnTo>
                    <a:pt x="108808" y="156754"/>
                  </a:lnTo>
                  <a:lnTo>
                    <a:pt x="113879" y="158541"/>
                  </a:lnTo>
                  <a:lnTo>
                    <a:pt x="119005" y="160163"/>
                  </a:lnTo>
                  <a:lnTo>
                    <a:pt x="124181" y="161620"/>
                  </a:lnTo>
                  <a:lnTo>
                    <a:pt x="129401" y="162910"/>
                  </a:lnTo>
                  <a:lnTo>
                    <a:pt x="134659" y="164031"/>
                  </a:lnTo>
                  <a:lnTo>
                    <a:pt x="139951" y="164983"/>
                  </a:lnTo>
                  <a:lnTo>
                    <a:pt x="16688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459281" y="941493"/>
              <a:ext cx="194084" cy="334334"/>
            </a:xfrm>
            <a:custGeom>
              <a:avLst/>
              <a:pathLst>
                <a:path w="194084" h="334334">
                  <a:moveTo>
                    <a:pt x="0" y="332150"/>
                  </a:moveTo>
                  <a:lnTo>
                    <a:pt x="5253" y="332922"/>
                  </a:lnTo>
                  <a:lnTo>
                    <a:pt x="10528" y="333527"/>
                  </a:lnTo>
                  <a:lnTo>
                    <a:pt x="15819" y="333964"/>
                  </a:lnTo>
                  <a:lnTo>
                    <a:pt x="21122" y="334233"/>
                  </a:lnTo>
                  <a:lnTo>
                    <a:pt x="26431" y="334334"/>
                  </a:lnTo>
                  <a:lnTo>
                    <a:pt x="31740" y="334265"/>
                  </a:lnTo>
                  <a:lnTo>
                    <a:pt x="37044" y="334028"/>
                  </a:lnTo>
                  <a:lnTo>
                    <a:pt x="42339" y="333623"/>
                  </a:lnTo>
                  <a:lnTo>
                    <a:pt x="47617" y="333050"/>
                  </a:lnTo>
                  <a:lnTo>
                    <a:pt x="52875" y="332309"/>
                  </a:lnTo>
                  <a:lnTo>
                    <a:pt x="58106" y="331402"/>
                  </a:lnTo>
                  <a:lnTo>
                    <a:pt x="63307" y="330329"/>
                  </a:lnTo>
                  <a:lnTo>
                    <a:pt x="68470" y="329092"/>
                  </a:lnTo>
                  <a:lnTo>
                    <a:pt x="73591" y="327691"/>
                  </a:lnTo>
                  <a:lnTo>
                    <a:pt x="78666" y="326128"/>
                  </a:lnTo>
                  <a:lnTo>
                    <a:pt x="83688" y="324405"/>
                  </a:lnTo>
                  <a:lnTo>
                    <a:pt x="88653" y="322524"/>
                  </a:lnTo>
                  <a:lnTo>
                    <a:pt x="93556" y="320485"/>
                  </a:lnTo>
                  <a:lnTo>
                    <a:pt x="98391" y="318292"/>
                  </a:lnTo>
                  <a:lnTo>
                    <a:pt x="103155" y="315946"/>
                  </a:lnTo>
                  <a:lnTo>
                    <a:pt x="107841" y="313451"/>
                  </a:lnTo>
                  <a:lnTo>
                    <a:pt x="112446" y="310808"/>
                  </a:lnTo>
                  <a:lnTo>
                    <a:pt x="116965" y="308019"/>
                  </a:lnTo>
                  <a:lnTo>
                    <a:pt x="121393" y="305089"/>
                  </a:lnTo>
                  <a:lnTo>
                    <a:pt x="125725" y="302020"/>
                  </a:lnTo>
                  <a:lnTo>
                    <a:pt x="129958" y="298814"/>
                  </a:lnTo>
                  <a:lnTo>
                    <a:pt x="134087" y="295476"/>
                  </a:lnTo>
                  <a:lnTo>
                    <a:pt x="138108" y="292008"/>
                  </a:lnTo>
                  <a:lnTo>
                    <a:pt x="142017" y="288415"/>
                  </a:lnTo>
                  <a:lnTo>
                    <a:pt x="145809" y="284699"/>
                  </a:lnTo>
                  <a:lnTo>
                    <a:pt x="149482" y="280864"/>
                  </a:lnTo>
                  <a:lnTo>
                    <a:pt x="153031" y="276915"/>
                  </a:lnTo>
                  <a:lnTo>
                    <a:pt x="156453" y="272855"/>
                  </a:lnTo>
                  <a:lnTo>
                    <a:pt x="159744" y="268688"/>
                  </a:lnTo>
                  <a:lnTo>
                    <a:pt x="162901" y="264419"/>
                  </a:lnTo>
                  <a:lnTo>
                    <a:pt x="165921" y="260052"/>
                  </a:lnTo>
                  <a:lnTo>
                    <a:pt x="168801" y="255591"/>
                  </a:lnTo>
                  <a:lnTo>
                    <a:pt x="171537" y="251041"/>
                  </a:lnTo>
                  <a:lnTo>
                    <a:pt x="174128" y="246406"/>
                  </a:lnTo>
                  <a:lnTo>
                    <a:pt x="176570" y="241692"/>
                  </a:lnTo>
                  <a:lnTo>
                    <a:pt x="178862" y="236902"/>
                  </a:lnTo>
                  <a:lnTo>
                    <a:pt x="181000" y="232042"/>
                  </a:lnTo>
                  <a:lnTo>
                    <a:pt x="182982" y="227116"/>
                  </a:lnTo>
                  <a:lnTo>
                    <a:pt x="184807" y="222130"/>
                  </a:lnTo>
                  <a:lnTo>
                    <a:pt x="186473" y="217089"/>
                  </a:lnTo>
                  <a:lnTo>
                    <a:pt x="187978" y="211997"/>
                  </a:lnTo>
                  <a:lnTo>
                    <a:pt x="189321" y="206860"/>
                  </a:lnTo>
                  <a:lnTo>
                    <a:pt x="190499" y="201683"/>
                  </a:lnTo>
                  <a:lnTo>
                    <a:pt x="191513" y="196471"/>
                  </a:lnTo>
                  <a:lnTo>
                    <a:pt x="192361" y="191229"/>
                  </a:lnTo>
                  <a:lnTo>
                    <a:pt x="193041" y="185963"/>
                  </a:lnTo>
                  <a:lnTo>
                    <a:pt x="193555" y="180678"/>
                  </a:lnTo>
                  <a:lnTo>
                    <a:pt x="193900" y="175380"/>
                  </a:lnTo>
                  <a:lnTo>
                    <a:pt x="194076" y="170073"/>
                  </a:lnTo>
                  <a:lnTo>
                    <a:pt x="194084" y="164764"/>
                  </a:lnTo>
                  <a:lnTo>
                    <a:pt x="193924" y="159457"/>
                  </a:lnTo>
                  <a:lnTo>
                    <a:pt x="193595" y="154157"/>
                  </a:lnTo>
                  <a:lnTo>
                    <a:pt x="193097" y="148871"/>
                  </a:lnTo>
                  <a:lnTo>
                    <a:pt x="192432" y="143603"/>
                  </a:lnTo>
                  <a:lnTo>
                    <a:pt x="191601" y="138359"/>
                  </a:lnTo>
                  <a:lnTo>
                    <a:pt x="190603" y="133144"/>
                  </a:lnTo>
                  <a:lnTo>
                    <a:pt x="189440" y="127963"/>
                  </a:lnTo>
                  <a:lnTo>
                    <a:pt x="188113" y="122822"/>
                  </a:lnTo>
                  <a:lnTo>
                    <a:pt x="186623" y="117726"/>
                  </a:lnTo>
                  <a:lnTo>
                    <a:pt x="184972" y="112679"/>
                  </a:lnTo>
                  <a:lnTo>
                    <a:pt x="183162" y="107688"/>
                  </a:lnTo>
                  <a:lnTo>
                    <a:pt x="181194" y="102756"/>
                  </a:lnTo>
                  <a:lnTo>
                    <a:pt x="179071" y="97890"/>
                  </a:lnTo>
                  <a:lnTo>
                    <a:pt x="176794" y="93093"/>
                  </a:lnTo>
                  <a:lnTo>
                    <a:pt x="174366" y="88371"/>
                  </a:lnTo>
                  <a:lnTo>
                    <a:pt x="171789" y="83729"/>
                  </a:lnTo>
                  <a:lnTo>
                    <a:pt x="169066" y="79170"/>
                  </a:lnTo>
                  <a:lnTo>
                    <a:pt x="166200" y="74701"/>
                  </a:lnTo>
                  <a:lnTo>
                    <a:pt x="163193" y="70325"/>
                  </a:lnTo>
                  <a:lnTo>
                    <a:pt x="160049" y="66046"/>
                  </a:lnTo>
                  <a:lnTo>
                    <a:pt x="156770" y="61870"/>
                  </a:lnTo>
                  <a:lnTo>
                    <a:pt x="153361" y="57799"/>
                  </a:lnTo>
                  <a:lnTo>
                    <a:pt x="149824" y="53839"/>
                  </a:lnTo>
                  <a:lnTo>
                    <a:pt x="146162" y="49994"/>
                  </a:lnTo>
                  <a:lnTo>
                    <a:pt x="142381" y="46266"/>
                  </a:lnTo>
                  <a:lnTo>
                    <a:pt x="138483" y="42661"/>
                  </a:lnTo>
                  <a:lnTo>
                    <a:pt x="134473" y="39181"/>
                  </a:lnTo>
                  <a:lnTo>
                    <a:pt x="130354" y="35830"/>
                  </a:lnTo>
                  <a:lnTo>
                    <a:pt x="126131" y="32612"/>
                  </a:lnTo>
                  <a:lnTo>
                    <a:pt x="121808" y="29530"/>
                  </a:lnTo>
                  <a:lnTo>
                    <a:pt x="117389" y="26586"/>
                  </a:lnTo>
                  <a:lnTo>
                    <a:pt x="112878" y="23784"/>
                  </a:lnTo>
                  <a:lnTo>
                    <a:pt x="108281" y="21127"/>
                  </a:lnTo>
                  <a:lnTo>
                    <a:pt x="103602" y="18618"/>
                  </a:lnTo>
                  <a:lnTo>
                    <a:pt x="98846" y="16258"/>
                  </a:lnTo>
                  <a:lnTo>
                    <a:pt x="94017" y="14050"/>
                  </a:lnTo>
                  <a:lnTo>
                    <a:pt x="89121" y="11997"/>
                  </a:lnTo>
                  <a:lnTo>
                    <a:pt x="84161" y="10100"/>
                  </a:lnTo>
                  <a:lnTo>
                    <a:pt x="79144" y="8362"/>
                  </a:lnTo>
                  <a:lnTo>
                    <a:pt x="74075" y="6784"/>
                  </a:lnTo>
                  <a:lnTo>
                    <a:pt x="68957" y="5368"/>
                  </a:lnTo>
                  <a:lnTo>
                    <a:pt x="63798" y="4115"/>
                  </a:lnTo>
                  <a:lnTo>
                    <a:pt x="58601" y="3026"/>
                  </a:lnTo>
                  <a:lnTo>
                    <a:pt x="53372" y="2103"/>
                  </a:lnTo>
                  <a:lnTo>
                    <a:pt x="48116" y="1347"/>
                  </a:lnTo>
                  <a:lnTo>
                    <a:pt x="42840" y="758"/>
                  </a:lnTo>
                  <a:lnTo>
                    <a:pt x="37547" y="337"/>
                  </a:lnTo>
                  <a:lnTo>
                    <a:pt x="32243" y="84"/>
                  </a:lnTo>
                  <a:lnTo>
                    <a:pt x="26934" y="0"/>
                  </a:lnTo>
                  <a:lnTo>
                    <a:pt x="269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797350" y="1071028"/>
              <a:ext cx="173030" cy="334333"/>
            </a:xfrm>
            <a:custGeom>
              <a:avLst/>
              <a:pathLst>
                <a:path w="173030" h="334333">
                  <a:moveTo>
                    <a:pt x="167150" y="0"/>
                  </a:moveTo>
                  <a:lnTo>
                    <a:pt x="161841" y="84"/>
                  </a:lnTo>
                  <a:lnTo>
                    <a:pt x="156536" y="337"/>
                  </a:lnTo>
                  <a:lnTo>
                    <a:pt x="151243" y="758"/>
                  </a:lnTo>
                  <a:lnTo>
                    <a:pt x="145965" y="1347"/>
                  </a:lnTo>
                  <a:lnTo>
                    <a:pt x="140709" y="2104"/>
                  </a:lnTo>
                  <a:lnTo>
                    <a:pt x="135480" y="3027"/>
                  </a:lnTo>
                  <a:lnTo>
                    <a:pt x="130282" y="4116"/>
                  </a:lnTo>
                  <a:lnTo>
                    <a:pt x="125122" y="5369"/>
                  </a:lnTo>
                  <a:lnTo>
                    <a:pt x="120004" y="6786"/>
                  </a:lnTo>
                  <a:lnTo>
                    <a:pt x="114934" y="8364"/>
                  </a:lnTo>
                  <a:lnTo>
                    <a:pt x="109916" y="10103"/>
                  </a:lnTo>
                  <a:lnTo>
                    <a:pt x="104956" y="12000"/>
                  </a:lnTo>
                  <a:lnTo>
                    <a:pt x="100059" y="14053"/>
                  </a:lnTo>
                  <a:lnTo>
                    <a:pt x="95230" y="16262"/>
                  </a:lnTo>
                  <a:lnTo>
                    <a:pt x="90473" y="18622"/>
                  </a:lnTo>
                  <a:lnTo>
                    <a:pt x="85793" y="21133"/>
                  </a:lnTo>
                  <a:lnTo>
                    <a:pt x="81196" y="23790"/>
                  </a:lnTo>
                  <a:lnTo>
                    <a:pt x="76685" y="26593"/>
                  </a:lnTo>
                  <a:lnTo>
                    <a:pt x="72266" y="29537"/>
                  </a:lnTo>
                  <a:lnTo>
                    <a:pt x="67942" y="32620"/>
                  </a:lnTo>
                  <a:lnTo>
                    <a:pt x="63719" y="35839"/>
                  </a:lnTo>
                  <a:lnTo>
                    <a:pt x="59600" y="39191"/>
                  </a:lnTo>
                  <a:lnTo>
                    <a:pt x="55589" y="42671"/>
                  </a:lnTo>
                  <a:lnTo>
                    <a:pt x="51691" y="46278"/>
                  </a:lnTo>
                  <a:lnTo>
                    <a:pt x="47910" y="50006"/>
                  </a:lnTo>
                  <a:lnTo>
                    <a:pt x="44249" y="53852"/>
                  </a:lnTo>
                  <a:lnTo>
                    <a:pt x="40712" y="57813"/>
                  </a:lnTo>
                  <a:lnTo>
                    <a:pt x="37302" y="61884"/>
                  </a:lnTo>
                  <a:lnTo>
                    <a:pt x="34024" y="66062"/>
                  </a:lnTo>
                  <a:lnTo>
                    <a:pt x="30879" y="70341"/>
                  </a:lnTo>
                  <a:lnTo>
                    <a:pt x="27873" y="74718"/>
                  </a:lnTo>
                  <a:lnTo>
                    <a:pt x="25007" y="79189"/>
                  </a:lnTo>
                  <a:lnTo>
                    <a:pt x="22284" y="83748"/>
                  </a:lnTo>
                  <a:lnTo>
                    <a:pt x="19707" y="88391"/>
                  </a:lnTo>
                  <a:lnTo>
                    <a:pt x="17280" y="93114"/>
                  </a:lnTo>
                  <a:lnTo>
                    <a:pt x="15003" y="97912"/>
                  </a:lnTo>
                  <a:lnTo>
                    <a:pt x="12880" y="102779"/>
                  </a:lnTo>
                  <a:lnTo>
                    <a:pt x="10913" y="107712"/>
                  </a:lnTo>
                  <a:lnTo>
                    <a:pt x="9103" y="112704"/>
                  </a:lnTo>
                  <a:lnTo>
                    <a:pt x="7453" y="117752"/>
                  </a:lnTo>
                  <a:lnTo>
                    <a:pt x="5964" y="122849"/>
                  </a:lnTo>
                  <a:lnTo>
                    <a:pt x="4638" y="127991"/>
                  </a:lnTo>
                  <a:lnTo>
                    <a:pt x="3476" y="133172"/>
                  </a:lnTo>
                  <a:lnTo>
                    <a:pt x="2479" y="138388"/>
                  </a:lnTo>
                  <a:lnTo>
                    <a:pt x="1648" y="143633"/>
                  </a:lnTo>
                  <a:lnTo>
                    <a:pt x="984" y="148902"/>
                  </a:lnTo>
                  <a:lnTo>
                    <a:pt x="487" y="154189"/>
                  </a:lnTo>
                  <a:lnTo>
                    <a:pt x="159" y="159489"/>
                  </a:lnTo>
                  <a:lnTo>
                    <a:pt x="0" y="164797"/>
                  </a:lnTo>
                  <a:lnTo>
                    <a:pt x="9" y="170107"/>
                  </a:lnTo>
                  <a:lnTo>
                    <a:pt x="186" y="175415"/>
                  </a:lnTo>
                  <a:lnTo>
                    <a:pt x="532" y="180714"/>
                  </a:lnTo>
                  <a:lnTo>
                    <a:pt x="1047" y="185999"/>
                  </a:lnTo>
                  <a:lnTo>
                    <a:pt x="1729" y="191265"/>
                  </a:lnTo>
                  <a:lnTo>
                    <a:pt x="2578" y="196507"/>
                  </a:lnTo>
                  <a:lnTo>
                    <a:pt x="3593" y="201720"/>
                  </a:lnTo>
                  <a:lnTo>
                    <a:pt x="4773" y="206897"/>
                  </a:lnTo>
                  <a:lnTo>
                    <a:pt x="6116" y="212035"/>
                  </a:lnTo>
                  <a:lnTo>
                    <a:pt x="7623" y="217127"/>
                  </a:lnTo>
                  <a:lnTo>
                    <a:pt x="9290" y="222169"/>
                  </a:lnTo>
                  <a:lnTo>
                    <a:pt x="11117" y="227155"/>
                  </a:lnTo>
                  <a:lnTo>
                    <a:pt x="13101" y="232081"/>
                  </a:lnTo>
                  <a:lnTo>
                    <a:pt x="15240" y="236941"/>
                  </a:lnTo>
                  <a:lnTo>
                    <a:pt x="17533" y="241731"/>
                  </a:lnTo>
                  <a:lnTo>
                    <a:pt x="19977" y="246445"/>
                  </a:lnTo>
                  <a:lnTo>
                    <a:pt x="22569" y="251080"/>
                  </a:lnTo>
                  <a:lnTo>
                    <a:pt x="25308" y="255630"/>
                  </a:lnTo>
                  <a:lnTo>
                    <a:pt x="28189" y="260090"/>
                  </a:lnTo>
                  <a:lnTo>
                    <a:pt x="31211" y="264457"/>
                  </a:lnTo>
                  <a:lnTo>
                    <a:pt x="34369" y="268726"/>
                  </a:lnTo>
                  <a:lnTo>
                    <a:pt x="37662" y="272892"/>
                  </a:lnTo>
                  <a:lnTo>
                    <a:pt x="41085" y="276952"/>
                  </a:lnTo>
                  <a:lnTo>
                    <a:pt x="44636" y="280900"/>
                  </a:lnTo>
                  <a:lnTo>
                    <a:pt x="48310" y="284734"/>
                  </a:lnTo>
                  <a:lnTo>
                    <a:pt x="52105" y="288450"/>
                  </a:lnTo>
                  <a:lnTo>
                    <a:pt x="56015" y="292042"/>
                  </a:lnTo>
                  <a:lnTo>
                    <a:pt x="60037" y="295509"/>
                  </a:lnTo>
                  <a:lnTo>
                    <a:pt x="64168" y="298847"/>
                  </a:lnTo>
                  <a:lnTo>
                    <a:pt x="68402" y="302051"/>
                  </a:lnTo>
                  <a:lnTo>
                    <a:pt x="72736" y="305120"/>
                  </a:lnTo>
                  <a:lnTo>
                    <a:pt x="77166" y="308049"/>
                  </a:lnTo>
                  <a:lnTo>
                    <a:pt x="81686" y="310836"/>
                  </a:lnTo>
                  <a:lnTo>
                    <a:pt x="86292" y="313478"/>
                  </a:lnTo>
                  <a:lnTo>
                    <a:pt x="90980" y="315972"/>
                  </a:lnTo>
                  <a:lnTo>
                    <a:pt x="95745" y="318317"/>
                  </a:lnTo>
                  <a:lnTo>
                    <a:pt x="100582" y="320508"/>
                  </a:lnTo>
                  <a:lnTo>
                    <a:pt x="105486" y="322545"/>
                  </a:lnTo>
                  <a:lnTo>
                    <a:pt x="110452" y="324426"/>
                  </a:lnTo>
                  <a:lnTo>
                    <a:pt x="115476" y="326147"/>
                  </a:lnTo>
                  <a:lnTo>
                    <a:pt x="120551" y="327708"/>
                  </a:lnTo>
                  <a:lnTo>
                    <a:pt x="125674" y="329107"/>
                  </a:lnTo>
                  <a:lnTo>
                    <a:pt x="130839" y="330343"/>
                  </a:lnTo>
                  <a:lnTo>
                    <a:pt x="136040" y="331414"/>
                  </a:lnTo>
                  <a:lnTo>
                    <a:pt x="141272" y="332319"/>
                  </a:lnTo>
                  <a:lnTo>
                    <a:pt x="146531" y="333058"/>
                  </a:lnTo>
                  <a:lnTo>
                    <a:pt x="151811" y="333629"/>
                  </a:lnTo>
                  <a:lnTo>
                    <a:pt x="157106" y="334032"/>
                  </a:lnTo>
                  <a:lnTo>
                    <a:pt x="162411" y="334267"/>
                  </a:lnTo>
                  <a:lnTo>
                    <a:pt x="167721" y="334333"/>
                  </a:lnTo>
                  <a:lnTo>
                    <a:pt x="173030" y="33423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5879" cy="167064"/>
            </a:xfrm>
            <a:custGeom>
              <a:avLst/>
              <a:pathLst>
                <a:path w="5879" h="167064">
                  <a:moveTo>
                    <a:pt x="5879" y="1670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071839"/>
              <a:ext cx="167167" cy="333421"/>
            </a:xfrm>
            <a:custGeom>
              <a:avLst/>
              <a:pathLst>
                <a:path w="167167" h="333421">
                  <a:moveTo>
                    <a:pt x="5879" y="333421"/>
                  </a:moveTo>
                  <a:lnTo>
                    <a:pt x="11221" y="333147"/>
                  </a:lnTo>
                  <a:lnTo>
                    <a:pt x="16552" y="332703"/>
                  </a:lnTo>
                  <a:lnTo>
                    <a:pt x="21865" y="332088"/>
                  </a:lnTo>
                  <a:lnTo>
                    <a:pt x="27156" y="331303"/>
                  </a:lnTo>
                  <a:lnTo>
                    <a:pt x="32420" y="330350"/>
                  </a:lnTo>
                  <a:lnTo>
                    <a:pt x="37650" y="329229"/>
                  </a:lnTo>
                  <a:lnTo>
                    <a:pt x="42841" y="327941"/>
                  </a:lnTo>
                  <a:lnTo>
                    <a:pt x="47989" y="326488"/>
                  </a:lnTo>
                  <a:lnTo>
                    <a:pt x="53088" y="324870"/>
                  </a:lnTo>
                  <a:lnTo>
                    <a:pt x="58132" y="323091"/>
                  </a:lnTo>
                  <a:lnTo>
                    <a:pt x="63117" y="321151"/>
                  </a:lnTo>
                  <a:lnTo>
                    <a:pt x="68037" y="319052"/>
                  </a:lnTo>
                  <a:lnTo>
                    <a:pt x="72887" y="316797"/>
                  </a:lnTo>
                  <a:lnTo>
                    <a:pt x="77663" y="314388"/>
                  </a:lnTo>
                  <a:lnTo>
                    <a:pt x="82359" y="311828"/>
                  </a:lnTo>
                  <a:lnTo>
                    <a:pt x="86971" y="309118"/>
                  </a:lnTo>
                  <a:lnTo>
                    <a:pt x="91494" y="306262"/>
                  </a:lnTo>
                  <a:lnTo>
                    <a:pt x="95924" y="303264"/>
                  </a:lnTo>
                  <a:lnTo>
                    <a:pt x="100255" y="300125"/>
                  </a:lnTo>
                  <a:lnTo>
                    <a:pt x="104483" y="296849"/>
                  </a:lnTo>
                  <a:lnTo>
                    <a:pt x="108604" y="293439"/>
                  </a:lnTo>
                  <a:lnTo>
                    <a:pt x="112615" y="289899"/>
                  </a:lnTo>
                  <a:lnTo>
                    <a:pt x="116510" y="286233"/>
                  </a:lnTo>
                  <a:lnTo>
                    <a:pt x="120285" y="282444"/>
                  </a:lnTo>
                  <a:lnTo>
                    <a:pt x="123938" y="278536"/>
                  </a:lnTo>
                  <a:lnTo>
                    <a:pt x="127463" y="274514"/>
                  </a:lnTo>
                  <a:lnTo>
                    <a:pt x="130858" y="270380"/>
                  </a:lnTo>
                  <a:lnTo>
                    <a:pt x="134119" y="266140"/>
                  </a:lnTo>
                  <a:lnTo>
                    <a:pt x="137243" y="261798"/>
                  </a:lnTo>
                  <a:lnTo>
                    <a:pt x="140226" y="257359"/>
                  </a:lnTo>
                  <a:lnTo>
                    <a:pt x="143066" y="252826"/>
                  </a:lnTo>
                  <a:lnTo>
                    <a:pt x="145759" y="248204"/>
                  </a:lnTo>
                  <a:lnTo>
                    <a:pt x="148303" y="243499"/>
                  </a:lnTo>
                  <a:lnTo>
                    <a:pt x="150695" y="238715"/>
                  </a:lnTo>
                  <a:lnTo>
                    <a:pt x="152933" y="233856"/>
                  </a:lnTo>
                  <a:lnTo>
                    <a:pt x="155015" y="228929"/>
                  </a:lnTo>
                  <a:lnTo>
                    <a:pt x="156937" y="223937"/>
                  </a:lnTo>
                  <a:lnTo>
                    <a:pt x="158699" y="218887"/>
                  </a:lnTo>
                  <a:lnTo>
                    <a:pt x="160298" y="213783"/>
                  </a:lnTo>
                  <a:lnTo>
                    <a:pt x="161734" y="208630"/>
                  </a:lnTo>
                  <a:lnTo>
                    <a:pt x="163003" y="203434"/>
                  </a:lnTo>
                  <a:lnTo>
                    <a:pt x="164106" y="198200"/>
                  </a:lnTo>
                  <a:lnTo>
                    <a:pt x="165041" y="192933"/>
                  </a:lnTo>
                  <a:lnTo>
                    <a:pt x="165807" y="187639"/>
                  </a:lnTo>
                  <a:lnTo>
                    <a:pt x="166403" y="182323"/>
                  </a:lnTo>
                  <a:lnTo>
                    <a:pt x="166828" y="176991"/>
                  </a:lnTo>
                  <a:lnTo>
                    <a:pt x="167083" y="171649"/>
                  </a:lnTo>
                  <a:lnTo>
                    <a:pt x="167167" y="166300"/>
                  </a:lnTo>
                  <a:lnTo>
                    <a:pt x="167080" y="160952"/>
                  </a:lnTo>
                  <a:lnTo>
                    <a:pt x="166821" y="155609"/>
                  </a:lnTo>
                  <a:lnTo>
                    <a:pt x="166392" y="150278"/>
                  </a:lnTo>
                  <a:lnTo>
                    <a:pt x="165792" y="144962"/>
                  </a:lnTo>
                  <a:lnTo>
                    <a:pt x="165023" y="139669"/>
                  </a:lnTo>
                  <a:lnTo>
                    <a:pt x="164085" y="134403"/>
                  </a:lnTo>
                  <a:lnTo>
                    <a:pt x="162978" y="129170"/>
                  </a:lnTo>
                  <a:lnTo>
                    <a:pt x="161705" y="123974"/>
                  </a:lnTo>
                  <a:lnTo>
                    <a:pt x="160266" y="118823"/>
                  </a:lnTo>
                  <a:lnTo>
                    <a:pt x="158664" y="113719"/>
                  </a:lnTo>
                  <a:lnTo>
                    <a:pt x="156898" y="108670"/>
                  </a:lnTo>
                  <a:lnTo>
                    <a:pt x="154972" y="103680"/>
                  </a:lnTo>
                  <a:lnTo>
                    <a:pt x="152888" y="98754"/>
                  </a:lnTo>
                  <a:lnTo>
                    <a:pt x="150647" y="93897"/>
                  </a:lnTo>
                  <a:lnTo>
                    <a:pt x="148251" y="89114"/>
                  </a:lnTo>
                  <a:lnTo>
                    <a:pt x="145704" y="84411"/>
                  </a:lnTo>
                  <a:lnTo>
                    <a:pt x="143008" y="79791"/>
                  </a:lnTo>
                  <a:lnTo>
                    <a:pt x="140165" y="75260"/>
                  </a:lnTo>
                  <a:lnTo>
                    <a:pt x="137179" y="70822"/>
                  </a:lnTo>
                  <a:lnTo>
                    <a:pt x="134052" y="66482"/>
                  </a:lnTo>
                  <a:lnTo>
                    <a:pt x="130788" y="62245"/>
                  </a:lnTo>
                  <a:lnTo>
                    <a:pt x="127390" y="58114"/>
                  </a:lnTo>
                  <a:lnTo>
                    <a:pt x="123862" y="54093"/>
                  </a:lnTo>
                  <a:lnTo>
                    <a:pt x="120207" y="50188"/>
                  </a:lnTo>
                  <a:lnTo>
                    <a:pt x="116429" y="46402"/>
                  </a:lnTo>
                  <a:lnTo>
                    <a:pt x="112531" y="42738"/>
                  </a:lnTo>
                  <a:lnTo>
                    <a:pt x="108519" y="39201"/>
                  </a:lnTo>
                  <a:lnTo>
                    <a:pt x="104395" y="35794"/>
                  </a:lnTo>
                  <a:lnTo>
                    <a:pt x="100164" y="32521"/>
                  </a:lnTo>
                  <a:lnTo>
                    <a:pt x="95831" y="29385"/>
                  </a:lnTo>
                  <a:lnTo>
                    <a:pt x="91400" y="26389"/>
                  </a:lnTo>
                  <a:lnTo>
                    <a:pt x="86875" y="23536"/>
                  </a:lnTo>
                  <a:lnTo>
                    <a:pt x="82261" y="20830"/>
                  </a:lnTo>
                  <a:lnTo>
                    <a:pt x="77563" y="18273"/>
                  </a:lnTo>
                  <a:lnTo>
                    <a:pt x="72786" y="15867"/>
                  </a:lnTo>
                  <a:lnTo>
                    <a:pt x="67934" y="13615"/>
                  </a:lnTo>
                  <a:lnTo>
                    <a:pt x="63012" y="11520"/>
                  </a:lnTo>
                  <a:lnTo>
                    <a:pt x="58026" y="9583"/>
                  </a:lnTo>
                  <a:lnTo>
                    <a:pt x="52981" y="7807"/>
                  </a:lnTo>
                  <a:lnTo>
                    <a:pt x="47881" y="6193"/>
                  </a:lnTo>
                  <a:lnTo>
                    <a:pt x="42733" y="4743"/>
                  </a:lnTo>
                  <a:lnTo>
                    <a:pt x="37540" y="3459"/>
                  </a:lnTo>
                  <a:lnTo>
                    <a:pt x="32309" y="2341"/>
                  </a:lnTo>
                  <a:lnTo>
                    <a:pt x="27045" y="1391"/>
                  </a:lnTo>
                  <a:lnTo>
                    <a:pt x="21754" y="611"/>
                  </a:lnTo>
                  <a:lnTo>
                    <a:pt x="16440" y="0"/>
                  </a:lnTo>
                  <a:lnTo>
                    <a:pt x="0" y="166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1028"/>
              <a:ext cx="16440" cy="167167"/>
            </a:xfrm>
            <a:custGeom>
              <a:avLst/>
              <a:pathLst>
                <a:path w="16440" h="167167">
                  <a:moveTo>
                    <a:pt x="16440" y="810"/>
                  </a:moveTo>
                  <a:lnTo>
                    <a:pt x="8230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6509" y="1322571"/>
              <a:ext cx="102211" cy="167167"/>
            </a:xfrm>
            <a:custGeom>
              <a:avLst/>
              <a:pathLst>
                <a:path w="102211" h="167167">
                  <a:moveTo>
                    <a:pt x="102211" y="0"/>
                  </a:moveTo>
                  <a:lnTo>
                    <a:pt x="96424" y="100"/>
                  </a:lnTo>
                  <a:lnTo>
                    <a:pt x="90644" y="400"/>
                  </a:lnTo>
                  <a:lnTo>
                    <a:pt x="84878" y="901"/>
                  </a:lnTo>
                  <a:lnTo>
                    <a:pt x="79133" y="1600"/>
                  </a:lnTo>
                  <a:lnTo>
                    <a:pt x="73415" y="2498"/>
                  </a:lnTo>
                  <a:lnTo>
                    <a:pt x="67732" y="3594"/>
                  </a:lnTo>
                  <a:lnTo>
                    <a:pt x="62090" y="4886"/>
                  </a:lnTo>
                  <a:lnTo>
                    <a:pt x="56496" y="6372"/>
                  </a:lnTo>
                  <a:lnTo>
                    <a:pt x="50957" y="8051"/>
                  </a:lnTo>
                  <a:lnTo>
                    <a:pt x="45479" y="9920"/>
                  </a:lnTo>
                  <a:lnTo>
                    <a:pt x="40070" y="11979"/>
                  </a:lnTo>
                  <a:lnTo>
                    <a:pt x="34735" y="14223"/>
                  </a:lnTo>
                  <a:lnTo>
                    <a:pt x="29481" y="16650"/>
                  </a:lnTo>
                  <a:lnTo>
                    <a:pt x="24314" y="19258"/>
                  </a:lnTo>
                  <a:lnTo>
                    <a:pt x="19240" y="22044"/>
                  </a:lnTo>
                  <a:lnTo>
                    <a:pt x="14266" y="25003"/>
                  </a:lnTo>
                  <a:lnTo>
                    <a:pt x="9397" y="28133"/>
                  </a:lnTo>
                  <a:lnTo>
                    <a:pt x="4640" y="31429"/>
                  </a:lnTo>
                  <a:lnTo>
                    <a:pt x="0" y="34888"/>
                  </a:lnTo>
                  <a:lnTo>
                    <a:pt x="10221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86509" y="1357460"/>
              <a:ext cx="102211" cy="132279"/>
            </a:xfrm>
            <a:custGeom>
              <a:avLst/>
              <a:pathLst>
                <a:path w="102211" h="132279">
                  <a:moveTo>
                    <a:pt x="0" y="0"/>
                  </a:moveTo>
                  <a:lnTo>
                    <a:pt x="102211" y="132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21557" y="1353264"/>
              <a:ext cx="334329" cy="303632"/>
            </a:xfrm>
            <a:custGeom>
              <a:avLst/>
              <a:pathLst>
                <a:path w="334329" h="303632">
                  <a:moveTo>
                    <a:pt x="64952" y="4195"/>
                  </a:moveTo>
                  <a:lnTo>
                    <a:pt x="60810" y="7502"/>
                  </a:lnTo>
                  <a:lnTo>
                    <a:pt x="56774" y="10938"/>
                  </a:lnTo>
                  <a:lnTo>
                    <a:pt x="52850" y="14501"/>
                  </a:lnTo>
                  <a:lnTo>
                    <a:pt x="49041" y="18186"/>
                  </a:lnTo>
                  <a:lnTo>
                    <a:pt x="45351" y="21990"/>
                  </a:lnTo>
                  <a:lnTo>
                    <a:pt x="41782" y="25910"/>
                  </a:lnTo>
                  <a:lnTo>
                    <a:pt x="38340" y="29940"/>
                  </a:lnTo>
                  <a:lnTo>
                    <a:pt x="35028" y="34077"/>
                  </a:lnTo>
                  <a:lnTo>
                    <a:pt x="31848" y="38318"/>
                  </a:lnTo>
                  <a:lnTo>
                    <a:pt x="28804" y="42657"/>
                  </a:lnTo>
                  <a:lnTo>
                    <a:pt x="25900" y="47090"/>
                  </a:lnTo>
                  <a:lnTo>
                    <a:pt x="23137" y="51613"/>
                  </a:lnTo>
                  <a:lnTo>
                    <a:pt x="20519" y="56222"/>
                  </a:lnTo>
                  <a:lnTo>
                    <a:pt x="18049" y="60911"/>
                  </a:lnTo>
                  <a:lnTo>
                    <a:pt x="15728" y="65676"/>
                  </a:lnTo>
                  <a:lnTo>
                    <a:pt x="13560" y="70512"/>
                  </a:lnTo>
                  <a:lnTo>
                    <a:pt x="11546" y="75415"/>
                  </a:lnTo>
                  <a:lnTo>
                    <a:pt x="9689" y="80379"/>
                  </a:lnTo>
                  <a:lnTo>
                    <a:pt x="7990" y="85399"/>
                  </a:lnTo>
                  <a:lnTo>
                    <a:pt x="6450" y="90471"/>
                  </a:lnTo>
                  <a:lnTo>
                    <a:pt x="5073" y="95589"/>
                  </a:lnTo>
                  <a:lnTo>
                    <a:pt x="3858" y="100748"/>
                  </a:lnTo>
                  <a:lnTo>
                    <a:pt x="2808" y="105943"/>
                  </a:lnTo>
                  <a:lnTo>
                    <a:pt x="1922" y="111168"/>
                  </a:lnTo>
                  <a:lnTo>
                    <a:pt x="1203" y="116419"/>
                  </a:lnTo>
                  <a:lnTo>
                    <a:pt x="651" y="121691"/>
                  </a:lnTo>
                  <a:lnTo>
                    <a:pt x="266" y="126977"/>
                  </a:lnTo>
                  <a:lnTo>
                    <a:pt x="49" y="132272"/>
                  </a:lnTo>
                  <a:lnTo>
                    <a:pt x="0" y="137572"/>
                  </a:lnTo>
                  <a:lnTo>
                    <a:pt x="118" y="142871"/>
                  </a:lnTo>
                  <a:lnTo>
                    <a:pt x="405" y="148164"/>
                  </a:lnTo>
                  <a:lnTo>
                    <a:pt x="859" y="153444"/>
                  </a:lnTo>
                  <a:lnTo>
                    <a:pt x="1481" y="158708"/>
                  </a:lnTo>
                  <a:lnTo>
                    <a:pt x="2269" y="163949"/>
                  </a:lnTo>
                  <a:lnTo>
                    <a:pt x="3223" y="169162"/>
                  </a:lnTo>
                  <a:lnTo>
                    <a:pt x="4342" y="174343"/>
                  </a:lnTo>
                  <a:lnTo>
                    <a:pt x="5624" y="179486"/>
                  </a:lnTo>
                  <a:lnTo>
                    <a:pt x="7069" y="184585"/>
                  </a:lnTo>
                  <a:lnTo>
                    <a:pt x="8674" y="189636"/>
                  </a:lnTo>
                  <a:lnTo>
                    <a:pt x="10439" y="194634"/>
                  </a:lnTo>
                  <a:lnTo>
                    <a:pt x="12362" y="199573"/>
                  </a:lnTo>
                  <a:lnTo>
                    <a:pt x="14440" y="204449"/>
                  </a:lnTo>
                  <a:lnTo>
                    <a:pt x="16672" y="209256"/>
                  </a:lnTo>
                  <a:lnTo>
                    <a:pt x="19054" y="213990"/>
                  </a:lnTo>
                  <a:lnTo>
                    <a:pt x="21586" y="218647"/>
                  </a:lnTo>
                  <a:lnTo>
                    <a:pt x="24264" y="223220"/>
                  </a:lnTo>
                  <a:lnTo>
                    <a:pt x="27086" y="227707"/>
                  </a:lnTo>
                  <a:lnTo>
                    <a:pt x="30049" y="232102"/>
                  </a:lnTo>
                  <a:lnTo>
                    <a:pt x="33149" y="236400"/>
                  </a:lnTo>
                  <a:lnTo>
                    <a:pt x="36384" y="240598"/>
                  </a:lnTo>
                  <a:lnTo>
                    <a:pt x="39751" y="244692"/>
                  </a:lnTo>
                  <a:lnTo>
                    <a:pt x="43246" y="248677"/>
                  </a:lnTo>
                  <a:lnTo>
                    <a:pt x="46865" y="252549"/>
                  </a:lnTo>
                  <a:lnTo>
                    <a:pt x="50605" y="256304"/>
                  </a:lnTo>
                  <a:lnTo>
                    <a:pt x="54462" y="259939"/>
                  </a:lnTo>
                  <a:lnTo>
                    <a:pt x="58433" y="263450"/>
                  </a:lnTo>
                  <a:lnTo>
                    <a:pt x="62513" y="266833"/>
                  </a:lnTo>
                  <a:lnTo>
                    <a:pt x="66698" y="270085"/>
                  </a:lnTo>
                  <a:lnTo>
                    <a:pt x="70984" y="273202"/>
                  </a:lnTo>
                  <a:lnTo>
                    <a:pt x="75367" y="276183"/>
                  </a:lnTo>
                  <a:lnTo>
                    <a:pt x="79842" y="279023"/>
                  </a:lnTo>
                  <a:lnTo>
                    <a:pt x="84405" y="281719"/>
                  </a:lnTo>
                  <a:lnTo>
                    <a:pt x="89051" y="284270"/>
                  </a:lnTo>
                  <a:lnTo>
                    <a:pt x="93776" y="286672"/>
                  </a:lnTo>
                  <a:lnTo>
                    <a:pt x="98574" y="288923"/>
                  </a:lnTo>
                  <a:lnTo>
                    <a:pt x="103441" y="291020"/>
                  </a:lnTo>
                  <a:lnTo>
                    <a:pt x="108373" y="292963"/>
                  </a:lnTo>
                  <a:lnTo>
                    <a:pt x="113363" y="294748"/>
                  </a:lnTo>
                  <a:lnTo>
                    <a:pt x="118408" y="296374"/>
                  </a:lnTo>
                  <a:lnTo>
                    <a:pt x="123501" y="297839"/>
                  </a:lnTo>
                  <a:lnTo>
                    <a:pt x="128639" y="299142"/>
                  </a:lnTo>
                  <a:lnTo>
                    <a:pt x="133815" y="300282"/>
                  </a:lnTo>
                  <a:lnTo>
                    <a:pt x="139025" y="301257"/>
                  </a:lnTo>
                  <a:lnTo>
                    <a:pt x="144263" y="302066"/>
                  </a:lnTo>
                  <a:lnTo>
                    <a:pt x="149524" y="302708"/>
                  </a:lnTo>
                  <a:lnTo>
                    <a:pt x="154802" y="303184"/>
                  </a:lnTo>
                  <a:lnTo>
                    <a:pt x="160093" y="303492"/>
                  </a:lnTo>
                  <a:lnTo>
                    <a:pt x="165392" y="303632"/>
                  </a:lnTo>
                  <a:lnTo>
                    <a:pt x="170692" y="303605"/>
                  </a:lnTo>
                  <a:lnTo>
                    <a:pt x="175988" y="303409"/>
                  </a:lnTo>
                  <a:lnTo>
                    <a:pt x="181276" y="303045"/>
                  </a:lnTo>
                  <a:lnTo>
                    <a:pt x="186549" y="302514"/>
                  </a:lnTo>
                  <a:lnTo>
                    <a:pt x="191803" y="301816"/>
                  </a:lnTo>
                  <a:lnTo>
                    <a:pt x="197032" y="300952"/>
                  </a:lnTo>
                  <a:lnTo>
                    <a:pt x="202231" y="299922"/>
                  </a:lnTo>
                  <a:lnTo>
                    <a:pt x="207395" y="298728"/>
                  </a:lnTo>
                  <a:lnTo>
                    <a:pt x="212519" y="297371"/>
                  </a:lnTo>
                  <a:lnTo>
                    <a:pt x="217597" y="295853"/>
                  </a:lnTo>
                  <a:lnTo>
                    <a:pt x="222624" y="294174"/>
                  </a:lnTo>
                  <a:lnTo>
                    <a:pt x="227595" y="292336"/>
                  </a:lnTo>
                  <a:lnTo>
                    <a:pt x="232506" y="290342"/>
                  </a:lnTo>
                  <a:lnTo>
                    <a:pt x="237351" y="288193"/>
                  </a:lnTo>
                  <a:lnTo>
                    <a:pt x="242125" y="285892"/>
                  </a:lnTo>
                  <a:lnTo>
                    <a:pt x="246824" y="283441"/>
                  </a:lnTo>
                  <a:lnTo>
                    <a:pt x="251443" y="280841"/>
                  </a:lnTo>
                  <a:lnTo>
                    <a:pt x="255978" y="278097"/>
                  </a:lnTo>
                  <a:lnTo>
                    <a:pt x="260423" y="275210"/>
                  </a:lnTo>
                  <a:lnTo>
                    <a:pt x="264774" y="272184"/>
                  </a:lnTo>
                  <a:lnTo>
                    <a:pt x="269027" y="269021"/>
                  </a:lnTo>
                  <a:lnTo>
                    <a:pt x="273178" y="265726"/>
                  </a:lnTo>
                  <a:lnTo>
                    <a:pt x="277222" y="262300"/>
                  </a:lnTo>
                  <a:lnTo>
                    <a:pt x="281155" y="258748"/>
                  </a:lnTo>
                  <a:lnTo>
                    <a:pt x="284974" y="255072"/>
                  </a:lnTo>
                  <a:lnTo>
                    <a:pt x="288675" y="251278"/>
                  </a:lnTo>
                  <a:lnTo>
                    <a:pt x="292253" y="247368"/>
                  </a:lnTo>
                  <a:lnTo>
                    <a:pt x="295706" y="243347"/>
                  </a:lnTo>
                  <a:lnTo>
                    <a:pt x="299029" y="239218"/>
                  </a:lnTo>
                  <a:lnTo>
                    <a:pt x="302220" y="234986"/>
                  </a:lnTo>
                  <a:lnTo>
                    <a:pt x="305275" y="230655"/>
                  </a:lnTo>
                  <a:lnTo>
                    <a:pt x="308192" y="226230"/>
                  </a:lnTo>
                  <a:lnTo>
                    <a:pt x="310966" y="221714"/>
                  </a:lnTo>
                  <a:lnTo>
                    <a:pt x="313596" y="217112"/>
                  </a:lnTo>
                  <a:lnTo>
                    <a:pt x="316079" y="212429"/>
                  </a:lnTo>
                  <a:lnTo>
                    <a:pt x="318412" y="207670"/>
                  </a:lnTo>
                  <a:lnTo>
                    <a:pt x="320593" y="202840"/>
                  </a:lnTo>
                  <a:lnTo>
                    <a:pt x="322619" y="197943"/>
                  </a:lnTo>
                  <a:lnTo>
                    <a:pt x="324490" y="192984"/>
                  </a:lnTo>
                  <a:lnTo>
                    <a:pt x="326202" y="187968"/>
                  </a:lnTo>
                  <a:lnTo>
                    <a:pt x="327755" y="182900"/>
                  </a:lnTo>
                  <a:lnTo>
                    <a:pt x="329146" y="177786"/>
                  </a:lnTo>
                  <a:lnTo>
                    <a:pt x="330374" y="172630"/>
                  </a:lnTo>
                  <a:lnTo>
                    <a:pt x="331438" y="167438"/>
                  </a:lnTo>
                  <a:lnTo>
                    <a:pt x="332337" y="162214"/>
                  </a:lnTo>
                  <a:lnTo>
                    <a:pt x="333070" y="156965"/>
                  </a:lnTo>
                  <a:lnTo>
                    <a:pt x="333636" y="151695"/>
                  </a:lnTo>
                  <a:lnTo>
                    <a:pt x="334035" y="146410"/>
                  </a:lnTo>
                  <a:lnTo>
                    <a:pt x="334266" y="141115"/>
                  </a:lnTo>
                  <a:lnTo>
                    <a:pt x="334329" y="135816"/>
                  </a:lnTo>
                  <a:lnTo>
                    <a:pt x="334225" y="130516"/>
                  </a:lnTo>
                  <a:lnTo>
                    <a:pt x="333952" y="125223"/>
                  </a:lnTo>
                  <a:lnTo>
                    <a:pt x="333511" y="119942"/>
                  </a:lnTo>
                  <a:lnTo>
                    <a:pt x="332904" y="114676"/>
                  </a:lnTo>
                  <a:lnTo>
                    <a:pt x="332129" y="109433"/>
                  </a:lnTo>
                  <a:lnTo>
                    <a:pt x="331189" y="104217"/>
                  </a:lnTo>
                  <a:lnTo>
                    <a:pt x="330084" y="99034"/>
                  </a:lnTo>
                  <a:lnTo>
                    <a:pt x="328815" y="93888"/>
                  </a:lnTo>
                  <a:lnTo>
                    <a:pt x="327384" y="88784"/>
                  </a:lnTo>
                  <a:lnTo>
                    <a:pt x="325791" y="83729"/>
                  </a:lnTo>
                  <a:lnTo>
                    <a:pt x="324040" y="78727"/>
                  </a:lnTo>
                  <a:lnTo>
                    <a:pt x="322130" y="73783"/>
                  </a:lnTo>
                  <a:lnTo>
                    <a:pt x="320065" y="68902"/>
                  </a:lnTo>
                  <a:lnTo>
                    <a:pt x="317846" y="64088"/>
                  </a:lnTo>
                  <a:lnTo>
                    <a:pt x="315475" y="59348"/>
                  </a:lnTo>
                  <a:lnTo>
                    <a:pt x="312956" y="54685"/>
                  </a:lnTo>
                  <a:lnTo>
                    <a:pt x="310290" y="50104"/>
                  </a:lnTo>
                  <a:lnTo>
                    <a:pt x="307480" y="45610"/>
                  </a:lnTo>
                  <a:lnTo>
                    <a:pt x="304529" y="41208"/>
                  </a:lnTo>
                  <a:lnTo>
                    <a:pt x="301440" y="36901"/>
                  </a:lnTo>
                  <a:lnTo>
                    <a:pt x="298215" y="32694"/>
                  </a:lnTo>
                  <a:lnTo>
                    <a:pt x="294860" y="28592"/>
                  </a:lnTo>
                  <a:lnTo>
                    <a:pt x="291375" y="24598"/>
                  </a:lnTo>
                  <a:lnTo>
                    <a:pt x="287766" y="20716"/>
                  </a:lnTo>
                  <a:lnTo>
                    <a:pt x="284036" y="16951"/>
                  </a:lnTo>
                  <a:lnTo>
                    <a:pt x="280188" y="13306"/>
                  </a:lnTo>
                  <a:lnTo>
                    <a:pt x="276227" y="9785"/>
                  </a:lnTo>
                  <a:lnTo>
                    <a:pt x="272156" y="6392"/>
                  </a:lnTo>
                  <a:lnTo>
                    <a:pt x="267979" y="3128"/>
                  </a:lnTo>
                  <a:lnTo>
                    <a:pt x="263701" y="0"/>
                  </a:lnTo>
                  <a:lnTo>
                    <a:pt x="167163" y="136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88720" y="1322571"/>
              <a:ext cx="96537" cy="167167"/>
            </a:xfrm>
            <a:custGeom>
              <a:avLst/>
              <a:pathLst>
                <a:path w="96537" h="167167">
                  <a:moveTo>
                    <a:pt x="96537" y="30692"/>
                  </a:moveTo>
                  <a:lnTo>
                    <a:pt x="91814" y="27471"/>
                  </a:lnTo>
                  <a:lnTo>
                    <a:pt x="86983" y="24413"/>
                  </a:lnTo>
                  <a:lnTo>
                    <a:pt x="82051" y="21522"/>
                  </a:lnTo>
                  <a:lnTo>
                    <a:pt x="77022" y="18801"/>
                  </a:lnTo>
                  <a:lnTo>
                    <a:pt x="71904" y="16254"/>
                  </a:lnTo>
                  <a:lnTo>
                    <a:pt x="66701" y="13883"/>
                  </a:lnTo>
                  <a:lnTo>
                    <a:pt x="61420" y="11692"/>
                  </a:lnTo>
                  <a:lnTo>
                    <a:pt x="56067" y="9683"/>
                  </a:lnTo>
                  <a:lnTo>
                    <a:pt x="50649" y="7857"/>
                  </a:lnTo>
                  <a:lnTo>
                    <a:pt x="45172" y="6218"/>
                  </a:lnTo>
                  <a:lnTo>
                    <a:pt x="39642" y="4768"/>
                  </a:lnTo>
                  <a:lnTo>
                    <a:pt x="34065" y="3507"/>
                  </a:lnTo>
                  <a:lnTo>
                    <a:pt x="28448" y="2438"/>
                  </a:lnTo>
                  <a:lnTo>
                    <a:pt x="22799" y="1562"/>
                  </a:lnTo>
                  <a:lnTo>
                    <a:pt x="17122" y="879"/>
                  </a:lnTo>
                  <a:lnTo>
                    <a:pt x="11426" y="390"/>
                  </a:lnTo>
                  <a:lnTo>
                    <a:pt x="571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8518" y="1681503"/>
              <a:ext cx="78006" cy="167167"/>
            </a:xfrm>
            <a:custGeom>
              <a:avLst/>
              <a:pathLst>
                <a:path w="78006" h="167167">
                  <a:moveTo>
                    <a:pt x="78006" y="0"/>
                  </a:moveTo>
                  <a:lnTo>
                    <a:pt x="72211" y="100"/>
                  </a:lnTo>
                  <a:lnTo>
                    <a:pt x="66422" y="401"/>
                  </a:lnTo>
                  <a:lnTo>
                    <a:pt x="60647" y="903"/>
                  </a:lnTo>
                  <a:lnTo>
                    <a:pt x="54893" y="1605"/>
                  </a:lnTo>
                  <a:lnTo>
                    <a:pt x="49167" y="2506"/>
                  </a:lnTo>
                  <a:lnTo>
                    <a:pt x="43475" y="3605"/>
                  </a:lnTo>
                  <a:lnTo>
                    <a:pt x="37825" y="4900"/>
                  </a:lnTo>
                  <a:lnTo>
                    <a:pt x="32223" y="6391"/>
                  </a:lnTo>
                  <a:lnTo>
                    <a:pt x="26676" y="8075"/>
                  </a:lnTo>
                  <a:lnTo>
                    <a:pt x="21192" y="9950"/>
                  </a:lnTo>
                  <a:lnTo>
                    <a:pt x="15775" y="12015"/>
                  </a:lnTo>
                  <a:lnTo>
                    <a:pt x="10433" y="14266"/>
                  </a:lnTo>
                  <a:lnTo>
                    <a:pt x="5172" y="16700"/>
                  </a:lnTo>
                  <a:lnTo>
                    <a:pt x="0" y="19316"/>
                  </a:lnTo>
                  <a:lnTo>
                    <a:pt x="7800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8518" y="1700819"/>
              <a:ext cx="78006" cy="147850"/>
            </a:xfrm>
            <a:custGeom>
              <a:avLst/>
              <a:pathLst>
                <a:path w="78006" h="147850">
                  <a:moveTo>
                    <a:pt x="0" y="0"/>
                  </a:moveTo>
                  <a:lnTo>
                    <a:pt x="78006" y="147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89155" y="19316"/>
                  </a:moveTo>
                  <a:lnTo>
                    <a:pt x="84510" y="21861"/>
                  </a:lnTo>
                  <a:lnTo>
                    <a:pt x="79949" y="24552"/>
                  </a:lnTo>
                  <a:lnTo>
                    <a:pt x="75475" y="27386"/>
                  </a:lnTo>
                  <a:lnTo>
                    <a:pt x="71094" y="30361"/>
                  </a:lnTo>
                  <a:lnTo>
                    <a:pt x="66808" y="33472"/>
                  </a:lnTo>
                  <a:lnTo>
                    <a:pt x="62624" y="36718"/>
                  </a:lnTo>
                  <a:lnTo>
                    <a:pt x="58544" y="40095"/>
                  </a:lnTo>
                  <a:lnTo>
                    <a:pt x="54574" y="43599"/>
                  </a:lnTo>
                  <a:lnTo>
                    <a:pt x="50716" y="47228"/>
                  </a:lnTo>
                  <a:lnTo>
                    <a:pt x="46975" y="50977"/>
                  </a:lnTo>
                  <a:lnTo>
                    <a:pt x="43355" y="54842"/>
                  </a:lnTo>
                  <a:lnTo>
                    <a:pt x="39859" y="58820"/>
                  </a:lnTo>
                  <a:lnTo>
                    <a:pt x="36491" y="62907"/>
                  </a:lnTo>
                  <a:lnTo>
                    <a:pt x="33254" y="67098"/>
                  </a:lnTo>
                  <a:lnTo>
                    <a:pt x="30151" y="71390"/>
                  </a:lnTo>
                  <a:lnTo>
                    <a:pt x="27186" y="75778"/>
                  </a:lnTo>
                  <a:lnTo>
                    <a:pt x="24362" y="80258"/>
                  </a:lnTo>
                  <a:lnTo>
                    <a:pt x="21680" y="84825"/>
                  </a:lnTo>
                  <a:lnTo>
                    <a:pt x="19145" y="89474"/>
                  </a:lnTo>
                  <a:lnTo>
                    <a:pt x="16758" y="94202"/>
                  </a:lnTo>
                  <a:lnTo>
                    <a:pt x="14523" y="99003"/>
                  </a:lnTo>
                  <a:lnTo>
                    <a:pt x="12440" y="103872"/>
                  </a:lnTo>
                  <a:lnTo>
                    <a:pt x="10513" y="108805"/>
                  </a:lnTo>
                  <a:lnTo>
                    <a:pt x="8743" y="113796"/>
                  </a:lnTo>
                  <a:lnTo>
                    <a:pt x="7132" y="118841"/>
                  </a:lnTo>
                  <a:lnTo>
                    <a:pt x="5681" y="123934"/>
                  </a:lnTo>
                  <a:lnTo>
                    <a:pt x="4393" y="129071"/>
                  </a:lnTo>
                  <a:lnTo>
                    <a:pt x="3268" y="134246"/>
                  </a:lnTo>
                  <a:lnTo>
                    <a:pt x="2307" y="139454"/>
                  </a:lnTo>
                  <a:lnTo>
                    <a:pt x="1512" y="144690"/>
                  </a:lnTo>
                  <a:lnTo>
                    <a:pt x="883" y="149948"/>
                  </a:lnTo>
                  <a:lnTo>
                    <a:pt x="421" y="155224"/>
                  </a:lnTo>
                  <a:lnTo>
                    <a:pt x="126" y="160512"/>
                  </a:lnTo>
                  <a:lnTo>
                    <a:pt x="0" y="165806"/>
                  </a:lnTo>
                  <a:lnTo>
                    <a:pt x="40" y="171102"/>
                  </a:lnTo>
                  <a:lnTo>
                    <a:pt x="249" y="176393"/>
                  </a:lnTo>
                  <a:lnTo>
                    <a:pt x="625" y="181676"/>
                  </a:lnTo>
                  <a:lnTo>
                    <a:pt x="1168" y="186944"/>
                  </a:lnTo>
                  <a:lnTo>
                    <a:pt x="1878" y="192192"/>
                  </a:lnTo>
                  <a:lnTo>
                    <a:pt x="2753" y="197415"/>
                  </a:lnTo>
                  <a:lnTo>
                    <a:pt x="3794" y="202608"/>
                  </a:lnTo>
                  <a:lnTo>
                    <a:pt x="4999" y="207765"/>
                  </a:lnTo>
                  <a:lnTo>
                    <a:pt x="6366" y="212881"/>
                  </a:lnTo>
                  <a:lnTo>
                    <a:pt x="7895" y="217951"/>
                  </a:lnTo>
                  <a:lnTo>
                    <a:pt x="9583" y="222971"/>
                  </a:lnTo>
                  <a:lnTo>
                    <a:pt x="11430" y="227934"/>
                  </a:lnTo>
                  <a:lnTo>
                    <a:pt x="13433" y="232837"/>
                  </a:lnTo>
                  <a:lnTo>
                    <a:pt x="15590" y="237673"/>
                  </a:lnTo>
                  <a:lnTo>
                    <a:pt x="17900" y="242439"/>
                  </a:lnTo>
                  <a:lnTo>
                    <a:pt x="20359" y="247129"/>
                  </a:lnTo>
                  <a:lnTo>
                    <a:pt x="22966" y="251739"/>
                  </a:lnTo>
                  <a:lnTo>
                    <a:pt x="25717" y="256265"/>
                  </a:lnTo>
                  <a:lnTo>
                    <a:pt x="28610" y="260700"/>
                  </a:lnTo>
                  <a:lnTo>
                    <a:pt x="31642" y="265042"/>
                  </a:lnTo>
                  <a:lnTo>
                    <a:pt x="34811" y="269286"/>
                  </a:lnTo>
                  <a:lnTo>
                    <a:pt x="38112" y="273427"/>
                  </a:lnTo>
                  <a:lnTo>
                    <a:pt x="41543" y="277461"/>
                  </a:lnTo>
                  <a:lnTo>
                    <a:pt x="45099" y="281385"/>
                  </a:lnTo>
                  <a:lnTo>
                    <a:pt x="48778" y="285194"/>
                  </a:lnTo>
                  <a:lnTo>
                    <a:pt x="52577" y="288885"/>
                  </a:lnTo>
                  <a:lnTo>
                    <a:pt x="56490" y="292453"/>
                  </a:lnTo>
                  <a:lnTo>
                    <a:pt x="60514" y="295896"/>
                  </a:lnTo>
                  <a:lnTo>
                    <a:pt x="64645" y="299210"/>
                  </a:lnTo>
                  <a:lnTo>
                    <a:pt x="68879" y="302391"/>
                  </a:lnTo>
                  <a:lnTo>
                    <a:pt x="73212" y="305436"/>
                  </a:lnTo>
                  <a:lnTo>
                    <a:pt x="77639" y="308343"/>
                  </a:lnTo>
                  <a:lnTo>
                    <a:pt x="82155" y="311108"/>
                  </a:lnTo>
                  <a:lnTo>
                    <a:pt x="86758" y="313728"/>
                  </a:lnTo>
                  <a:lnTo>
                    <a:pt x="91440" y="316201"/>
                  </a:lnTo>
                  <a:lnTo>
                    <a:pt x="96199" y="318525"/>
                  </a:lnTo>
                  <a:lnTo>
                    <a:pt x="101029" y="320697"/>
                  </a:lnTo>
                  <a:lnTo>
                    <a:pt x="105926" y="322715"/>
                  </a:lnTo>
                  <a:lnTo>
                    <a:pt x="110884" y="324576"/>
                  </a:lnTo>
                  <a:lnTo>
                    <a:pt x="115898" y="326280"/>
                  </a:lnTo>
                  <a:lnTo>
                    <a:pt x="120964" y="327824"/>
                  </a:lnTo>
                  <a:lnTo>
                    <a:pt x="126076" y="329207"/>
                  </a:lnTo>
                  <a:lnTo>
                    <a:pt x="131229" y="330427"/>
                  </a:lnTo>
                  <a:lnTo>
                    <a:pt x="136419" y="331483"/>
                  </a:lnTo>
                  <a:lnTo>
                    <a:pt x="141639" y="332375"/>
                  </a:lnTo>
                  <a:lnTo>
                    <a:pt x="146885" y="333100"/>
                  </a:lnTo>
                  <a:lnTo>
                    <a:pt x="152151" y="333659"/>
                  </a:lnTo>
                  <a:lnTo>
                    <a:pt x="157433" y="334051"/>
                  </a:lnTo>
                  <a:lnTo>
                    <a:pt x="162724" y="334275"/>
                  </a:lnTo>
                  <a:lnTo>
                    <a:pt x="168019" y="334332"/>
                  </a:lnTo>
                  <a:lnTo>
                    <a:pt x="173314" y="334221"/>
                  </a:lnTo>
                  <a:lnTo>
                    <a:pt x="178603" y="333942"/>
                  </a:lnTo>
                  <a:lnTo>
                    <a:pt x="183880" y="333496"/>
                  </a:lnTo>
                  <a:lnTo>
                    <a:pt x="189140" y="332883"/>
                  </a:lnTo>
                  <a:lnTo>
                    <a:pt x="194378" y="332104"/>
                  </a:lnTo>
                  <a:lnTo>
                    <a:pt x="199589" y="331159"/>
                  </a:lnTo>
                  <a:lnTo>
                    <a:pt x="204768" y="330050"/>
                  </a:lnTo>
                  <a:lnTo>
                    <a:pt x="209908" y="328777"/>
                  </a:lnTo>
                  <a:lnTo>
                    <a:pt x="215006" y="327341"/>
                  </a:lnTo>
                  <a:lnTo>
                    <a:pt x="220056" y="325746"/>
                  </a:lnTo>
                  <a:lnTo>
                    <a:pt x="225052" y="323990"/>
                  </a:lnTo>
                  <a:lnTo>
                    <a:pt x="229991" y="322078"/>
                  </a:lnTo>
                  <a:lnTo>
                    <a:pt x="234866" y="320010"/>
                  </a:lnTo>
                  <a:lnTo>
                    <a:pt x="239674" y="317789"/>
                  </a:lnTo>
                  <a:lnTo>
                    <a:pt x="244408" y="315416"/>
                  </a:lnTo>
                  <a:lnTo>
                    <a:pt x="249066" y="312895"/>
                  </a:lnTo>
                  <a:lnTo>
                    <a:pt x="253641" y="310227"/>
                  </a:lnTo>
                  <a:lnTo>
                    <a:pt x="258129" y="307416"/>
                  </a:lnTo>
                  <a:lnTo>
                    <a:pt x="262526" y="304464"/>
                  </a:lnTo>
                  <a:lnTo>
                    <a:pt x="266827" y="301375"/>
                  </a:lnTo>
                  <a:lnTo>
                    <a:pt x="271028" y="298150"/>
                  </a:lnTo>
                  <a:lnTo>
                    <a:pt x="275125" y="294795"/>
                  </a:lnTo>
                  <a:lnTo>
                    <a:pt x="279114" y="291311"/>
                  </a:lnTo>
                  <a:lnTo>
                    <a:pt x="282990" y="287702"/>
                  </a:lnTo>
                  <a:lnTo>
                    <a:pt x="286750" y="283973"/>
                  </a:lnTo>
                  <a:lnTo>
                    <a:pt x="290390" y="280126"/>
                  </a:lnTo>
                  <a:lnTo>
                    <a:pt x="293906" y="276166"/>
                  </a:lnTo>
                  <a:lnTo>
                    <a:pt x="297295" y="272096"/>
                  </a:lnTo>
                  <a:lnTo>
                    <a:pt x="300553" y="267922"/>
                  </a:lnTo>
                  <a:lnTo>
                    <a:pt x="303678" y="263646"/>
                  </a:lnTo>
                  <a:lnTo>
                    <a:pt x="306666" y="259273"/>
                  </a:lnTo>
                  <a:lnTo>
                    <a:pt x="309513" y="254808"/>
                  </a:lnTo>
                  <a:lnTo>
                    <a:pt x="312218" y="250255"/>
                  </a:lnTo>
                  <a:lnTo>
                    <a:pt x="314777" y="245618"/>
                  </a:lnTo>
                  <a:lnTo>
                    <a:pt x="317188" y="240903"/>
                  </a:lnTo>
                  <a:lnTo>
                    <a:pt x="319448" y="236114"/>
                  </a:lnTo>
                  <a:lnTo>
                    <a:pt x="321556" y="231255"/>
                  </a:lnTo>
                  <a:lnTo>
                    <a:pt x="323508" y="226333"/>
                  </a:lnTo>
                  <a:lnTo>
                    <a:pt x="325304" y="221350"/>
                  </a:lnTo>
                  <a:lnTo>
                    <a:pt x="326941" y="216314"/>
                  </a:lnTo>
                  <a:lnTo>
                    <a:pt x="328418" y="211228"/>
                  </a:lnTo>
                  <a:lnTo>
                    <a:pt x="329732" y="206098"/>
                  </a:lnTo>
                  <a:lnTo>
                    <a:pt x="330884" y="200929"/>
                  </a:lnTo>
                  <a:lnTo>
                    <a:pt x="331871" y="195726"/>
                  </a:lnTo>
                  <a:lnTo>
                    <a:pt x="332693" y="190494"/>
                  </a:lnTo>
                  <a:lnTo>
                    <a:pt x="333349" y="185239"/>
                  </a:lnTo>
                  <a:lnTo>
                    <a:pt x="333838" y="179966"/>
                  </a:lnTo>
                  <a:lnTo>
                    <a:pt x="334160" y="174680"/>
                  </a:lnTo>
                  <a:lnTo>
                    <a:pt x="334314" y="169386"/>
                  </a:lnTo>
                  <a:lnTo>
                    <a:pt x="334301" y="164090"/>
                  </a:lnTo>
                  <a:lnTo>
                    <a:pt x="334119" y="158797"/>
                  </a:lnTo>
                  <a:lnTo>
                    <a:pt x="333770" y="153513"/>
                  </a:lnTo>
                  <a:lnTo>
                    <a:pt x="333254" y="148242"/>
                  </a:lnTo>
                  <a:lnTo>
                    <a:pt x="332571" y="142991"/>
                  </a:lnTo>
                  <a:lnTo>
                    <a:pt x="331723" y="137763"/>
                  </a:lnTo>
                  <a:lnTo>
                    <a:pt x="330709" y="132565"/>
                  </a:lnTo>
                  <a:lnTo>
                    <a:pt x="329530" y="127402"/>
                  </a:lnTo>
                  <a:lnTo>
                    <a:pt x="328189" y="122279"/>
                  </a:lnTo>
                  <a:lnTo>
                    <a:pt x="326687" y="117201"/>
                  </a:lnTo>
                  <a:lnTo>
                    <a:pt x="325024" y="112173"/>
                  </a:lnTo>
                  <a:lnTo>
                    <a:pt x="323203" y="107200"/>
                  </a:lnTo>
                  <a:lnTo>
                    <a:pt x="321225" y="102287"/>
                  </a:lnTo>
                  <a:lnTo>
                    <a:pt x="319092" y="97439"/>
                  </a:lnTo>
                  <a:lnTo>
                    <a:pt x="316807" y="92662"/>
                  </a:lnTo>
                  <a:lnTo>
                    <a:pt x="314372" y="87959"/>
                  </a:lnTo>
                  <a:lnTo>
                    <a:pt x="311789" y="83336"/>
                  </a:lnTo>
                  <a:lnTo>
                    <a:pt x="309061" y="78796"/>
                  </a:lnTo>
                  <a:lnTo>
                    <a:pt x="306191" y="74346"/>
                  </a:lnTo>
                  <a:lnTo>
                    <a:pt x="303181" y="69989"/>
                  </a:lnTo>
                  <a:lnTo>
                    <a:pt x="300035" y="65729"/>
                  </a:lnTo>
                  <a:lnTo>
                    <a:pt x="296755" y="61571"/>
                  </a:lnTo>
                  <a:lnTo>
                    <a:pt x="293345" y="57519"/>
                  </a:lnTo>
                  <a:lnTo>
                    <a:pt x="289808" y="53577"/>
                  </a:lnTo>
                  <a:lnTo>
                    <a:pt x="286149" y="49749"/>
                  </a:lnTo>
                  <a:lnTo>
                    <a:pt x="282370" y="46039"/>
                  </a:lnTo>
                  <a:lnTo>
                    <a:pt x="278475" y="42450"/>
                  </a:lnTo>
                  <a:lnTo>
                    <a:pt x="274468" y="38987"/>
                  </a:lnTo>
                  <a:lnTo>
                    <a:pt x="270354" y="35652"/>
                  </a:lnTo>
                  <a:lnTo>
                    <a:pt x="266137" y="32449"/>
                  </a:lnTo>
                  <a:lnTo>
                    <a:pt x="261820" y="29382"/>
                  </a:lnTo>
                  <a:lnTo>
                    <a:pt x="257408" y="26452"/>
                  </a:lnTo>
                  <a:lnTo>
                    <a:pt x="252905" y="23664"/>
                  </a:lnTo>
                  <a:lnTo>
                    <a:pt x="248316" y="21020"/>
                  </a:lnTo>
                  <a:lnTo>
                    <a:pt x="243646" y="18523"/>
                  </a:lnTo>
                  <a:lnTo>
                    <a:pt x="238900" y="16175"/>
                  </a:lnTo>
                  <a:lnTo>
                    <a:pt x="234081" y="13978"/>
                  </a:lnTo>
                  <a:lnTo>
                    <a:pt x="229195" y="11935"/>
                  </a:lnTo>
                  <a:lnTo>
                    <a:pt x="224246" y="10048"/>
                  </a:lnTo>
                  <a:lnTo>
                    <a:pt x="219241" y="8319"/>
                  </a:lnTo>
                  <a:lnTo>
                    <a:pt x="214183" y="6749"/>
                  </a:lnTo>
                  <a:lnTo>
                    <a:pt x="209078" y="5340"/>
                  </a:lnTo>
                  <a:lnTo>
                    <a:pt x="203931" y="4093"/>
                  </a:lnTo>
                  <a:lnTo>
                    <a:pt x="198747" y="3011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9609" y="2126963"/>
              <a:ext cx="91677" cy="167167"/>
            </a:xfrm>
            <a:custGeom>
              <a:avLst/>
              <a:pathLst>
                <a:path w="91677" h="167167">
                  <a:moveTo>
                    <a:pt x="91677" y="0"/>
                  </a:moveTo>
                  <a:lnTo>
                    <a:pt x="85971" y="97"/>
                  </a:lnTo>
                  <a:lnTo>
                    <a:pt x="80270" y="389"/>
                  </a:lnTo>
                  <a:lnTo>
                    <a:pt x="74583" y="876"/>
                  </a:lnTo>
                  <a:lnTo>
                    <a:pt x="68916" y="1556"/>
                  </a:lnTo>
                  <a:lnTo>
                    <a:pt x="63276" y="2430"/>
                  </a:lnTo>
                  <a:lnTo>
                    <a:pt x="57668" y="3496"/>
                  </a:lnTo>
                  <a:lnTo>
                    <a:pt x="52101" y="4752"/>
                  </a:lnTo>
                  <a:lnTo>
                    <a:pt x="46579" y="6198"/>
                  </a:lnTo>
                  <a:lnTo>
                    <a:pt x="41110" y="7831"/>
                  </a:lnTo>
                  <a:lnTo>
                    <a:pt x="35700" y="9650"/>
                  </a:lnTo>
                  <a:lnTo>
                    <a:pt x="30355" y="11653"/>
                  </a:lnTo>
                  <a:lnTo>
                    <a:pt x="25082" y="13837"/>
                  </a:lnTo>
                  <a:lnTo>
                    <a:pt x="19886" y="16200"/>
                  </a:lnTo>
                  <a:lnTo>
                    <a:pt x="14774" y="18739"/>
                  </a:lnTo>
                  <a:lnTo>
                    <a:pt x="9752" y="21451"/>
                  </a:lnTo>
                  <a:lnTo>
                    <a:pt x="4825" y="24333"/>
                  </a:lnTo>
                  <a:lnTo>
                    <a:pt x="0" y="27381"/>
                  </a:lnTo>
                  <a:lnTo>
                    <a:pt x="916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9609" y="2154345"/>
              <a:ext cx="91677" cy="139785"/>
            </a:xfrm>
            <a:custGeom>
              <a:avLst/>
              <a:pathLst>
                <a:path w="91677" h="139785">
                  <a:moveTo>
                    <a:pt x="0" y="0"/>
                  </a:moveTo>
                  <a:lnTo>
                    <a:pt x="91677" y="1397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14127" y="2127377"/>
              <a:ext cx="334312" cy="333920"/>
            </a:xfrm>
            <a:custGeom>
              <a:avLst/>
              <a:pathLst>
                <a:path w="334312" h="333920">
                  <a:moveTo>
                    <a:pt x="75482" y="26967"/>
                  </a:moveTo>
                  <a:lnTo>
                    <a:pt x="71105" y="29938"/>
                  </a:lnTo>
                  <a:lnTo>
                    <a:pt x="66825" y="33045"/>
                  </a:lnTo>
                  <a:lnTo>
                    <a:pt x="62645" y="36286"/>
                  </a:lnTo>
                  <a:lnTo>
                    <a:pt x="58569" y="39658"/>
                  </a:lnTo>
                  <a:lnTo>
                    <a:pt x="54603" y="43157"/>
                  </a:lnTo>
                  <a:lnTo>
                    <a:pt x="50749" y="46780"/>
                  </a:lnTo>
                  <a:lnTo>
                    <a:pt x="47012" y="50523"/>
                  </a:lnTo>
                  <a:lnTo>
                    <a:pt x="43395" y="54382"/>
                  </a:lnTo>
                  <a:lnTo>
                    <a:pt x="39902" y="58354"/>
                  </a:lnTo>
                  <a:lnTo>
                    <a:pt x="36536" y="62435"/>
                  </a:lnTo>
                  <a:lnTo>
                    <a:pt x="33301" y="66619"/>
                  </a:lnTo>
                  <a:lnTo>
                    <a:pt x="30200" y="70904"/>
                  </a:lnTo>
                  <a:lnTo>
                    <a:pt x="27236" y="75285"/>
                  </a:lnTo>
                  <a:lnTo>
                    <a:pt x="24412" y="79758"/>
                  </a:lnTo>
                  <a:lnTo>
                    <a:pt x="21731" y="84318"/>
                  </a:lnTo>
                  <a:lnTo>
                    <a:pt x="19196" y="88960"/>
                  </a:lnTo>
                  <a:lnTo>
                    <a:pt x="16809" y="93680"/>
                  </a:lnTo>
                  <a:lnTo>
                    <a:pt x="14573" y="98473"/>
                  </a:lnTo>
                  <a:lnTo>
                    <a:pt x="12489" y="103335"/>
                  </a:lnTo>
                  <a:lnTo>
                    <a:pt x="10560" y="108260"/>
                  </a:lnTo>
                  <a:lnTo>
                    <a:pt x="8788" y="113244"/>
                  </a:lnTo>
                  <a:lnTo>
                    <a:pt x="7174" y="118281"/>
                  </a:lnTo>
                  <a:lnTo>
                    <a:pt x="5721" y="123366"/>
                  </a:lnTo>
                  <a:lnTo>
                    <a:pt x="4429" y="128496"/>
                  </a:lnTo>
                  <a:lnTo>
                    <a:pt x="3300" y="133663"/>
                  </a:lnTo>
                  <a:lnTo>
                    <a:pt x="2335" y="138864"/>
                  </a:lnTo>
                  <a:lnTo>
                    <a:pt x="1535" y="144092"/>
                  </a:lnTo>
                  <a:lnTo>
                    <a:pt x="901" y="149344"/>
                  </a:lnTo>
                  <a:lnTo>
                    <a:pt x="434" y="154612"/>
                  </a:lnTo>
                  <a:lnTo>
                    <a:pt x="133" y="159893"/>
                  </a:lnTo>
                  <a:lnTo>
                    <a:pt x="0" y="165181"/>
                  </a:lnTo>
                  <a:lnTo>
                    <a:pt x="33" y="170470"/>
                  </a:lnTo>
                  <a:lnTo>
                    <a:pt x="235" y="175755"/>
                  </a:lnTo>
                  <a:lnTo>
                    <a:pt x="603" y="181032"/>
                  </a:lnTo>
                  <a:lnTo>
                    <a:pt x="1138" y="186294"/>
                  </a:lnTo>
                  <a:lnTo>
                    <a:pt x="1839" y="191537"/>
                  </a:lnTo>
                  <a:lnTo>
                    <a:pt x="2706" y="196755"/>
                  </a:lnTo>
                  <a:lnTo>
                    <a:pt x="3738" y="201943"/>
                  </a:lnTo>
                  <a:lnTo>
                    <a:pt x="4933" y="207095"/>
                  </a:lnTo>
                  <a:lnTo>
                    <a:pt x="6290" y="212207"/>
                  </a:lnTo>
                  <a:lnTo>
                    <a:pt x="7809" y="217274"/>
                  </a:lnTo>
                  <a:lnTo>
                    <a:pt x="9487" y="222290"/>
                  </a:lnTo>
                  <a:lnTo>
                    <a:pt x="11323" y="227251"/>
                  </a:lnTo>
                  <a:lnTo>
                    <a:pt x="13315" y="232151"/>
                  </a:lnTo>
                  <a:lnTo>
                    <a:pt x="15461" y="236985"/>
                  </a:lnTo>
                  <a:lnTo>
                    <a:pt x="17759" y="241749"/>
                  </a:lnTo>
                  <a:lnTo>
                    <a:pt x="20206" y="246438"/>
                  </a:lnTo>
                  <a:lnTo>
                    <a:pt x="22801" y="251048"/>
                  </a:lnTo>
                  <a:lnTo>
                    <a:pt x="25540" y="255572"/>
                  </a:lnTo>
                  <a:lnTo>
                    <a:pt x="28421" y="260008"/>
                  </a:lnTo>
                  <a:lnTo>
                    <a:pt x="31441" y="264351"/>
                  </a:lnTo>
                  <a:lnTo>
                    <a:pt x="34596" y="268596"/>
                  </a:lnTo>
                  <a:lnTo>
                    <a:pt x="37885" y="272739"/>
                  </a:lnTo>
                  <a:lnTo>
                    <a:pt x="41302" y="276776"/>
                  </a:lnTo>
                  <a:lnTo>
                    <a:pt x="44846" y="280702"/>
                  </a:lnTo>
                  <a:lnTo>
                    <a:pt x="48512" y="284515"/>
                  </a:lnTo>
                  <a:lnTo>
                    <a:pt x="52297" y="288210"/>
                  </a:lnTo>
                  <a:lnTo>
                    <a:pt x="56197" y="291783"/>
                  </a:lnTo>
                  <a:lnTo>
                    <a:pt x="60209" y="295231"/>
                  </a:lnTo>
                  <a:lnTo>
                    <a:pt x="64327" y="298550"/>
                  </a:lnTo>
                  <a:lnTo>
                    <a:pt x="68548" y="301737"/>
                  </a:lnTo>
                  <a:lnTo>
                    <a:pt x="72868" y="304790"/>
                  </a:lnTo>
                  <a:lnTo>
                    <a:pt x="77282" y="307704"/>
                  </a:lnTo>
                  <a:lnTo>
                    <a:pt x="81786" y="310477"/>
                  </a:lnTo>
                  <a:lnTo>
                    <a:pt x="86376" y="313106"/>
                  </a:lnTo>
                  <a:lnTo>
                    <a:pt x="91047" y="315588"/>
                  </a:lnTo>
                  <a:lnTo>
                    <a:pt x="95794" y="317922"/>
                  </a:lnTo>
                  <a:lnTo>
                    <a:pt x="100612" y="320104"/>
                  </a:lnTo>
                  <a:lnTo>
                    <a:pt x="105497" y="322132"/>
                  </a:lnTo>
                  <a:lnTo>
                    <a:pt x="110443" y="324005"/>
                  </a:lnTo>
                  <a:lnTo>
                    <a:pt x="115447" y="325721"/>
                  </a:lnTo>
                  <a:lnTo>
                    <a:pt x="120502" y="327278"/>
                  </a:lnTo>
                  <a:lnTo>
                    <a:pt x="125604" y="328673"/>
                  </a:lnTo>
                  <a:lnTo>
                    <a:pt x="130747" y="329907"/>
                  </a:lnTo>
                  <a:lnTo>
                    <a:pt x="135927" y="330977"/>
                  </a:lnTo>
                  <a:lnTo>
                    <a:pt x="141138" y="331883"/>
                  </a:lnTo>
                  <a:lnTo>
                    <a:pt x="146376" y="332624"/>
                  </a:lnTo>
                  <a:lnTo>
                    <a:pt x="151634" y="333198"/>
                  </a:lnTo>
                  <a:lnTo>
                    <a:pt x="156907" y="333606"/>
                  </a:lnTo>
                  <a:lnTo>
                    <a:pt x="162191" y="333847"/>
                  </a:lnTo>
                  <a:lnTo>
                    <a:pt x="167480" y="333920"/>
                  </a:lnTo>
                  <a:lnTo>
                    <a:pt x="172769" y="333827"/>
                  </a:lnTo>
                  <a:lnTo>
                    <a:pt x="178051" y="333566"/>
                  </a:lnTo>
                  <a:lnTo>
                    <a:pt x="183323" y="333137"/>
                  </a:lnTo>
                  <a:lnTo>
                    <a:pt x="188579" y="332543"/>
                  </a:lnTo>
                  <a:lnTo>
                    <a:pt x="193814" y="331782"/>
                  </a:lnTo>
                  <a:lnTo>
                    <a:pt x="199021" y="330856"/>
                  </a:lnTo>
                  <a:lnTo>
                    <a:pt x="204197" y="329766"/>
                  </a:lnTo>
                  <a:lnTo>
                    <a:pt x="209336" y="328513"/>
                  </a:lnTo>
                  <a:lnTo>
                    <a:pt x="214432" y="327097"/>
                  </a:lnTo>
                  <a:lnTo>
                    <a:pt x="219482" y="325522"/>
                  </a:lnTo>
                  <a:lnTo>
                    <a:pt x="224478" y="323787"/>
                  </a:lnTo>
                  <a:lnTo>
                    <a:pt x="229418" y="321895"/>
                  </a:lnTo>
                  <a:lnTo>
                    <a:pt x="234295" y="319847"/>
                  </a:lnTo>
                  <a:lnTo>
                    <a:pt x="239105" y="317647"/>
                  </a:lnTo>
                  <a:lnTo>
                    <a:pt x="243842" y="315295"/>
                  </a:lnTo>
                  <a:lnTo>
                    <a:pt x="248504" y="312795"/>
                  </a:lnTo>
                  <a:lnTo>
                    <a:pt x="253083" y="310148"/>
                  </a:lnTo>
                  <a:lnTo>
                    <a:pt x="257577" y="307358"/>
                  </a:lnTo>
                  <a:lnTo>
                    <a:pt x="261980" y="304427"/>
                  </a:lnTo>
                  <a:lnTo>
                    <a:pt x="266288" y="301358"/>
                  </a:lnTo>
                  <a:lnTo>
                    <a:pt x="270497" y="298155"/>
                  </a:lnTo>
                  <a:lnTo>
                    <a:pt x="274602" y="294820"/>
                  </a:lnTo>
                  <a:lnTo>
                    <a:pt x="278600" y="291356"/>
                  </a:lnTo>
                  <a:lnTo>
                    <a:pt x="282486" y="287768"/>
                  </a:lnTo>
                  <a:lnTo>
                    <a:pt x="286257" y="284059"/>
                  </a:lnTo>
                  <a:lnTo>
                    <a:pt x="289909" y="280233"/>
                  </a:lnTo>
                  <a:lnTo>
                    <a:pt x="293438" y="276292"/>
                  </a:lnTo>
                  <a:lnTo>
                    <a:pt x="296840" y="272242"/>
                  </a:lnTo>
                  <a:lnTo>
                    <a:pt x="300112" y="268087"/>
                  </a:lnTo>
                  <a:lnTo>
                    <a:pt x="303252" y="263830"/>
                  </a:lnTo>
                  <a:lnTo>
                    <a:pt x="306255" y="259476"/>
                  </a:lnTo>
                  <a:lnTo>
                    <a:pt x="309119" y="255029"/>
                  </a:lnTo>
                  <a:lnTo>
                    <a:pt x="311840" y="250493"/>
                  </a:lnTo>
                  <a:lnTo>
                    <a:pt x="314417" y="245874"/>
                  </a:lnTo>
                  <a:lnTo>
                    <a:pt x="316847" y="241176"/>
                  </a:lnTo>
                  <a:lnTo>
                    <a:pt x="319126" y="236403"/>
                  </a:lnTo>
                  <a:lnTo>
                    <a:pt x="321254" y="231560"/>
                  </a:lnTo>
                  <a:lnTo>
                    <a:pt x="323227" y="226653"/>
                  </a:lnTo>
                  <a:lnTo>
                    <a:pt x="325044" y="221685"/>
                  </a:lnTo>
                  <a:lnTo>
                    <a:pt x="326703" y="216663"/>
                  </a:lnTo>
                  <a:lnTo>
                    <a:pt x="328202" y="211590"/>
                  </a:lnTo>
                  <a:lnTo>
                    <a:pt x="329540" y="206473"/>
                  </a:lnTo>
                  <a:lnTo>
                    <a:pt x="330715" y="201316"/>
                  </a:lnTo>
                  <a:lnTo>
                    <a:pt x="331727" y="196124"/>
                  </a:lnTo>
                  <a:lnTo>
                    <a:pt x="332573" y="190903"/>
                  </a:lnTo>
                  <a:lnTo>
                    <a:pt x="333255" y="185658"/>
                  </a:lnTo>
                  <a:lnTo>
                    <a:pt x="333770" y="180393"/>
                  </a:lnTo>
                  <a:lnTo>
                    <a:pt x="334118" y="175115"/>
                  </a:lnTo>
                  <a:lnTo>
                    <a:pt x="334299" y="169829"/>
                  </a:lnTo>
                  <a:lnTo>
                    <a:pt x="334312" y="164540"/>
                  </a:lnTo>
                  <a:lnTo>
                    <a:pt x="334159" y="159253"/>
                  </a:lnTo>
                  <a:lnTo>
                    <a:pt x="333838" y="153973"/>
                  </a:lnTo>
                  <a:lnTo>
                    <a:pt x="333350" y="148706"/>
                  </a:lnTo>
                  <a:lnTo>
                    <a:pt x="332696" y="143457"/>
                  </a:lnTo>
                  <a:lnTo>
                    <a:pt x="331876" y="138232"/>
                  </a:lnTo>
                  <a:lnTo>
                    <a:pt x="330891" y="133035"/>
                  </a:lnTo>
                  <a:lnTo>
                    <a:pt x="329742" y="127872"/>
                  </a:lnTo>
                  <a:lnTo>
                    <a:pt x="328431" y="122748"/>
                  </a:lnTo>
                  <a:lnTo>
                    <a:pt x="326958" y="117668"/>
                  </a:lnTo>
                  <a:lnTo>
                    <a:pt x="325325" y="112637"/>
                  </a:lnTo>
                  <a:lnTo>
                    <a:pt x="323534" y="107660"/>
                  </a:lnTo>
                  <a:lnTo>
                    <a:pt x="321586" y="102742"/>
                  </a:lnTo>
                  <a:lnTo>
                    <a:pt x="319484" y="97889"/>
                  </a:lnTo>
                  <a:lnTo>
                    <a:pt x="317229" y="93104"/>
                  </a:lnTo>
                  <a:lnTo>
                    <a:pt x="314823" y="88393"/>
                  </a:lnTo>
                  <a:lnTo>
                    <a:pt x="312270" y="83761"/>
                  </a:lnTo>
                  <a:lnTo>
                    <a:pt x="309572" y="79211"/>
                  </a:lnTo>
                  <a:lnTo>
                    <a:pt x="306731" y="74750"/>
                  </a:lnTo>
                  <a:lnTo>
                    <a:pt x="303751" y="70380"/>
                  </a:lnTo>
                  <a:lnTo>
                    <a:pt x="300633" y="66107"/>
                  </a:lnTo>
                  <a:lnTo>
                    <a:pt x="297382" y="61935"/>
                  </a:lnTo>
                  <a:lnTo>
                    <a:pt x="294001" y="57867"/>
                  </a:lnTo>
                  <a:lnTo>
                    <a:pt x="290493" y="53909"/>
                  </a:lnTo>
                  <a:lnTo>
                    <a:pt x="286861" y="50063"/>
                  </a:lnTo>
                  <a:lnTo>
                    <a:pt x="283109" y="46335"/>
                  </a:lnTo>
                  <a:lnTo>
                    <a:pt x="279241" y="42727"/>
                  </a:lnTo>
                  <a:lnTo>
                    <a:pt x="275261" y="39243"/>
                  </a:lnTo>
                  <a:lnTo>
                    <a:pt x="271173" y="35887"/>
                  </a:lnTo>
                  <a:lnTo>
                    <a:pt x="266981" y="32661"/>
                  </a:lnTo>
                  <a:lnTo>
                    <a:pt x="262689" y="29571"/>
                  </a:lnTo>
                  <a:lnTo>
                    <a:pt x="258301" y="26617"/>
                  </a:lnTo>
                  <a:lnTo>
                    <a:pt x="253822" y="23804"/>
                  </a:lnTo>
                  <a:lnTo>
                    <a:pt x="249256" y="21133"/>
                  </a:lnTo>
                  <a:lnTo>
                    <a:pt x="244608" y="18609"/>
                  </a:lnTo>
                  <a:lnTo>
                    <a:pt x="239882" y="16233"/>
                  </a:lnTo>
                  <a:lnTo>
                    <a:pt x="235084" y="14008"/>
                  </a:lnTo>
                  <a:lnTo>
                    <a:pt x="230217" y="11935"/>
                  </a:lnTo>
                  <a:lnTo>
                    <a:pt x="225288" y="10018"/>
                  </a:lnTo>
                  <a:lnTo>
                    <a:pt x="220300" y="8257"/>
                  </a:lnTo>
                  <a:lnTo>
                    <a:pt x="215259" y="6655"/>
                  </a:lnTo>
                  <a:lnTo>
                    <a:pt x="210170" y="5214"/>
                  </a:lnTo>
                  <a:lnTo>
                    <a:pt x="205038" y="3934"/>
                  </a:lnTo>
                  <a:lnTo>
                    <a:pt x="199867" y="2817"/>
                  </a:lnTo>
                  <a:lnTo>
                    <a:pt x="194665" y="1864"/>
                  </a:lnTo>
                  <a:lnTo>
                    <a:pt x="189434" y="1077"/>
                  </a:lnTo>
                  <a:lnTo>
                    <a:pt x="184182" y="455"/>
                  </a:lnTo>
                  <a:lnTo>
                    <a:pt x="178912" y="0"/>
                  </a:lnTo>
                  <a:lnTo>
                    <a:pt x="167160" y="1667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81287" y="2126963"/>
              <a:ext cx="11752" cy="167167"/>
            </a:xfrm>
            <a:custGeom>
              <a:avLst/>
              <a:pathLst>
                <a:path w="11752" h="167167">
                  <a:moveTo>
                    <a:pt x="11752" y="4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423593" y="2633064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641191"/>
              <a:ext cx="154916" cy="159040"/>
            </a:xfrm>
            <a:custGeom>
              <a:avLst/>
              <a:pathLst>
                <a:path w="154916" h="159040">
                  <a:moveTo>
                    <a:pt x="154916" y="96224"/>
                  </a:moveTo>
                  <a:lnTo>
                    <a:pt x="152721" y="91062"/>
                  </a:lnTo>
                  <a:lnTo>
                    <a:pt x="150355" y="85976"/>
                  </a:lnTo>
                  <a:lnTo>
                    <a:pt x="147819" y="80973"/>
                  </a:lnTo>
                  <a:lnTo>
                    <a:pt x="145116" y="76057"/>
                  </a:lnTo>
                  <a:lnTo>
                    <a:pt x="142251" y="71235"/>
                  </a:lnTo>
                  <a:lnTo>
                    <a:pt x="139225" y="66512"/>
                  </a:lnTo>
                  <a:lnTo>
                    <a:pt x="136042" y="61893"/>
                  </a:lnTo>
                  <a:lnTo>
                    <a:pt x="132706" y="57384"/>
                  </a:lnTo>
                  <a:lnTo>
                    <a:pt x="129221" y="52989"/>
                  </a:lnTo>
                  <a:lnTo>
                    <a:pt x="125590" y="48713"/>
                  </a:lnTo>
                  <a:lnTo>
                    <a:pt x="121818" y="44561"/>
                  </a:lnTo>
                  <a:lnTo>
                    <a:pt x="117908" y="40539"/>
                  </a:lnTo>
                  <a:lnTo>
                    <a:pt x="113866" y="36650"/>
                  </a:lnTo>
                  <a:lnTo>
                    <a:pt x="109696" y="32898"/>
                  </a:lnTo>
                  <a:lnTo>
                    <a:pt x="105402" y="29289"/>
                  </a:lnTo>
                  <a:lnTo>
                    <a:pt x="100990" y="25826"/>
                  </a:lnTo>
                  <a:lnTo>
                    <a:pt x="96464" y="22513"/>
                  </a:lnTo>
                  <a:lnTo>
                    <a:pt x="91829" y="19353"/>
                  </a:lnTo>
                  <a:lnTo>
                    <a:pt x="87090" y="16351"/>
                  </a:lnTo>
                  <a:lnTo>
                    <a:pt x="82254" y="13509"/>
                  </a:lnTo>
                  <a:lnTo>
                    <a:pt x="77325" y="10831"/>
                  </a:lnTo>
                  <a:lnTo>
                    <a:pt x="72309" y="8321"/>
                  </a:lnTo>
                  <a:lnTo>
                    <a:pt x="67212" y="5979"/>
                  </a:lnTo>
                  <a:lnTo>
                    <a:pt x="62039" y="3811"/>
                  </a:lnTo>
                  <a:lnTo>
                    <a:pt x="56796" y="1817"/>
                  </a:lnTo>
                  <a:lnTo>
                    <a:pt x="51489" y="0"/>
                  </a:lnTo>
                  <a:lnTo>
                    <a:pt x="0" y="159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33064"/>
              <a:ext cx="51489" cy="167167"/>
            </a:xfrm>
            <a:custGeom>
              <a:avLst/>
              <a:pathLst>
                <a:path w="51489" h="167167">
                  <a:moveTo>
                    <a:pt x="51489" y="8127"/>
                  </a:moveTo>
                  <a:lnTo>
                    <a:pt x="45227" y="6234"/>
                  </a:lnTo>
                  <a:lnTo>
                    <a:pt x="38895" y="4588"/>
                  </a:lnTo>
                  <a:lnTo>
                    <a:pt x="32504" y="3190"/>
                  </a:lnTo>
                  <a:lnTo>
                    <a:pt x="26063" y="2044"/>
                  </a:lnTo>
                  <a:lnTo>
                    <a:pt x="19582" y="1150"/>
                  </a:lnTo>
                  <a:lnTo>
                    <a:pt x="13071" y="511"/>
                  </a:lnTo>
                  <a:lnTo>
                    <a:pt x="6540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358822" y="3170392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9" y="3000"/>
                  </a:lnTo>
                  <a:lnTo>
                    <a:pt x="130454" y="4079"/>
                  </a:lnTo>
                  <a:lnTo>
                    <a:pt x="125316" y="5321"/>
                  </a:lnTo>
                  <a:lnTo>
                    <a:pt x="120219" y="6725"/>
                  </a:lnTo>
                  <a:lnTo>
                    <a:pt x="115170" y="8289"/>
                  </a:lnTo>
                  <a:lnTo>
                    <a:pt x="110172" y="10012"/>
                  </a:lnTo>
                  <a:lnTo>
                    <a:pt x="105232" y="11893"/>
                  </a:lnTo>
                  <a:lnTo>
                    <a:pt x="100353" y="13928"/>
                  </a:lnTo>
                  <a:lnTo>
                    <a:pt x="95541" y="16117"/>
                  </a:lnTo>
                  <a:lnTo>
                    <a:pt x="90801" y="18457"/>
                  </a:lnTo>
                  <a:lnTo>
                    <a:pt x="86137" y="20946"/>
                  </a:lnTo>
                  <a:lnTo>
                    <a:pt x="81554" y="23581"/>
                  </a:lnTo>
                  <a:lnTo>
                    <a:pt x="77057" y="26359"/>
                  </a:lnTo>
                  <a:lnTo>
                    <a:pt x="72650" y="29278"/>
                  </a:lnTo>
                  <a:lnTo>
                    <a:pt x="68338" y="32336"/>
                  </a:lnTo>
                  <a:lnTo>
                    <a:pt x="64124" y="35528"/>
                  </a:lnTo>
                  <a:lnTo>
                    <a:pt x="60013" y="38851"/>
                  </a:lnTo>
                  <a:lnTo>
                    <a:pt x="56009" y="42303"/>
                  </a:lnTo>
                  <a:lnTo>
                    <a:pt x="52117" y="45880"/>
                  </a:lnTo>
                  <a:lnTo>
                    <a:pt x="48340" y="49578"/>
                  </a:lnTo>
                  <a:lnTo>
                    <a:pt x="44681" y="53394"/>
                  </a:lnTo>
                  <a:lnTo>
                    <a:pt x="41145" y="57323"/>
                  </a:lnTo>
                  <a:lnTo>
                    <a:pt x="37735" y="61362"/>
                  </a:lnTo>
                  <a:lnTo>
                    <a:pt x="34454" y="65508"/>
                  </a:lnTo>
                  <a:lnTo>
                    <a:pt x="31306" y="69754"/>
                  </a:lnTo>
                  <a:lnTo>
                    <a:pt x="28294" y="74098"/>
                  </a:lnTo>
                  <a:lnTo>
                    <a:pt x="25421" y="78536"/>
                  </a:lnTo>
                  <a:lnTo>
                    <a:pt x="22689" y="83062"/>
                  </a:lnTo>
                  <a:lnTo>
                    <a:pt x="20102" y="87672"/>
                  </a:lnTo>
                  <a:lnTo>
                    <a:pt x="17662" y="92361"/>
                  </a:lnTo>
                  <a:lnTo>
                    <a:pt x="15371" y="97125"/>
                  </a:lnTo>
                  <a:lnTo>
                    <a:pt x="13233" y="101960"/>
                  </a:lnTo>
                  <a:lnTo>
                    <a:pt x="11248" y="106859"/>
                  </a:lnTo>
                  <a:lnTo>
                    <a:pt x="9419" y="111819"/>
                  </a:lnTo>
                  <a:lnTo>
                    <a:pt x="7748" y="116834"/>
                  </a:lnTo>
                  <a:lnTo>
                    <a:pt x="6236" y="121900"/>
                  </a:lnTo>
                  <a:lnTo>
                    <a:pt x="4885" y="127010"/>
                  </a:lnTo>
                  <a:lnTo>
                    <a:pt x="3697" y="132161"/>
                  </a:lnTo>
                  <a:lnTo>
                    <a:pt x="2672" y="137347"/>
                  </a:lnTo>
                  <a:lnTo>
                    <a:pt x="1811" y="142563"/>
                  </a:lnTo>
                  <a:lnTo>
                    <a:pt x="1116" y="147803"/>
                  </a:lnTo>
                  <a:lnTo>
                    <a:pt x="586" y="153063"/>
                  </a:lnTo>
                  <a:lnTo>
                    <a:pt x="224" y="158337"/>
                  </a:lnTo>
                  <a:lnTo>
                    <a:pt x="28" y="163619"/>
                  </a:lnTo>
                  <a:lnTo>
                    <a:pt x="0" y="168906"/>
                  </a:lnTo>
                  <a:lnTo>
                    <a:pt x="138" y="174190"/>
                  </a:lnTo>
                  <a:lnTo>
                    <a:pt x="444" y="179468"/>
                  </a:lnTo>
                  <a:lnTo>
                    <a:pt x="916" y="184733"/>
                  </a:lnTo>
                  <a:lnTo>
                    <a:pt x="1554" y="189980"/>
                  </a:lnTo>
                  <a:lnTo>
                    <a:pt x="2359" y="195205"/>
                  </a:lnTo>
                  <a:lnTo>
                    <a:pt x="3327" y="200402"/>
                  </a:lnTo>
                  <a:lnTo>
                    <a:pt x="4460" y="205565"/>
                  </a:lnTo>
                  <a:lnTo>
                    <a:pt x="5756" y="210690"/>
                  </a:lnTo>
                  <a:lnTo>
                    <a:pt x="7213" y="215772"/>
                  </a:lnTo>
                  <a:lnTo>
                    <a:pt x="8829" y="220805"/>
                  </a:lnTo>
                  <a:lnTo>
                    <a:pt x="10604" y="225784"/>
                  </a:lnTo>
                  <a:lnTo>
                    <a:pt x="12536" y="230705"/>
                  </a:lnTo>
                  <a:lnTo>
                    <a:pt x="14622" y="235562"/>
                  </a:lnTo>
                  <a:lnTo>
                    <a:pt x="16861" y="240351"/>
                  </a:lnTo>
                  <a:lnTo>
                    <a:pt x="19250" y="245066"/>
                  </a:lnTo>
                  <a:lnTo>
                    <a:pt x="21787" y="249704"/>
                  </a:lnTo>
                  <a:lnTo>
                    <a:pt x="24470" y="254259"/>
                  </a:lnTo>
                  <a:lnTo>
                    <a:pt x="27295" y="258727"/>
                  </a:lnTo>
                  <a:lnTo>
                    <a:pt x="30260" y="263104"/>
                  </a:lnTo>
                  <a:lnTo>
                    <a:pt x="33362" y="267384"/>
                  </a:lnTo>
                  <a:lnTo>
                    <a:pt x="36597" y="271565"/>
                  </a:lnTo>
                  <a:lnTo>
                    <a:pt x="39964" y="275641"/>
                  </a:lnTo>
                  <a:lnTo>
                    <a:pt x="43457" y="279608"/>
                  </a:lnTo>
                  <a:lnTo>
                    <a:pt x="47074" y="283463"/>
                  </a:lnTo>
                  <a:lnTo>
                    <a:pt x="50811" y="287202"/>
                  </a:lnTo>
                  <a:lnTo>
                    <a:pt x="54665" y="290821"/>
                  </a:lnTo>
                  <a:lnTo>
                    <a:pt x="58631" y="294316"/>
                  </a:lnTo>
                  <a:lnTo>
                    <a:pt x="62705" y="297684"/>
                  </a:lnTo>
                  <a:lnTo>
                    <a:pt x="66884" y="300921"/>
                  </a:lnTo>
                  <a:lnTo>
                    <a:pt x="71163" y="304025"/>
                  </a:lnTo>
                  <a:lnTo>
                    <a:pt x="75539" y="306991"/>
                  </a:lnTo>
                  <a:lnTo>
                    <a:pt x="80006" y="309818"/>
                  </a:lnTo>
                  <a:lnTo>
                    <a:pt x="84560" y="312503"/>
                  </a:lnTo>
                  <a:lnTo>
                    <a:pt x="89196" y="315042"/>
                  </a:lnTo>
                  <a:lnTo>
                    <a:pt x="93911" y="317433"/>
                  </a:lnTo>
                  <a:lnTo>
                    <a:pt x="98699" y="319674"/>
                  </a:lnTo>
                  <a:lnTo>
                    <a:pt x="103555" y="321762"/>
                  </a:lnTo>
                  <a:lnTo>
                    <a:pt x="108475" y="323696"/>
                  </a:lnTo>
                  <a:lnTo>
                    <a:pt x="113453" y="325473"/>
                  </a:lnTo>
                  <a:lnTo>
                    <a:pt x="118486" y="327092"/>
                  </a:lnTo>
                  <a:lnTo>
                    <a:pt x="123567" y="328551"/>
                  </a:lnTo>
                  <a:lnTo>
                    <a:pt x="128691" y="329848"/>
                  </a:lnTo>
                  <a:lnTo>
                    <a:pt x="133854" y="330983"/>
                  </a:lnTo>
                  <a:lnTo>
                    <a:pt x="139051" y="331954"/>
                  </a:lnTo>
                  <a:lnTo>
                    <a:pt x="144275" y="332761"/>
                  </a:lnTo>
                  <a:lnTo>
                    <a:pt x="149522" y="333402"/>
                  </a:lnTo>
                  <a:lnTo>
                    <a:pt x="154787" y="333876"/>
                  </a:lnTo>
                  <a:lnTo>
                    <a:pt x="160064" y="334184"/>
                  </a:lnTo>
                  <a:lnTo>
                    <a:pt x="165349" y="334325"/>
                  </a:lnTo>
                  <a:lnTo>
                    <a:pt x="170635" y="334298"/>
                  </a:lnTo>
                  <a:lnTo>
                    <a:pt x="175918" y="334105"/>
                  </a:lnTo>
                  <a:lnTo>
                    <a:pt x="181192" y="333744"/>
                  </a:lnTo>
                  <a:lnTo>
                    <a:pt x="186452" y="333217"/>
                  </a:lnTo>
                  <a:lnTo>
                    <a:pt x="191692" y="332524"/>
                  </a:lnTo>
                  <a:lnTo>
                    <a:pt x="196908" y="331666"/>
                  </a:lnTo>
                  <a:lnTo>
                    <a:pt x="202095" y="330643"/>
                  </a:lnTo>
                  <a:lnTo>
                    <a:pt x="207246" y="329456"/>
                  </a:lnTo>
                  <a:lnTo>
                    <a:pt x="212358" y="328108"/>
                  </a:lnTo>
                  <a:lnTo>
                    <a:pt x="217424" y="326598"/>
                  </a:lnTo>
                  <a:lnTo>
                    <a:pt x="222440" y="324929"/>
                  </a:lnTo>
                  <a:lnTo>
                    <a:pt x="227400" y="323102"/>
                  </a:lnTo>
                  <a:lnTo>
                    <a:pt x="232301" y="321119"/>
                  </a:lnTo>
                  <a:lnTo>
                    <a:pt x="237136" y="318983"/>
                  </a:lnTo>
                  <a:lnTo>
                    <a:pt x="241901" y="316694"/>
                  </a:lnTo>
                  <a:lnTo>
                    <a:pt x="246591" y="314256"/>
                  </a:lnTo>
                  <a:lnTo>
                    <a:pt x="251203" y="311671"/>
                  </a:lnTo>
                  <a:lnTo>
                    <a:pt x="255730" y="308941"/>
                  </a:lnTo>
                  <a:lnTo>
                    <a:pt x="260168" y="306070"/>
                  </a:lnTo>
                  <a:lnTo>
                    <a:pt x="264513" y="303060"/>
                  </a:lnTo>
                  <a:lnTo>
                    <a:pt x="268761" y="299914"/>
                  </a:lnTo>
                  <a:lnTo>
                    <a:pt x="272908" y="296635"/>
                  </a:lnTo>
                  <a:lnTo>
                    <a:pt x="276949" y="293226"/>
                  </a:lnTo>
                  <a:lnTo>
                    <a:pt x="280880" y="289692"/>
                  </a:lnTo>
                  <a:lnTo>
                    <a:pt x="284697" y="286035"/>
                  </a:lnTo>
                  <a:lnTo>
                    <a:pt x="288396" y="282259"/>
                  </a:lnTo>
                  <a:lnTo>
                    <a:pt x="291975" y="278368"/>
                  </a:lnTo>
                  <a:lnTo>
                    <a:pt x="295429" y="274366"/>
                  </a:lnTo>
                  <a:lnTo>
                    <a:pt x="298754" y="270256"/>
                  </a:lnTo>
                  <a:lnTo>
                    <a:pt x="301948" y="266044"/>
                  </a:lnTo>
                  <a:lnTo>
                    <a:pt x="305007" y="261733"/>
                  </a:lnTo>
                  <a:lnTo>
                    <a:pt x="307928" y="257327"/>
                  </a:lnTo>
                  <a:lnTo>
                    <a:pt x="310708" y="252831"/>
                  </a:lnTo>
                  <a:lnTo>
                    <a:pt x="313345" y="248249"/>
                  </a:lnTo>
                  <a:lnTo>
                    <a:pt x="315836" y="243586"/>
                  </a:lnTo>
                  <a:lnTo>
                    <a:pt x="318177" y="238847"/>
                  </a:lnTo>
                  <a:lnTo>
                    <a:pt x="320368" y="234036"/>
                  </a:lnTo>
                  <a:lnTo>
                    <a:pt x="322406" y="229158"/>
                  </a:lnTo>
                  <a:lnTo>
                    <a:pt x="324289" y="224219"/>
                  </a:lnTo>
                  <a:lnTo>
                    <a:pt x="326014" y="219222"/>
                  </a:lnTo>
                  <a:lnTo>
                    <a:pt x="327580" y="214173"/>
                  </a:lnTo>
                  <a:lnTo>
                    <a:pt x="328986" y="209077"/>
                  </a:lnTo>
                  <a:lnTo>
                    <a:pt x="330231" y="203940"/>
                  </a:lnTo>
                  <a:lnTo>
                    <a:pt x="331312" y="198765"/>
                  </a:lnTo>
                  <a:lnTo>
                    <a:pt x="332229" y="193559"/>
                  </a:lnTo>
                  <a:lnTo>
                    <a:pt x="332981" y="188326"/>
                  </a:lnTo>
                  <a:lnTo>
                    <a:pt x="333567" y="183073"/>
                  </a:lnTo>
                  <a:lnTo>
                    <a:pt x="333987" y="177803"/>
                  </a:lnTo>
                  <a:lnTo>
                    <a:pt x="334240" y="172523"/>
                  </a:lnTo>
                  <a:lnTo>
                    <a:pt x="334325" y="167237"/>
                  </a:lnTo>
                  <a:lnTo>
                    <a:pt x="334244" y="161952"/>
                  </a:lnTo>
                  <a:lnTo>
                    <a:pt x="333996" y="156671"/>
                  </a:lnTo>
                  <a:lnTo>
                    <a:pt x="333580" y="151401"/>
                  </a:lnTo>
                  <a:lnTo>
                    <a:pt x="332999" y="146147"/>
                  </a:lnTo>
                  <a:lnTo>
                    <a:pt x="332251" y="140914"/>
                  </a:lnTo>
                  <a:lnTo>
                    <a:pt x="331338" y="135707"/>
                  </a:lnTo>
                  <a:lnTo>
                    <a:pt x="330262" y="130532"/>
                  </a:lnTo>
                  <a:lnTo>
                    <a:pt x="329022" y="125393"/>
                  </a:lnTo>
                  <a:lnTo>
                    <a:pt x="327620" y="120296"/>
                  </a:lnTo>
                  <a:lnTo>
                    <a:pt x="326058" y="115246"/>
                  </a:lnTo>
                  <a:lnTo>
                    <a:pt x="324337" y="110247"/>
                  </a:lnTo>
                  <a:lnTo>
                    <a:pt x="322458" y="105306"/>
                  </a:lnTo>
                  <a:lnTo>
                    <a:pt x="320425" y="100427"/>
                  </a:lnTo>
                  <a:lnTo>
                    <a:pt x="318238" y="95614"/>
                  </a:lnTo>
                  <a:lnTo>
                    <a:pt x="315900" y="90873"/>
                  </a:lnTo>
                  <a:lnTo>
                    <a:pt x="313413" y="86208"/>
                  </a:lnTo>
                  <a:lnTo>
                    <a:pt x="310780" y="81624"/>
                  </a:lnTo>
                  <a:lnTo>
                    <a:pt x="308004" y="77126"/>
                  </a:lnTo>
                  <a:lnTo>
                    <a:pt x="305086" y="72717"/>
                  </a:lnTo>
                  <a:lnTo>
                    <a:pt x="302031" y="68403"/>
                  </a:lnTo>
                  <a:lnTo>
                    <a:pt x="298841" y="64188"/>
                  </a:lnTo>
                  <a:lnTo>
                    <a:pt x="295519" y="60076"/>
                  </a:lnTo>
                  <a:lnTo>
                    <a:pt x="292068" y="56071"/>
                  </a:lnTo>
                  <a:lnTo>
                    <a:pt x="288493" y="52177"/>
                  </a:lnTo>
                  <a:lnTo>
                    <a:pt x="284797" y="48398"/>
                  </a:lnTo>
                  <a:lnTo>
                    <a:pt x="280983" y="44738"/>
                  </a:lnTo>
                  <a:lnTo>
                    <a:pt x="277055" y="41200"/>
                  </a:lnTo>
                  <a:lnTo>
                    <a:pt x="273017" y="37788"/>
                  </a:lnTo>
                  <a:lnTo>
                    <a:pt x="268873" y="34506"/>
                  </a:lnTo>
                  <a:lnTo>
                    <a:pt x="264628" y="31356"/>
                  </a:lnTo>
                  <a:lnTo>
                    <a:pt x="260285" y="28342"/>
                  </a:lnTo>
                  <a:lnTo>
                    <a:pt x="255849" y="25467"/>
                  </a:lnTo>
                  <a:lnTo>
                    <a:pt x="251324" y="22734"/>
                  </a:lnTo>
                  <a:lnTo>
                    <a:pt x="246715" y="20145"/>
                  </a:lnTo>
                  <a:lnTo>
                    <a:pt x="242027" y="1770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8095"/>
              <a:ext cx="74868" cy="149464"/>
            </a:xfrm>
            <a:custGeom>
              <a:avLst/>
              <a:pathLst>
                <a:path w="74868" h="149464">
                  <a:moveTo>
                    <a:pt x="74868" y="0"/>
                  </a:moveTo>
                  <a:lnTo>
                    <a:pt x="0" y="149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0631"/>
              <a:ext cx="74868" cy="156928"/>
            </a:xfrm>
            <a:custGeom>
              <a:avLst/>
              <a:pathLst>
                <a:path w="74868" h="156928">
                  <a:moveTo>
                    <a:pt x="74868" y="7464"/>
                  </a:moveTo>
                  <a:lnTo>
                    <a:pt x="66341" y="3489"/>
                  </a:lnTo>
                  <a:lnTo>
                    <a:pt x="57604" y="0"/>
                  </a:lnTo>
                  <a:lnTo>
                    <a:pt x="0" y="156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70392"/>
              <a:ext cx="57604" cy="167167"/>
            </a:xfrm>
            <a:custGeom>
              <a:avLst/>
              <a:pathLst>
                <a:path w="57604" h="167167">
                  <a:moveTo>
                    <a:pt x="57604" y="10238"/>
                  </a:moveTo>
                  <a:lnTo>
                    <a:pt x="52048" y="8309"/>
                  </a:lnTo>
                  <a:lnTo>
                    <a:pt x="46429" y="6577"/>
                  </a:lnTo>
                  <a:lnTo>
                    <a:pt x="40752" y="5043"/>
                  </a:lnTo>
                  <a:lnTo>
                    <a:pt x="35024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423590" y="3707720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5"/>
                  </a:lnTo>
                  <a:lnTo>
                    <a:pt x="77050" y="26364"/>
                  </a:lnTo>
                  <a:lnTo>
                    <a:pt x="72643" y="29283"/>
                  </a:lnTo>
                  <a:lnTo>
                    <a:pt x="68330" y="32341"/>
                  </a:lnTo>
                  <a:lnTo>
                    <a:pt x="64116" y="35533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9" y="45887"/>
                  </a:lnTo>
                  <a:lnTo>
                    <a:pt x="48331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6" y="61372"/>
                  </a:lnTo>
                  <a:lnTo>
                    <a:pt x="34446" y="65518"/>
                  </a:lnTo>
                  <a:lnTo>
                    <a:pt x="31298" y="69765"/>
                  </a:lnTo>
                  <a:lnTo>
                    <a:pt x="28286" y="74110"/>
                  </a:lnTo>
                  <a:lnTo>
                    <a:pt x="25413" y="78548"/>
                  </a:lnTo>
                  <a:lnTo>
                    <a:pt x="22681" y="83074"/>
                  </a:lnTo>
                  <a:lnTo>
                    <a:pt x="20094" y="87685"/>
                  </a:lnTo>
                  <a:lnTo>
                    <a:pt x="17655" y="92375"/>
                  </a:lnTo>
                  <a:lnTo>
                    <a:pt x="15364" y="97140"/>
                  </a:lnTo>
                  <a:lnTo>
                    <a:pt x="13226" y="101975"/>
                  </a:lnTo>
                  <a:lnTo>
                    <a:pt x="11242" y="106875"/>
                  </a:lnTo>
                  <a:lnTo>
                    <a:pt x="9413" y="111836"/>
                  </a:lnTo>
                  <a:lnTo>
                    <a:pt x="7742" y="116851"/>
                  </a:lnTo>
                  <a:lnTo>
                    <a:pt x="6231" y="121917"/>
                  </a:lnTo>
                  <a:lnTo>
                    <a:pt x="4881" y="127029"/>
                  </a:lnTo>
                  <a:lnTo>
                    <a:pt x="3692" y="132180"/>
                  </a:lnTo>
                  <a:lnTo>
                    <a:pt x="2668" y="137367"/>
                  </a:lnTo>
                  <a:lnTo>
                    <a:pt x="1808" y="142583"/>
                  </a:lnTo>
                  <a:lnTo>
                    <a:pt x="1113" y="147824"/>
                  </a:lnTo>
                  <a:lnTo>
                    <a:pt x="584" y="153084"/>
                  </a:lnTo>
                  <a:lnTo>
                    <a:pt x="222" y="158358"/>
                  </a:lnTo>
                  <a:lnTo>
                    <a:pt x="27" y="163642"/>
                  </a:lnTo>
                  <a:lnTo>
                    <a:pt x="0" y="168928"/>
                  </a:lnTo>
                  <a:lnTo>
                    <a:pt x="139" y="174213"/>
                  </a:lnTo>
                  <a:lnTo>
                    <a:pt x="445" y="179491"/>
                  </a:lnTo>
                  <a:lnTo>
                    <a:pt x="918" y="184756"/>
                  </a:lnTo>
                  <a:lnTo>
                    <a:pt x="1558" y="190004"/>
                  </a:lnTo>
                  <a:lnTo>
                    <a:pt x="2362" y="195229"/>
                  </a:lnTo>
                  <a:lnTo>
                    <a:pt x="3332" y="200427"/>
                  </a:lnTo>
                  <a:lnTo>
                    <a:pt x="4466" y="205590"/>
                  </a:lnTo>
                  <a:lnTo>
                    <a:pt x="5762" y="210716"/>
                  </a:lnTo>
                  <a:lnTo>
                    <a:pt x="7220" y="215797"/>
                  </a:lnTo>
                  <a:lnTo>
                    <a:pt x="8838" y="220830"/>
                  </a:lnTo>
                  <a:lnTo>
                    <a:pt x="10614" y="225810"/>
                  </a:lnTo>
                  <a:lnTo>
                    <a:pt x="12547" y="230731"/>
                  </a:lnTo>
                  <a:lnTo>
                    <a:pt x="14634" y="235588"/>
                  </a:lnTo>
                  <a:lnTo>
                    <a:pt x="16874" y="240377"/>
                  </a:lnTo>
                  <a:lnTo>
                    <a:pt x="19264" y="245092"/>
                  </a:lnTo>
                  <a:lnTo>
                    <a:pt x="21802" y="249730"/>
                  </a:lnTo>
                  <a:lnTo>
                    <a:pt x="24485" y="254285"/>
                  </a:lnTo>
                  <a:lnTo>
                    <a:pt x="27311" y="258753"/>
                  </a:lnTo>
                  <a:lnTo>
                    <a:pt x="30278" y="263129"/>
                  </a:lnTo>
                  <a:lnTo>
                    <a:pt x="33380" y="267410"/>
                  </a:lnTo>
                  <a:lnTo>
                    <a:pt x="36617" y="271590"/>
                  </a:lnTo>
                  <a:lnTo>
                    <a:pt x="39984" y="275665"/>
                  </a:lnTo>
                  <a:lnTo>
                    <a:pt x="43479" y="279633"/>
                  </a:lnTo>
                  <a:lnTo>
                    <a:pt x="47097" y="283487"/>
                  </a:lnTo>
                  <a:lnTo>
                    <a:pt x="50835" y="287226"/>
                  </a:lnTo>
                  <a:lnTo>
                    <a:pt x="54690" y="290844"/>
                  </a:lnTo>
                  <a:lnTo>
                    <a:pt x="58657" y="294338"/>
                  </a:lnTo>
                  <a:lnTo>
                    <a:pt x="62733" y="297706"/>
                  </a:lnTo>
                  <a:lnTo>
                    <a:pt x="66913" y="300942"/>
                  </a:lnTo>
                  <a:lnTo>
                    <a:pt x="71193" y="304045"/>
                  </a:lnTo>
                  <a:lnTo>
                    <a:pt x="75569" y="307011"/>
                  </a:lnTo>
                  <a:lnTo>
                    <a:pt x="80037" y="309838"/>
                  </a:lnTo>
                  <a:lnTo>
                    <a:pt x="84592" y="312521"/>
                  </a:lnTo>
                  <a:lnTo>
                    <a:pt x="89230" y="315059"/>
                  </a:lnTo>
                  <a:lnTo>
                    <a:pt x="93945" y="317450"/>
                  </a:lnTo>
                  <a:lnTo>
                    <a:pt x="98734" y="319690"/>
                  </a:lnTo>
                  <a:lnTo>
                    <a:pt x="103591" y="321777"/>
                  </a:lnTo>
                  <a:lnTo>
                    <a:pt x="108512" y="323710"/>
                  </a:lnTo>
                  <a:lnTo>
                    <a:pt x="113491" y="325486"/>
                  </a:lnTo>
                  <a:lnTo>
                    <a:pt x="118524" y="327104"/>
                  </a:lnTo>
                  <a:lnTo>
                    <a:pt x="123606" y="328562"/>
                  </a:lnTo>
                  <a:lnTo>
                    <a:pt x="128731" y="329858"/>
                  </a:lnTo>
                  <a:lnTo>
                    <a:pt x="133895" y="330992"/>
                  </a:lnTo>
                  <a:lnTo>
                    <a:pt x="139092" y="331962"/>
                  </a:lnTo>
                  <a:lnTo>
                    <a:pt x="144317" y="332767"/>
                  </a:lnTo>
                  <a:lnTo>
                    <a:pt x="149565" y="333406"/>
                  </a:lnTo>
                  <a:lnTo>
                    <a:pt x="154831" y="333879"/>
                  </a:lnTo>
                  <a:lnTo>
                    <a:pt x="160109" y="334186"/>
                  </a:lnTo>
                  <a:lnTo>
                    <a:pt x="165393" y="334325"/>
                  </a:lnTo>
                  <a:lnTo>
                    <a:pt x="170680" y="334297"/>
                  </a:lnTo>
                  <a:lnTo>
                    <a:pt x="175963" y="334102"/>
                  </a:lnTo>
                  <a:lnTo>
                    <a:pt x="181238" y="333740"/>
                  </a:lnTo>
                  <a:lnTo>
                    <a:pt x="186498" y="333212"/>
                  </a:lnTo>
                  <a:lnTo>
                    <a:pt x="191739" y="332517"/>
                  </a:lnTo>
                  <a:lnTo>
                    <a:pt x="196955" y="331657"/>
                  </a:lnTo>
                  <a:lnTo>
                    <a:pt x="202141" y="330633"/>
                  </a:lnTo>
                  <a:lnTo>
                    <a:pt x="207293" y="329445"/>
                  </a:lnTo>
                  <a:lnTo>
                    <a:pt x="212404" y="328095"/>
                  </a:lnTo>
                  <a:lnTo>
                    <a:pt x="217470" y="326583"/>
                  </a:lnTo>
                  <a:lnTo>
                    <a:pt x="222486" y="324913"/>
                  </a:lnTo>
                  <a:lnTo>
                    <a:pt x="227447" y="323084"/>
                  </a:lnTo>
                  <a:lnTo>
                    <a:pt x="232347" y="321100"/>
                  </a:lnTo>
                  <a:lnTo>
                    <a:pt x="237182" y="318961"/>
                  </a:lnTo>
                  <a:lnTo>
                    <a:pt x="241947" y="316671"/>
                  </a:lnTo>
                  <a:lnTo>
                    <a:pt x="246637" y="314232"/>
                  </a:lnTo>
                  <a:lnTo>
                    <a:pt x="251248" y="311645"/>
                  </a:lnTo>
                  <a:lnTo>
                    <a:pt x="255774" y="308913"/>
                  </a:lnTo>
                  <a:lnTo>
                    <a:pt x="260212" y="306040"/>
                  </a:lnTo>
                  <a:lnTo>
                    <a:pt x="264557" y="303028"/>
                  </a:lnTo>
                  <a:lnTo>
                    <a:pt x="268804" y="299881"/>
                  </a:lnTo>
                  <a:lnTo>
                    <a:pt x="272950" y="296600"/>
                  </a:lnTo>
                  <a:lnTo>
                    <a:pt x="276990" y="293190"/>
                  </a:lnTo>
                  <a:lnTo>
                    <a:pt x="280920" y="289654"/>
                  </a:lnTo>
                  <a:lnTo>
                    <a:pt x="284736" y="285995"/>
                  </a:lnTo>
                  <a:lnTo>
                    <a:pt x="288435" y="282218"/>
                  </a:lnTo>
                  <a:lnTo>
                    <a:pt x="292013" y="278325"/>
                  </a:lnTo>
                  <a:lnTo>
                    <a:pt x="295465" y="274322"/>
                  </a:lnTo>
                  <a:lnTo>
                    <a:pt x="298789" y="270211"/>
                  </a:lnTo>
                  <a:lnTo>
                    <a:pt x="301982" y="265997"/>
                  </a:lnTo>
                  <a:lnTo>
                    <a:pt x="305040" y="261684"/>
                  </a:lnTo>
                  <a:lnTo>
                    <a:pt x="307959" y="257277"/>
                  </a:lnTo>
                  <a:lnTo>
                    <a:pt x="310738" y="252780"/>
                  </a:lnTo>
                  <a:lnTo>
                    <a:pt x="313374" y="248197"/>
                  </a:lnTo>
                  <a:lnTo>
                    <a:pt x="315863" y="243532"/>
                  </a:lnTo>
                  <a:lnTo>
                    <a:pt x="318203" y="238792"/>
                  </a:lnTo>
                  <a:lnTo>
                    <a:pt x="320393" y="233980"/>
                  </a:lnTo>
                  <a:lnTo>
                    <a:pt x="322429" y="229101"/>
                  </a:lnTo>
                  <a:lnTo>
                    <a:pt x="324310" y="224160"/>
                  </a:lnTo>
                  <a:lnTo>
                    <a:pt x="326033" y="219162"/>
                  </a:lnTo>
                  <a:lnTo>
                    <a:pt x="327598" y="214112"/>
                  </a:lnTo>
                  <a:lnTo>
                    <a:pt x="329002" y="209016"/>
                  </a:lnTo>
                  <a:lnTo>
                    <a:pt x="330245" y="203877"/>
                  </a:lnTo>
                  <a:lnTo>
                    <a:pt x="331324" y="198702"/>
                  </a:lnTo>
                  <a:lnTo>
                    <a:pt x="332239" y="193495"/>
                  </a:lnTo>
                  <a:lnTo>
                    <a:pt x="332989" y="188261"/>
                  </a:lnTo>
                  <a:lnTo>
                    <a:pt x="333573" y="183007"/>
                  </a:lnTo>
                  <a:lnTo>
                    <a:pt x="333991" y="177737"/>
                  </a:lnTo>
                  <a:lnTo>
                    <a:pt x="334241" y="172456"/>
                  </a:lnTo>
                  <a:lnTo>
                    <a:pt x="334325" y="167170"/>
                  </a:lnTo>
                  <a:lnTo>
                    <a:pt x="334242" y="161884"/>
                  </a:lnTo>
                  <a:lnTo>
                    <a:pt x="333991" y="156603"/>
                  </a:lnTo>
                  <a:lnTo>
                    <a:pt x="333574" y="151333"/>
                  </a:lnTo>
                  <a:lnTo>
                    <a:pt x="332990" y="146078"/>
                  </a:lnTo>
                  <a:lnTo>
                    <a:pt x="332240" y="140845"/>
                  </a:lnTo>
                  <a:lnTo>
                    <a:pt x="331325" y="135638"/>
                  </a:lnTo>
                  <a:lnTo>
                    <a:pt x="330246" y="130463"/>
                  </a:lnTo>
                  <a:lnTo>
                    <a:pt x="329004" y="125324"/>
                  </a:lnTo>
                  <a:lnTo>
                    <a:pt x="327600" y="120227"/>
                  </a:lnTo>
                  <a:lnTo>
                    <a:pt x="326035" y="115177"/>
                  </a:lnTo>
                  <a:lnTo>
                    <a:pt x="324312" y="110179"/>
                  </a:lnTo>
                  <a:lnTo>
                    <a:pt x="322431" y="105238"/>
                  </a:lnTo>
                  <a:lnTo>
                    <a:pt x="320395" y="100359"/>
                  </a:lnTo>
                  <a:lnTo>
                    <a:pt x="318206" y="95547"/>
                  </a:lnTo>
                  <a:lnTo>
                    <a:pt x="315866" y="90807"/>
                  </a:lnTo>
                  <a:lnTo>
                    <a:pt x="313377" y="86143"/>
                  </a:lnTo>
                  <a:lnTo>
                    <a:pt x="310741" y="81559"/>
                  </a:lnTo>
                  <a:lnTo>
                    <a:pt x="307963" y="77062"/>
                  </a:lnTo>
                  <a:lnTo>
                    <a:pt x="305043" y="72655"/>
                  </a:lnTo>
                  <a:lnTo>
                    <a:pt x="301985" y="68342"/>
                  </a:lnTo>
                  <a:lnTo>
                    <a:pt x="298793" y="64128"/>
                  </a:lnTo>
                  <a:lnTo>
                    <a:pt x="295469" y="60017"/>
                  </a:lnTo>
                  <a:lnTo>
                    <a:pt x="292017" y="56013"/>
                  </a:lnTo>
                  <a:lnTo>
                    <a:pt x="288439" y="52120"/>
                  </a:lnTo>
                  <a:lnTo>
                    <a:pt x="284741" y="48343"/>
                  </a:lnTo>
                  <a:lnTo>
                    <a:pt x="280924" y="44684"/>
                  </a:lnTo>
                  <a:lnTo>
                    <a:pt x="276994" y="41148"/>
                  </a:lnTo>
                  <a:lnTo>
                    <a:pt x="272955" y="37738"/>
                  </a:lnTo>
                  <a:lnTo>
                    <a:pt x="268809" y="34457"/>
                  </a:lnTo>
                  <a:lnTo>
                    <a:pt x="264562" y="31309"/>
                  </a:lnTo>
                  <a:lnTo>
                    <a:pt x="260217" y="28297"/>
                  </a:lnTo>
                  <a:lnTo>
                    <a:pt x="255779" y="25424"/>
                  </a:lnTo>
                  <a:lnTo>
                    <a:pt x="251253" y="22692"/>
                  </a:lnTo>
                  <a:lnTo>
                    <a:pt x="246642" y="20105"/>
                  </a:lnTo>
                  <a:lnTo>
                    <a:pt x="241952" y="17665"/>
                  </a:lnTo>
                  <a:lnTo>
                    <a:pt x="237187" y="15375"/>
                  </a:lnTo>
                  <a:lnTo>
                    <a:pt x="232352" y="13236"/>
                  </a:lnTo>
                  <a:lnTo>
                    <a:pt x="227452" y="11252"/>
                  </a:lnTo>
                  <a:lnTo>
                    <a:pt x="222492" y="9423"/>
                  </a:lnTo>
                  <a:lnTo>
                    <a:pt x="217476" y="7752"/>
                  </a:lnTo>
                  <a:lnTo>
                    <a:pt x="212410" y="6241"/>
                  </a:lnTo>
                  <a:lnTo>
                    <a:pt x="207299" y="4890"/>
                  </a:lnTo>
                  <a:lnTo>
                    <a:pt x="202147" y="3702"/>
                  </a:lnTo>
                  <a:lnTo>
                    <a:pt x="196961" y="2678"/>
                  </a:lnTo>
                  <a:lnTo>
                    <a:pt x="191745" y="1817"/>
                  </a:lnTo>
                  <a:lnTo>
                    <a:pt x="186504" y="1123"/>
                  </a:lnTo>
                  <a:lnTo>
                    <a:pt x="181243" y="594"/>
                  </a:lnTo>
                  <a:lnTo>
                    <a:pt x="175969" y="232"/>
                  </a:lnTo>
                  <a:lnTo>
                    <a:pt x="170686" y="3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14129" y="421382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5"/>
                  </a:lnTo>
                  <a:lnTo>
                    <a:pt x="77050" y="26364"/>
                  </a:lnTo>
                  <a:lnTo>
                    <a:pt x="72643" y="29283"/>
                  </a:lnTo>
                  <a:lnTo>
                    <a:pt x="68330" y="32341"/>
                  </a:lnTo>
                  <a:lnTo>
                    <a:pt x="64116" y="35533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9" y="45887"/>
                  </a:lnTo>
                  <a:lnTo>
                    <a:pt x="48331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6" y="61372"/>
                  </a:lnTo>
                  <a:lnTo>
                    <a:pt x="34446" y="65518"/>
                  </a:lnTo>
                  <a:lnTo>
                    <a:pt x="31298" y="69765"/>
                  </a:lnTo>
                  <a:lnTo>
                    <a:pt x="28286" y="74110"/>
                  </a:lnTo>
                  <a:lnTo>
                    <a:pt x="25413" y="78548"/>
                  </a:lnTo>
                  <a:lnTo>
                    <a:pt x="22681" y="83074"/>
                  </a:lnTo>
                  <a:lnTo>
                    <a:pt x="20094" y="87685"/>
                  </a:lnTo>
                  <a:lnTo>
                    <a:pt x="17655" y="92375"/>
                  </a:lnTo>
                  <a:lnTo>
                    <a:pt x="15364" y="97140"/>
                  </a:lnTo>
                  <a:lnTo>
                    <a:pt x="13226" y="101975"/>
                  </a:lnTo>
                  <a:lnTo>
                    <a:pt x="11242" y="106875"/>
                  </a:lnTo>
                  <a:lnTo>
                    <a:pt x="9413" y="111836"/>
                  </a:lnTo>
                  <a:lnTo>
                    <a:pt x="7742" y="116851"/>
                  </a:lnTo>
                  <a:lnTo>
                    <a:pt x="6231" y="121917"/>
                  </a:lnTo>
                  <a:lnTo>
                    <a:pt x="4881" y="127029"/>
                  </a:lnTo>
                  <a:lnTo>
                    <a:pt x="3692" y="132180"/>
                  </a:lnTo>
                  <a:lnTo>
                    <a:pt x="2668" y="137367"/>
                  </a:lnTo>
                  <a:lnTo>
                    <a:pt x="1808" y="142583"/>
                  </a:lnTo>
                  <a:lnTo>
                    <a:pt x="1113" y="147824"/>
                  </a:lnTo>
                  <a:lnTo>
                    <a:pt x="584" y="153084"/>
                  </a:lnTo>
                  <a:lnTo>
                    <a:pt x="222" y="158358"/>
                  </a:lnTo>
                  <a:lnTo>
                    <a:pt x="27" y="163642"/>
                  </a:lnTo>
                  <a:lnTo>
                    <a:pt x="0" y="168928"/>
                  </a:lnTo>
                  <a:lnTo>
                    <a:pt x="139" y="174213"/>
                  </a:lnTo>
                  <a:lnTo>
                    <a:pt x="445" y="179491"/>
                  </a:lnTo>
                  <a:lnTo>
                    <a:pt x="918" y="184756"/>
                  </a:lnTo>
                  <a:lnTo>
                    <a:pt x="1558" y="190004"/>
                  </a:lnTo>
                  <a:lnTo>
                    <a:pt x="2362" y="195229"/>
                  </a:lnTo>
                  <a:lnTo>
                    <a:pt x="3332" y="200427"/>
                  </a:lnTo>
                  <a:lnTo>
                    <a:pt x="4466" y="205590"/>
                  </a:lnTo>
                  <a:lnTo>
                    <a:pt x="5762" y="210716"/>
                  </a:lnTo>
                  <a:lnTo>
                    <a:pt x="7220" y="215797"/>
                  </a:lnTo>
                  <a:lnTo>
                    <a:pt x="8838" y="220830"/>
                  </a:lnTo>
                  <a:lnTo>
                    <a:pt x="10614" y="225810"/>
                  </a:lnTo>
                  <a:lnTo>
                    <a:pt x="12547" y="230731"/>
                  </a:lnTo>
                  <a:lnTo>
                    <a:pt x="14634" y="235588"/>
                  </a:lnTo>
                  <a:lnTo>
                    <a:pt x="16874" y="240377"/>
                  </a:lnTo>
                  <a:lnTo>
                    <a:pt x="19264" y="245092"/>
                  </a:lnTo>
                  <a:lnTo>
                    <a:pt x="21802" y="249730"/>
                  </a:lnTo>
                  <a:lnTo>
                    <a:pt x="24485" y="254285"/>
                  </a:lnTo>
                  <a:lnTo>
                    <a:pt x="27311" y="258753"/>
                  </a:lnTo>
                  <a:lnTo>
                    <a:pt x="30278" y="263129"/>
                  </a:lnTo>
                  <a:lnTo>
                    <a:pt x="33380" y="267410"/>
                  </a:lnTo>
                  <a:lnTo>
                    <a:pt x="36617" y="271590"/>
                  </a:lnTo>
                  <a:lnTo>
                    <a:pt x="39984" y="275665"/>
                  </a:lnTo>
                  <a:lnTo>
                    <a:pt x="43479" y="279633"/>
                  </a:lnTo>
                  <a:lnTo>
                    <a:pt x="47097" y="283487"/>
                  </a:lnTo>
                  <a:lnTo>
                    <a:pt x="50835" y="287226"/>
                  </a:lnTo>
                  <a:lnTo>
                    <a:pt x="54690" y="290844"/>
                  </a:lnTo>
                  <a:lnTo>
                    <a:pt x="58657" y="294338"/>
                  </a:lnTo>
                  <a:lnTo>
                    <a:pt x="62733" y="297706"/>
                  </a:lnTo>
                  <a:lnTo>
                    <a:pt x="66913" y="300942"/>
                  </a:lnTo>
                  <a:lnTo>
                    <a:pt x="71193" y="304045"/>
                  </a:lnTo>
                  <a:lnTo>
                    <a:pt x="75569" y="307011"/>
                  </a:lnTo>
                  <a:lnTo>
                    <a:pt x="80037" y="309838"/>
                  </a:lnTo>
                  <a:lnTo>
                    <a:pt x="84592" y="312521"/>
                  </a:lnTo>
                  <a:lnTo>
                    <a:pt x="89230" y="315059"/>
                  </a:lnTo>
                  <a:lnTo>
                    <a:pt x="93945" y="317450"/>
                  </a:lnTo>
                  <a:lnTo>
                    <a:pt x="98734" y="319690"/>
                  </a:lnTo>
                  <a:lnTo>
                    <a:pt x="103591" y="321777"/>
                  </a:lnTo>
                  <a:lnTo>
                    <a:pt x="108512" y="323710"/>
                  </a:lnTo>
                  <a:lnTo>
                    <a:pt x="113491" y="325486"/>
                  </a:lnTo>
                  <a:lnTo>
                    <a:pt x="118524" y="327104"/>
                  </a:lnTo>
                  <a:lnTo>
                    <a:pt x="123606" y="328562"/>
                  </a:lnTo>
                  <a:lnTo>
                    <a:pt x="128731" y="329858"/>
                  </a:lnTo>
                  <a:lnTo>
                    <a:pt x="133895" y="330992"/>
                  </a:lnTo>
                  <a:lnTo>
                    <a:pt x="139092" y="331962"/>
                  </a:lnTo>
                  <a:lnTo>
                    <a:pt x="144317" y="332767"/>
                  </a:lnTo>
                  <a:lnTo>
                    <a:pt x="149565" y="333406"/>
                  </a:lnTo>
                  <a:lnTo>
                    <a:pt x="154831" y="333879"/>
                  </a:lnTo>
                  <a:lnTo>
                    <a:pt x="160109" y="334186"/>
                  </a:lnTo>
                  <a:lnTo>
                    <a:pt x="165393" y="334325"/>
                  </a:lnTo>
                  <a:lnTo>
                    <a:pt x="170680" y="334297"/>
                  </a:lnTo>
                  <a:lnTo>
                    <a:pt x="175963" y="334102"/>
                  </a:lnTo>
                  <a:lnTo>
                    <a:pt x="181238" y="333740"/>
                  </a:lnTo>
                  <a:lnTo>
                    <a:pt x="186498" y="333212"/>
                  </a:lnTo>
                  <a:lnTo>
                    <a:pt x="191739" y="332517"/>
                  </a:lnTo>
                  <a:lnTo>
                    <a:pt x="196955" y="331657"/>
                  </a:lnTo>
                  <a:lnTo>
                    <a:pt x="202141" y="330633"/>
                  </a:lnTo>
                  <a:lnTo>
                    <a:pt x="207293" y="329445"/>
                  </a:lnTo>
                  <a:lnTo>
                    <a:pt x="212404" y="328095"/>
                  </a:lnTo>
                  <a:lnTo>
                    <a:pt x="217470" y="326583"/>
                  </a:lnTo>
                  <a:lnTo>
                    <a:pt x="222486" y="324913"/>
                  </a:lnTo>
                  <a:lnTo>
                    <a:pt x="227447" y="323084"/>
                  </a:lnTo>
                  <a:lnTo>
                    <a:pt x="232347" y="321100"/>
                  </a:lnTo>
                  <a:lnTo>
                    <a:pt x="237182" y="318961"/>
                  </a:lnTo>
                  <a:lnTo>
                    <a:pt x="241947" y="316671"/>
                  </a:lnTo>
                  <a:lnTo>
                    <a:pt x="246637" y="314232"/>
                  </a:lnTo>
                  <a:lnTo>
                    <a:pt x="251248" y="311645"/>
                  </a:lnTo>
                  <a:lnTo>
                    <a:pt x="255774" y="308913"/>
                  </a:lnTo>
                  <a:lnTo>
                    <a:pt x="260212" y="306040"/>
                  </a:lnTo>
                  <a:lnTo>
                    <a:pt x="264557" y="303028"/>
                  </a:lnTo>
                  <a:lnTo>
                    <a:pt x="268804" y="299881"/>
                  </a:lnTo>
                  <a:lnTo>
                    <a:pt x="272950" y="296600"/>
                  </a:lnTo>
                  <a:lnTo>
                    <a:pt x="276990" y="293190"/>
                  </a:lnTo>
                  <a:lnTo>
                    <a:pt x="280920" y="289654"/>
                  </a:lnTo>
                  <a:lnTo>
                    <a:pt x="284736" y="285995"/>
                  </a:lnTo>
                  <a:lnTo>
                    <a:pt x="288435" y="282218"/>
                  </a:lnTo>
                  <a:lnTo>
                    <a:pt x="292013" y="278325"/>
                  </a:lnTo>
                  <a:lnTo>
                    <a:pt x="295465" y="274322"/>
                  </a:lnTo>
                  <a:lnTo>
                    <a:pt x="298789" y="270211"/>
                  </a:lnTo>
                  <a:lnTo>
                    <a:pt x="301982" y="265997"/>
                  </a:lnTo>
                  <a:lnTo>
                    <a:pt x="305040" y="261684"/>
                  </a:lnTo>
                  <a:lnTo>
                    <a:pt x="307959" y="257277"/>
                  </a:lnTo>
                  <a:lnTo>
                    <a:pt x="310738" y="252780"/>
                  </a:lnTo>
                  <a:lnTo>
                    <a:pt x="313374" y="248197"/>
                  </a:lnTo>
                  <a:lnTo>
                    <a:pt x="315863" y="243532"/>
                  </a:lnTo>
                  <a:lnTo>
                    <a:pt x="318203" y="238792"/>
                  </a:lnTo>
                  <a:lnTo>
                    <a:pt x="320393" y="233980"/>
                  </a:lnTo>
                  <a:lnTo>
                    <a:pt x="322429" y="229101"/>
                  </a:lnTo>
                  <a:lnTo>
                    <a:pt x="324310" y="224160"/>
                  </a:lnTo>
                  <a:lnTo>
                    <a:pt x="326033" y="219162"/>
                  </a:lnTo>
                  <a:lnTo>
                    <a:pt x="327598" y="214112"/>
                  </a:lnTo>
                  <a:lnTo>
                    <a:pt x="329002" y="209016"/>
                  </a:lnTo>
                  <a:lnTo>
                    <a:pt x="330245" y="203877"/>
                  </a:lnTo>
                  <a:lnTo>
                    <a:pt x="331324" y="198702"/>
                  </a:lnTo>
                  <a:lnTo>
                    <a:pt x="332239" y="193495"/>
                  </a:lnTo>
                  <a:lnTo>
                    <a:pt x="332989" y="188261"/>
                  </a:lnTo>
                  <a:lnTo>
                    <a:pt x="333573" y="183007"/>
                  </a:lnTo>
                  <a:lnTo>
                    <a:pt x="333991" y="177737"/>
                  </a:lnTo>
                  <a:lnTo>
                    <a:pt x="334241" y="172456"/>
                  </a:lnTo>
                  <a:lnTo>
                    <a:pt x="334325" y="167170"/>
                  </a:lnTo>
                  <a:lnTo>
                    <a:pt x="334242" y="161884"/>
                  </a:lnTo>
                  <a:lnTo>
                    <a:pt x="333991" y="156603"/>
                  </a:lnTo>
                  <a:lnTo>
                    <a:pt x="333574" y="151333"/>
                  </a:lnTo>
                  <a:lnTo>
                    <a:pt x="332990" y="146078"/>
                  </a:lnTo>
                  <a:lnTo>
                    <a:pt x="332240" y="140845"/>
                  </a:lnTo>
                  <a:lnTo>
                    <a:pt x="331325" y="135638"/>
                  </a:lnTo>
                  <a:lnTo>
                    <a:pt x="330246" y="130463"/>
                  </a:lnTo>
                  <a:lnTo>
                    <a:pt x="329004" y="125324"/>
                  </a:lnTo>
                  <a:lnTo>
                    <a:pt x="327600" y="120227"/>
                  </a:lnTo>
                  <a:lnTo>
                    <a:pt x="326035" y="115177"/>
                  </a:lnTo>
                  <a:lnTo>
                    <a:pt x="324312" y="110179"/>
                  </a:lnTo>
                  <a:lnTo>
                    <a:pt x="322431" y="105238"/>
                  </a:lnTo>
                  <a:lnTo>
                    <a:pt x="320395" y="100359"/>
                  </a:lnTo>
                  <a:lnTo>
                    <a:pt x="318206" y="95547"/>
                  </a:lnTo>
                  <a:lnTo>
                    <a:pt x="315866" y="90807"/>
                  </a:lnTo>
                  <a:lnTo>
                    <a:pt x="313377" y="86143"/>
                  </a:lnTo>
                  <a:lnTo>
                    <a:pt x="310741" y="81559"/>
                  </a:lnTo>
                  <a:lnTo>
                    <a:pt x="307963" y="77062"/>
                  </a:lnTo>
                  <a:lnTo>
                    <a:pt x="305043" y="72655"/>
                  </a:lnTo>
                  <a:lnTo>
                    <a:pt x="301985" y="68342"/>
                  </a:lnTo>
                  <a:lnTo>
                    <a:pt x="298793" y="64128"/>
                  </a:lnTo>
                  <a:lnTo>
                    <a:pt x="295469" y="60017"/>
                  </a:lnTo>
                  <a:lnTo>
                    <a:pt x="292017" y="56013"/>
                  </a:lnTo>
                  <a:lnTo>
                    <a:pt x="288439" y="52120"/>
                  </a:lnTo>
                  <a:lnTo>
                    <a:pt x="284741" y="48343"/>
                  </a:lnTo>
                  <a:lnTo>
                    <a:pt x="280924" y="44684"/>
                  </a:lnTo>
                  <a:lnTo>
                    <a:pt x="276994" y="41148"/>
                  </a:lnTo>
                  <a:lnTo>
                    <a:pt x="272955" y="37738"/>
                  </a:lnTo>
                  <a:lnTo>
                    <a:pt x="268809" y="34457"/>
                  </a:lnTo>
                  <a:lnTo>
                    <a:pt x="264562" y="31309"/>
                  </a:lnTo>
                  <a:lnTo>
                    <a:pt x="260217" y="28297"/>
                  </a:lnTo>
                  <a:lnTo>
                    <a:pt x="255779" y="25424"/>
                  </a:lnTo>
                  <a:lnTo>
                    <a:pt x="251253" y="22692"/>
                  </a:lnTo>
                  <a:lnTo>
                    <a:pt x="246642" y="20105"/>
                  </a:lnTo>
                  <a:lnTo>
                    <a:pt x="241952" y="17665"/>
                  </a:lnTo>
                  <a:lnTo>
                    <a:pt x="237187" y="15375"/>
                  </a:lnTo>
                  <a:lnTo>
                    <a:pt x="232352" y="13236"/>
                  </a:lnTo>
                  <a:lnTo>
                    <a:pt x="227452" y="11252"/>
                  </a:lnTo>
                  <a:lnTo>
                    <a:pt x="222492" y="9423"/>
                  </a:lnTo>
                  <a:lnTo>
                    <a:pt x="217476" y="7752"/>
                  </a:lnTo>
                  <a:lnTo>
                    <a:pt x="212410" y="6241"/>
                  </a:lnTo>
                  <a:lnTo>
                    <a:pt x="207299" y="4890"/>
                  </a:lnTo>
                  <a:lnTo>
                    <a:pt x="202147" y="3702"/>
                  </a:lnTo>
                  <a:lnTo>
                    <a:pt x="196961" y="2678"/>
                  </a:lnTo>
                  <a:lnTo>
                    <a:pt x="191745" y="1817"/>
                  </a:lnTo>
                  <a:lnTo>
                    <a:pt x="186504" y="1123"/>
                  </a:lnTo>
                  <a:lnTo>
                    <a:pt x="181243" y="594"/>
                  </a:lnTo>
                  <a:lnTo>
                    <a:pt x="175969" y="232"/>
                  </a:lnTo>
                  <a:lnTo>
                    <a:pt x="170686" y="3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373" y="4659281"/>
              <a:ext cx="167151" cy="175691"/>
            </a:xfrm>
            <a:custGeom>
              <a:avLst/>
              <a:pathLst>
                <a:path w="167151" h="175691">
                  <a:moveTo>
                    <a:pt x="167151" y="0"/>
                  </a:moveTo>
                  <a:lnTo>
                    <a:pt x="161730" y="87"/>
                  </a:lnTo>
                  <a:lnTo>
                    <a:pt x="156314" y="351"/>
                  </a:lnTo>
                  <a:lnTo>
                    <a:pt x="150910" y="790"/>
                  </a:lnTo>
                  <a:lnTo>
                    <a:pt x="145523" y="1405"/>
                  </a:lnTo>
                  <a:lnTo>
                    <a:pt x="140158" y="2193"/>
                  </a:lnTo>
                  <a:lnTo>
                    <a:pt x="134822" y="3155"/>
                  </a:lnTo>
                  <a:lnTo>
                    <a:pt x="129520" y="4290"/>
                  </a:lnTo>
                  <a:lnTo>
                    <a:pt x="124258" y="5596"/>
                  </a:lnTo>
                  <a:lnTo>
                    <a:pt x="119041" y="7072"/>
                  </a:lnTo>
                  <a:lnTo>
                    <a:pt x="113874" y="8717"/>
                  </a:lnTo>
                  <a:lnTo>
                    <a:pt x="108763" y="10528"/>
                  </a:lnTo>
                  <a:lnTo>
                    <a:pt x="103714" y="12504"/>
                  </a:lnTo>
                  <a:lnTo>
                    <a:pt x="98732" y="14642"/>
                  </a:lnTo>
                  <a:lnTo>
                    <a:pt x="93821" y="16941"/>
                  </a:lnTo>
                  <a:lnTo>
                    <a:pt x="88988" y="19398"/>
                  </a:lnTo>
                  <a:lnTo>
                    <a:pt x="84237" y="22011"/>
                  </a:lnTo>
                  <a:lnTo>
                    <a:pt x="79573" y="24776"/>
                  </a:lnTo>
                  <a:lnTo>
                    <a:pt x="75001" y="27691"/>
                  </a:lnTo>
                  <a:lnTo>
                    <a:pt x="70527" y="30753"/>
                  </a:lnTo>
                  <a:lnTo>
                    <a:pt x="66153" y="33959"/>
                  </a:lnTo>
                  <a:lnTo>
                    <a:pt x="61887" y="37304"/>
                  </a:lnTo>
                  <a:lnTo>
                    <a:pt x="57730" y="40786"/>
                  </a:lnTo>
                  <a:lnTo>
                    <a:pt x="53689" y="44401"/>
                  </a:lnTo>
                  <a:lnTo>
                    <a:pt x="49768" y="48145"/>
                  </a:lnTo>
                  <a:lnTo>
                    <a:pt x="45970" y="52015"/>
                  </a:lnTo>
                  <a:lnTo>
                    <a:pt x="42299" y="56005"/>
                  </a:lnTo>
                  <a:lnTo>
                    <a:pt x="38759" y="60113"/>
                  </a:lnTo>
                  <a:lnTo>
                    <a:pt x="35355" y="64333"/>
                  </a:lnTo>
                  <a:lnTo>
                    <a:pt x="32090" y="68661"/>
                  </a:lnTo>
                  <a:lnTo>
                    <a:pt x="28966" y="73093"/>
                  </a:lnTo>
                  <a:lnTo>
                    <a:pt x="25988" y="77624"/>
                  </a:lnTo>
                  <a:lnTo>
                    <a:pt x="23158" y="82249"/>
                  </a:lnTo>
                  <a:lnTo>
                    <a:pt x="20480" y="86963"/>
                  </a:lnTo>
                  <a:lnTo>
                    <a:pt x="17956" y="91762"/>
                  </a:lnTo>
                  <a:lnTo>
                    <a:pt x="15589" y="96640"/>
                  </a:lnTo>
                  <a:lnTo>
                    <a:pt x="13382" y="101593"/>
                  </a:lnTo>
                  <a:lnTo>
                    <a:pt x="11336" y="106614"/>
                  </a:lnTo>
                  <a:lnTo>
                    <a:pt x="9454" y="111699"/>
                  </a:lnTo>
                  <a:lnTo>
                    <a:pt x="7738" y="116842"/>
                  </a:lnTo>
                  <a:lnTo>
                    <a:pt x="6190" y="122039"/>
                  </a:lnTo>
                  <a:lnTo>
                    <a:pt x="4811" y="127282"/>
                  </a:lnTo>
                  <a:lnTo>
                    <a:pt x="3603" y="132568"/>
                  </a:lnTo>
                  <a:lnTo>
                    <a:pt x="2567" y="137890"/>
                  </a:lnTo>
                  <a:lnTo>
                    <a:pt x="1704" y="143243"/>
                  </a:lnTo>
                  <a:lnTo>
                    <a:pt x="1015" y="148621"/>
                  </a:lnTo>
                  <a:lnTo>
                    <a:pt x="501" y="154019"/>
                  </a:lnTo>
                  <a:lnTo>
                    <a:pt x="163" y="159430"/>
                  </a:lnTo>
                  <a:lnTo>
                    <a:pt x="0" y="164850"/>
                  </a:lnTo>
                  <a:lnTo>
                    <a:pt x="12" y="170272"/>
                  </a:lnTo>
                  <a:lnTo>
                    <a:pt x="201" y="17569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574" y="4826449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574" y="4826449"/>
              <a:ext cx="166949" cy="34161"/>
            </a:xfrm>
            <a:custGeom>
              <a:avLst/>
              <a:pathLst>
                <a:path w="166949" h="34161">
                  <a:moveTo>
                    <a:pt x="0" y="8523"/>
                  </a:moveTo>
                  <a:lnTo>
                    <a:pt x="661" y="17122"/>
                  </a:lnTo>
                  <a:lnTo>
                    <a:pt x="1766" y="25676"/>
                  </a:lnTo>
                  <a:lnTo>
                    <a:pt x="3310" y="34161"/>
                  </a:lnTo>
                  <a:lnTo>
                    <a:pt x="16694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2885" y="4659281"/>
              <a:ext cx="330786" cy="334334"/>
            </a:xfrm>
            <a:custGeom>
              <a:avLst/>
              <a:pathLst>
                <a:path w="330786" h="334334">
                  <a:moveTo>
                    <a:pt x="0" y="201328"/>
                  </a:moveTo>
                  <a:lnTo>
                    <a:pt x="1166" y="206504"/>
                  </a:lnTo>
                  <a:lnTo>
                    <a:pt x="2496" y="211639"/>
                  </a:lnTo>
                  <a:lnTo>
                    <a:pt x="3988" y="216730"/>
                  </a:lnTo>
                  <a:lnTo>
                    <a:pt x="5641" y="221771"/>
                  </a:lnTo>
                  <a:lnTo>
                    <a:pt x="7454" y="226757"/>
                  </a:lnTo>
                  <a:lnTo>
                    <a:pt x="9423" y="231683"/>
                  </a:lnTo>
                  <a:lnTo>
                    <a:pt x="11548" y="236544"/>
                  </a:lnTo>
                  <a:lnTo>
                    <a:pt x="13826" y="241335"/>
                  </a:lnTo>
                  <a:lnTo>
                    <a:pt x="16255" y="246052"/>
                  </a:lnTo>
                  <a:lnTo>
                    <a:pt x="18832" y="250688"/>
                  </a:lnTo>
                  <a:lnTo>
                    <a:pt x="21555" y="255241"/>
                  </a:lnTo>
                  <a:lnTo>
                    <a:pt x="24421" y="259705"/>
                  </a:lnTo>
                  <a:lnTo>
                    <a:pt x="27428" y="264076"/>
                  </a:lnTo>
                  <a:lnTo>
                    <a:pt x="30572" y="268350"/>
                  </a:lnTo>
                  <a:lnTo>
                    <a:pt x="33849" y="272521"/>
                  </a:lnTo>
                  <a:lnTo>
                    <a:pt x="37258" y="276587"/>
                  </a:lnTo>
                  <a:lnTo>
                    <a:pt x="40793" y="280542"/>
                  </a:lnTo>
                  <a:lnTo>
                    <a:pt x="44453" y="284383"/>
                  </a:lnTo>
                  <a:lnTo>
                    <a:pt x="48232" y="288106"/>
                  </a:lnTo>
                  <a:lnTo>
                    <a:pt x="52128" y="291707"/>
                  </a:lnTo>
                  <a:lnTo>
                    <a:pt x="56136" y="295182"/>
                  </a:lnTo>
                  <a:lnTo>
                    <a:pt x="60252" y="298529"/>
                  </a:lnTo>
                  <a:lnTo>
                    <a:pt x="64472" y="301744"/>
                  </a:lnTo>
                  <a:lnTo>
                    <a:pt x="68792" y="304822"/>
                  </a:lnTo>
                  <a:lnTo>
                    <a:pt x="73208" y="307763"/>
                  </a:lnTo>
                  <a:lnTo>
                    <a:pt x="77715" y="310561"/>
                  </a:lnTo>
                  <a:lnTo>
                    <a:pt x="82308" y="313216"/>
                  </a:lnTo>
                  <a:lnTo>
                    <a:pt x="86984" y="315723"/>
                  </a:lnTo>
                  <a:lnTo>
                    <a:pt x="91736" y="318080"/>
                  </a:lnTo>
                  <a:lnTo>
                    <a:pt x="96561" y="320286"/>
                  </a:lnTo>
                  <a:lnTo>
                    <a:pt x="101453" y="322337"/>
                  </a:lnTo>
                  <a:lnTo>
                    <a:pt x="106408" y="324232"/>
                  </a:lnTo>
                  <a:lnTo>
                    <a:pt x="111421" y="325969"/>
                  </a:lnTo>
                  <a:lnTo>
                    <a:pt x="116486" y="327546"/>
                  </a:lnTo>
                  <a:lnTo>
                    <a:pt x="121599" y="328962"/>
                  </a:lnTo>
                  <a:lnTo>
                    <a:pt x="126754" y="330214"/>
                  </a:lnTo>
                  <a:lnTo>
                    <a:pt x="131946" y="331303"/>
                  </a:lnTo>
                  <a:lnTo>
                    <a:pt x="137171" y="332226"/>
                  </a:lnTo>
                  <a:lnTo>
                    <a:pt x="142421" y="332982"/>
                  </a:lnTo>
                  <a:lnTo>
                    <a:pt x="147694" y="333572"/>
                  </a:lnTo>
                  <a:lnTo>
                    <a:pt x="152982" y="333994"/>
                  </a:lnTo>
                  <a:lnTo>
                    <a:pt x="158281" y="334248"/>
                  </a:lnTo>
                  <a:lnTo>
                    <a:pt x="163585" y="334334"/>
                  </a:lnTo>
                  <a:lnTo>
                    <a:pt x="168890" y="334252"/>
                  </a:lnTo>
                  <a:lnTo>
                    <a:pt x="174189" y="334001"/>
                  </a:lnTo>
                  <a:lnTo>
                    <a:pt x="179478" y="333582"/>
                  </a:lnTo>
                  <a:lnTo>
                    <a:pt x="184750" y="332996"/>
                  </a:lnTo>
                  <a:lnTo>
                    <a:pt x="190001" y="332243"/>
                  </a:lnTo>
                  <a:lnTo>
                    <a:pt x="195226" y="331323"/>
                  </a:lnTo>
                  <a:lnTo>
                    <a:pt x="200419" y="330238"/>
                  </a:lnTo>
                  <a:lnTo>
                    <a:pt x="205575" y="328989"/>
                  </a:lnTo>
                  <a:lnTo>
                    <a:pt x="210689" y="327577"/>
                  </a:lnTo>
                  <a:lnTo>
                    <a:pt x="215755" y="326003"/>
                  </a:lnTo>
                  <a:lnTo>
                    <a:pt x="220769" y="324269"/>
                  </a:lnTo>
                  <a:lnTo>
                    <a:pt x="225725" y="322377"/>
                  </a:lnTo>
                  <a:lnTo>
                    <a:pt x="230619" y="320329"/>
                  </a:lnTo>
                  <a:lnTo>
                    <a:pt x="235445" y="318127"/>
                  </a:lnTo>
                  <a:lnTo>
                    <a:pt x="240199" y="315772"/>
                  </a:lnTo>
                  <a:lnTo>
                    <a:pt x="244876" y="313268"/>
                  </a:lnTo>
                  <a:lnTo>
                    <a:pt x="249471" y="310617"/>
                  </a:lnTo>
                  <a:lnTo>
                    <a:pt x="253980" y="307821"/>
                  </a:lnTo>
                  <a:lnTo>
                    <a:pt x="258397" y="304884"/>
                  </a:lnTo>
                  <a:lnTo>
                    <a:pt x="262720" y="301807"/>
                  </a:lnTo>
                  <a:lnTo>
                    <a:pt x="266942" y="298596"/>
                  </a:lnTo>
                  <a:lnTo>
                    <a:pt x="271060" y="295252"/>
                  </a:lnTo>
                  <a:lnTo>
                    <a:pt x="275070" y="291778"/>
                  </a:lnTo>
                  <a:lnTo>
                    <a:pt x="278968" y="288180"/>
                  </a:lnTo>
                  <a:lnTo>
                    <a:pt x="282750" y="284459"/>
                  </a:lnTo>
                  <a:lnTo>
                    <a:pt x="286412" y="280621"/>
                  </a:lnTo>
                  <a:lnTo>
                    <a:pt x="289950" y="276668"/>
                  </a:lnTo>
                  <a:lnTo>
                    <a:pt x="293361" y="272605"/>
                  </a:lnTo>
                  <a:lnTo>
                    <a:pt x="296642" y="268435"/>
                  </a:lnTo>
                  <a:lnTo>
                    <a:pt x="299788" y="264164"/>
                  </a:lnTo>
                  <a:lnTo>
                    <a:pt x="302797" y="259795"/>
                  </a:lnTo>
                  <a:lnTo>
                    <a:pt x="305666" y="255333"/>
                  </a:lnTo>
                  <a:lnTo>
                    <a:pt x="308393" y="250782"/>
                  </a:lnTo>
                  <a:lnTo>
                    <a:pt x="310973" y="246146"/>
                  </a:lnTo>
                  <a:lnTo>
                    <a:pt x="313405" y="241432"/>
                  </a:lnTo>
                  <a:lnTo>
                    <a:pt x="315686" y="236642"/>
                  </a:lnTo>
                  <a:lnTo>
                    <a:pt x="317814" y="231782"/>
                  </a:lnTo>
                  <a:lnTo>
                    <a:pt x="319786" y="226858"/>
                  </a:lnTo>
                  <a:lnTo>
                    <a:pt x="321602" y="221873"/>
                  </a:lnTo>
                  <a:lnTo>
                    <a:pt x="323258" y="216833"/>
                  </a:lnTo>
                  <a:lnTo>
                    <a:pt x="324754" y="211743"/>
                  </a:lnTo>
                  <a:lnTo>
                    <a:pt x="326087" y="206608"/>
                  </a:lnTo>
                  <a:lnTo>
                    <a:pt x="327257" y="201434"/>
                  </a:lnTo>
                  <a:lnTo>
                    <a:pt x="328262" y="196225"/>
                  </a:lnTo>
                  <a:lnTo>
                    <a:pt x="329101" y="190986"/>
                  </a:lnTo>
                  <a:lnTo>
                    <a:pt x="329773" y="185724"/>
                  </a:lnTo>
                  <a:lnTo>
                    <a:pt x="330279" y="180443"/>
                  </a:lnTo>
                  <a:lnTo>
                    <a:pt x="330616" y="175149"/>
                  </a:lnTo>
                  <a:lnTo>
                    <a:pt x="330785" y="169846"/>
                  </a:lnTo>
                  <a:lnTo>
                    <a:pt x="330786" y="164541"/>
                  </a:lnTo>
                  <a:lnTo>
                    <a:pt x="330619" y="159239"/>
                  </a:lnTo>
                  <a:lnTo>
                    <a:pt x="330283" y="153944"/>
                  </a:lnTo>
                  <a:lnTo>
                    <a:pt x="329779" y="148663"/>
                  </a:lnTo>
                  <a:lnTo>
                    <a:pt x="329109" y="143401"/>
                  </a:lnTo>
                  <a:lnTo>
                    <a:pt x="328271" y="138162"/>
                  </a:lnTo>
                  <a:lnTo>
                    <a:pt x="327268" y="132953"/>
                  </a:lnTo>
                  <a:lnTo>
                    <a:pt x="326100" y="127778"/>
                  </a:lnTo>
                  <a:lnTo>
                    <a:pt x="324768" y="122643"/>
                  </a:lnTo>
                  <a:lnTo>
                    <a:pt x="323274" y="117552"/>
                  </a:lnTo>
                  <a:lnTo>
                    <a:pt x="321620" y="112512"/>
                  </a:lnTo>
                  <a:lnTo>
                    <a:pt x="319806" y="107526"/>
                  </a:lnTo>
                  <a:lnTo>
                    <a:pt x="317835" y="102601"/>
                  </a:lnTo>
                  <a:lnTo>
                    <a:pt x="315708" y="97741"/>
                  </a:lnTo>
                  <a:lnTo>
                    <a:pt x="313429" y="92951"/>
                  </a:lnTo>
                  <a:lnTo>
                    <a:pt x="310998" y="88235"/>
                  </a:lnTo>
                  <a:lnTo>
                    <a:pt x="308419" y="83599"/>
                  </a:lnTo>
                  <a:lnTo>
                    <a:pt x="305695" y="79047"/>
                  </a:lnTo>
                  <a:lnTo>
                    <a:pt x="302827" y="74584"/>
                  </a:lnTo>
                  <a:lnTo>
                    <a:pt x="299819" y="70214"/>
                  </a:lnTo>
                  <a:lnTo>
                    <a:pt x="296674" y="65941"/>
                  </a:lnTo>
                  <a:lnTo>
                    <a:pt x="293395" y="61771"/>
                  </a:lnTo>
                  <a:lnTo>
                    <a:pt x="289986" y="57707"/>
                  </a:lnTo>
                  <a:lnTo>
                    <a:pt x="286449" y="53753"/>
                  </a:lnTo>
                  <a:lnTo>
                    <a:pt x="282788" y="49913"/>
                  </a:lnTo>
                  <a:lnTo>
                    <a:pt x="279007" y="46191"/>
                  </a:lnTo>
                  <a:lnTo>
                    <a:pt x="275111" y="42591"/>
                  </a:lnTo>
                  <a:lnTo>
                    <a:pt x="271102" y="39117"/>
                  </a:lnTo>
                  <a:lnTo>
                    <a:pt x="266984" y="35772"/>
                  </a:lnTo>
                  <a:lnTo>
                    <a:pt x="262763" y="32558"/>
                  </a:lnTo>
                  <a:lnTo>
                    <a:pt x="258442" y="29481"/>
                  </a:lnTo>
                  <a:lnTo>
                    <a:pt x="254025" y="26542"/>
                  </a:lnTo>
                  <a:lnTo>
                    <a:pt x="249517" y="23745"/>
                  </a:lnTo>
                  <a:lnTo>
                    <a:pt x="244923" y="21092"/>
                  </a:lnTo>
                  <a:lnTo>
                    <a:pt x="240247" y="18586"/>
                  </a:lnTo>
                  <a:lnTo>
                    <a:pt x="235494" y="16230"/>
                  </a:lnTo>
                  <a:lnTo>
                    <a:pt x="230668" y="14026"/>
                  </a:lnTo>
                  <a:lnTo>
                    <a:pt x="225775" y="11976"/>
                  </a:lnTo>
                  <a:lnTo>
                    <a:pt x="220819" y="10083"/>
                  </a:lnTo>
                  <a:lnTo>
                    <a:pt x="215806" y="8348"/>
                  </a:lnTo>
                  <a:lnTo>
                    <a:pt x="210740" y="6772"/>
                  </a:lnTo>
                  <a:lnTo>
                    <a:pt x="205627" y="5359"/>
                  </a:lnTo>
                  <a:lnTo>
                    <a:pt x="200472" y="4108"/>
                  </a:lnTo>
                  <a:lnTo>
                    <a:pt x="195279" y="3021"/>
                  </a:lnTo>
                  <a:lnTo>
                    <a:pt x="190055" y="2100"/>
                  </a:lnTo>
                  <a:lnTo>
                    <a:pt x="184803" y="1345"/>
                  </a:lnTo>
                  <a:lnTo>
                    <a:pt x="179531" y="757"/>
                  </a:lnTo>
                  <a:lnTo>
                    <a:pt x="174243" y="336"/>
                  </a:lnTo>
                  <a:lnTo>
                    <a:pt x="168944" y="84"/>
                  </a:lnTo>
                  <a:lnTo>
                    <a:pt x="163639" y="0"/>
                  </a:lnTo>
                  <a:lnTo>
                    <a:pt x="1636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604" y="5018213"/>
              <a:ext cx="4116" cy="167167"/>
            </a:xfrm>
            <a:custGeom>
              <a:avLst/>
              <a:pathLst>
                <a:path w="4116" h="167167">
                  <a:moveTo>
                    <a:pt x="4116" y="0"/>
                  </a:moveTo>
                  <a:lnTo>
                    <a:pt x="0" y="50"/>
                  </a:lnTo>
                  <a:lnTo>
                    <a:pt x="411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321555" y="5018250"/>
              <a:ext cx="334332" cy="334281"/>
            </a:xfrm>
            <a:custGeom>
              <a:avLst/>
              <a:pathLst>
                <a:path w="334332" h="334281">
                  <a:moveTo>
                    <a:pt x="163048" y="13"/>
                  </a:moveTo>
                  <a:lnTo>
                    <a:pt x="157760" y="227"/>
                  </a:lnTo>
                  <a:lnTo>
                    <a:pt x="152481" y="608"/>
                  </a:lnTo>
                  <a:lnTo>
                    <a:pt x="147217" y="1157"/>
                  </a:lnTo>
                  <a:lnTo>
                    <a:pt x="141973" y="1871"/>
                  </a:lnTo>
                  <a:lnTo>
                    <a:pt x="136754" y="2752"/>
                  </a:lnTo>
                  <a:lnTo>
                    <a:pt x="131565" y="3797"/>
                  </a:lnTo>
                  <a:lnTo>
                    <a:pt x="126413" y="5006"/>
                  </a:lnTo>
                  <a:lnTo>
                    <a:pt x="121301" y="6377"/>
                  </a:lnTo>
                  <a:lnTo>
                    <a:pt x="116235" y="7909"/>
                  </a:lnTo>
                  <a:lnTo>
                    <a:pt x="111220" y="9602"/>
                  </a:lnTo>
                  <a:lnTo>
                    <a:pt x="106261" y="11452"/>
                  </a:lnTo>
                  <a:lnTo>
                    <a:pt x="101363" y="13458"/>
                  </a:lnTo>
                  <a:lnTo>
                    <a:pt x="96531" y="15618"/>
                  </a:lnTo>
                  <a:lnTo>
                    <a:pt x="91770" y="17930"/>
                  </a:lnTo>
                  <a:lnTo>
                    <a:pt x="87085" y="20391"/>
                  </a:lnTo>
                  <a:lnTo>
                    <a:pt x="82480" y="23000"/>
                  </a:lnTo>
                  <a:lnTo>
                    <a:pt x="77960" y="25753"/>
                  </a:lnTo>
                  <a:lnTo>
                    <a:pt x="73529" y="28648"/>
                  </a:lnTo>
                  <a:lnTo>
                    <a:pt x="69192" y="31681"/>
                  </a:lnTo>
                  <a:lnTo>
                    <a:pt x="64953" y="34851"/>
                  </a:lnTo>
                  <a:lnTo>
                    <a:pt x="60817" y="38153"/>
                  </a:lnTo>
                  <a:lnTo>
                    <a:pt x="56787" y="41584"/>
                  </a:lnTo>
                  <a:lnTo>
                    <a:pt x="52868" y="45141"/>
                  </a:lnTo>
                  <a:lnTo>
                    <a:pt x="49063" y="48821"/>
                  </a:lnTo>
                  <a:lnTo>
                    <a:pt x="45377" y="52619"/>
                  </a:lnTo>
                  <a:lnTo>
                    <a:pt x="41813" y="56531"/>
                  </a:lnTo>
                  <a:lnTo>
                    <a:pt x="38375" y="60555"/>
                  </a:lnTo>
                  <a:lnTo>
                    <a:pt x="35066" y="64686"/>
                  </a:lnTo>
                  <a:lnTo>
                    <a:pt x="31889" y="68919"/>
                  </a:lnTo>
                  <a:lnTo>
                    <a:pt x="28847" y="73250"/>
                  </a:lnTo>
                  <a:lnTo>
                    <a:pt x="25945" y="77676"/>
                  </a:lnTo>
                  <a:lnTo>
                    <a:pt x="23184" y="82192"/>
                  </a:lnTo>
                  <a:lnTo>
                    <a:pt x="20567" y="86792"/>
                  </a:lnTo>
                  <a:lnTo>
                    <a:pt x="18097" y="91473"/>
                  </a:lnTo>
                  <a:lnTo>
                    <a:pt x="15777" y="96230"/>
                  </a:lnTo>
                  <a:lnTo>
                    <a:pt x="13608" y="101058"/>
                  </a:lnTo>
                  <a:lnTo>
                    <a:pt x="11594" y="105952"/>
                  </a:lnTo>
                  <a:lnTo>
                    <a:pt x="9735" y="110908"/>
                  </a:lnTo>
                  <a:lnTo>
                    <a:pt x="8034" y="115920"/>
                  </a:lnTo>
                  <a:lnTo>
                    <a:pt x="6493" y="120983"/>
                  </a:lnTo>
                  <a:lnTo>
                    <a:pt x="5112" y="126093"/>
                  </a:lnTo>
                  <a:lnTo>
                    <a:pt x="3895" y="131243"/>
                  </a:lnTo>
                  <a:lnTo>
                    <a:pt x="2840" y="136430"/>
                  </a:lnTo>
                  <a:lnTo>
                    <a:pt x="1951" y="141647"/>
                  </a:lnTo>
                  <a:lnTo>
                    <a:pt x="1227" y="146890"/>
                  </a:lnTo>
                  <a:lnTo>
                    <a:pt x="669" y="152153"/>
                  </a:lnTo>
                  <a:lnTo>
                    <a:pt x="279" y="157432"/>
                  </a:lnTo>
                  <a:lnTo>
                    <a:pt x="55" y="162719"/>
                  </a:lnTo>
                  <a:lnTo>
                    <a:pt x="0" y="168012"/>
                  </a:lnTo>
                  <a:lnTo>
                    <a:pt x="111" y="173303"/>
                  </a:lnTo>
                  <a:lnTo>
                    <a:pt x="390" y="178589"/>
                  </a:lnTo>
                  <a:lnTo>
                    <a:pt x="837" y="183862"/>
                  </a:lnTo>
                  <a:lnTo>
                    <a:pt x="1450" y="189119"/>
                  </a:lnTo>
                  <a:lnTo>
                    <a:pt x="2229" y="194354"/>
                  </a:lnTo>
                  <a:lnTo>
                    <a:pt x="3173" y="199562"/>
                  </a:lnTo>
                  <a:lnTo>
                    <a:pt x="4282" y="204737"/>
                  </a:lnTo>
                  <a:lnTo>
                    <a:pt x="5555" y="209875"/>
                  </a:lnTo>
                  <a:lnTo>
                    <a:pt x="6989" y="214970"/>
                  </a:lnTo>
                  <a:lnTo>
                    <a:pt x="8583" y="220016"/>
                  </a:lnTo>
                  <a:lnTo>
                    <a:pt x="10337" y="225010"/>
                  </a:lnTo>
                  <a:lnTo>
                    <a:pt x="12248" y="229946"/>
                  </a:lnTo>
                  <a:lnTo>
                    <a:pt x="14314" y="234818"/>
                  </a:lnTo>
                  <a:lnTo>
                    <a:pt x="16534" y="239623"/>
                  </a:lnTo>
                  <a:lnTo>
                    <a:pt x="18904" y="244355"/>
                  </a:lnTo>
                  <a:lnTo>
                    <a:pt x="21423" y="249010"/>
                  </a:lnTo>
                  <a:lnTo>
                    <a:pt x="24088" y="253583"/>
                  </a:lnTo>
                  <a:lnTo>
                    <a:pt x="26897" y="258069"/>
                  </a:lnTo>
                  <a:lnTo>
                    <a:pt x="29846" y="262464"/>
                  </a:lnTo>
                  <a:lnTo>
                    <a:pt x="32933" y="266763"/>
                  </a:lnTo>
                  <a:lnTo>
                    <a:pt x="36154" y="270962"/>
                  </a:lnTo>
                  <a:lnTo>
                    <a:pt x="39507" y="275058"/>
                  </a:lnTo>
                  <a:lnTo>
                    <a:pt x="42987" y="279045"/>
                  </a:lnTo>
                  <a:lnTo>
                    <a:pt x="46593" y="282920"/>
                  </a:lnTo>
                  <a:lnTo>
                    <a:pt x="50319" y="286679"/>
                  </a:lnTo>
                  <a:lnTo>
                    <a:pt x="54162" y="290318"/>
                  </a:lnTo>
                  <a:lnTo>
                    <a:pt x="58118" y="293833"/>
                  </a:lnTo>
                  <a:lnTo>
                    <a:pt x="62184" y="297222"/>
                  </a:lnTo>
                  <a:lnTo>
                    <a:pt x="66355" y="300480"/>
                  </a:lnTo>
                  <a:lnTo>
                    <a:pt x="70627" y="303605"/>
                  </a:lnTo>
                  <a:lnTo>
                    <a:pt x="74995" y="306592"/>
                  </a:lnTo>
                  <a:lnTo>
                    <a:pt x="79457" y="309440"/>
                  </a:lnTo>
                  <a:lnTo>
                    <a:pt x="84006" y="312145"/>
                  </a:lnTo>
                  <a:lnTo>
                    <a:pt x="88638" y="314705"/>
                  </a:lnTo>
                  <a:lnTo>
                    <a:pt x="93349" y="317117"/>
                  </a:lnTo>
                  <a:lnTo>
                    <a:pt x="98134" y="319379"/>
                  </a:lnTo>
                  <a:lnTo>
                    <a:pt x="102989" y="321488"/>
                  </a:lnTo>
                  <a:lnTo>
                    <a:pt x="107907" y="323442"/>
                  </a:lnTo>
                  <a:lnTo>
                    <a:pt x="112885" y="325240"/>
                  </a:lnTo>
                  <a:lnTo>
                    <a:pt x="117918" y="326879"/>
                  </a:lnTo>
                  <a:lnTo>
                    <a:pt x="123000" y="328358"/>
                  </a:lnTo>
                  <a:lnTo>
                    <a:pt x="128126" y="329675"/>
                  </a:lnTo>
                  <a:lnTo>
                    <a:pt x="133291" y="330829"/>
                  </a:lnTo>
                  <a:lnTo>
                    <a:pt x="138490" y="331820"/>
                  </a:lnTo>
                  <a:lnTo>
                    <a:pt x="143718" y="332645"/>
                  </a:lnTo>
                  <a:lnTo>
                    <a:pt x="148970" y="333304"/>
                  </a:lnTo>
                  <a:lnTo>
                    <a:pt x="154239" y="333797"/>
                  </a:lnTo>
                  <a:lnTo>
                    <a:pt x="159522" y="334122"/>
                  </a:lnTo>
                  <a:lnTo>
                    <a:pt x="164812" y="334281"/>
                  </a:lnTo>
                  <a:lnTo>
                    <a:pt x="170105" y="334271"/>
                  </a:lnTo>
                  <a:lnTo>
                    <a:pt x="175395" y="334094"/>
                  </a:lnTo>
                  <a:lnTo>
                    <a:pt x="180676" y="333750"/>
                  </a:lnTo>
                  <a:lnTo>
                    <a:pt x="185944" y="333239"/>
                  </a:lnTo>
                  <a:lnTo>
                    <a:pt x="191193" y="332561"/>
                  </a:lnTo>
                  <a:lnTo>
                    <a:pt x="196418" y="331718"/>
                  </a:lnTo>
                  <a:lnTo>
                    <a:pt x="201614" y="330709"/>
                  </a:lnTo>
                  <a:lnTo>
                    <a:pt x="206775" y="329537"/>
                  </a:lnTo>
                  <a:lnTo>
                    <a:pt x="211896" y="328201"/>
                  </a:lnTo>
                  <a:lnTo>
                    <a:pt x="216973" y="326704"/>
                  </a:lnTo>
                  <a:lnTo>
                    <a:pt x="222000" y="325048"/>
                  </a:lnTo>
                  <a:lnTo>
                    <a:pt x="226971" y="323233"/>
                  </a:lnTo>
                  <a:lnTo>
                    <a:pt x="231883" y="321261"/>
                  </a:lnTo>
                  <a:lnTo>
                    <a:pt x="236730" y="319135"/>
                  </a:lnTo>
                  <a:lnTo>
                    <a:pt x="241507" y="316857"/>
                  </a:lnTo>
                  <a:lnTo>
                    <a:pt x="246210" y="314428"/>
                  </a:lnTo>
                  <a:lnTo>
                    <a:pt x="250833" y="311852"/>
                  </a:lnTo>
                  <a:lnTo>
                    <a:pt x="255373" y="309131"/>
                  </a:lnTo>
                  <a:lnTo>
                    <a:pt x="259824" y="306267"/>
                  </a:lnTo>
                  <a:lnTo>
                    <a:pt x="264182" y="303264"/>
                  </a:lnTo>
                  <a:lnTo>
                    <a:pt x="268443" y="300125"/>
                  </a:lnTo>
                  <a:lnTo>
                    <a:pt x="272602" y="296852"/>
                  </a:lnTo>
                  <a:lnTo>
                    <a:pt x="276656" y="293449"/>
                  </a:lnTo>
                  <a:lnTo>
                    <a:pt x="280600" y="289919"/>
                  </a:lnTo>
                  <a:lnTo>
                    <a:pt x="284430" y="286267"/>
                  </a:lnTo>
                  <a:lnTo>
                    <a:pt x="288143" y="282495"/>
                  </a:lnTo>
                  <a:lnTo>
                    <a:pt x="291735" y="278607"/>
                  </a:lnTo>
                  <a:lnTo>
                    <a:pt x="295201" y="274608"/>
                  </a:lnTo>
                  <a:lnTo>
                    <a:pt x="298540" y="270501"/>
                  </a:lnTo>
                  <a:lnTo>
                    <a:pt x="301746" y="266290"/>
                  </a:lnTo>
                  <a:lnTo>
                    <a:pt x="304818" y="261980"/>
                  </a:lnTo>
                  <a:lnTo>
                    <a:pt x="307751" y="257575"/>
                  </a:lnTo>
                  <a:lnTo>
                    <a:pt x="310544" y="253079"/>
                  </a:lnTo>
                  <a:lnTo>
                    <a:pt x="313193" y="248497"/>
                  </a:lnTo>
                  <a:lnTo>
                    <a:pt x="315696" y="243833"/>
                  </a:lnTo>
                  <a:lnTo>
                    <a:pt x="318050" y="239093"/>
                  </a:lnTo>
                  <a:lnTo>
                    <a:pt x="320252" y="234280"/>
                  </a:lnTo>
                  <a:lnTo>
                    <a:pt x="322301" y="229400"/>
                  </a:lnTo>
                  <a:lnTo>
                    <a:pt x="324195" y="224458"/>
                  </a:lnTo>
                  <a:lnTo>
                    <a:pt x="325931" y="219458"/>
                  </a:lnTo>
                  <a:lnTo>
                    <a:pt x="327508" y="214406"/>
                  </a:lnTo>
                  <a:lnTo>
                    <a:pt x="328924" y="209306"/>
                  </a:lnTo>
                  <a:lnTo>
                    <a:pt x="330178" y="204164"/>
                  </a:lnTo>
                  <a:lnTo>
                    <a:pt x="331269" y="198985"/>
                  </a:lnTo>
                  <a:lnTo>
                    <a:pt x="332195" y="193774"/>
                  </a:lnTo>
                  <a:lnTo>
                    <a:pt x="332956" y="188536"/>
                  </a:lnTo>
                  <a:lnTo>
                    <a:pt x="333550" y="183277"/>
                  </a:lnTo>
                  <a:lnTo>
                    <a:pt x="333978" y="178002"/>
                  </a:lnTo>
                  <a:lnTo>
                    <a:pt x="334239" y="172716"/>
                  </a:lnTo>
                  <a:lnTo>
                    <a:pt x="334332" y="167424"/>
                  </a:lnTo>
                  <a:lnTo>
                    <a:pt x="334257" y="162132"/>
                  </a:lnTo>
                  <a:lnTo>
                    <a:pt x="334015" y="156844"/>
                  </a:lnTo>
                  <a:lnTo>
                    <a:pt x="333606" y="151568"/>
                  </a:lnTo>
                  <a:lnTo>
                    <a:pt x="333030" y="146306"/>
                  </a:lnTo>
                  <a:lnTo>
                    <a:pt x="332288" y="141066"/>
                  </a:lnTo>
                  <a:lnTo>
                    <a:pt x="331380" y="135852"/>
                  </a:lnTo>
                  <a:lnTo>
                    <a:pt x="330307" y="130669"/>
                  </a:lnTo>
                  <a:lnTo>
                    <a:pt x="329071" y="125523"/>
                  </a:lnTo>
                  <a:lnTo>
                    <a:pt x="327673" y="120418"/>
                  </a:lnTo>
                  <a:lnTo>
                    <a:pt x="326114" y="115360"/>
                  </a:lnTo>
                  <a:lnTo>
                    <a:pt x="324395" y="110354"/>
                  </a:lnTo>
                  <a:lnTo>
                    <a:pt x="322519" y="105405"/>
                  </a:lnTo>
                  <a:lnTo>
                    <a:pt x="320487" y="100518"/>
                  </a:lnTo>
                  <a:lnTo>
                    <a:pt x="318302" y="95698"/>
                  </a:lnTo>
                  <a:lnTo>
                    <a:pt x="315965" y="90949"/>
                  </a:lnTo>
                  <a:lnTo>
                    <a:pt x="313479" y="86277"/>
                  </a:lnTo>
                  <a:lnTo>
                    <a:pt x="310846" y="81686"/>
                  </a:lnTo>
                  <a:lnTo>
                    <a:pt x="308069" y="77180"/>
                  </a:lnTo>
                  <a:lnTo>
                    <a:pt x="305151" y="72764"/>
                  </a:lnTo>
                  <a:lnTo>
                    <a:pt x="302094" y="68443"/>
                  </a:lnTo>
                  <a:lnTo>
                    <a:pt x="298902" y="64221"/>
                  </a:lnTo>
                  <a:lnTo>
                    <a:pt x="295579" y="60103"/>
                  </a:lnTo>
                  <a:lnTo>
                    <a:pt x="292126" y="56091"/>
                  </a:lnTo>
                  <a:lnTo>
                    <a:pt x="288548" y="52191"/>
                  </a:lnTo>
                  <a:lnTo>
                    <a:pt x="284849" y="48406"/>
                  </a:lnTo>
                  <a:lnTo>
                    <a:pt x="281031" y="44740"/>
                  </a:lnTo>
                  <a:lnTo>
                    <a:pt x="277100" y="41196"/>
                  </a:lnTo>
                  <a:lnTo>
                    <a:pt x="273058" y="37779"/>
                  </a:lnTo>
                  <a:lnTo>
                    <a:pt x="268910" y="34492"/>
                  </a:lnTo>
                  <a:lnTo>
                    <a:pt x="264660" y="31337"/>
                  </a:lnTo>
                  <a:lnTo>
                    <a:pt x="260313" y="28319"/>
                  </a:lnTo>
                  <a:lnTo>
                    <a:pt x="255872" y="25440"/>
                  </a:lnTo>
                  <a:lnTo>
                    <a:pt x="251342" y="22703"/>
                  </a:lnTo>
                  <a:lnTo>
                    <a:pt x="246728" y="20110"/>
                  </a:lnTo>
                  <a:lnTo>
                    <a:pt x="242033" y="17665"/>
                  </a:lnTo>
                  <a:lnTo>
                    <a:pt x="237264" y="15370"/>
                  </a:lnTo>
                  <a:lnTo>
                    <a:pt x="232425" y="13227"/>
                  </a:lnTo>
                  <a:lnTo>
                    <a:pt x="227520" y="11238"/>
                  </a:lnTo>
                  <a:lnTo>
                    <a:pt x="222555" y="9406"/>
                  </a:lnTo>
                  <a:lnTo>
                    <a:pt x="217534" y="7731"/>
                  </a:lnTo>
                  <a:lnTo>
                    <a:pt x="212463" y="6217"/>
                  </a:lnTo>
                  <a:lnTo>
                    <a:pt x="207346" y="4863"/>
                  </a:lnTo>
                  <a:lnTo>
                    <a:pt x="202189" y="3673"/>
                  </a:lnTo>
                  <a:lnTo>
                    <a:pt x="196997" y="2646"/>
                  </a:lnTo>
                  <a:lnTo>
                    <a:pt x="191775" y="1784"/>
                  </a:lnTo>
                  <a:lnTo>
                    <a:pt x="186528" y="1088"/>
                  </a:lnTo>
                  <a:lnTo>
                    <a:pt x="181262" y="558"/>
                  </a:lnTo>
                  <a:lnTo>
                    <a:pt x="175982" y="195"/>
                  </a:lnTo>
                  <a:lnTo>
                    <a:pt x="170693" y="0"/>
                  </a:lnTo>
                  <a:lnTo>
                    <a:pt x="167165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797346" y="5269756"/>
              <a:ext cx="167154" cy="227248"/>
            </a:xfrm>
            <a:custGeom>
              <a:avLst/>
              <a:pathLst>
                <a:path w="167154" h="227248">
                  <a:moveTo>
                    <a:pt x="167154" y="0"/>
                  </a:moveTo>
                  <a:lnTo>
                    <a:pt x="161755" y="87"/>
                  </a:lnTo>
                  <a:lnTo>
                    <a:pt x="156360" y="348"/>
                  </a:lnTo>
                  <a:lnTo>
                    <a:pt x="150978" y="784"/>
                  </a:lnTo>
                  <a:lnTo>
                    <a:pt x="145612" y="1393"/>
                  </a:lnTo>
                  <a:lnTo>
                    <a:pt x="140268" y="2176"/>
                  </a:lnTo>
                  <a:lnTo>
                    <a:pt x="134953" y="3130"/>
                  </a:lnTo>
                  <a:lnTo>
                    <a:pt x="129671" y="4256"/>
                  </a:lnTo>
                  <a:lnTo>
                    <a:pt x="124428" y="5552"/>
                  </a:lnTo>
                  <a:lnTo>
                    <a:pt x="119230" y="7016"/>
                  </a:lnTo>
                  <a:lnTo>
                    <a:pt x="114082" y="8648"/>
                  </a:lnTo>
                  <a:lnTo>
                    <a:pt x="108989" y="10445"/>
                  </a:lnTo>
                  <a:lnTo>
                    <a:pt x="103957" y="12406"/>
                  </a:lnTo>
                  <a:lnTo>
                    <a:pt x="98991" y="14528"/>
                  </a:lnTo>
                  <a:lnTo>
                    <a:pt x="94096" y="16809"/>
                  </a:lnTo>
                  <a:lnTo>
                    <a:pt x="89278" y="19248"/>
                  </a:lnTo>
                  <a:lnTo>
                    <a:pt x="84540" y="21840"/>
                  </a:lnTo>
                  <a:lnTo>
                    <a:pt x="79889" y="24585"/>
                  </a:lnTo>
                  <a:lnTo>
                    <a:pt x="75329" y="27478"/>
                  </a:lnTo>
                  <a:lnTo>
                    <a:pt x="70865" y="30517"/>
                  </a:lnTo>
                  <a:lnTo>
                    <a:pt x="66501" y="33698"/>
                  </a:lnTo>
                  <a:lnTo>
                    <a:pt x="62242" y="37019"/>
                  </a:lnTo>
                  <a:lnTo>
                    <a:pt x="58093" y="40476"/>
                  </a:lnTo>
                  <a:lnTo>
                    <a:pt x="54058" y="44065"/>
                  </a:lnTo>
                  <a:lnTo>
                    <a:pt x="50140" y="47783"/>
                  </a:lnTo>
                  <a:lnTo>
                    <a:pt x="46345" y="51625"/>
                  </a:lnTo>
                  <a:lnTo>
                    <a:pt x="42676" y="55587"/>
                  </a:lnTo>
                  <a:lnTo>
                    <a:pt x="39137" y="59666"/>
                  </a:lnTo>
                  <a:lnTo>
                    <a:pt x="35731" y="63858"/>
                  </a:lnTo>
                  <a:lnTo>
                    <a:pt x="32463" y="68157"/>
                  </a:lnTo>
                  <a:lnTo>
                    <a:pt x="29335" y="72559"/>
                  </a:lnTo>
                  <a:lnTo>
                    <a:pt x="26351" y="77060"/>
                  </a:lnTo>
                  <a:lnTo>
                    <a:pt x="23513" y="81655"/>
                  </a:lnTo>
                  <a:lnTo>
                    <a:pt x="20826" y="86340"/>
                  </a:lnTo>
                  <a:lnTo>
                    <a:pt x="18292" y="91109"/>
                  </a:lnTo>
                  <a:lnTo>
                    <a:pt x="15913" y="95957"/>
                  </a:lnTo>
                  <a:lnTo>
                    <a:pt x="13691" y="100879"/>
                  </a:lnTo>
                  <a:lnTo>
                    <a:pt x="11630" y="105871"/>
                  </a:lnTo>
                  <a:lnTo>
                    <a:pt x="9731" y="110927"/>
                  </a:lnTo>
                  <a:lnTo>
                    <a:pt x="7997" y="116041"/>
                  </a:lnTo>
                  <a:lnTo>
                    <a:pt x="6429" y="121209"/>
                  </a:lnTo>
                  <a:lnTo>
                    <a:pt x="5028" y="126424"/>
                  </a:lnTo>
                  <a:lnTo>
                    <a:pt x="3796" y="131683"/>
                  </a:lnTo>
                  <a:lnTo>
                    <a:pt x="2736" y="136978"/>
                  </a:lnTo>
                  <a:lnTo>
                    <a:pt x="1846" y="142305"/>
                  </a:lnTo>
                  <a:lnTo>
                    <a:pt x="1129" y="147657"/>
                  </a:lnTo>
                  <a:lnTo>
                    <a:pt x="586" y="153030"/>
                  </a:lnTo>
                  <a:lnTo>
                    <a:pt x="216" y="158418"/>
                  </a:lnTo>
                  <a:lnTo>
                    <a:pt x="21" y="163815"/>
                  </a:lnTo>
                  <a:lnTo>
                    <a:pt x="0" y="169215"/>
                  </a:lnTo>
                  <a:lnTo>
                    <a:pt x="153" y="174614"/>
                  </a:lnTo>
                  <a:lnTo>
                    <a:pt x="481" y="180004"/>
                  </a:lnTo>
                  <a:lnTo>
                    <a:pt x="982" y="185381"/>
                  </a:lnTo>
                  <a:lnTo>
                    <a:pt x="1657" y="190739"/>
                  </a:lnTo>
                  <a:lnTo>
                    <a:pt x="2505" y="196073"/>
                  </a:lnTo>
                  <a:lnTo>
                    <a:pt x="3525" y="201376"/>
                  </a:lnTo>
                  <a:lnTo>
                    <a:pt x="4715" y="206644"/>
                  </a:lnTo>
                  <a:lnTo>
                    <a:pt x="6075" y="211870"/>
                  </a:lnTo>
                  <a:lnTo>
                    <a:pt x="7603" y="217050"/>
                  </a:lnTo>
                  <a:lnTo>
                    <a:pt x="9298" y="222178"/>
                  </a:lnTo>
                  <a:lnTo>
                    <a:pt x="11157" y="22724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808504" y="5269756"/>
              <a:ext cx="323146" cy="334334"/>
            </a:xfrm>
            <a:custGeom>
              <a:avLst/>
              <a:pathLst>
                <a:path w="323146" h="334334">
                  <a:moveTo>
                    <a:pt x="0" y="227248"/>
                  </a:moveTo>
                  <a:lnTo>
                    <a:pt x="1983" y="232164"/>
                  </a:lnTo>
                  <a:lnTo>
                    <a:pt x="4121" y="237015"/>
                  </a:lnTo>
                  <a:lnTo>
                    <a:pt x="6413" y="241796"/>
                  </a:lnTo>
                  <a:lnTo>
                    <a:pt x="8854" y="246501"/>
                  </a:lnTo>
                  <a:lnTo>
                    <a:pt x="11444" y="251127"/>
                  </a:lnTo>
                  <a:lnTo>
                    <a:pt x="14179" y="255668"/>
                  </a:lnTo>
                  <a:lnTo>
                    <a:pt x="17056" y="260121"/>
                  </a:lnTo>
                  <a:lnTo>
                    <a:pt x="20073" y="264480"/>
                  </a:lnTo>
                  <a:lnTo>
                    <a:pt x="23227" y="268741"/>
                  </a:lnTo>
                  <a:lnTo>
                    <a:pt x="26515" y="272899"/>
                  </a:lnTo>
                  <a:lnTo>
                    <a:pt x="29932" y="276952"/>
                  </a:lnTo>
                  <a:lnTo>
                    <a:pt x="33477" y="280894"/>
                  </a:lnTo>
                  <a:lnTo>
                    <a:pt x="37145" y="284722"/>
                  </a:lnTo>
                  <a:lnTo>
                    <a:pt x="40932" y="288431"/>
                  </a:lnTo>
                  <a:lnTo>
                    <a:pt x="44835" y="292019"/>
                  </a:lnTo>
                  <a:lnTo>
                    <a:pt x="48850" y="295481"/>
                  </a:lnTo>
                  <a:lnTo>
                    <a:pt x="52972" y="298814"/>
                  </a:lnTo>
                  <a:lnTo>
                    <a:pt x="57198" y="302014"/>
                  </a:lnTo>
                  <a:lnTo>
                    <a:pt x="61524" y="305079"/>
                  </a:lnTo>
                  <a:lnTo>
                    <a:pt x="65944" y="308005"/>
                  </a:lnTo>
                  <a:lnTo>
                    <a:pt x="70455" y="310790"/>
                  </a:lnTo>
                  <a:lnTo>
                    <a:pt x="75052" y="313430"/>
                  </a:lnTo>
                  <a:lnTo>
                    <a:pt x="79730" y="315923"/>
                  </a:lnTo>
                  <a:lnTo>
                    <a:pt x="84486" y="318267"/>
                  </a:lnTo>
                  <a:lnTo>
                    <a:pt x="89313" y="320458"/>
                  </a:lnTo>
                  <a:lnTo>
                    <a:pt x="94207" y="322495"/>
                  </a:lnTo>
                  <a:lnTo>
                    <a:pt x="99163" y="324377"/>
                  </a:lnTo>
                  <a:lnTo>
                    <a:pt x="104176" y="326100"/>
                  </a:lnTo>
                  <a:lnTo>
                    <a:pt x="109242" y="327663"/>
                  </a:lnTo>
                  <a:lnTo>
                    <a:pt x="114355" y="329065"/>
                  </a:lnTo>
                  <a:lnTo>
                    <a:pt x="119509" y="330304"/>
                  </a:lnTo>
                  <a:lnTo>
                    <a:pt x="124700" y="331379"/>
                  </a:lnTo>
                  <a:lnTo>
                    <a:pt x="129923" y="332288"/>
                  </a:lnTo>
                  <a:lnTo>
                    <a:pt x="135172" y="333032"/>
                  </a:lnTo>
                  <a:lnTo>
                    <a:pt x="140441" y="333609"/>
                  </a:lnTo>
                  <a:lnTo>
                    <a:pt x="145727" y="334019"/>
                  </a:lnTo>
                  <a:lnTo>
                    <a:pt x="151022" y="334260"/>
                  </a:lnTo>
                  <a:lnTo>
                    <a:pt x="156323" y="334334"/>
                  </a:lnTo>
                  <a:lnTo>
                    <a:pt x="161624" y="334240"/>
                  </a:lnTo>
                  <a:lnTo>
                    <a:pt x="166918" y="333977"/>
                  </a:lnTo>
                  <a:lnTo>
                    <a:pt x="172202" y="333547"/>
                  </a:lnTo>
                  <a:lnTo>
                    <a:pt x="177470" y="332950"/>
                  </a:lnTo>
                  <a:lnTo>
                    <a:pt x="182715" y="332185"/>
                  </a:lnTo>
                  <a:lnTo>
                    <a:pt x="187934" y="331255"/>
                  </a:lnTo>
                  <a:lnTo>
                    <a:pt x="193121" y="330160"/>
                  </a:lnTo>
                  <a:lnTo>
                    <a:pt x="198271" y="328901"/>
                  </a:lnTo>
                  <a:lnTo>
                    <a:pt x="203378" y="327479"/>
                  </a:lnTo>
                  <a:lnTo>
                    <a:pt x="208437" y="325896"/>
                  </a:lnTo>
                  <a:lnTo>
                    <a:pt x="213444" y="324154"/>
                  </a:lnTo>
                  <a:lnTo>
                    <a:pt x="218393" y="322253"/>
                  </a:lnTo>
                  <a:lnTo>
                    <a:pt x="223279" y="320197"/>
                  </a:lnTo>
                  <a:lnTo>
                    <a:pt x="228097" y="317986"/>
                  </a:lnTo>
                  <a:lnTo>
                    <a:pt x="232843" y="315624"/>
                  </a:lnTo>
                  <a:lnTo>
                    <a:pt x="237512" y="313113"/>
                  </a:lnTo>
                  <a:lnTo>
                    <a:pt x="242099" y="310455"/>
                  </a:lnTo>
                  <a:lnTo>
                    <a:pt x="246599" y="307653"/>
                  </a:lnTo>
                  <a:lnTo>
                    <a:pt x="251008" y="304709"/>
                  </a:lnTo>
                  <a:lnTo>
                    <a:pt x="255321" y="301627"/>
                  </a:lnTo>
                  <a:lnTo>
                    <a:pt x="259535" y="298410"/>
                  </a:lnTo>
                  <a:lnTo>
                    <a:pt x="263644" y="295061"/>
                  </a:lnTo>
                  <a:lnTo>
                    <a:pt x="267646" y="291584"/>
                  </a:lnTo>
                  <a:lnTo>
                    <a:pt x="271534" y="287981"/>
                  </a:lnTo>
                  <a:lnTo>
                    <a:pt x="275307" y="284257"/>
                  </a:lnTo>
                  <a:lnTo>
                    <a:pt x="278960" y="280415"/>
                  </a:lnTo>
                  <a:lnTo>
                    <a:pt x="282489" y="276459"/>
                  </a:lnTo>
                  <a:lnTo>
                    <a:pt x="285891" y="272393"/>
                  </a:lnTo>
                  <a:lnTo>
                    <a:pt x="289162" y="268222"/>
                  </a:lnTo>
                  <a:lnTo>
                    <a:pt x="292299" y="263948"/>
                  </a:lnTo>
                  <a:lnTo>
                    <a:pt x="295299" y="259578"/>
                  </a:lnTo>
                  <a:lnTo>
                    <a:pt x="298160" y="255114"/>
                  </a:lnTo>
                  <a:lnTo>
                    <a:pt x="300877" y="250562"/>
                  </a:lnTo>
                  <a:lnTo>
                    <a:pt x="303448" y="245926"/>
                  </a:lnTo>
                  <a:lnTo>
                    <a:pt x="305871" y="241211"/>
                  </a:lnTo>
                  <a:lnTo>
                    <a:pt x="308144" y="236422"/>
                  </a:lnTo>
                  <a:lnTo>
                    <a:pt x="310263" y="231563"/>
                  </a:lnTo>
                  <a:lnTo>
                    <a:pt x="312228" y="226639"/>
                  </a:lnTo>
                  <a:lnTo>
                    <a:pt x="314035" y="221655"/>
                  </a:lnTo>
                  <a:lnTo>
                    <a:pt x="315683" y="216617"/>
                  </a:lnTo>
                  <a:lnTo>
                    <a:pt x="317171" y="211528"/>
                  </a:lnTo>
                  <a:lnTo>
                    <a:pt x="318496" y="206396"/>
                  </a:lnTo>
                  <a:lnTo>
                    <a:pt x="319659" y="201223"/>
                  </a:lnTo>
                  <a:lnTo>
                    <a:pt x="320656" y="196017"/>
                  </a:lnTo>
                  <a:lnTo>
                    <a:pt x="321488" y="190781"/>
                  </a:lnTo>
                  <a:lnTo>
                    <a:pt x="322154" y="185522"/>
                  </a:lnTo>
                  <a:lnTo>
                    <a:pt x="322652" y="180244"/>
                  </a:lnTo>
                  <a:lnTo>
                    <a:pt x="322983" y="174953"/>
                  </a:lnTo>
                  <a:lnTo>
                    <a:pt x="323146" y="169654"/>
                  </a:lnTo>
                  <a:lnTo>
                    <a:pt x="323141" y="164353"/>
                  </a:lnTo>
                  <a:lnTo>
                    <a:pt x="322967" y="159055"/>
                  </a:lnTo>
                  <a:lnTo>
                    <a:pt x="322626" y="153765"/>
                  </a:lnTo>
                  <a:lnTo>
                    <a:pt x="322117" y="148488"/>
                  </a:lnTo>
                  <a:lnTo>
                    <a:pt x="321442" y="143230"/>
                  </a:lnTo>
                  <a:lnTo>
                    <a:pt x="320599" y="137996"/>
                  </a:lnTo>
                  <a:lnTo>
                    <a:pt x="319592" y="132791"/>
                  </a:lnTo>
                  <a:lnTo>
                    <a:pt x="318419" y="127621"/>
                  </a:lnTo>
                  <a:lnTo>
                    <a:pt x="317084" y="122491"/>
                  </a:lnTo>
                  <a:lnTo>
                    <a:pt x="315586" y="117406"/>
                  </a:lnTo>
                  <a:lnTo>
                    <a:pt x="313928" y="112370"/>
                  </a:lnTo>
                  <a:lnTo>
                    <a:pt x="312111" y="107390"/>
                  </a:lnTo>
                  <a:lnTo>
                    <a:pt x="310137" y="102470"/>
                  </a:lnTo>
                  <a:lnTo>
                    <a:pt x="308008" y="97615"/>
                  </a:lnTo>
                  <a:lnTo>
                    <a:pt x="305727" y="92830"/>
                  </a:lnTo>
                  <a:lnTo>
                    <a:pt x="303294" y="88120"/>
                  </a:lnTo>
                  <a:lnTo>
                    <a:pt x="300714" y="83489"/>
                  </a:lnTo>
                  <a:lnTo>
                    <a:pt x="297988" y="78942"/>
                  </a:lnTo>
                  <a:lnTo>
                    <a:pt x="295119" y="74485"/>
                  </a:lnTo>
                  <a:lnTo>
                    <a:pt x="292110" y="70120"/>
                  </a:lnTo>
                  <a:lnTo>
                    <a:pt x="288964" y="65853"/>
                  </a:lnTo>
                  <a:lnTo>
                    <a:pt x="285685" y="61687"/>
                  </a:lnTo>
                  <a:lnTo>
                    <a:pt x="282275" y="57628"/>
                  </a:lnTo>
                  <a:lnTo>
                    <a:pt x="278739" y="53679"/>
                  </a:lnTo>
                  <a:lnTo>
                    <a:pt x="275078" y="49844"/>
                  </a:lnTo>
                  <a:lnTo>
                    <a:pt x="271298" y="46128"/>
                  </a:lnTo>
                  <a:lnTo>
                    <a:pt x="267402" y="42532"/>
                  </a:lnTo>
                  <a:lnTo>
                    <a:pt x="263395" y="39063"/>
                  </a:lnTo>
                  <a:lnTo>
                    <a:pt x="259279" y="35722"/>
                  </a:lnTo>
                  <a:lnTo>
                    <a:pt x="255059" y="32513"/>
                  </a:lnTo>
                  <a:lnTo>
                    <a:pt x="250739" y="29440"/>
                  </a:lnTo>
                  <a:lnTo>
                    <a:pt x="246325" y="26505"/>
                  </a:lnTo>
                  <a:lnTo>
                    <a:pt x="241819" y="23711"/>
                  </a:lnTo>
                  <a:lnTo>
                    <a:pt x="237227" y="21062"/>
                  </a:lnTo>
                  <a:lnTo>
                    <a:pt x="232554" y="18560"/>
                  </a:lnTo>
                  <a:lnTo>
                    <a:pt x="227803" y="16207"/>
                  </a:lnTo>
                  <a:lnTo>
                    <a:pt x="222980" y="14006"/>
                  </a:lnTo>
                  <a:lnTo>
                    <a:pt x="218090" y="11959"/>
                  </a:lnTo>
                  <a:lnTo>
                    <a:pt x="213137" y="10069"/>
                  </a:lnTo>
                  <a:lnTo>
                    <a:pt x="208127" y="8336"/>
                  </a:lnTo>
                  <a:lnTo>
                    <a:pt x="203065" y="6763"/>
                  </a:lnTo>
                  <a:lnTo>
                    <a:pt x="197955" y="5351"/>
                  </a:lnTo>
                  <a:lnTo>
                    <a:pt x="192803" y="4102"/>
                  </a:lnTo>
                  <a:lnTo>
                    <a:pt x="187614" y="3017"/>
                  </a:lnTo>
                  <a:lnTo>
                    <a:pt x="182393" y="2097"/>
                  </a:lnTo>
                  <a:lnTo>
                    <a:pt x="177146" y="1343"/>
                  </a:lnTo>
                  <a:lnTo>
                    <a:pt x="171877" y="756"/>
                  </a:lnTo>
                  <a:lnTo>
                    <a:pt x="166593" y="336"/>
                  </a:lnTo>
                  <a:lnTo>
                    <a:pt x="161297" y="84"/>
                  </a:lnTo>
                  <a:lnTo>
                    <a:pt x="155997" y="0"/>
                  </a:lnTo>
                  <a:lnTo>
                    <a:pt x="1559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70946" y="5399291"/>
              <a:ext cx="15269" cy="167167"/>
            </a:xfrm>
            <a:custGeom>
              <a:avLst/>
              <a:pathLst>
                <a:path w="15269" h="167167">
                  <a:moveTo>
                    <a:pt x="15269" y="0"/>
                  </a:moveTo>
                  <a:lnTo>
                    <a:pt x="0" y="698"/>
                  </a:lnTo>
                  <a:lnTo>
                    <a:pt x="152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70946" y="5399990"/>
              <a:ext cx="15269" cy="166468"/>
            </a:xfrm>
            <a:custGeom>
              <a:avLst/>
              <a:pathLst>
                <a:path w="15269" h="166468">
                  <a:moveTo>
                    <a:pt x="0" y="0"/>
                  </a:moveTo>
                  <a:lnTo>
                    <a:pt x="15269" y="1664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319057" y="5399990"/>
              <a:ext cx="334321" cy="333631"/>
            </a:xfrm>
            <a:custGeom>
              <a:avLst/>
              <a:pathLst>
                <a:path w="334321" h="333631">
                  <a:moveTo>
                    <a:pt x="151888" y="0"/>
                  </a:moveTo>
                  <a:lnTo>
                    <a:pt x="146620" y="567"/>
                  </a:lnTo>
                  <a:lnTo>
                    <a:pt x="141372" y="1301"/>
                  </a:lnTo>
                  <a:lnTo>
                    <a:pt x="136151" y="2202"/>
                  </a:lnTo>
                  <a:lnTo>
                    <a:pt x="130960" y="3267"/>
                  </a:lnTo>
                  <a:lnTo>
                    <a:pt x="125806" y="4496"/>
                  </a:lnTo>
                  <a:lnTo>
                    <a:pt x="120693" y="5888"/>
                  </a:lnTo>
                  <a:lnTo>
                    <a:pt x="115627" y="7441"/>
                  </a:lnTo>
                  <a:lnTo>
                    <a:pt x="110613" y="9154"/>
                  </a:lnTo>
                  <a:lnTo>
                    <a:pt x="105655" y="11026"/>
                  </a:lnTo>
                  <a:lnTo>
                    <a:pt x="100760" y="13053"/>
                  </a:lnTo>
                  <a:lnTo>
                    <a:pt x="95931" y="15234"/>
                  </a:lnTo>
                  <a:lnTo>
                    <a:pt x="91173" y="17568"/>
                  </a:lnTo>
                  <a:lnTo>
                    <a:pt x="86492" y="20051"/>
                  </a:lnTo>
                  <a:lnTo>
                    <a:pt x="81892" y="22681"/>
                  </a:lnTo>
                  <a:lnTo>
                    <a:pt x="77378" y="25456"/>
                  </a:lnTo>
                  <a:lnTo>
                    <a:pt x="72954" y="28372"/>
                  </a:lnTo>
                  <a:lnTo>
                    <a:pt x="68624" y="31427"/>
                  </a:lnTo>
                  <a:lnTo>
                    <a:pt x="64394" y="34618"/>
                  </a:lnTo>
                  <a:lnTo>
                    <a:pt x="60267" y="37941"/>
                  </a:lnTo>
                  <a:lnTo>
                    <a:pt x="56247" y="41393"/>
                  </a:lnTo>
                  <a:lnTo>
                    <a:pt x="52338" y="44971"/>
                  </a:lnTo>
                  <a:lnTo>
                    <a:pt x="48545" y="48671"/>
                  </a:lnTo>
                  <a:lnTo>
                    <a:pt x="44872" y="52490"/>
                  </a:lnTo>
                  <a:lnTo>
                    <a:pt x="41321" y="56423"/>
                  </a:lnTo>
                  <a:lnTo>
                    <a:pt x="37896" y="60466"/>
                  </a:lnTo>
                  <a:lnTo>
                    <a:pt x="34601" y="64616"/>
                  </a:lnTo>
                  <a:lnTo>
                    <a:pt x="31440" y="68869"/>
                  </a:lnTo>
                  <a:lnTo>
                    <a:pt x="28415" y="73219"/>
                  </a:lnTo>
                  <a:lnTo>
                    <a:pt x="25529" y="77663"/>
                  </a:lnTo>
                  <a:lnTo>
                    <a:pt x="22786" y="82196"/>
                  </a:lnTo>
                  <a:lnTo>
                    <a:pt x="20187" y="86815"/>
                  </a:lnTo>
                  <a:lnTo>
                    <a:pt x="17737" y="91513"/>
                  </a:lnTo>
                  <a:lnTo>
                    <a:pt x="15436" y="96286"/>
                  </a:lnTo>
                  <a:lnTo>
                    <a:pt x="13288" y="101130"/>
                  </a:lnTo>
                  <a:lnTo>
                    <a:pt x="11295" y="106039"/>
                  </a:lnTo>
                  <a:lnTo>
                    <a:pt x="9458" y="111010"/>
                  </a:lnTo>
                  <a:lnTo>
                    <a:pt x="7779" y="116036"/>
                  </a:lnTo>
                  <a:lnTo>
                    <a:pt x="6261" y="121112"/>
                  </a:lnTo>
                  <a:lnTo>
                    <a:pt x="4904" y="126234"/>
                  </a:lnTo>
                  <a:lnTo>
                    <a:pt x="3711" y="131397"/>
                  </a:lnTo>
                  <a:lnTo>
                    <a:pt x="2681" y="136595"/>
                  </a:lnTo>
                  <a:lnTo>
                    <a:pt x="1817" y="141823"/>
                  </a:lnTo>
                  <a:lnTo>
                    <a:pt x="1119" y="147075"/>
                  </a:lnTo>
                  <a:lnTo>
                    <a:pt x="588" y="152348"/>
                  </a:lnTo>
                  <a:lnTo>
                    <a:pt x="224" y="157634"/>
                  </a:lnTo>
                  <a:lnTo>
                    <a:pt x="28" y="162929"/>
                  </a:lnTo>
                  <a:lnTo>
                    <a:pt x="0" y="168228"/>
                  </a:lnTo>
                  <a:lnTo>
                    <a:pt x="139" y="173525"/>
                  </a:lnTo>
                  <a:lnTo>
                    <a:pt x="447" y="178815"/>
                  </a:lnTo>
                  <a:lnTo>
                    <a:pt x="922" y="184092"/>
                  </a:lnTo>
                  <a:lnTo>
                    <a:pt x="1564" y="189352"/>
                  </a:lnTo>
                  <a:lnTo>
                    <a:pt x="2372" y="194589"/>
                  </a:lnTo>
                  <a:lnTo>
                    <a:pt x="3346" y="199797"/>
                  </a:lnTo>
                  <a:lnTo>
                    <a:pt x="4485" y="204972"/>
                  </a:lnTo>
                  <a:lnTo>
                    <a:pt x="5787" y="210109"/>
                  </a:lnTo>
                  <a:lnTo>
                    <a:pt x="7251" y="215201"/>
                  </a:lnTo>
                  <a:lnTo>
                    <a:pt x="8876" y="220245"/>
                  </a:lnTo>
                  <a:lnTo>
                    <a:pt x="10660" y="225234"/>
                  </a:lnTo>
                  <a:lnTo>
                    <a:pt x="12601" y="230165"/>
                  </a:lnTo>
                  <a:lnTo>
                    <a:pt x="14698" y="235031"/>
                  </a:lnTo>
                  <a:lnTo>
                    <a:pt x="16947" y="239829"/>
                  </a:lnTo>
                  <a:lnTo>
                    <a:pt x="19348" y="244553"/>
                  </a:lnTo>
                  <a:lnTo>
                    <a:pt x="21897" y="249198"/>
                  </a:lnTo>
                  <a:lnTo>
                    <a:pt x="24592" y="253760"/>
                  </a:lnTo>
                  <a:lnTo>
                    <a:pt x="27430" y="258235"/>
                  </a:lnTo>
                  <a:lnTo>
                    <a:pt x="30409" y="262617"/>
                  </a:lnTo>
                  <a:lnTo>
                    <a:pt x="33525" y="266903"/>
                  </a:lnTo>
                  <a:lnTo>
                    <a:pt x="36775" y="271088"/>
                  </a:lnTo>
                  <a:lnTo>
                    <a:pt x="40156" y="275168"/>
                  </a:lnTo>
                  <a:lnTo>
                    <a:pt x="43665" y="279138"/>
                  </a:lnTo>
                  <a:lnTo>
                    <a:pt x="47298" y="282996"/>
                  </a:lnTo>
                  <a:lnTo>
                    <a:pt x="51052" y="286736"/>
                  </a:lnTo>
                  <a:lnTo>
                    <a:pt x="54922" y="290355"/>
                  </a:lnTo>
                  <a:lnTo>
                    <a:pt x="58904" y="293850"/>
                  </a:lnTo>
                  <a:lnTo>
                    <a:pt x="62996" y="297217"/>
                  </a:lnTo>
                  <a:lnTo>
                    <a:pt x="67192" y="300453"/>
                  </a:lnTo>
                  <a:lnTo>
                    <a:pt x="71489" y="303554"/>
                  </a:lnTo>
                  <a:lnTo>
                    <a:pt x="75882" y="306517"/>
                  </a:lnTo>
                  <a:lnTo>
                    <a:pt x="80366" y="309339"/>
                  </a:lnTo>
                  <a:lnTo>
                    <a:pt x="84938" y="312018"/>
                  </a:lnTo>
                  <a:lnTo>
                    <a:pt x="89592" y="314551"/>
                  </a:lnTo>
                  <a:lnTo>
                    <a:pt x="94325" y="316935"/>
                  </a:lnTo>
                  <a:lnTo>
                    <a:pt x="99130" y="319168"/>
                  </a:lnTo>
                  <a:lnTo>
                    <a:pt x="104004" y="321247"/>
                  </a:lnTo>
                  <a:lnTo>
                    <a:pt x="108941" y="323171"/>
                  </a:lnTo>
                  <a:lnTo>
                    <a:pt x="113937" y="324937"/>
                  </a:lnTo>
                  <a:lnTo>
                    <a:pt x="118986" y="326545"/>
                  </a:lnTo>
                  <a:lnTo>
                    <a:pt x="124084" y="327991"/>
                  </a:lnTo>
                  <a:lnTo>
                    <a:pt x="129225" y="329275"/>
                  </a:lnTo>
                  <a:lnTo>
                    <a:pt x="134404" y="330395"/>
                  </a:lnTo>
                  <a:lnTo>
                    <a:pt x="139615" y="331351"/>
                  </a:lnTo>
                  <a:lnTo>
                    <a:pt x="144855" y="332141"/>
                  </a:lnTo>
                  <a:lnTo>
                    <a:pt x="150117" y="332765"/>
                  </a:lnTo>
                  <a:lnTo>
                    <a:pt x="155396" y="333221"/>
                  </a:lnTo>
                  <a:lnTo>
                    <a:pt x="160687" y="333510"/>
                  </a:lnTo>
                  <a:lnTo>
                    <a:pt x="165985" y="333631"/>
                  </a:lnTo>
                  <a:lnTo>
                    <a:pt x="171283" y="333585"/>
                  </a:lnTo>
                  <a:lnTo>
                    <a:pt x="176578" y="333370"/>
                  </a:lnTo>
                  <a:lnTo>
                    <a:pt x="181863" y="332988"/>
                  </a:lnTo>
                  <a:lnTo>
                    <a:pt x="187133" y="332438"/>
                  </a:lnTo>
                  <a:lnTo>
                    <a:pt x="192383" y="331721"/>
                  </a:lnTo>
                  <a:lnTo>
                    <a:pt x="197608" y="330839"/>
                  </a:lnTo>
                  <a:lnTo>
                    <a:pt x="202802" y="329791"/>
                  </a:lnTo>
                  <a:lnTo>
                    <a:pt x="207961" y="328579"/>
                  </a:lnTo>
                  <a:lnTo>
                    <a:pt x="213078" y="327205"/>
                  </a:lnTo>
                  <a:lnTo>
                    <a:pt x="218149" y="325669"/>
                  </a:lnTo>
                  <a:lnTo>
                    <a:pt x="223169" y="323973"/>
                  </a:lnTo>
                  <a:lnTo>
                    <a:pt x="228133" y="322118"/>
                  </a:lnTo>
                  <a:lnTo>
                    <a:pt x="233035" y="320108"/>
                  </a:lnTo>
                  <a:lnTo>
                    <a:pt x="237872" y="317942"/>
                  </a:lnTo>
                  <a:lnTo>
                    <a:pt x="242637" y="315625"/>
                  </a:lnTo>
                  <a:lnTo>
                    <a:pt x="247326" y="313158"/>
                  </a:lnTo>
                  <a:lnTo>
                    <a:pt x="251935" y="310543"/>
                  </a:lnTo>
                  <a:lnTo>
                    <a:pt x="256459" y="307784"/>
                  </a:lnTo>
                  <a:lnTo>
                    <a:pt x="260893" y="304883"/>
                  </a:lnTo>
                  <a:lnTo>
                    <a:pt x="265233" y="301843"/>
                  </a:lnTo>
                  <a:lnTo>
                    <a:pt x="269474" y="298666"/>
                  </a:lnTo>
                  <a:lnTo>
                    <a:pt x="273613" y="295357"/>
                  </a:lnTo>
                  <a:lnTo>
                    <a:pt x="277644" y="291918"/>
                  </a:lnTo>
                  <a:lnTo>
                    <a:pt x="281564" y="288353"/>
                  </a:lnTo>
                  <a:lnTo>
                    <a:pt x="285370" y="284666"/>
                  </a:lnTo>
                  <a:lnTo>
                    <a:pt x="289057" y="280860"/>
                  </a:lnTo>
                  <a:lnTo>
                    <a:pt x="292621" y="276939"/>
                  </a:lnTo>
                  <a:lnTo>
                    <a:pt x="296059" y="272908"/>
                  </a:lnTo>
                  <a:lnTo>
                    <a:pt x="299368" y="268769"/>
                  </a:lnTo>
                  <a:lnTo>
                    <a:pt x="302544" y="264527"/>
                  </a:lnTo>
                  <a:lnTo>
                    <a:pt x="305584" y="260187"/>
                  </a:lnTo>
                  <a:lnTo>
                    <a:pt x="308484" y="255753"/>
                  </a:lnTo>
                  <a:lnTo>
                    <a:pt x="311243" y="251229"/>
                  </a:lnTo>
                  <a:lnTo>
                    <a:pt x="313857" y="246619"/>
                  </a:lnTo>
                  <a:lnTo>
                    <a:pt x="316324" y="241930"/>
                  </a:lnTo>
                  <a:lnTo>
                    <a:pt x="318640" y="237164"/>
                  </a:lnTo>
                  <a:lnTo>
                    <a:pt x="320805" y="232328"/>
                  </a:lnTo>
                  <a:lnTo>
                    <a:pt x="322815" y="227425"/>
                  </a:lnTo>
                  <a:lnTo>
                    <a:pt x="324669" y="222461"/>
                  </a:lnTo>
                  <a:lnTo>
                    <a:pt x="326364" y="217441"/>
                  </a:lnTo>
                  <a:lnTo>
                    <a:pt x="327900" y="212369"/>
                  </a:lnTo>
                  <a:lnTo>
                    <a:pt x="329274" y="207252"/>
                  </a:lnTo>
                  <a:lnTo>
                    <a:pt x="330485" y="202093"/>
                  </a:lnTo>
                  <a:lnTo>
                    <a:pt x="331532" y="196899"/>
                  </a:lnTo>
                  <a:lnTo>
                    <a:pt x="332414" y="191674"/>
                  </a:lnTo>
                  <a:lnTo>
                    <a:pt x="333130" y="186423"/>
                  </a:lnTo>
                  <a:lnTo>
                    <a:pt x="333679" y="181153"/>
                  </a:lnTo>
                  <a:lnTo>
                    <a:pt x="334061" y="175868"/>
                  </a:lnTo>
                  <a:lnTo>
                    <a:pt x="334275" y="170574"/>
                  </a:lnTo>
                  <a:lnTo>
                    <a:pt x="334321" y="165275"/>
                  </a:lnTo>
                  <a:lnTo>
                    <a:pt x="334199" y="159978"/>
                  </a:lnTo>
                  <a:lnTo>
                    <a:pt x="333909" y="154687"/>
                  </a:lnTo>
                  <a:lnTo>
                    <a:pt x="333452" y="149408"/>
                  </a:lnTo>
                  <a:lnTo>
                    <a:pt x="332828" y="144146"/>
                  </a:lnTo>
                  <a:lnTo>
                    <a:pt x="332037" y="138906"/>
                  </a:lnTo>
                  <a:lnTo>
                    <a:pt x="331081" y="133694"/>
                  </a:lnTo>
                  <a:lnTo>
                    <a:pt x="329960" y="128516"/>
                  </a:lnTo>
                  <a:lnTo>
                    <a:pt x="328675" y="123375"/>
                  </a:lnTo>
                  <a:lnTo>
                    <a:pt x="327228" y="118277"/>
                  </a:lnTo>
                  <a:lnTo>
                    <a:pt x="325621" y="113228"/>
                  </a:lnTo>
                  <a:lnTo>
                    <a:pt x="323854" y="108233"/>
                  </a:lnTo>
                  <a:lnTo>
                    <a:pt x="321929" y="103296"/>
                  </a:lnTo>
                  <a:lnTo>
                    <a:pt x="319849" y="98422"/>
                  </a:lnTo>
                  <a:lnTo>
                    <a:pt x="317616" y="93617"/>
                  </a:lnTo>
                  <a:lnTo>
                    <a:pt x="315231" y="88885"/>
                  </a:lnTo>
                  <a:lnTo>
                    <a:pt x="312698" y="84231"/>
                  </a:lnTo>
                  <a:lnTo>
                    <a:pt x="310019" y="79660"/>
                  </a:lnTo>
                  <a:lnTo>
                    <a:pt x="307196" y="75175"/>
                  </a:lnTo>
                  <a:lnTo>
                    <a:pt x="304232" y="70783"/>
                  </a:lnTo>
                  <a:lnTo>
                    <a:pt x="301130" y="66487"/>
                  </a:lnTo>
                  <a:lnTo>
                    <a:pt x="297894" y="62291"/>
                  </a:lnTo>
                  <a:lnTo>
                    <a:pt x="294527" y="58200"/>
                  </a:lnTo>
                  <a:lnTo>
                    <a:pt x="291031" y="54217"/>
                  </a:lnTo>
                  <a:lnTo>
                    <a:pt x="287411" y="50348"/>
                  </a:lnTo>
                  <a:lnTo>
                    <a:pt x="283671" y="46595"/>
                  </a:lnTo>
                  <a:lnTo>
                    <a:pt x="279813" y="42962"/>
                  </a:lnTo>
                  <a:lnTo>
                    <a:pt x="275842" y="39454"/>
                  </a:lnTo>
                  <a:lnTo>
                    <a:pt x="271762" y="36073"/>
                  </a:lnTo>
                  <a:lnTo>
                    <a:pt x="267577" y="32823"/>
                  </a:lnTo>
                  <a:lnTo>
                    <a:pt x="263290" y="29708"/>
                  </a:lnTo>
                  <a:lnTo>
                    <a:pt x="258908" y="26729"/>
                  </a:lnTo>
                  <a:lnTo>
                    <a:pt x="254433" y="23892"/>
                  </a:lnTo>
                  <a:lnTo>
                    <a:pt x="249870" y="21197"/>
                  </a:lnTo>
                  <a:lnTo>
                    <a:pt x="245224" y="18649"/>
                  </a:lnTo>
                  <a:lnTo>
                    <a:pt x="240500" y="16249"/>
                  </a:lnTo>
                  <a:lnTo>
                    <a:pt x="235702" y="14000"/>
                  </a:lnTo>
                  <a:lnTo>
                    <a:pt x="230836" y="11904"/>
                  </a:lnTo>
                  <a:lnTo>
                    <a:pt x="225905" y="9963"/>
                  </a:lnTo>
                  <a:lnTo>
                    <a:pt x="220915" y="8180"/>
                  </a:lnTo>
                  <a:lnTo>
                    <a:pt x="215872" y="6556"/>
                  </a:lnTo>
                  <a:lnTo>
                    <a:pt x="210779" y="5092"/>
                  </a:lnTo>
                  <a:lnTo>
                    <a:pt x="205642" y="3791"/>
                  </a:lnTo>
                  <a:lnTo>
                    <a:pt x="200467" y="2653"/>
                  </a:lnTo>
                  <a:lnTo>
                    <a:pt x="195259" y="1679"/>
                  </a:lnTo>
                  <a:lnTo>
                    <a:pt x="190022" y="872"/>
                  </a:lnTo>
                  <a:lnTo>
                    <a:pt x="167158" y="1664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22863" cy="167167"/>
            </a:xfrm>
            <a:custGeom>
              <a:avLst/>
              <a:pathLst>
                <a:path w="22863" h="167167">
                  <a:moveTo>
                    <a:pt x="22863" y="1570"/>
                  </a:moveTo>
                  <a:lnTo>
                    <a:pt x="15269" y="698"/>
                  </a:lnTo>
                  <a:lnTo>
                    <a:pt x="7642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56394" y="5399291"/>
              <a:ext cx="167149" cy="256621"/>
            </a:xfrm>
            <a:custGeom>
              <a:avLst/>
              <a:pathLst>
                <a:path w="167149" h="256621">
                  <a:moveTo>
                    <a:pt x="167149" y="0"/>
                  </a:moveTo>
                  <a:lnTo>
                    <a:pt x="161741" y="87"/>
                  </a:lnTo>
                  <a:lnTo>
                    <a:pt x="156339" y="349"/>
                  </a:lnTo>
                  <a:lnTo>
                    <a:pt x="150948" y="786"/>
                  </a:lnTo>
                  <a:lnTo>
                    <a:pt x="145575" y="1398"/>
                  </a:lnTo>
                  <a:lnTo>
                    <a:pt x="140223" y="2182"/>
                  </a:lnTo>
                  <a:lnTo>
                    <a:pt x="134900" y="3140"/>
                  </a:lnTo>
                  <a:lnTo>
                    <a:pt x="129611" y="4269"/>
                  </a:lnTo>
                  <a:lnTo>
                    <a:pt x="124361" y="5568"/>
                  </a:lnTo>
                  <a:lnTo>
                    <a:pt x="119156" y="7037"/>
                  </a:lnTo>
                  <a:lnTo>
                    <a:pt x="114001" y="8673"/>
                  </a:lnTo>
                  <a:lnTo>
                    <a:pt x="108901" y="10476"/>
                  </a:lnTo>
                  <a:lnTo>
                    <a:pt x="103863" y="12442"/>
                  </a:lnTo>
                  <a:lnTo>
                    <a:pt x="98891" y="14570"/>
                  </a:lnTo>
                  <a:lnTo>
                    <a:pt x="93990" y="16858"/>
                  </a:lnTo>
                  <a:lnTo>
                    <a:pt x="89166" y="19304"/>
                  </a:lnTo>
                  <a:lnTo>
                    <a:pt x="84423" y="21904"/>
                  </a:lnTo>
                  <a:lnTo>
                    <a:pt x="79768" y="24656"/>
                  </a:lnTo>
                  <a:lnTo>
                    <a:pt x="75203" y="27557"/>
                  </a:lnTo>
                  <a:lnTo>
                    <a:pt x="70735" y="30605"/>
                  </a:lnTo>
                  <a:lnTo>
                    <a:pt x="66368" y="33795"/>
                  </a:lnTo>
                  <a:lnTo>
                    <a:pt x="62106" y="37125"/>
                  </a:lnTo>
                  <a:lnTo>
                    <a:pt x="57954" y="40591"/>
                  </a:lnTo>
                  <a:lnTo>
                    <a:pt x="53917" y="44190"/>
                  </a:lnTo>
                  <a:lnTo>
                    <a:pt x="49998" y="47917"/>
                  </a:lnTo>
                  <a:lnTo>
                    <a:pt x="46201" y="51770"/>
                  </a:lnTo>
                  <a:lnTo>
                    <a:pt x="42531" y="55743"/>
                  </a:lnTo>
                  <a:lnTo>
                    <a:pt x="38992" y="59832"/>
                  </a:lnTo>
                  <a:lnTo>
                    <a:pt x="35587" y="64034"/>
                  </a:lnTo>
                  <a:lnTo>
                    <a:pt x="32320" y="68344"/>
                  </a:lnTo>
                  <a:lnTo>
                    <a:pt x="29193" y="72757"/>
                  </a:lnTo>
                  <a:lnTo>
                    <a:pt x="26211" y="77270"/>
                  </a:lnTo>
                  <a:lnTo>
                    <a:pt x="23377" y="81876"/>
                  </a:lnTo>
                  <a:lnTo>
                    <a:pt x="20693" y="86572"/>
                  </a:lnTo>
                  <a:lnTo>
                    <a:pt x="18163" y="91352"/>
                  </a:lnTo>
                  <a:lnTo>
                    <a:pt x="15788" y="96211"/>
                  </a:lnTo>
                  <a:lnTo>
                    <a:pt x="13572" y="101144"/>
                  </a:lnTo>
                  <a:lnTo>
                    <a:pt x="11516" y="106147"/>
                  </a:lnTo>
                  <a:lnTo>
                    <a:pt x="9624" y="111214"/>
                  </a:lnTo>
                  <a:lnTo>
                    <a:pt x="7896" y="116339"/>
                  </a:lnTo>
                  <a:lnTo>
                    <a:pt x="6335" y="121517"/>
                  </a:lnTo>
                  <a:lnTo>
                    <a:pt x="4943" y="126743"/>
                  </a:lnTo>
                  <a:lnTo>
                    <a:pt x="3720" y="132012"/>
                  </a:lnTo>
                  <a:lnTo>
                    <a:pt x="2668" y="137317"/>
                  </a:lnTo>
                  <a:lnTo>
                    <a:pt x="1789" y="142654"/>
                  </a:lnTo>
                  <a:lnTo>
                    <a:pt x="1082" y="148016"/>
                  </a:lnTo>
                  <a:lnTo>
                    <a:pt x="550" y="153398"/>
                  </a:lnTo>
                  <a:lnTo>
                    <a:pt x="191" y="158794"/>
                  </a:lnTo>
                  <a:lnTo>
                    <a:pt x="8" y="164200"/>
                  </a:lnTo>
                  <a:lnTo>
                    <a:pt x="0" y="169608"/>
                  </a:lnTo>
                  <a:lnTo>
                    <a:pt x="166" y="175014"/>
                  </a:lnTo>
                  <a:lnTo>
                    <a:pt x="507" y="180412"/>
                  </a:lnTo>
                  <a:lnTo>
                    <a:pt x="1023" y="185796"/>
                  </a:lnTo>
                  <a:lnTo>
                    <a:pt x="1712" y="191160"/>
                  </a:lnTo>
                  <a:lnTo>
                    <a:pt x="2575" y="196499"/>
                  </a:lnTo>
                  <a:lnTo>
                    <a:pt x="3610" y="201808"/>
                  </a:lnTo>
                  <a:lnTo>
                    <a:pt x="4816" y="207080"/>
                  </a:lnTo>
                  <a:lnTo>
                    <a:pt x="6193" y="212311"/>
                  </a:lnTo>
                  <a:lnTo>
                    <a:pt x="7737" y="217494"/>
                  </a:lnTo>
                  <a:lnTo>
                    <a:pt x="9449" y="222624"/>
                  </a:lnTo>
                  <a:lnTo>
                    <a:pt x="11325" y="227697"/>
                  </a:lnTo>
                  <a:lnTo>
                    <a:pt x="13365" y="232706"/>
                  </a:lnTo>
                  <a:lnTo>
                    <a:pt x="15566" y="237647"/>
                  </a:lnTo>
                  <a:lnTo>
                    <a:pt x="17925" y="242513"/>
                  </a:lnTo>
                  <a:lnTo>
                    <a:pt x="20440" y="247301"/>
                  </a:lnTo>
                  <a:lnTo>
                    <a:pt x="23110" y="252005"/>
                  </a:lnTo>
                  <a:lnTo>
                    <a:pt x="25929" y="25662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82324" y="5566459"/>
              <a:ext cx="141219" cy="89453"/>
            </a:xfrm>
            <a:custGeom>
              <a:avLst/>
              <a:pathLst>
                <a:path w="141219" h="89453">
                  <a:moveTo>
                    <a:pt x="0" y="89453"/>
                  </a:moveTo>
                  <a:lnTo>
                    <a:pt x="1412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82324" y="5566459"/>
              <a:ext cx="141219" cy="89453"/>
            </a:xfrm>
            <a:custGeom>
              <a:avLst/>
              <a:pathLst>
                <a:path w="141219" h="89453">
                  <a:moveTo>
                    <a:pt x="0" y="89453"/>
                  </a:moveTo>
                  <a:lnTo>
                    <a:pt x="1412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82324" y="5566459"/>
              <a:ext cx="141219" cy="89453"/>
            </a:xfrm>
            <a:custGeom>
              <a:avLst/>
              <a:pathLst>
                <a:path w="141219" h="89453">
                  <a:moveTo>
                    <a:pt x="0" y="89453"/>
                  </a:moveTo>
                  <a:lnTo>
                    <a:pt x="1412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82324" y="5566459"/>
              <a:ext cx="141219" cy="89453"/>
            </a:xfrm>
            <a:custGeom>
              <a:avLst/>
              <a:pathLst>
                <a:path w="141219" h="89453">
                  <a:moveTo>
                    <a:pt x="0" y="89453"/>
                  </a:moveTo>
                  <a:lnTo>
                    <a:pt x="1412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82324" y="5566459"/>
              <a:ext cx="141219" cy="89453"/>
            </a:xfrm>
            <a:custGeom>
              <a:avLst/>
              <a:pathLst>
                <a:path w="141219" h="89453">
                  <a:moveTo>
                    <a:pt x="0" y="89453"/>
                  </a:moveTo>
                  <a:lnTo>
                    <a:pt x="1412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82324" y="5566459"/>
              <a:ext cx="141219" cy="151759"/>
            </a:xfrm>
            <a:custGeom>
              <a:avLst/>
              <a:pathLst>
                <a:path w="141219" h="151759">
                  <a:moveTo>
                    <a:pt x="0" y="89453"/>
                  </a:moveTo>
                  <a:lnTo>
                    <a:pt x="3097" y="94165"/>
                  </a:lnTo>
                  <a:lnTo>
                    <a:pt x="6351" y="98770"/>
                  </a:lnTo>
                  <a:lnTo>
                    <a:pt x="9759" y="103262"/>
                  </a:lnTo>
                  <a:lnTo>
                    <a:pt x="13316" y="107637"/>
                  </a:lnTo>
                  <a:lnTo>
                    <a:pt x="17019" y="111889"/>
                  </a:lnTo>
                  <a:lnTo>
                    <a:pt x="20863" y="116014"/>
                  </a:lnTo>
                  <a:lnTo>
                    <a:pt x="24844" y="120007"/>
                  </a:lnTo>
                  <a:lnTo>
                    <a:pt x="28958" y="123863"/>
                  </a:lnTo>
                  <a:lnTo>
                    <a:pt x="33199" y="127579"/>
                  </a:lnTo>
                  <a:lnTo>
                    <a:pt x="37563" y="131150"/>
                  </a:lnTo>
                  <a:lnTo>
                    <a:pt x="42045" y="134571"/>
                  </a:lnTo>
                  <a:lnTo>
                    <a:pt x="46640" y="137839"/>
                  </a:lnTo>
                  <a:lnTo>
                    <a:pt x="51342" y="140950"/>
                  </a:lnTo>
                  <a:lnTo>
                    <a:pt x="56147" y="143901"/>
                  </a:lnTo>
                  <a:lnTo>
                    <a:pt x="61049" y="146688"/>
                  </a:lnTo>
                  <a:lnTo>
                    <a:pt x="66041" y="149309"/>
                  </a:lnTo>
                  <a:lnTo>
                    <a:pt x="71119" y="151759"/>
                  </a:lnTo>
                  <a:lnTo>
                    <a:pt x="1412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53444" y="5399291"/>
              <a:ext cx="237263" cy="334318"/>
            </a:xfrm>
            <a:custGeom>
              <a:avLst/>
              <a:pathLst>
                <a:path w="237263" h="334318">
                  <a:moveTo>
                    <a:pt x="0" y="318927"/>
                  </a:moveTo>
                  <a:lnTo>
                    <a:pt x="4878" y="321086"/>
                  </a:lnTo>
                  <a:lnTo>
                    <a:pt x="9822" y="323089"/>
                  </a:lnTo>
                  <a:lnTo>
                    <a:pt x="14828" y="324933"/>
                  </a:lnTo>
                  <a:lnTo>
                    <a:pt x="19890" y="326616"/>
                  </a:lnTo>
                  <a:lnTo>
                    <a:pt x="25003" y="328137"/>
                  </a:lnTo>
                  <a:lnTo>
                    <a:pt x="30162" y="329494"/>
                  </a:lnTo>
                  <a:lnTo>
                    <a:pt x="35362" y="330685"/>
                  </a:lnTo>
                  <a:lnTo>
                    <a:pt x="40598" y="331711"/>
                  </a:lnTo>
                  <a:lnTo>
                    <a:pt x="45863" y="332568"/>
                  </a:lnTo>
                  <a:lnTo>
                    <a:pt x="51153" y="333257"/>
                  </a:lnTo>
                  <a:lnTo>
                    <a:pt x="56462" y="333777"/>
                  </a:lnTo>
                  <a:lnTo>
                    <a:pt x="61785" y="334128"/>
                  </a:lnTo>
                  <a:lnTo>
                    <a:pt x="67117" y="334308"/>
                  </a:lnTo>
                  <a:lnTo>
                    <a:pt x="72452" y="334318"/>
                  </a:lnTo>
                  <a:lnTo>
                    <a:pt x="77784" y="334158"/>
                  </a:lnTo>
                  <a:lnTo>
                    <a:pt x="83108" y="333827"/>
                  </a:lnTo>
                  <a:lnTo>
                    <a:pt x="88419" y="333327"/>
                  </a:lnTo>
                  <a:lnTo>
                    <a:pt x="93712" y="332658"/>
                  </a:lnTo>
                  <a:lnTo>
                    <a:pt x="98980" y="331821"/>
                  </a:lnTo>
                  <a:lnTo>
                    <a:pt x="104220" y="330815"/>
                  </a:lnTo>
                  <a:lnTo>
                    <a:pt x="109424" y="329643"/>
                  </a:lnTo>
                  <a:lnTo>
                    <a:pt x="114588" y="328306"/>
                  </a:lnTo>
                  <a:lnTo>
                    <a:pt x="119707" y="326804"/>
                  </a:lnTo>
                  <a:lnTo>
                    <a:pt x="124776" y="325140"/>
                  </a:lnTo>
                  <a:lnTo>
                    <a:pt x="129788" y="323315"/>
                  </a:lnTo>
                  <a:lnTo>
                    <a:pt x="134740" y="321331"/>
                  </a:lnTo>
                  <a:lnTo>
                    <a:pt x="139626" y="319190"/>
                  </a:lnTo>
                  <a:lnTo>
                    <a:pt x="144442" y="316894"/>
                  </a:lnTo>
                  <a:lnTo>
                    <a:pt x="149181" y="314445"/>
                  </a:lnTo>
                  <a:lnTo>
                    <a:pt x="153841" y="311847"/>
                  </a:lnTo>
                  <a:lnTo>
                    <a:pt x="158414" y="309101"/>
                  </a:lnTo>
                  <a:lnTo>
                    <a:pt x="162898" y="306211"/>
                  </a:lnTo>
                  <a:lnTo>
                    <a:pt x="167288" y="303179"/>
                  </a:lnTo>
                  <a:lnTo>
                    <a:pt x="171578" y="300009"/>
                  </a:lnTo>
                  <a:lnTo>
                    <a:pt x="175765" y="296703"/>
                  </a:lnTo>
                  <a:lnTo>
                    <a:pt x="179845" y="293266"/>
                  </a:lnTo>
                  <a:lnTo>
                    <a:pt x="183812" y="289700"/>
                  </a:lnTo>
                  <a:lnTo>
                    <a:pt x="187664" y="286009"/>
                  </a:lnTo>
                  <a:lnTo>
                    <a:pt x="191396" y="282197"/>
                  </a:lnTo>
                  <a:lnTo>
                    <a:pt x="195005" y="278268"/>
                  </a:lnTo>
                  <a:lnTo>
                    <a:pt x="198486" y="274226"/>
                  </a:lnTo>
                  <a:lnTo>
                    <a:pt x="201837" y="270075"/>
                  </a:lnTo>
                  <a:lnTo>
                    <a:pt x="205054" y="265819"/>
                  </a:lnTo>
                  <a:lnTo>
                    <a:pt x="208133" y="261463"/>
                  </a:lnTo>
                  <a:lnTo>
                    <a:pt x="211071" y="257011"/>
                  </a:lnTo>
                  <a:lnTo>
                    <a:pt x="213866" y="252467"/>
                  </a:lnTo>
                  <a:lnTo>
                    <a:pt x="216515" y="247836"/>
                  </a:lnTo>
                  <a:lnTo>
                    <a:pt x="219014" y="243123"/>
                  </a:lnTo>
                  <a:lnTo>
                    <a:pt x="221362" y="238333"/>
                  </a:lnTo>
                  <a:lnTo>
                    <a:pt x="223556" y="233470"/>
                  </a:lnTo>
                  <a:lnTo>
                    <a:pt x="225593" y="228540"/>
                  </a:lnTo>
                  <a:lnTo>
                    <a:pt x="227472" y="223547"/>
                  </a:lnTo>
                  <a:lnTo>
                    <a:pt x="229191" y="218497"/>
                  </a:lnTo>
                  <a:lnTo>
                    <a:pt x="230748" y="213394"/>
                  </a:lnTo>
                  <a:lnTo>
                    <a:pt x="232141" y="208245"/>
                  </a:lnTo>
                  <a:lnTo>
                    <a:pt x="233369" y="203053"/>
                  </a:lnTo>
                  <a:lnTo>
                    <a:pt x="234431" y="197826"/>
                  </a:lnTo>
                  <a:lnTo>
                    <a:pt x="235326" y="192566"/>
                  </a:lnTo>
                  <a:lnTo>
                    <a:pt x="236052" y="187281"/>
                  </a:lnTo>
                  <a:lnTo>
                    <a:pt x="236609" y="181976"/>
                  </a:lnTo>
                  <a:lnTo>
                    <a:pt x="236997" y="176655"/>
                  </a:lnTo>
                  <a:lnTo>
                    <a:pt x="237215" y="171325"/>
                  </a:lnTo>
                  <a:lnTo>
                    <a:pt x="237263" y="165991"/>
                  </a:lnTo>
                  <a:lnTo>
                    <a:pt x="237140" y="160657"/>
                  </a:lnTo>
                  <a:lnTo>
                    <a:pt x="236847" y="155331"/>
                  </a:lnTo>
                  <a:lnTo>
                    <a:pt x="236385" y="150016"/>
                  </a:lnTo>
                  <a:lnTo>
                    <a:pt x="235753" y="144719"/>
                  </a:lnTo>
                  <a:lnTo>
                    <a:pt x="234952" y="139445"/>
                  </a:lnTo>
                  <a:lnTo>
                    <a:pt x="233984" y="134199"/>
                  </a:lnTo>
                  <a:lnTo>
                    <a:pt x="232848" y="128986"/>
                  </a:lnTo>
                  <a:lnTo>
                    <a:pt x="231547" y="123813"/>
                  </a:lnTo>
                  <a:lnTo>
                    <a:pt x="230081" y="118684"/>
                  </a:lnTo>
                  <a:lnTo>
                    <a:pt x="228453" y="113603"/>
                  </a:lnTo>
                  <a:lnTo>
                    <a:pt x="226663" y="108578"/>
                  </a:lnTo>
                  <a:lnTo>
                    <a:pt x="224714" y="103612"/>
                  </a:lnTo>
                  <a:lnTo>
                    <a:pt x="222607" y="98711"/>
                  </a:lnTo>
                  <a:lnTo>
                    <a:pt x="220345" y="93880"/>
                  </a:lnTo>
                  <a:lnTo>
                    <a:pt x="217931" y="89123"/>
                  </a:lnTo>
                  <a:lnTo>
                    <a:pt x="215365" y="84446"/>
                  </a:lnTo>
                  <a:lnTo>
                    <a:pt x="212652" y="79853"/>
                  </a:lnTo>
                  <a:lnTo>
                    <a:pt x="209793" y="75349"/>
                  </a:lnTo>
                  <a:lnTo>
                    <a:pt x="206792" y="70938"/>
                  </a:lnTo>
                  <a:lnTo>
                    <a:pt x="203652" y="66625"/>
                  </a:lnTo>
                  <a:lnTo>
                    <a:pt x="200376" y="62415"/>
                  </a:lnTo>
                  <a:lnTo>
                    <a:pt x="196967" y="58312"/>
                  </a:lnTo>
                  <a:lnTo>
                    <a:pt x="193429" y="54319"/>
                  </a:lnTo>
                  <a:lnTo>
                    <a:pt x="189766" y="50441"/>
                  </a:lnTo>
                  <a:lnTo>
                    <a:pt x="185980" y="46682"/>
                  </a:lnTo>
                  <a:lnTo>
                    <a:pt x="182077" y="43046"/>
                  </a:lnTo>
                  <a:lnTo>
                    <a:pt x="178059" y="39536"/>
                  </a:lnTo>
                  <a:lnTo>
                    <a:pt x="173932" y="36156"/>
                  </a:lnTo>
                  <a:lnTo>
                    <a:pt x="169699" y="32910"/>
                  </a:lnTo>
                  <a:lnTo>
                    <a:pt x="165364" y="29800"/>
                  </a:lnTo>
                  <a:lnTo>
                    <a:pt x="160933" y="26831"/>
                  </a:lnTo>
                  <a:lnTo>
                    <a:pt x="156408" y="24004"/>
                  </a:lnTo>
                  <a:lnTo>
                    <a:pt x="151796" y="21323"/>
                  </a:lnTo>
                  <a:lnTo>
                    <a:pt x="147101" y="18790"/>
                  </a:lnTo>
                  <a:lnTo>
                    <a:pt x="142328" y="16409"/>
                  </a:lnTo>
                  <a:lnTo>
                    <a:pt x="137480" y="14181"/>
                  </a:lnTo>
                  <a:lnTo>
                    <a:pt x="132565" y="12109"/>
                  </a:lnTo>
                  <a:lnTo>
                    <a:pt x="127585" y="10195"/>
                  </a:lnTo>
                  <a:lnTo>
                    <a:pt x="122547" y="8440"/>
                  </a:lnTo>
                  <a:lnTo>
                    <a:pt x="117456" y="6848"/>
                  </a:lnTo>
                  <a:lnTo>
                    <a:pt x="112316" y="5418"/>
                  </a:lnTo>
                  <a:lnTo>
                    <a:pt x="107134" y="4153"/>
                  </a:lnTo>
                  <a:lnTo>
                    <a:pt x="101913" y="3055"/>
                  </a:lnTo>
                  <a:lnTo>
                    <a:pt x="96661" y="2123"/>
                  </a:lnTo>
                  <a:lnTo>
                    <a:pt x="91381" y="1360"/>
                  </a:lnTo>
                  <a:lnTo>
                    <a:pt x="86079" y="765"/>
                  </a:lnTo>
                  <a:lnTo>
                    <a:pt x="80762" y="340"/>
                  </a:lnTo>
                  <a:lnTo>
                    <a:pt x="75433" y="85"/>
                  </a:lnTo>
                  <a:lnTo>
                    <a:pt x="70099" y="0"/>
                  </a:lnTo>
                  <a:lnTo>
                    <a:pt x="700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2509" y="5269756"/>
              <a:ext cx="162748" cy="167167"/>
            </a:xfrm>
            <a:custGeom>
              <a:avLst/>
              <a:pathLst>
                <a:path w="162748" h="167167">
                  <a:moveTo>
                    <a:pt x="162748" y="0"/>
                  </a:moveTo>
                  <a:lnTo>
                    <a:pt x="157284" y="89"/>
                  </a:lnTo>
                  <a:lnTo>
                    <a:pt x="151826" y="357"/>
                  </a:lnTo>
                  <a:lnTo>
                    <a:pt x="146380" y="803"/>
                  </a:lnTo>
                  <a:lnTo>
                    <a:pt x="140951" y="1427"/>
                  </a:lnTo>
                  <a:lnTo>
                    <a:pt x="135545" y="2228"/>
                  </a:lnTo>
                  <a:lnTo>
                    <a:pt x="130168" y="3205"/>
                  </a:lnTo>
                  <a:lnTo>
                    <a:pt x="124826" y="4358"/>
                  </a:lnTo>
                  <a:lnTo>
                    <a:pt x="119525" y="5684"/>
                  </a:lnTo>
                  <a:lnTo>
                    <a:pt x="114270" y="7183"/>
                  </a:lnTo>
                  <a:lnTo>
                    <a:pt x="109067" y="8853"/>
                  </a:lnTo>
                  <a:lnTo>
                    <a:pt x="103921" y="10693"/>
                  </a:lnTo>
                  <a:lnTo>
                    <a:pt x="98837" y="12699"/>
                  </a:lnTo>
                  <a:lnTo>
                    <a:pt x="93823" y="14871"/>
                  </a:lnTo>
                  <a:lnTo>
                    <a:pt x="88882" y="17205"/>
                  </a:lnTo>
                  <a:lnTo>
                    <a:pt x="84019" y="19699"/>
                  </a:lnTo>
                  <a:lnTo>
                    <a:pt x="79241" y="22351"/>
                  </a:lnTo>
                  <a:lnTo>
                    <a:pt x="74552" y="25158"/>
                  </a:lnTo>
                  <a:lnTo>
                    <a:pt x="69958" y="28117"/>
                  </a:lnTo>
                  <a:lnTo>
                    <a:pt x="65462" y="31224"/>
                  </a:lnTo>
                  <a:lnTo>
                    <a:pt x="61071" y="34477"/>
                  </a:lnTo>
                  <a:lnTo>
                    <a:pt x="56788" y="37871"/>
                  </a:lnTo>
                  <a:lnTo>
                    <a:pt x="52619" y="41404"/>
                  </a:lnTo>
                  <a:lnTo>
                    <a:pt x="48567" y="45071"/>
                  </a:lnTo>
                  <a:lnTo>
                    <a:pt x="44637" y="48868"/>
                  </a:lnTo>
                  <a:lnTo>
                    <a:pt x="40833" y="52792"/>
                  </a:lnTo>
                  <a:lnTo>
                    <a:pt x="37160" y="56838"/>
                  </a:lnTo>
                  <a:lnTo>
                    <a:pt x="33621" y="61002"/>
                  </a:lnTo>
                  <a:lnTo>
                    <a:pt x="30220" y="65279"/>
                  </a:lnTo>
                  <a:lnTo>
                    <a:pt x="26960" y="69665"/>
                  </a:lnTo>
                  <a:lnTo>
                    <a:pt x="23846" y="74156"/>
                  </a:lnTo>
                  <a:lnTo>
                    <a:pt x="20880" y="78746"/>
                  </a:lnTo>
                  <a:lnTo>
                    <a:pt x="18066" y="83430"/>
                  </a:lnTo>
                  <a:lnTo>
                    <a:pt x="15406" y="88204"/>
                  </a:lnTo>
                  <a:lnTo>
                    <a:pt x="12904" y="93062"/>
                  </a:lnTo>
                  <a:lnTo>
                    <a:pt x="10562" y="98000"/>
                  </a:lnTo>
                  <a:lnTo>
                    <a:pt x="8382" y="103011"/>
                  </a:lnTo>
                  <a:lnTo>
                    <a:pt x="6368" y="108091"/>
                  </a:lnTo>
                  <a:lnTo>
                    <a:pt x="4520" y="113234"/>
                  </a:lnTo>
                  <a:lnTo>
                    <a:pt x="2842" y="118435"/>
                  </a:lnTo>
                  <a:lnTo>
                    <a:pt x="1334" y="123687"/>
                  </a:lnTo>
                  <a:lnTo>
                    <a:pt x="0" y="128986"/>
                  </a:lnTo>
                  <a:lnTo>
                    <a:pt x="1627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82509" y="5398743"/>
              <a:ext cx="162748" cy="38180"/>
            </a:xfrm>
            <a:custGeom>
              <a:avLst/>
              <a:pathLst>
                <a:path w="162748" h="38180">
                  <a:moveTo>
                    <a:pt x="0" y="0"/>
                  </a:moveTo>
                  <a:lnTo>
                    <a:pt x="162748" y="381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82509" y="5398743"/>
              <a:ext cx="162748" cy="38180"/>
            </a:xfrm>
            <a:custGeom>
              <a:avLst/>
              <a:pathLst>
                <a:path w="162748" h="38180">
                  <a:moveTo>
                    <a:pt x="0" y="0"/>
                  </a:moveTo>
                  <a:lnTo>
                    <a:pt x="162748" y="381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82509" y="5398743"/>
              <a:ext cx="162748" cy="38180"/>
            </a:xfrm>
            <a:custGeom>
              <a:avLst/>
              <a:pathLst>
                <a:path w="162748" h="38180">
                  <a:moveTo>
                    <a:pt x="0" y="0"/>
                  </a:moveTo>
                  <a:lnTo>
                    <a:pt x="162748" y="381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82509" y="5398743"/>
              <a:ext cx="162748" cy="38180"/>
            </a:xfrm>
            <a:custGeom>
              <a:avLst/>
              <a:pathLst>
                <a:path w="162748" h="38180">
                  <a:moveTo>
                    <a:pt x="0" y="0"/>
                  </a:moveTo>
                  <a:lnTo>
                    <a:pt x="162748" y="381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78099" y="5398743"/>
              <a:ext cx="167159" cy="67144"/>
            </a:xfrm>
            <a:custGeom>
              <a:avLst/>
              <a:pathLst>
                <a:path w="167159" h="67144">
                  <a:moveTo>
                    <a:pt x="4410" y="0"/>
                  </a:moveTo>
                  <a:lnTo>
                    <a:pt x="3116" y="6010"/>
                  </a:lnTo>
                  <a:lnTo>
                    <a:pt x="2044" y="12064"/>
                  </a:lnTo>
                  <a:lnTo>
                    <a:pt x="1196" y="18153"/>
                  </a:lnTo>
                  <a:lnTo>
                    <a:pt x="571" y="24269"/>
                  </a:lnTo>
                  <a:lnTo>
                    <a:pt x="173" y="30404"/>
                  </a:lnTo>
                  <a:lnTo>
                    <a:pt x="0" y="36549"/>
                  </a:lnTo>
                  <a:lnTo>
                    <a:pt x="53" y="42697"/>
                  </a:lnTo>
                  <a:lnTo>
                    <a:pt x="332" y="48839"/>
                  </a:lnTo>
                  <a:lnTo>
                    <a:pt x="836" y="54966"/>
                  </a:lnTo>
                  <a:lnTo>
                    <a:pt x="1566" y="61070"/>
                  </a:lnTo>
                  <a:lnTo>
                    <a:pt x="2520" y="67144"/>
                  </a:lnTo>
                  <a:lnTo>
                    <a:pt x="167159" y="381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80619" y="5269756"/>
              <a:ext cx="331785" cy="334334"/>
            </a:xfrm>
            <a:custGeom>
              <a:avLst/>
              <a:pathLst>
                <a:path w="331785" h="334334">
                  <a:moveTo>
                    <a:pt x="0" y="196131"/>
                  </a:moveTo>
                  <a:lnTo>
                    <a:pt x="1001" y="201340"/>
                  </a:lnTo>
                  <a:lnTo>
                    <a:pt x="2168" y="206516"/>
                  </a:lnTo>
                  <a:lnTo>
                    <a:pt x="3499" y="211651"/>
                  </a:lnTo>
                  <a:lnTo>
                    <a:pt x="4991" y="216742"/>
                  </a:lnTo>
                  <a:lnTo>
                    <a:pt x="6645" y="221782"/>
                  </a:lnTo>
                  <a:lnTo>
                    <a:pt x="8457" y="226768"/>
                  </a:lnTo>
                  <a:lnTo>
                    <a:pt x="10427" y="231694"/>
                  </a:lnTo>
                  <a:lnTo>
                    <a:pt x="12552" y="236555"/>
                  </a:lnTo>
                  <a:lnTo>
                    <a:pt x="14830" y="241346"/>
                  </a:lnTo>
                  <a:lnTo>
                    <a:pt x="17260" y="246062"/>
                  </a:lnTo>
                  <a:lnTo>
                    <a:pt x="19837" y="250698"/>
                  </a:lnTo>
                  <a:lnTo>
                    <a:pt x="22561" y="255251"/>
                  </a:lnTo>
                  <a:lnTo>
                    <a:pt x="25427" y="259715"/>
                  </a:lnTo>
                  <a:lnTo>
                    <a:pt x="28434" y="264086"/>
                  </a:lnTo>
                  <a:lnTo>
                    <a:pt x="31578" y="268359"/>
                  </a:lnTo>
                  <a:lnTo>
                    <a:pt x="34856" y="272530"/>
                  </a:lnTo>
                  <a:lnTo>
                    <a:pt x="38264" y="276595"/>
                  </a:lnTo>
                  <a:lnTo>
                    <a:pt x="41800" y="280550"/>
                  </a:lnTo>
                  <a:lnTo>
                    <a:pt x="45460" y="284390"/>
                  </a:lnTo>
                  <a:lnTo>
                    <a:pt x="49239" y="288113"/>
                  </a:lnTo>
                  <a:lnTo>
                    <a:pt x="53135" y="291714"/>
                  </a:lnTo>
                  <a:lnTo>
                    <a:pt x="57143" y="295189"/>
                  </a:lnTo>
                  <a:lnTo>
                    <a:pt x="61259" y="298536"/>
                  </a:lnTo>
                  <a:lnTo>
                    <a:pt x="65480" y="301750"/>
                  </a:lnTo>
                  <a:lnTo>
                    <a:pt x="69800" y="304828"/>
                  </a:lnTo>
                  <a:lnTo>
                    <a:pt x="74216" y="307768"/>
                  </a:lnTo>
                  <a:lnTo>
                    <a:pt x="78723" y="310567"/>
                  </a:lnTo>
                  <a:lnTo>
                    <a:pt x="83316" y="313221"/>
                  </a:lnTo>
                  <a:lnTo>
                    <a:pt x="87992" y="315727"/>
                  </a:lnTo>
                  <a:lnTo>
                    <a:pt x="92744" y="318085"/>
                  </a:lnTo>
                  <a:lnTo>
                    <a:pt x="97569" y="320290"/>
                  </a:lnTo>
                  <a:lnTo>
                    <a:pt x="102462" y="322341"/>
                  </a:lnTo>
                  <a:lnTo>
                    <a:pt x="107417" y="324236"/>
                  </a:lnTo>
                  <a:lnTo>
                    <a:pt x="112429" y="325972"/>
                  </a:lnTo>
                  <a:lnTo>
                    <a:pt x="117495" y="327549"/>
                  </a:lnTo>
                  <a:lnTo>
                    <a:pt x="122608" y="328964"/>
                  </a:lnTo>
                  <a:lnTo>
                    <a:pt x="127763" y="330216"/>
                  </a:lnTo>
                  <a:lnTo>
                    <a:pt x="132955" y="331304"/>
                  </a:lnTo>
                  <a:lnTo>
                    <a:pt x="138179" y="332227"/>
                  </a:lnTo>
                  <a:lnTo>
                    <a:pt x="143430" y="332984"/>
                  </a:lnTo>
                  <a:lnTo>
                    <a:pt x="148702" y="333573"/>
                  </a:lnTo>
                  <a:lnTo>
                    <a:pt x="153990" y="333995"/>
                  </a:lnTo>
                  <a:lnTo>
                    <a:pt x="159289" y="334249"/>
                  </a:lnTo>
                  <a:lnTo>
                    <a:pt x="164593" y="334334"/>
                  </a:lnTo>
                  <a:lnTo>
                    <a:pt x="169898" y="334252"/>
                  </a:lnTo>
                  <a:lnTo>
                    <a:pt x="175197" y="334001"/>
                  </a:lnTo>
                  <a:lnTo>
                    <a:pt x="180485" y="333582"/>
                  </a:lnTo>
                  <a:lnTo>
                    <a:pt x="185758" y="332995"/>
                  </a:lnTo>
                  <a:lnTo>
                    <a:pt x="191009" y="332241"/>
                  </a:lnTo>
                  <a:lnTo>
                    <a:pt x="196234" y="331321"/>
                  </a:lnTo>
                  <a:lnTo>
                    <a:pt x="201426" y="330236"/>
                  </a:lnTo>
                  <a:lnTo>
                    <a:pt x="206582" y="328987"/>
                  </a:lnTo>
                  <a:lnTo>
                    <a:pt x="211696" y="327575"/>
                  </a:lnTo>
                  <a:lnTo>
                    <a:pt x="216762" y="326001"/>
                  </a:lnTo>
                  <a:lnTo>
                    <a:pt x="221775" y="324267"/>
                  </a:lnTo>
                  <a:lnTo>
                    <a:pt x="226732" y="322375"/>
                  </a:lnTo>
                  <a:lnTo>
                    <a:pt x="231625" y="320326"/>
                  </a:lnTo>
                  <a:lnTo>
                    <a:pt x="236451" y="318124"/>
                  </a:lnTo>
                  <a:lnTo>
                    <a:pt x="241205" y="315769"/>
                  </a:lnTo>
                  <a:lnTo>
                    <a:pt x="245882" y="313265"/>
                  </a:lnTo>
                  <a:lnTo>
                    <a:pt x="250477" y="310613"/>
                  </a:lnTo>
                  <a:lnTo>
                    <a:pt x="254985" y="307817"/>
                  </a:lnTo>
                  <a:lnTo>
                    <a:pt x="259402" y="304880"/>
                  </a:lnTo>
                  <a:lnTo>
                    <a:pt x="263724" y="301803"/>
                  </a:lnTo>
                  <a:lnTo>
                    <a:pt x="267947" y="298591"/>
                  </a:lnTo>
                  <a:lnTo>
                    <a:pt x="272065" y="295247"/>
                  </a:lnTo>
                  <a:lnTo>
                    <a:pt x="276075" y="291774"/>
                  </a:lnTo>
                  <a:lnTo>
                    <a:pt x="279973" y="288175"/>
                  </a:lnTo>
                  <a:lnTo>
                    <a:pt x="283754" y="284455"/>
                  </a:lnTo>
                  <a:lnTo>
                    <a:pt x="287416" y="280616"/>
                  </a:lnTo>
                  <a:lnTo>
                    <a:pt x="290954" y="276663"/>
                  </a:lnTo>
                  <a:lnTo>
                    <a:pt x="294365" y="272600"/>
                  </a:lnTo>
                  <a:lnTo>
                    <a:pt x="297645" y="268431"/>
                  </a:lnTo>
                  <a:lnTo>
                    <a:pt x="300791" y="264159"/>
                  </a:lnTo>
                  <a:lnTo>
                    <a:pt x="303800" y="259790"/>
                  </a:lnTo>
                  <a:lnTo>
                    <a:pt x="306669" y="255328"/>
                  </a:lnTo>
                  <a:lnTo>
                    <a:pt x="309395" y="250777"/>
                  </a:lnTo>
                  <a:lnTo>
                    <a:pt x="311975" y="246141"/>
                  </a:lnTo>
                  <a:lnTo>
                    <a:pt x="314407" y="241427"/>
                  </a:lnTo>
                  <a:lnTo>
                    <a:pt x="316688" y="236637"/>
                  </a:lnTo>
                  <a:lnTo>
                    <a:pt x="318815" y="231777"/>
                  </a:lnTo>
                  <a:lnTo>
                    <a:pt x="320788" y="226853"/>
                  </a:lnTo>
                  <a:lnTo>
                    <a:pt x="322603" y="221868"/>
                  </a:lnTo>
                  <a:lnTo>
                    <a:pt x="324259" y="216828"/>
                  </a:lnTo>
                  <a:lnTo>
                    <a:pt x="325755" y="211738"/>
                  </a:lnTo>
                  <a:lnTo>
                    <a:pt x="327088" y="206603"/>
                  </a:lnTo>
                  <a:lnTo>
                    <a:pt x="328257" y="201429"/>
                  </a:lnTo>
                  <a:lnTo>
                    <a:pt x="329262" y="196220"/>
                  </a:lnTo>
                  <a:lnTo>
                    <a:pt x="330101" y="190982"/>
                  </a:lnTo>
                  <a:lnTo>
                    <a:pt x="330773" y="185720"/>
                  </a:lnTo>
                  <a:lnTo>
                    <a:pt x="331278" y="180439"/>
                  </a:lnTo>
                  <a:lnTo>
                    <a:pt x="331616" y="175144"/>
                  </a:lnTo>
                  <a:lnTo>
                    <a:pt x="331785" y="169842"/>
                  </a:lnTo>
                  <a:lnTo>
                    <a:pt x="331785" y="164537"/>
                  </a:lnTo>
                  <a:lnTo>
                    <a:pt x="331618" y="159235"/>
                  </a:lnTo>
                  <a:lnTo>
                    <a:pt x="331282" y="153940"/>
                  </a:lnTo>
                  <a:lnTo>
                    <a:pt x="330778" y="148659"/>
                  </a:lnTo>
                  <a:lnTo>
                    <a:pt x="330107" y="143397"/>
                  </a:lnTo>
                  <a:lnTo>
                    <a:pt x="329270" y="138158"/>
                  </a:lnTo>
                  <a:lnTo>
                    <a:pt x="328267" y="132949"/>
                  </a:lnTo>
                  <a:lnTo>
                    <a:pt x="327098" y="127774"/>
                  </a:lnTo>
                  <a:lnTo>
                    <a:pt x="325767" y="122639"/>
                  </a:lnTo>
                  <a:lnTo>
                    <a:pt x="324273" y="117549"/>
                  </a:lnTo>
                  <a:lnTo>
                    <a:pt x="322618" y="112509"/>
                  </a:lnTo>
                  <a:lnTo>
                    <a:pt x="320804" y="107523"/>
                  </a:lnTo>
                  <a:lnTo>
                    <a:pt x="318833" y="102598"/>
                  </a:lnTo>
                  <a:lnTo>
                    <a:pt x="316706" y="97738"/>
                  </a:lnTo>
                  <a:lnTo>
                    <a:pt x="314427" y="92948"/>
                  </a:lnTo>
                  <a:lnTo>
                    <a:pt x="311996" y="88232"/>
                  </a:lnTo>
                  <a:lnTo>
                    <a:pt x="309417" y="83596"/>
                  </a:lnTo>
                  <a:lnTo>
                    <a:pt x="306693" y="79044"/>
                  </a:lnTo>
                  <a:lnTo>
                    <a:pt x="303825" y="74581"/>
                  </a:lnTo>
                  <a:lnTo>
                    <a:pt x="300817" y="70211"/>
                  </a:lnTo>
                  <a:lnTo>
                    <a:pt x="297672" y="65939"/>
                  </a:lnTo>
                  <a:lnTo>
                    <a:pt x="294393" y="61769"/>
                  </a:lnTo>
                  <a:lnTo>
                    <a:pt x="290983" y="57705"/>
                  </a:lnTo>
                  <a:lnTo>
                    <a:pt x="287447" y="53751"/>
                  </a:lnTo>
                  <a:lnTo>
                    <a:pt x="283786" y="49911"/>
                  </a:lnTo>
                  <a:lnTo>
                    <a:pt x="280005" y="46190"/>
                  </a:lnTo>
                  <a:lnTo>
                    <a:pt x="276109" y="42590"/>
                  </a:lnTo>
                  <a:lnTo>
                    <a:pt x="272099" y="39116"/>
                  </a:lnTo>
                  <a:lnTo>
                    <a:pt x="267982" y="35770"/>
                  </a:lnTo>
                  <a:lnTo>
                    <a:pt x="263761" y="32557"/>
                  </a:lnTo>
                  <a:lnTo>
                    <a:pt x="259440" y="29480"/>
                  </a:lnTo>
                  <a:lnTo>
                    <a:pt x="255023" y="26541"/>
                  </a:lnTo>
                  <a:lnTo>
                    <a:pt x="250515" y="23744"/>
                  </a:lnTo>
                  <a:lnTo>
                    <a:pt x="245921" y="21091"/>
                  </a:lnTo>
                  <a:lnTo>
                    <a:pt x="241245" y="18586"/>
                  </a:lnTo>
                  <a:lnTo>
                    <a:pt x="236492" y="16230"/>
                  </a:lnTo>
                  <a:lnTo>
                    <a:pt x="231667" y="14026"/>
                  </a:lnTo>
                  <a:lnTo>
                    <a:pt x="226774" y="11976"/>
                  </a:lnTo>
                  <a:lnTo>
                    <a:pt x="221818" y="10083"/>
                  </a:lnTo>
                  <a:lnTo>
                    <a:pt x="216805" y="8347"/>
                  </a:lnTo>
                  <a:lnTo>
                    <a:pt x="211739" y="6772"/>
                  </a:lnTo>
                  <a:lnTo>
                    <a:pt x="206626" y="5358"/>
                  </a:lnTo>
                  <a:lnTo>
                    <a:pt x="201470" y="4108"/>
                  </a:lnTo>
                  <a:lnTo>
                    <a:pt x="196278" y="3021"/>
                  </a:lnTo>
                  <a:lnTo>
                    <a:pt x="191054" y="2100"/>
                  </a:lnTo>
                  <a:lnTo>
                    <a:pt x="185803" y="1345"/>
                  </a:lnTo>
                  <a:lnTo>
                    <a:pt x="180530" y="757"/>
                  </a:lnTo>
                  <a:lnTo>
                    <a:pt x="175242" y="336"/>
                  </a:lnTo>
                  <a:lnTo>
                    <a:pt x="169943" y="84"/>
                  </a:lnTo>
                  <a:lnTo>
                    <a:pt x="164639" y="0"/>
                  </a:lnTo>
                  <a:lnTo>
                    <a:pt x="1646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87158" y="5018213"/>
              <a:ext cx="133880" cy="167167"/>
            </a:xfrm>
            <a:custGeom>
              <a:avLst/>
              <a:pathLst>
                <a:path w="133880" h="167167">
                  <a:moveTo>
                    <a:pt x="133880" y="0"/>
                  </a:moveTo>
                  <a:lnTo>
                    <a:pt x="128336" y="91"/>
                  </a:lnTo>
                  <a:lnTo>
                    <a:pt x="122798" y="367"/>
                  </a:lnTo>
                  <a:lnTo>
                    <a:pt x="117273" y="826"/>
                  </a:lnTo>
                  <a:lnTo>
                    <a:pt x="111765" y="1469"/>
                  </a:lnTo>
                  <a:lnTo>
                    <a:pt x="106282" y="2293"/>
                  </a:lnTo>
                  <a:lnTo>
                    <a:pt x="100830" y="3299"/>
                  </a:lnTo>
                  <a:lnTo>
                    <a:pt x="95413" y="4485"/>
                  </a:lnTo>
                  <a:lnTo>
                    <a:pt x="90039" y="5851"/>
                  </a:lnTo>
                  <a:lnTo>
                    <a:pt x="84714" y="7393"/>
                  </a:lnTo>
                  <a:lnTo>
                    <a:pt x="79442" y="9112"/>
                  </a:lnTo>
                  <a:lnTo>
                    <a:pt x="74230" y="11004"/>
                  </a:lnTo>
                  <a:lnTo>
                    <a:pt x="69084" y="13068"/>
                  </a:lnTo>
                  <a:lnTo>
                    <a:pt x="64009" y="15302"/>
                  </a:lnTo>
                  <a:lnTo>
                    <a:pt x="59011" y="17703"/>
                  </a:lnTo>
                  <a:lnTo>
                    <a:pt x="54095" y="20268"/>
                  </a:lnTo>
                  <a:lnTo>
                    <a:pt x="49268" y="22994"/>
                  </a:lnTo>
                  <a:lnTo>
                    <a:pt x="44533" y="25880"/>
                  </a:lnTo>
                  <a:lnTo>
                    <a:pt x="39896" y="28921"/>
                  </a:lnTo>
                  <a:lnTo>
                    <a:pt x="35363" y="32114"/>
                  </a:lnTo>
                  <a:lnTo>
                    <a:pt x="30939" y="35455"/>
                  </a:lnTo>
                  <a:lnTo>
                    <a:pt x="26627" y="38941"/>
                  </a:lnTo>
                  <a:lnTo>
                    <a:pt x="22434" y="42569"/>
                  </a:lnTo>
                  <a:lnTo>
                    <a:pt x="18363" y="46333"/>
                  </a:lnTo>
                  <a:lnTo>
                    <a:pt x="14419" y="50231"/>
                  </a:lnTo>
                  <a:lnTo>
                    <a:pt x="10607" y="54257"/>
                  </a:lnTo>
                  <a:lnTo>
                    <a:pt x="6930" y="58407"/>
                  </a:lnTo>
                  <a:lnTo>
                    <a:pt x="3393" y="62677"/>
                  </a:lnTo>
                  <a:lnTo>
                    <a:pt x="0" y="67062"/>
                  </a:lnTo>
                  <a:lnTo>
                    <a:pt x="1338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87158" y="5085275"/>
              <a:ext cx="133880" cy="100104"/>
            </a:xfrm>
            <a:custGeom>
              <a:avLst/>
              <a:pathLst>
                <a:path w="133880" h="100104">
                  <a:moveTo>
                    <a:pt x="0" y="0"/>
                  </a:moveTo>
                  <a:lnTo>
                    <a:pt x="133880" y="1001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87158" y="5085275"/>
              <a:ext cx="133880" cy="100104"/>
            </a:xfrm>
            <a:custGeom>
              <a:avLst/>
              <a:pathLst>
                <a:path w="133880" h="100104">
                  <a:moveTo>
                    <a:pt x="0" y="0"/>
                  </a:moveTo>
                  <a:lnTo>
                    <a:pt x="133880" y="1001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87158" y="5085275"/>
              <a:ext cx="133880" cy="100104"/>
            </a:xfrm>
            <a:custGeom>
              <a:avLst/>
              <a:pathLst>
                <a:path w="133880" h="100104">
                  <a:moveTo>
                    <a:pt x="0" y="0"/>
                  </a:moveTo>
                  <a:lnTo>
                    <a:pt x="133880" y="1001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70408" y="5085275"/>
              <a:ext cx="150630" cy="100104"/>
            </a:xfrm>
            <a:custGeom>
              <a:avLst/>
              <a:pathLst>
                <a:path w="150630" h="100104">
                  <a:moveTo>
                    <a:pt x="16750" y="0"/>
                  </a:moveTo>
                  <a:lnTo>
                    <a:pt x="12977" y="5254"/>
                  </a:lnTo>
                  <a:lnTo>
                    <a:pt x="9411" y="10651"/>
                  </a:lnTo>
                  <a:lnTo>
                    <a:pt x="6056" y="16181"/>
                  </a:lnTo>
                  <a:lnTo>
                    <a:pt x="2917" y="21837"/>
                  </a:lnTo>
                  <a:lnTo>
                    <a:pt x="0" y="27611"/>
                  </a:lnTo>
                  <a:lnTo>
                    <a:pt x="150630" y="1001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873" y="5018213"/>
              <a:ext cx="334319" cy="334330"/>
            </a:xfrm>
            <a:custGeom>
              <a:avLst/>
              <a:pathLst>
                <a:path w="334319" h="334330">
                  <a:moveTo>
                    <a:pt x="16534" y="94674"/>
                  </a:moveTo>
                  <a:lnTo>
                    <a:pt x="14314" y="99478"/>
                  </a:lnTo>
                  <a:lnTo>
                    <a:pt x="12248" y="104351"/>
                  </a:lnTo>
                  <a:lnTo>
                    <a:pt x="10337" y="109287"/>
                  </a:lnTo>
                  <a:lnTo>
                    <a:pt x="8583" y="114280"/>
                  </a:lnTo>
                  <a:lnTo>
                    <a:pt x="6989" y="119327"/>
                  </a:lnTo>
                  <a:lnTo>
                    <a:pt x="5555" y="124422"/>
                  </a:lnTo>
                  <a:lnTo>
                    <a:pt x="4282" y="129559"/>
                  </a:lnTo>
                  <a:lnTo>
                    <a:pt x="3173" y="134734"/>
                  </a:lnTo>
                  <a:lnTo>
                    <a:pt x="2229" y="139942"/>
                  </a:lnTo>
                  <a:lnTo>
                    <a:pt x="1450" y="145177"/>
                  </a:lnTo>
                  <a:lnTo>
                    <a:pt x="837" y="150434"/>
                  </a:lnTo>
                  <a:lnTo>
                    <a:pt x="390" y="155708"/>
                  </a:lnTo>
                  <a:lnTo>
                    <a:pt x="111" y="160993"/>
                  </a:lnTo>
                  <a:lnTo>
                    <a:pt x="0" y="166285"/>
                  </a:lnTo>
                  <a:lnTo>
                    <a:pt x="55" y="171577"/>
                  </a:lnTo>
                  <a:lnTo>
                    <a:pt x="279" y="176865"/>
                  </a:lnTo>
                  <a:lnTo>
                    <a:pt x="669" y="182143"/>
                  </a:lnTo>
                  <a:lnTo>
                    <a:pt x="1227" y="187407"/>
                  </a:lnTo>
                  <a:lnTo>
                    <a:pt x="1951" y="192649"/>
                  </a:lnTo>
                  <a:lnTo>
                    <a:pt x="2840" y="197867"/>
                  </a:lnTo>
                  <a:lnTo>
                    <a:pt x="3895" y="203053"/>
                  </a:lnTo>
                  <a:lnTo>
                    <a:pt x="5112" y="208204"/>
                  </a:lnTo>
                  <a:lnTo>
                    <a:pt x="6493" y="213314"/>
                  </a:lnTo>
                  <a:lnTo>
                    <a:pt x="8034" y="218377"/>
                  </a:lnTo>
                  <a:lnTo>
                    <a:pt x="9735" y="223389"/>
                  </a:lnTo>
                  <a:lnTo>
                    <a:pt x="11594" y="228344"/>
                  </a:lnTo>
                  <a:lnTo>
                    <a:pt x="13608" y="233239"/>
                  </a:lnTo>
                  <a:lnTo>
                    <a:pt x="15777" y="238067"/>
                  </a:lnTo>
                  <a:lnTo>
                    <a:pt x="18097" y="242823"/>
                  </a:lnTo>
                  <a:lnTo>
                    <a:pt x="20567" y="247505"/>
                  </a:lnTo>
                  <a:lnTo>
                    <a:pt x="23184" y="252105"/>
                  </a:lnTo>
                  <a:lnTo>
                    <a:pt x="25945" y="256621"/>
                  </a:lnTo>
                  <a:lnTo>
                    <a:pt x="28847" y="261046"/>
                  </a:lnTo>
                  <a:lnTo>
                    <a:pt x="31889" y="265378"/>
                  </a:lnTo>
                  <a:lnTo>
                    <a:pt x="35066" y="269611"/>
                  </a:lnTo>
                  <a:lnTo>
                    <a:pt x="38375" y="273742"/>
                  </a:lnTo>
                  <a:lnTo>
                    <a:pt x="41813" y="277765"/>
                  </a:lnTo>
                  <a:lnTo>
                    <a:pt x="45377" y="281678"/>
                  </a:lnTo>
                  <a:lnTo>
                    <a:pt x="49063" y="285476"/>
                  </a:lnTo>
                  <a:lnTo>
                    <a:pt x="52868" y="289156"/>
                  </a:lnTo>
                  <a:lnTo>
                    <a:pt x="56787" y="292713"/>
                  </a:lnTo>
                  <a:lnTo>
                    <a:pt x="60817" y="296144"/>
                  </a:lnTo>
                  <a:lnTo>
                    <a:pt x="64953" y="299446"/>
                  </a:lnTo>
                  <a:lnTo>
                    <a:pt x="69192" y="302615"/>
                  </a:lnTo>
                  <a:lnTo>
                    <a:pt x="73529" y="305649"/>
                  </a:lnTo>
                  <a:lnTo>
                    <a:pt x="77960" y="308544"/>
                  </a:lnTo>
                  <a:lnTo>
                    <a:pt x="82480" y="311297"/>
                  </a:lnTo>
                  <a:lnTo>
                    <a:pt x="87085" y="313906"/>
                  </a:lnTo>
                  <a:lnTo>
                    <a:pt x="91770" y="316367"/>
                  </a:lnTo>
                  <a:lnTo>
                    <a:pt x="96531" y="318679"/>
                  </a:lnTo>
                  <a:lnTo>
                    <a:pt x="101363" y="320839"/>
                  </a:lnTo>
                  <a:lnTo>
                    <a:pt x="106261" y="322845"/>
                  </a:lnTo>
                  <a:lnTo>
                    <a:pt x="111220" y="324695"/>
                  </a:lnTo>
                  <a:lnTo>
                    <a:pt x="116235" y="326387"/>
                  </a:lnTo>
                  <a:lnTo>
                    <a:pt x="121301" y="327920"/>
                  </a:lnTo>
                  <a:lnTo>
                    <a:pt x="126413" y="329291"/>
                  </a:lnTo>
                  <a:lnTo>
                    <a:pt x="131565" y="330500"/>
                  </a:lnTo>
                  <a:lnTo>
                    <a:pt x="136754" y="331545"/>
                  </a:lnTo>
                  <a:lnTo>
                    <a:pt x="141973" y="332425"/>
                  </a:lnTo>
                  <a:lnTo>
                    <a:pt x="147217" y="333140"/>
                  </a:lnTo>
                  <a:lnTo>
                    <a:pt x="152481" y="333688"/>
                  </a:lnTo>
                  <a:lnTo>
                    <a:pt x="157760" y="334070"/>
                  </a:lnTo>
                  <a:lnTo>
                    <a:pt x="163048" y="334284"/>
                  </a:lnTo>
                  <a:lnTo>
                    <a:pt x="168341" y="334330"/>
                  </a:lnTo>
                  <a:lnTo>
                    <a:pt x="173632" y="334209"/>
                  </a:lnTo>
                  <a:lnTo>
                    <a:pt x="178917" y="333921"/>
                  </a:lnTo>
                  <a:lnTo>
                    <a:pt x="184190" y="333465"/>
                  </a:lnTo>
                  <a:lnTo>
                    <a:pt x="189446" y="332843"/>
                  </a:lnTo>
                  <a:lnTo>
                    <a:pt x="194679" y="332054"/>
                  </a:lnTo>
                  <a:lnTo>
                    <a:pt x="199886" y="331101"/>
                  </a:lnTo>
                  <a:lnTo>
                    <a:pt x="205059" y="329983"/>
                  </a:lnTo>
                  <a:lnTo>
                    <a:pt x="210194" y="328702"/>
                  </a:lnTo>
                  <a:lnTo>
                    <a:pt x="215286" y="327258"/>
                  </a:lnTo>
                  <a:lnTo>
                    <a:pt x="220330" y="325655"/>
                  </a:lnTo>
                  <a:lnTo>
                    <a:pt x="225321" y="323892"/>
                  </a:lnTo>
                  <a:lnTo>
                    <a:pt x="230253" y="321973"/>
                  </a:lnTo>
                  <a:lnTo>
                    <a:pt x="235122" y="319898"/>
                  </a:lnTo>
                  <a:lnTo>
                    <a:pt x="239923" y="317670"/>
                  </a:lnTo>
                  <a:lnTo>
                    <a:pt x="244651" y="315291"/>
                  </a:lnTo>
                  <a:lnTo>
                    <a:pt x="249301" y="312764"/>
                  </a:lnTo>
                  <a:lnTo>
                    <a:pt x="253869" y="310091"/>
                  </a:lnTo>
                  <a:lnTo>
                    <a:pt x="258350" y="307275"/>
                  </a:lnTo>
                  <a:lnTo>
                    <a:pt x="262740" y="304318"/>
                  </a:lnTo>
                  <a:lnTo>
                    <a:pt x="267034" y="301223"/>
                  </a:lnTo>
                  <a:lnTo>
                    <a:pt x="271228" y="297995"/>
                  </a:lnTo>
                  <a:lnTo>
                    <a:pt x="275317" y="294635"/>
                  </a:lnTo>
                  <a:lnTo>
                    <a:pt x="279298" y="291147"/>
                  </a:lnTo>
                  <a:lnTo>
                    <a:pt x="283167" y="287535"/>
                  </a:lnTo>
                  <a:lnTo>
                    <a:pt x="286919" y="283803"/>
                  </a:lnTo>
                  <a:lnTo>
                    <a:pt x="290551" y="279953"/>
                  </a:lnTo>
                  <a:lnTo>
                    <a:pt x="294060" y="275990"/>
                  </a:lnTo>
                  <a:lnTo>
                    <a:pt x="297441" y="271919"/>
                  </a:lnTo>
                  <a:lnTo>
                    <a:pt x="300692" y="267742"/>
                  </a:lnTo>
                  <a:lnTo>
                    <a:pt x="303809" y="263465"/>
                  </a:lnTo>
                  <a:lnTo>
                    <a:pt x="306789" y="259091"/>
                  </a:lnTo>
                  <a:lnTo>
                    <a:pt x="309629" y="254624"/>
                  </a:lnTo>
                  <a:lnTo>
                    <a:pt x="312326" y="250071"/>
                  </a:lnTo>
                  <a:lnTo>
                    <a:pt x="314878" y="245434"/>
                  </a:lnTo>
                  <a:lnTo>
                    <a:pt x="317282" y="240718"/>
                  </a:lnTo>
                  <a:lnTo>
                    <a:pt x="319535" y="235929"/>
                  </a:lnTo>
                  <a:lnTo>
                    <a:pt x="321635" y="231071"/>
                  </a:lnTo>
                  <a:lnTo>
                    <a:pt x="323581" y="226149"/>
                  </a:lnTo>
                  <a:lnTo>
                    <a:pt x="325370" y="221168"/>
                  </a:lnTo>
                  <a:lnTo>
                    <a:pt x="327000" y="216133"/>
                  </a:lnTo>
                  <a:lnTo>
                    <a:pt x="328470" y="211048"/>
                  </a:lnTo>
                  <a:lnTo>
                    <a:pt x="329778" y="205920"/>
                  </a:lnTo>
                  <a:lnTo>
                    <a:pt x="330923" y="200752"/>
                  </a:lnTo>
                  <a:lnTo>
                    <a:pt x="331905" y="195552"/>
                  </a:lnTo>
                  <a:lnTo>
                    <a:pt x="332721" y="190322"/>
                  </a:lnTo>
                  <a:lnTo>
                    <a:pt x="333371" y="185070"/>
                  </a:lnTo>
                  <a:lnTo>
                    <a:pt x="333854" y="179799"/>
                  </a:lnTo>
                  <a:lnTo>
                    <a:pt x="334170" y="174516"/>
                  </a:lnTo>
                  <a:lnTo>
                    <a:pt x="334319" y="169225"/>
                  </a:lnTo>
                  <a:lnTo>
                    <a:pt x="334301" y="163933"/>
                  </a:lnTo>
                  <a:lnTo>
                    <a:pt x="334115" y="158643"/>
                  </a:lnTo>
                  <a:lnTo>
                    <a:pt x="333761" y="153362"/>
                  </a:lnTo>
                  <a:lnTo>
                    <a:pt x="333241" y="148095"/>
                  </a:lnTo>
                  <a:lnTo>
                    <a:pt x="332554" y="142847"/>
                  </a:lnTo>
                  <a:lnTo>
                    <a:pt x="331701" y="137624"/>
                  </a:lnTo>
                  <a:lnTo>
                    <a:pt x="330683" y="132430"/>
                  </a:lnTo>
                  <a:lnTo>
                    <a:pt x="329502" y="127271"/>
                  </a:lnTo>
                  <a:lnTo>
                    <a:pt x="328157" y="122152"/>
                  </a:lnTo>
                  <a:lnTo>
                    <a:pt x="326651" y="117078"/>
                  </a:lnTo>
                  <a:lnTo>
                    <a:pt x="324986" y="112054"/>
                  </a:lnTo>
                  <a:lnTo>
                    <a:pt x="323162" y="107086"/>
                  </a:lnTo>
                  <a:lnTo>
                    <a:pt x="321182" y="102177"/>
                  </a:lnTo>
                  <a:lnTo>
                    <a:pt x="319047" y="97334"/>
                  </a:lnTo>
                  <a:lnTo>
                    <a:pt x="316760" y="92561"/>
                  </a:lnTo>
                  <a:lnTo>
                    <a:pt x="314324" y="87863"/>
                  </a:lnTo>
                  <a:lnTo>
                    <a:pt x="311739" y="83244"/>
                  </a:lnTo>
                  <a:lnTo>
                    <a:pt x="309010" y="78709"/>
                  </a:lnTo>
                  <a:lnTo>
                    <a:pt x="306139" y="74263"/>
                  </a:lnTo>
                  <a:lnTo>
                    <a:pt x="303128" y="69910"/>
                  </a:lnTo>
                  <a:lnTo>
                    <a:pt x="299981" y="65655"/>
                  </a:lnTo>
                  <a:lnTo>
                    <a:pt x="296701" y="61501"/>
                  </a:lnTo>
                  <a:lnTo>
                    <a:pt x="293291" y="57453"/>
                  </a:lnTo>
                  <a:lnTo>
                    <a:pt x="289755" y="53516"/>
                  </a:lnTo>
                  <a:lnTo>
                    <a:pt x="286095" y="49692"/>
                  </a:lnTo>
                  <a:lnTo>
                    <a:pt x="282317" y="45986"/>
                  </a:lnTo>
                  <a:lnTo>
                    <a:pt x="278423" y="42401"/>
                  </a:lnTo>
                  <a:lnTo>
                    <a:pt x="274417" y="38941"/>
                  </a:lnTo>
                  <a:lnTo>
                    <a:pt x="270304" y="35610"/>
                  </a:lnTo>
                  <a:lnTo>
                    <a:pt x="266088" y="32411"/>
                  </a:lnTo>
                  <a:lnTo>
                    <a:pt x="261773" y="29347"/>
                  </a:lnTo>
                  <a:lnTo>
                    <a:pt x="257362" y="26421"/>
                  </a:lnTo>
                  <a:lnTo>
                    <a:pt x="252861" y="23636"/>
                  </a:lnTo>
                  <a:lnTo>
                    <a:pt x="248275" y="20995"/>
                  </a:lnTo>
                  <a:lnTo>
                    <a:pt x="243607" y="18501"/>
                  </a:lnTo>
                  <a:lnTo>
                    <a:pt x="238862" y="16156"/>
                  </a:lnTo>
                  <a:lnTo>
                    <a:pt x="234046" y="13962"/>
                  </a:lnTo>
                  <a:lnTo>
                    <a:pt x="229162" y="11921"/>
                  </a:lnTo>
                  <a:lnTo>
                    <a:pt x="224216" y="10036"/>
                  </a:lnTo>
                  <a:lnTo>
                    <a:pt x="219214" y="8309"/>
                  </a:lnTo>
                  <a:lnTo>
                    <a:pt x="214159" y="6741"/>
                  </a:lnTo>
                  <a:lnTo>
                    <a:pt x="209056" y="5334"/>
                  </a:lnTo>
                  <a:lnTo>
                    <a:pt x="203912" y="4089"/>
                  </a:lnTo>
                  <a:lnTo>
                    <a:pt x="198731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256088" y="4659281"/>
              <a:ext cx="331785" cy="334334"/>
            </a:xfrm>
            <a:custGeom>
              <a:avLst/>
              <a:pathLst>
                <a:path w="331785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40" y="18586"/>
                  </a:lnTo>
                  <a:lnTo>
                    <a:pt x="85864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7"/>
                  </a:lnTo>
                  <a:lnTo>
                    <a:pt x="63803" y="35770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80" y="46190"/>
                  </a:lnTo>
                  <a:lnTo>
                    <a:pt x="47999" y="49911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39"/>
                  </a:lnTo>
                  <a:lnTo>
                    <a:pt x="30968" y="70211"/>
                  </a:lnTo>
                  <a:lnTo>
                    <a:pt x="27960" y="74581"/>
                  </a:lnTo>
                  <a:lnTo>
                    <a:pt x="25092" y="79044"/>
                  </a:lnTo>
                  <a:lnTo>
                    <a:pt x="22367" y="83596"/>
                  </a:lnTo>
                  <a:lnTo>
                    <a:pt x="19789" y="88232"/>
                  </a:lnTo>
                  <a:lnTo>
                    <a:pt x="17358" y="92948"/>
                  </a:lnTo>
                  <a:lnTo>
                    <a:pt x="15079" y="97738"/>
                  </a:lnTo>
                  <a:lnTo>
                    <a:pt x="12952" y="102598"/>
                  </a:lnTo>
                  <a:lnTo>
                    <a:pt x="10981" y="107523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39"/>
                  </a:lnTo>
                  <a:lnTo>
                    <a:pt x="4686" y="127774"/>
                  </a:lnTo>
                  <a:lnTo>
                    <a:pt x="3518" y="132949"/>
                  </a:lnTo>
                  <a:lnTo>
                    <a:pt x="2515" y="138158"/>
                  </a:lnTo>
                  <a:lnTo>
                    <a:pt x="1677" y="143397"/>
                  </a:lnTo>
                  <a:lnTo>
                    <a:pt x="1006" y="148659"/>
                  </a:lnTo>
                  <a:lnTo>
                    <a:pt x="503" y="153940"/>
                  </a:lnTo>
                  <a:lnTo>
                    <a:pt x="167" y="159235"/>
                  </a:lnTo>
                  <a:lnTo>
                    <a:pt x="0" y="164537"/>
                  </a:lnTo>
                  <a:lnTo>
                    <a:pt x="0" y="169842"/>
                  </a:lnTo>
                  <a:lnTo>
                    <a:pt x="169" y="175144"/>
                  </a:lnTo>
                  <a:lnTo>
                    <a:pt x="506" y="180439"/>
                  </a:lnTo>
                  <a:lnTo>
                    <a:pt x="1012" y="185720"/>
                  </a:lnTo>
                  <a:lnTo>
                    <a:pt x="1684" y="190982"/>
                  </a:lnTo>
                  <a:lnTo>
                    <a:pt x="2523" y="196220"/>
                  </a:lnTo>
                  <a:lnTo>
                    <a:pt x="3528" y="201429"/>
                  </a:lnTo>
                  <a:lnTo>
                    <a:pt x="4697" y="206603"/>
                  </a:lnTo>
                  <a:lnTo>
                    <a:pt x="6030" y="211738"/>
                  </a:lnTo>
                  <a:lnTo>
                    <a:pt x="7526" y="216828"/>
                  </a:lnTo>
                  <a:lnTo>
                    <a:pt x="9182" y="221868"/>
                  </a:lnTo>
                  <a:lnTo>
                    <a:pt x="10997" y="226853"/>
                  </a:lnTo>
                  <a:lnTo>
                    <a:pt x="12970" y="231777"/>
                  </a:lnTo>
                  <a:lnTo>
                    <a:pt x="15097" y="236637"/>
                  </a:lnTo>
                  <a:lnTo>
                    <a:pt x="17378" y="241427"/>
                  </a:lnTo>
                  <a:lnTo>
                    <a:pt x="19810" y="246141"/>
                  </a:lnTo>
                  <a:lnTo>
                    <a:pt x="22390" y="250777"/>
                  </a:lnTo>
                  <a:lnTo>
                    <a:pt x="25116" y="255328"/>
                  </a:lnTo>
                  <a:lnTo>
                    <a:pt x="27985" y="259790"/>
                  </a:lnTo>
                  <a:lnTo>
                    <a:pt x="30994" y="264159"/>
                  </a:lnTo>
                  <a:lnTo>
                    <a:pt x="34140" y="268431"/>
                  </a:lnTo>
                  <a:lnTo>
                    <a:pt x="37420" y="272600"/>
                  </a:lnTo>
                  <a:lnTo>
                    <a:pt x="40831" y="276663"/>
                  </a:lnTo>
                  <a:lnTo>
                    <a:pt x="44369" y="280616"/>
                  </a:lnTo>
                  <a:lnTo>
                    <a:pt x="48031" y="284455"/>
                  </a:lnTo>
                  <a:lnTo>
                    <a:pt x="51812" y="288175"/>
                  </a:lnTo>
                  <a:lnTo>
                    <a:pt x="55710" y="291774"/>
                  </a:lnTo>
                  <a:lnTo>
                    <a:pt x="59720" y="295247"/>
                  </a:lnTo>
                  <a:lnTo>
                    <a:pt x="63838" y="298591"/>
                  </a:lnTo>
                  <a:lnTo>
                    <a:pt x="68060" y="301803"/>
                  </a:lnTo>
                  <a:lnTo>
                    <a:pt x="72382" y="304880"/>
                  </a:lnTo>
                  <a:lnTo>
                    <a:pt x="76800" y="307817"/>
                  </a:lnTo>
                  <a:lnTo>
                    <a:pt x="81308" y="310613"/>
                  </a:lnTo>
                  <a:lnTo>
                    <a:pt x="85903" y="313265"/>
                  </a:lnTo>
                  <a:lnTo>
                    <a:pt x="90580" y="315769"/>
                  </a:lnTo>
                  <a:lnTo>
                    <a:pt x="95334" y="318124"/>
                  </a:lnTo>
                  <a:lnTo>
                    <a:pt x="100160" y="320326"/>
                  </a:lnTo>
                  <a:lnTo>
                    <a:pt x="105053" y="322375"/>
                  </a:lnTo>
                  <a:lnTo>
                    <a:pt x="110009" y="324267"/>
                  </a:lnTo>
                  <a:lnTo>
                    <a:pt x="115023" y="326001"/>
                  </a:lnTo>
                  <a:lnTo>
                    <a:pt x="120089" y="327575"/>
                  </a:lnTo>
                  <a:lnTo>
                    <a:pt x="125203" y="328987"/>
                  </a:lnTo>
                  <a:lnTo>
                    <a:pt x="130359" y="330236"/>
                  </a:lnTo>
                  <a:lnTo>
                    <a:pt x="135551" y="331321"/>
                  </a:lnTo>
                  <a:lnTo>
                    <a:pt x="140776" y="332241"/>
                  </a:lnTo>
                  <a:lnTo>
                    <a:pt x="146027" y="332995"/>
                  </a:lnTo>
                  <a:lnTo>
                    <a:pt x="151300" y="333582"/>
                  </a:lnTo>
                  <a:lnTo>
                    <a:pt x="156588" y="334001"/>
                  </a:lnTo>
                  <a:lnTo>
                    <a:pt x="161887" y="334252"/>
                  </a:lnTo>
                  <a:lnTo>
                    <a:pt x="167191" y="334334"/>
                  </a:lnTo>
                  <a:lnTo>
                    <a:pt x="172496" y="334249"/>
                  </a:lnTo>
                  <a:lnTo>
                    <a:pt x="177795" y="333995"/>
                  </a:lnTo>
                  <a:lnTo>
                    <a:pt x="183083" y="333573"/>
                  </a:lnTo>
                  <a:lnTo>
                    <a:pt x="188355" y="332984"/>
                  </a:lnTo>
                  <a:lnTo>
                    <a:pt x="193606" y="332227"/>
                  </a:lnTo>
                  <a:lnTo>
                    <a:pt x="198830" y="331304"/>
                  </a:lnTo>
                  <a:lnTo>
                    <a:pt x="204022" y="330216"/>
                  </a:lnTo>
                  <a:lnTo>
                    <a:pt x="209177" y="328964"/>
                  </a:lnTo>
                  <a:lnTo>
                    <a:pt x="214290" y="327549"/>
                  </a:lnTo>
                  <a:lnTo>
                    <a:pt x="219355" y="325972"/>
                  </a:lnTo>
                  <a:lnTo>
                    <a:pt x="224368" y="324236"/>
                  </a:lnTo>
                  <a:lnTo>
                    <a:pt x="229323" y="322341"/>
                  </a:lnTo>
                  <a:lnTo>
                    <a:pt x="234216" y="320290"/>
                  </a:lnTo>
                  <a:lnTo>
                    <a:pt x="239041" y="318085"/>
                  </a:lnTo>
                  <a:lnTo>
                    <a:pt x="243793" y="315727"/>
                  </a:lnTo>
                  <a:lnTo>
                    <a:pt x="248468" y="313221"/>
                  </a:lnTo>
                  <a:lnTo>
                    <a:pt x="253062" y="310567"/>
                  </a:lnTo>
                  <a:lnTo>
                    <a:pt x="257569" y="307768"/>
                  </a:lnTo>
                  <a:lnTo>
                    <a:pt x="261985" y="304828"/>
                  </a:lnTo>
                  <a:lnTo>
                    <a:pt x="266305" y="301750"/>
                  </a:lnTo>
                  <a:lnTo>
                    <a:pt x="270525" y="298536"/>
                  </a:lnTo>
                  <a:lnTo>
                    <a:pt x="274642" y="295189"/>
                  </a:lnTo>
                  <a:lnTo>
                    <a:pt x="278650" y="291714"/>
                  </a:lnTo>
                  <a:lnTo>
                    <a:pt x="282546" y="288113"/>
                  </a:lnTo>
                  <a:lnTo>
                    <a:pt x="286325" y="284390"/>
                  </a:lnTo>
                  <a:lnTo>
                    <a:pt x="289985" y="280550"/>
                  </a:lnTo>
                  <a:lnTo>
                    <a:pt x="293521" y="276595"/>
                  </a:lnTo>
                  <a:lnTo>
                    <a:pt x="296929" y="272530"/>
                  </a:lnTo>
                  <a:lnTo>
                    <a:pt x="300207" y="268359"/>
                  </a:lnTo>
                  <a:lnTo>
                    <a:pt x="303351" y="264086"/>
                  </a:lnTo>
                  <a:lnTo>
                    <a:pt x="306358" y="259715"/>
                  </a:lnTo>
                  <a:lnTo>
                    <a:pt x="309224" y="255251"/>
                  </a:lnTo>
                  <a:lnTo>
                    <a:pt x="311948" y="250698"/>
                  </a:lnTo>
                  <a:lnTo>
                    <a:pt x="314525" y="246062"/>
                  </a:lnTo>
                  <a:lnTo>
                    <a:pt x="316954" y="241346"/>
                  </a:lnTo>
                  <a:lnTo>
                    <a:pt x="319233" y="236555"/>
                  </a:lnTo>
                  <a:lnTo>
                    <a:pt x="321358" y="231694"/>
                  </a:lnTo>
                  <a:lnTo>
                    <a:pt x="323328" y="226768"/>
                  </a:lnTo>
                  <a:lnTo>
                    <a:pt x="325140" y="221782"/>
                  </a:lnTo>
                  <a:lnTo>
                    <a:pt x="326794" y="216742"/>
                  </a:lnTo>
                  <a:lnTo>
                    <a:pt x="328286" y="211651"/>
                  </a:lnTo>
                  <a:lnTo>
                    <a:pt x="329617" y="206516"/>
                  </a:lnTo>
                  <a:lnTo>
                    <a:pt x="330783" y="201340"/>
                  </a:lnTo>
                  <a:lnTo>
                    <a:pt x="331785" y="19613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826449"/>
              <a:ext cx="164639" cy="28963"/>
            </a:xfrm>
            <a:custGeom>
              <a:avLst/>
              <a:pathLst>
                <a:path w="164639" h="28963">
                  <a:moveTo>
                    <a:pt x="164639" y="289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826449"/>
              <a:ext cx="164639" cy="28963"/>
            </a:xfrm>
            <a:custGeom>
              <a:avLst/>
              <a:pathLst>
                <a:path w="164639" h="28963">
                  <a:moveTo>
                    <a:pt x="164639" y="289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765271"/>
              <a:ext cx="167166" cy="90141"/>
            </a:xfrm>
            <a:custGeom>
              <a:avLst/>
              <a:pathLst>
                <a:path w="167166" h="90141">
                  <a:moveTo>
                    <a:pt x="164639" y="90141"/>
                  </a:moveTo>
                  <a:lnTo>
                    <a:pt x="165535" y="84478"/>
                  </a:lnTo>
                  <a:lnTo>
                    <a:pt x="166237" y="78787"/>
                  </a:lnTo>
                  <a:lnTo>
                    <a:pt x="166743" y="73076"/>
                  </a:lnTo>
                  <a:lnTo>
                    <a:pt x="167053" y="67351"/>
                  </a:lnTo>
                  <a:lnTo>
                    <a:pt x="167166" y="61618"/>
                  </a:lnTo>
                  <a:lnTo>
                    <a:pt x="167083" y="55885"/>
                  </a:lnTo>
                  <a:lnTo>
                    <a:pt x="166803" y="50158"/>
                  </a:lnTo>
                  <a:lnTo>
                    <a:pt x="166327" y="44444"/>
                  </a:lnTo>
                  <a:lnTo>
                    <a:pt x="165656" y="38750"/>
                  </a:lnTo>
                  <a:lnTo>
                    <a:pt x="164789" y="33082"/>
                  </a:lnTo>
                  <a:lnTo>
                    <a:pt x="163729" y="27447"/>
                  </a:lnTo>
                  <a:lnTo>
                    <a:pt x="162476" y="21852"/>
                  </a:lnTo>
                  <a:lnTo>
                    <a:pt x="161032" y="16303"/>
                  </a:lnTo>
                  <a:lnTo>
                    <a:pt x="159398" y="10807"/>
                  </a:lnTo>
                  <a:lnTo>
                    <a:pt x="157577" y="5371"/>
                  </a:lnTo>
                  <a:lnTo>
                    <a:pt x="155570" y="0"/>
                  </a:lnTo>
                  <a:lnTo>
                    <a:pt x="0" y="611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155570" cy="167167"/>
            </a:xfrm>
            <a:custGeom>
              <a:avLst/>
              <a:pathLst>
                <a:path w="155570" h="167167">
                  <a:moveTo>
                    <a:pt x="155570" y="105990"/>
                  </a:moveTo>
                  <a:lnTo>
                    <a:pt x="153512" y="100993"/>
                  </a:lnTo>
                  <a:lnTo>
                    <a:pt x="151293" y="96066"/>
                  </a:lnTo>
                  <a:lnTo>
                    <a:pt x="148915" y="91213"/>
                  </a:lnTo>
                  <a:lnTo>
                    <a:pt x="146383" y="86439"/>
                  </a:lnTo>
                  <a:lnTo>
                    <a:pt x="143697" y="81750"/>
                  </a:lnTo>
                  <a:lnTo>
                    <a:pt x="140861" y="77150"/>
                  </a:lnTo>
                  <a:lnTo>
                    <a:pt x="137878" y="72644"/>
                  </a:lnTo>
                  <a:lnTo>
                    <a:pt x="134751" y="68237"/>
                  </a:lnTo>
                  <a:lnTo>
                    <a:pt x="131482" y="63933"/>
                  </a:lnTo>
                  <a:lnTo>
                    <a:pt x="128077" y="59737"/>
                  </a:lnTo>
                  <a:lnTo>
                    <a:pt x="124538" y="55654"/>
                  </a:lnTo>
                  <a:lnTo>
                    <a:pt x="120868" y="51687"/>
                  </a:lnTo>
                  <a:lnTo>
                    <a:pt x="117073" y="47840"/>
                  </a:lnTo>
                  <a:lnTo>
                    <a:pt x="113155" y="44119"/>
                  </a:lnTo>
                  <a:lnTo>
                    <a:pt x="109118" y="40526"/>
                  </a:lnTo>
                  <a:lnTo>
                    <a:pt x="104968" y="37065"/>
                  </a:lnTo>
                  <a:lnTo>
                    <a:pt x="100708" y="33740"/>
                  </a:lnTo>
                  <a:lnTo>
                    <a:pt x="96343" y="30555"/>
                  </a:lnTo>
                  <a:lnTo>
                    <a:pt x="91877" y="27512"/>
                  </a:lnTo>
                  <a:lnTo>
                    <a:pt x="87315" y="24615"/>
                  </a:lnTo>
                  <a:lnTo>
                    <a:pt x="82662" y="21867"/>
                  </a:lnTo>
                  <a:lnTo>
                    <a:pt x="77922" y="19272"/>
                  </a:lnTo>
                  <a:lnTo>
                    <a:pt x="73101" y="16830"/>
                  </a:lnTo>
                  <a:lnTo>
                    <a:pt x="68204" y="14546"/>
                  </a:lnTo>
                  <a:lnTo>
                    <a:pt x="63235" y="12421"/>
                  </a:lnTo>
                  <a:lnTo>
                    <a:pt x="58200" y="10458"/>
                  </a:lnTo>
                  <a:lnTo>
                    <a:pt x="53105" y="8659"/>
                  </a:lnTo>
                  <a:lnTo>
                    <a:pt x="47954" y="7025"/>
                  </a:lnTo>
                  <a:lnTo>
                    <a:pt x="42752" y="5559"/>
                  </a:lnTo>
                  <a:lnTo>
                    <a:pt x="37507" y="4262"/>
                  </a:lnTo>
                  <a:lnTo>
                    <a:pt x="32221" y="3134"/>
                  </a:lnTo>
                  <a:lnTo>
                    <a:pt x="26903" y="2179"/>
                  </a:lnTo>
                  <a:lnTo>
                    <a:pt x="21556" y="1395"/>
                  </a:lnTo>
                  <a:lnTo>
                    <a:pt x="16187" y="785"/>
                  </a:lnTo>
                  <a:lnTo>
                    <a:pt x="10800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561305" y="4213821"/>
              <a:ext cx="167166" cy="298360"/>
            </a:xfrm>
            <a:custGeom>
              <a:avLst/>
              <a:pathLst>
                <a:path w="167166" h="298360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3" y="775"/>
                  </a:lnTo>
                  <a:lnTo>
                    <a:pt x="145748" y="1377"/>
                  </a:lnTo>
                  <a:lnTo>
                    <a:pt x="140435" y="2151"/>
                  </a:lnTo>
                  <a:lnTo>
                    <a:pt x="135150" y="3094"/>
                  </a:lnTo>
                  <a:lnTo>
                    <a:pt x="129897" y="4207"/>
                  </a:lnTo>
                  <a:lnTo>
                    <a:pt x="124683" y="5488"/>
                  </a:lnTo>
                  <a:lnTo>
                    <a:pt x="119513" y="6935"/>
                  </a:lnTo>
                  <a:lnTo>
                    <a:pt x="114392" y="8548"/>
                  </a:lnTo>
                  <a:lnTo>
                    <a:pt x="109325" y="10325"/>
                  </a:lnTo>
                  <a:lnTo>
                    <a:pt x="104318" y="12263"/>
                  </a:lnTo>
                  <a:lnTo>
                    <a:pt x="99376" y="14362"/>
                  </a:lnTo>
                  <a:lnTo>
                    <a:pt x="94504" y="16617"/>
                  </a:lnTo>
                  <a:lnTo>
                    <a:pt x="89707" y="19028"/>
                  </a:lnTo>
                  <a:lnTo>
                    <a:pt x="84990" y="21592"/>
                  </a:lnTo>
                  <a:lnTo>
                    <a:pt x="80357" y="24306"/>
                  </a:lnTo>
                  <a:lnTo>
                    <a:pt x="75814" y="27168"/>
                  </a:lnTo>
                  <a:lnTo>
                    <a:pt x="71365" y="30174"/>
                  </a:lnTo>
                  <a:lnTo>
                    <a:pt x="67016" y="33321"/>
                  </a:lnTo>
                  <a:lnTo>
                    <a:pt x="62769" y="36606"/>
                  </a:lnTo>
                  <a:lnTo>
                    <a:pt x="58630" y="40026"/>
                  </a:lnTo>
                  <a:lnTo>
                    <a:pt x="54603" y="43577"/>
                  </a:lnTo>
                  <a:lnTo>
                    <a:pt x="50692" y="47256"/>
                  </a:lnTo>
                  <a:lnTo>
                    <a:pt x="46901" y="51058"/>
                  </a:lnTo>
                  <a:lnTo>
                    <a:pt x="43235" y="54980"/>
                  </a:lnTo>
                  <a:lnTo>
                    <a:pt x="39696" y="59018"/>
                  </a:lnTo>
                  <a:lnTo>
                    <a:pt x="36289" y="63167"/>
                  </a:lnTo>
                  <a:lnTo>
                    <a:pt x="33016" y="67423"/>
                  </a:lnTo>
                  <a:lnTo>
                    <a:pt x="29882" y="71783"/>
                  </a:lnTo>
                  <a:lnTo>
                    <a:pt x="26890" y="76241"/>
                  </a:lnTo>
                  <a:lnTo>
                    <a:pt x="24042" y="80792"/>
                  </a:lnTo>
                  <a:lnTo>
                    <a:pt x="21343" y="85433"/>
                  </a:lnTo>
                  <a:lnTo>
                    <a:pt x="18793" y="90158"/>
                  </a:lnTo>
                  <a:lnTo>
                    <a:pt x="16396" y="94963"/>
                  </a:lnTo>
                  <a:lnTo>
                    <a:pt x="14155" y="99842"/>
                  </a:lnTo>
                  <a:lnTo>
                    <a:pt x="12072" y="104790"/>
                  </a:lnTo>
                  <a:lnTo>
                    <a:pt x="10149" y="109803"/>
                  </a:lnTo>
                  <a:lnTo>
                    <a:pt x="8388" y="114875"/>
                  </a:lnTo>
                  <a:lnTo>
                    <a:pt x="6791" y="120001"/>
                  </a:lnTo>
                  <a:lnTo>
                    <a:pt x="5359" y="125175"/>
                  </a:lnTo>
                  <a:lnTo>
                    <a:pt x="4094" y="130393"/>
                  </a:lnTo>
                  <a:lnTo>
                    <a:pt x="2997" y="135649"/>
                  </a:lnTo>
                  <a:lnTo>
                    <a:pt x="2069" y="140937"/>
                  </a:lnTo>
                  <a:lnTo>
                    <a:pt x="1312" y="146253"/>
                  </a:lnTo>
                  <a:lnTo>
                    <a:pt x="726" y="151590"/>
                  </a:lnTo>
                  <a:lnTo>
                    <a:pt x="312" y="156943"/>
                  </a:lnTo>
                  <a:lnTo>
                    <a:pt x="69" y="162306"/>
                  </a:lnTo>
                  <a:lnTo>
                    <a:pt x="0" y="167675"/>
                  </a:lnTo>
                  <a:lnTo>
                    <a:pt x="102" y="173043"/>
                  </a:lnTo>
                  <a:lnTo>
                    <a:pt x="377" y="178405"/>
                  </a:lnTo>
                  <a:lnTo>
                    <a:pt x="824" y="183755"/>
                  </a:lnTo>
                  <a:lnTo>
                    <a:pt x="1442" y="189089"/>
                  </a:lnTo>
                  <a:lnTo>
                    <a:pt x="2232" y="194399"/>
                  </a:lnTo>
                  <a:lnTo>
                    <a:pt x="3191" y="199682"/>
                  </a:lnTo>
                  <a:lnTo>
                    <a:pt x="4320" y="204931"/>
                  </a:lnTo>
                  <a:lnTo>
                    <a:pt x="5617" y="210141"/>
                  </a:lnTo>
                  <a:lnTo>
                    <a:pt x="7080" y="215307"/>
                  </a:lnTo>
                  <a:lnTo>
                    <a:pt x="8709" y="220423"/>
                  </a:lnTo>
                  <a:lnTo>
                    <a:pt x="10501" y="225484"/>
                  </a:lnTo>
                  <a:lnTo>
                    <a:pt x="12454" y="230485"/>
                  </a:lnTo>
                  <a:lnTo>
                    <a:pt x="14567" y="235421"/>
                  </a:lnTo>
                  <a:lnTo>
                    <a:pt x="16838" y="240286"/>
                  </a:lnTo>
                  <a:lnTo>
                    <a:pt x="19264" y="245076"/>
                  </a:lnTo>
                  <a:lnTo>
                    <a:pt x="21842" y="249785"/>
                  </a:lnTo>
                  <a:lnTo>
                    <a:pt x="24570" y="254410"/>
                  </a:lnTo>
                  <a:lnTo>
                    <a:pt x="27445" y="258944"/>
                  </a:lnTo>
                  <a:lnTo>
                    <a:pt x="30465" y="263383"/>
                  </a:lnTo>
                  <a:lnTo>
                    <a:pt x="33625" y="267724"/>
                  </a:lnTo>
                  <a:lnTo>
                    <a:pt x="36923" y="271960"/>
                  </a:lnTo>
                  <a:lnTo>
                    <a:pt x="40355" y="276089"/>
                  </a:lnTo>
                  <a:lnTo>
                    <a:pt x="43919" y="280105"/>
                  </a:lnTo>
                  <a:lnTo>
                    <a:pt x="47609" y="284005"/>
                  </a:lnTo>
                  <a:lnTo>
                    <a:pt x="51423" y="287784"/>
                  </a:lnTo>
                  <a:lnTo>
                    <a:pt x="55356" y="291439"/>
                  </a:lnTo>
                  <a:lnTo>
                    <a:pt x="59405" y="294965"/>
                  </a:lnTo>
                  <a:lnTo>
                    <a:pt x="63564" y="29836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24870" y="4380988"/>
              <a:ext cx="103602" cy="131192"/>
            </a:xfrm>
            <a:custGeom>
              <a:avLst/>
              <a:pathLst>
                <a:path w="103602" h="131192">
                  <a:moveTo>
                    <a:pt x="0" y="131192"/>
                  </a:moveTo>
                  <a:lnTo>
                    <a:pt x="1036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624870" y="4380988"/>
              <a:ext cx="103602" cy="155891"/>
            </a:xfrm>
            <a:custGeom>
              <a:avLst/>
              <a:pathLst>
                <a:path w="103602" h="155891">
                  <a:moveTo>
                    <a:pt x="0" y="131192"/>
                  </a:moveTo>
                  <a:lnTo>
                    <a:pt x="4975" y="134972"/>
                  </a:lnTo>
                  <a:lnTo>
                    <a:pt x="10087" y="138564"/>
                  </a:lnTo>
                  <a:lnTo>
                    <a:pt x="15331" y="141962"/>
                  </a:lnTo>
                  <a:lnTo>
                    <a:pt x="20698" y="145161"/>
                  </a:lnTo>
                  <a:lnTo>
                    <a:pt x="26180" y="148158"/>
                  </a:lnTo>
                  <a:lnTo>
                    <a:pt x="31771" y="150948"/>
                  </a:lnTo>
                  <a:lnTo>
                    <a:pt x="37462" y="153527"/>
                  </a:lnTo>
                  <a:lnTo>
                    <a:pt x="43246" y="155891"/>
                  </a:lnTo>
                  <a:lnTo>
                    <a:pt x="10360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668116" y="4213821"/>
              <a:ext cx="227519" cy="334319"/>
            </a:xfrm>
            <a:custGeom>
              <a:avLst/>
              <a:pathLst>
                <a:path w="227519" h="334319">
                  <a:moveTo>
                    <a:pt x="0" y="323058"/>
                  </a:moveTo>
                  <a:lnTo>
                    <a:pt x="5005" y="324905"/>
                  </a:lnTo>
                  <a:lnTo>
                    <a:pt x="10067" y="326591"/>
                  </a:lnTo>
                  <a:lnTo>
                    <a:pt x="15180" y="328115"/>
                  </a:lnTo>
                  <a:lnTo>
                    <a:pt x="20340" y="329474"/>
                  </a:lnTo>
                  <a:lnTo>
                    <a:pt x="25540" y="330669"/>
                  </a:lnTo>
                  <a:lnTo>
                    <a:pt x="30775" y="331697"/>
                  </a:lnTo>
                  <a:lnTo>
                    <a:pt x="36041" y="332557"/>
                  </a:lnTo>
                  <a:lnTo>
                    <a:pt x="41331" y="333248"/>
                  </a:lnTo>
                  <a:lnTo>
                    <a:pt x="46641" y="333771"/>
                  </a:lnTo>
                  <a:lnTo>
                    <a:pt x="51965" y="334124"/>
                  </a:lnTo>
                  <a:lnTo>
                    <a:pt x="57297" y="334306"/>
                  </a:lnTo>
                  <a:lnTo>
                    <a:pt x="62633" y="334319"/>
                  </a:lnTo>
                  <a:lnTo>
                    <a:pt x="67966" y="334161"/>
                  </a:lnTo>
                  <a:lnTo>
                    <a:pt x="73291" y="333833"/>
                  </a:lnTo>
                  <a:lnTo>
                    <a:pt x="78603" y="333335"/>
                  </a:lnTo>
                  <a:lnTo>
                    <a:pt x="83897" y="332668"/>
                  </a:lnTo>
                  <a:lnTo>
                    <a:pt x="89166" y="331833"/>
                  </a:lnTo>
                  <a:lnTo>
                    <a:pt x="94407" y="330830"/>
                  </a:lnTo>
                  <a:lnTo>
                    <a:pt x="99612" y="329660"/>
                  </a:lnTo>
                  <a:lnTo>
                    <a:pt x="104778" y="328324"/>
                  </a:lnTo>
                  <a:lnTo>
                    <a:pt x="109898" y="326824"/>
                  </a:lnTo>
                  <a:lnTo>
                    <a:pt x="114968" y="325162"/>
                  </a:lnTo>
                  <a:lnTo>
                    <a:pt x="119982" y="323339"/>
                  </a:lnTo>
                  <a:lnTo>
                    <a:pt x="124936" y="321356"/>
                  </a:lnTo>
                  <a:lnTo>
                    <a:pt x="129823" y="319217"/>
                  </a:lnTo>
                  <a:lnTo>
                    <a:pt x="134640" y="316922"/>
                  </a:lnTo>
                  <a:lnTo>
                    <a:pt x="139381" y="314475"/>
                  </a:lnTo>
                  <a:lnTo>
                    <a:pt x="144042" y="311878"/>
                  </a:lnTo>
                  <a:lnTo>
                    <a:pt x="148618" y="309134"/>
                  </a:lnTo>
                  <a:lnTo>
                    <a:pt x="153103" y="306245"/>
                  </a:lnTo>
                  <a:lnTo>
                    <a:pt x="157494" y="303214"/>
                  </a:lnTo>
                  <a:lnTo>
                    <a:pt x="161787" y="300045"/>
                  </a:lnTo>
                  <a:lnTo>
                    <a:pt x="165975" y="296741"/>
                  </a:lnTo>
                  <a:lnTo>
                    <a:pt x="170057" y="293304"/>
                  </a:lnTo>
                  <a:lnTo>
                    <a:pt x="174026" y="289739"/>
                  </a:lnTo>
                  <a:lnTo>
                    <a:pt x="177880" y="286049"/>
                  </a:lnTo>
                  <a:lnTo>
                    <a:pt x="181614" y="282238"/>
                  </a:lnTo>
                  <a:lnTo>
                    <a:pt x="185224" y="278309"/>
                  </a:lnTo>
                  <a:lnTo>
                    <a:pt x="188707" y="274268"/>
                  </a:lnTo>
                  <a:lnTo>
                    <a:pt x="192060" y="270117"/>
                  </a:lnTo>
                  <a:lnTo>
                    <a:pt x="195278" y="265862"/>
                  </a:lnTo>
                  <a:lnTo>
                    <a:pt x="198359" y="261506"/>
                  </a:lnTo>
                  <a:lnTo>
                    <a:pt x="201299" y="257054"/>
                  </a:lnTo>
                  <a:lnTo>
                    <a:pt x="204096" y="252510"/>
                  </a:lnTo>
                  <a:lnTo>
                    <a:pt x="206747" y="247879"/>
                  </a:lnTo>
                  <a:lnTo>
                    <a:pt x="209248" y="243167"/>
                  </a:lnTo>
                  <a:lnTo>
                    <a:pt x="211597" y="238376"/>
                  </a:lnTo>
                  <a:lnTo>
                    <a:pt x="213793" y="233513"/>
                  </a:lnTo>
                  <a:lnTo>
                    <a:pt x="215832" y="228583"/>
                  </a:lnTo>
                  <a:lnTo>
                    <a:pt x="217713" y="223590"/>
                  </a:lnTo>
                  <a:lnTo>
                    <a:pt x="219433" y="218540"/>
                  </a:lnTo>
                  <a:lnTo>
                    <a:pt x="220991" y="213437"/>
                  </a:lnTo>
                  <a:lnTo>
                    <a:pt x="222386" y="208287"/>
                  </a:lnTo>
                  <a:lnTo>
                    <a:pt x="223616" y="203095"/>
                  </a:lnTo>
                  <a:lnTo>
                    <a:pt x="224679" y="197867"/>
                  </a:lnTo>
                  <a:lnTo>
                    <a:pt x="225575" y="192607"/>
                  </a:lnTo>
                  <a:lnTo>
                    <a:pt x="226303" y="187322"/>
                  </a:lnTo>
                  <a:lnTo>
                    <a:pt x="226862" y="182016"/>
                  </a:lnTo>
                  <a:lnTo>
                    <a:pt x="227251" y="176694"/>
                  </a:lnTo>
                  <a:lnTo>
                    <a:pt x="227470" y="171363"/>
                  </a:lnTo>
                  <a:lnTo>
                    <a:pt x="227519" y="166028"/>
                  </a:lnTo>
                  <a:lnTo>
                    <a:pt x="227397" y="160694"/>
                  </a:lnTo>
                  <a:lnTo>
                    <a:pt x="227106" y="155367"/>
                  </a:lnTo>
                  <a:lnTo>
                    <a:pt x="226644" y="150051"/>
                  </a:lnTo>
                  <a:lnTo>
                    <a:pt x="226013" y="144753"/>
                  </a:lnTo>
                  <a:lnTo>
                    <a:pt x="225213" y="139478"/>
                  </a:lnTo>
                  <a:lnTo>
                    <a:pt x="224246" y="134231"/>
                  </a:lnTo>
                  <a:lnTo>
                    <a:pt x="223111" y="129018"/>
                  </a:lnTo>
                  <a:lnTo>
                    <a:pt x="221811" y="123843"/>
                  </a:lnTo>
                  <a:lnTo>
                    <a:pt x="220346" y="118713"/>
                  </a:lnTo>
                  <a:lnTo>
                    <a:pt x="218718" y="113632"/>
                  </a:lnTo>
                  <a:lnTo>
                    <a:pt x="216929" y="108605"/>
                  </a:lnTo>
                  <a:lnTo>
                    <a:pt x="214981" y="103638"/>
                  </a:lnTo>
                  <a:lnTo>
                    <a:pt x="212875" y="98736"/>
                  </a:lnTo>
                  <a:lnTo>
                    <a:pt x="210613" y="93904"/>
                  </a:lnTo>
                  <a:lnTo>
                    <a:pt x="208198" y="89146"/>
                  </a:lnTo>
                  <a:lnTo>
                    <a:pt x="205633" y="84468"/>
                  </a:lnTo>
                  <a:lnTo>
                    <a:pt x="202920" y="79873"/>
                  </a:lnTo>
                  <a:lnTo>
                    <a:pt x="200062" y="75368"/>
                  </a:lnTo>
                  <a:lnTo>
                    <a:pt x="197061" y="70957"/>
                  </a:lnTo>
                  <a:lnTo>
                    <a:pt x="193921" y="66643"/>
                  </a:lnTo>
                  <a:lnTo>
                    <a:pt x="190645" y="62432"/>
                  </a:lnTo>
                  <a:lnTo>
                    <a:pt x="187236" y="58327"/>
                  </a:lnTo>
                  <a:lnTo>
                    <a:pt x="183698" y="54334"/>
                  </a:lnTo>
                  <a:lnTo>
                    <a:pt x="180035" y="50455"/>
                  </a:lnTo>
                  <a:lnTo>
                    <a:pt x="176249" y="46695"/>
                  </a:lnTo>
                  <a:lnTo>
                    <a:pt x="172346" y="43058"/>
                  </a:lnTo>
                  <a:lnTo>
                    <a:pt x="168328" y="39547"/>
                  </a:lnTo>
                  <a:lnTo>
                    <a:pt x="164200" y="36166"/>
                  </a:lnTo>
                  <a:lnTo>
                    <a:pt x="159967" y="32919"/>
                  </a:lnTo>
                  <a:lnTo>
                    <a:pt x="155632" y="29809"/>
                  </a:lnTo>
                  <a:lnTo>
                    <a:pt x="151200" y="26838"/>
                  </a:lnTo>
                  <a:lnTo>
                    <a:pt x="146675" y="24011"/>
                  </a:lnTo>
                  <a:lnTo>
                    <a:pt x="142063" y="21329"/>
                  </a:lnTo>
                  <a:lnTo>
                    <a:pt x="137367" y="18795"/>
                  </a:lnTo>
                  <a:lnTo>
                    <a:pt x="132593" y="16413"/>
                  </a:lnTo>
                  <a:lnTo>
                    <a:pt x="127745" y="14185"/>
                  </a:lnTo>
                  <a:lnTo>
                    <a:pt x="122829" y="12112"/>
                  </a:lnTo>
                  <a:lnTo>
                    <a:pt x="117849" y="10197"/>
                  </a:lnTo>
                  <a:lnTo>
                    <a:pt x="112810" y="8443"/>
                  </a:lnTo>
                  <a:lnTo>
                    <a:pt x="107718" y="6850"/>
                  </a:lnTo>
                  <a:lnTo>
                    <a:pt x="102578" y="5420"/>
                  </a:lnTo>
                  <a:lnTo>
                    <a:pt x="97395" y="4155"/>
                  </a:lnTo>
                  <a:lnTo>
                    <a:pt x="92174" y="3056"/>
                  </a:lnTo>
                  <a:lnTo>
                    <a:pt x="86920" y="2124"/>
                  </a:lnTo>
                  <a:lnTo>
                    <a:pt x="81640" y="1360"/>
                  </a:lnTo>
                  <a:lnTo>
                    <a:pt x="76338" y="765"/>
                  </a:lnTo>
                  <a:lnTo>
                    <a:pt x="71019" y="340"/>
                  </a:lnTo>
                  <a:lnTo>
                    <a:pt x="65690" y="85"/>
                  </a:lnTo>
                  <a:lnTo>
                    <a:pt x="60355" y="0"/>
                  </a:lnTo>
                  <a:lnTo>
                    <a:pt x="603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751856" y="3707720"/>
              <a:ext cx="267495" cy="334330"/>
            </a:xfrm>
            <a:custGeom>
              <a:avLst/>
              <a:pathLst>
                <a:path w="267495" h="334330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2" y="1351"/>
                  </a:lnTo>
                  <a:lnTo>
                    <a:pt x="140679" y="2109"/>
                  </a:lnTo>
                  <a:lnTo>
                    <a:pt x="135442" y="3035"/>
                  </a:lnTo>
                  <a:lnTo>
                    <a:pt x="130238" y="4127"/>
                  </a:lnTo>
                  <a:lnTo>
                    <a:pt x="125072" y="5383"/>
                  </a:lnTo>
                  <a:lnTo>
                    <a:pt x="119947" y="6804"/>
                  </a:lnTo>
                  <a:lnTo>
                    <a:pt x="114871" y="8386"/>
                  </a:lnTo>
                  <a:lnTo>
                    <a:pt x="109847" y="10129"/>
                  </a:lnTo>
                  <a:lnTo>
                    <a:pt x="104882" y="12031"/>
                  </a:lnTo>
                  <a:lnTo>
                    <a:pt x="99979" y="14090"/>
                  </a:lnTo>
                  <a:lnTo>
                    <a:pt x="95145" y="16304"/>
                  </a:lnTo>
                  <a:lnTo>
                    <a:pt x="90383" y="18671"/>
                  </a:lnTo>
                  <a:lnTo>
                    <a:pt x="85699" y="21188"/>
                  </a:lnTo>
                  <a:lnTo>
                    <a:pt x="81098" y="23852"/>
                  </a:lnTo>
                  <a:lnTo>
                    <a:pt x="76583" y="26662"/>
                  </a:lnTo>
                  <a:lnTo>
                    <a:pt x="72160" y="29613"/>
                  </a:lnTo>
                  <a:lnTo>
                    <a:pt x="67833" y="32704"/>
                  </a:lnTo>
                  <a:lnTo>
                    <a:pt x="63607" y="35931"/>
                  </a:lnTo>
                  <a:lnTo>
                    <a:pt x="59485" y="39291"/>
                  </a:lnTo>
                  <a:lnTo>
                    <a:pt x="55473" y="42780"/>
                  </a:lnTo>
                  <a:lnTo>
                    <a:pt x="51573" y="46395"/>
                  </a:lnTo>
                  <a:lnTo>
                    <a:pt x="47791" y="50132"/>
                  </a:lnTo>
                  <a:lnTo>
                    <a:pt x="44129" y="53988"/>
                  </a:lnTo>
                  <a:lnTo>
                    <a:pt x="40591" y="57958"/>
                  </a:lnTo>
                  <a:lnTo>
                    <a:pt x="37182" y="62038"/>
                  </a:lnTo>
                  <a:lnTo>
                    <a:pt x="33904" y="66225"/>
                  </a:lnTo>
                  <a:lnTo>
                    <a:pt x="30761" y="70514"/>
                  </a:lnTo>
                  <a:lnTo>
                    <a:pt x="27756" y="74901"/>
                  </a:lnTo>
                  <a:lnTo>
                    <a:pt x="24892" y="79381"/>
                  </a:lnTo>
                  <a:lnTo>
                    <a:pt x="22172" y="83950"/>
                  </a:lnTo>
                  <a:lnTo>
                    <a:pt x="19599" y="88603"/>
                  </a:lnTo>
                  <a:lnTo>
                    <a:pt x="17175" y="93336"/>
                  </a:lnTo>
                  <a:lnTo>
                    <a:pt x="14903" y="98143"/>
                  </a:lnTo>
                  <a:lnTo>
                    <a:pt x="12784" y="103021"/>
                  </a:lnTo>
                  <a:lnTo>
                    <a:pt x="10822" y="107963"/>
                  </a:lnTo>
                  <a:lnTo>
                    <a:pt x="9018" y="112965"/>
                  </a:lnTo>
                  <a:lnTo>
                    <a:pt x="7375" y="118022"/>
                  </a:lnTo>
                  <a:lnTo>
                    <a:pt x="5892" y="123128"/>
                  </a:lnTo>
                  <a:lnTo>
                    <a:pt x="4573" y="128280"/>
                  </a:lnTo>
                  <a:lnTo>
                    <a:pt x="3419" y="133470"/>
                  </a:lnTo>
                  <a:lnTo>
                    <a:pt x="2430" y="138695"/>
                  </a:lnTo>
                  <a:lnTo>
                    <a:pt x="1608" y="143948"/>
                  </a:lnTo>
                  <a:lnTo>
                    <a:pt x="953" y="149225"/>
                  </a:lnTo>
                  <a:lnTo>
                    <a:pt x="466" y="154520"/>
                  </a:lnTo>
                  <a:lnTo>
                    <a:pt x="148" y="159828"/>
                  </a:lnTo>
                  <a:lnTo>
                    <a:pt x="0" y="165143"/>
                  </a:lnTo>
                  <a:lnTo>
                    <a:pt x="20" y="170461"/>
                  </a:lnTo>
                  <a:lnTo>
                    <a:pt x="209" y="175775"/>
                  </a:lnTo>
                  <a:lnTo>
                    <a:pt x="567" y="181080"/>
                  </a:lnTo>
                  <a:lnTo>
                    <a:pt x="1094" y="186371"/>
                  </a:lnTo>
                  <a:lnTo>
                    <a:pt x="1789" y="191643"/>
                  </a:lnTo>
                  <a:lnTo>
                    <a:pt x="2651" y="196890"/>
                  </a:lnTo>
                  <a:lnTo>
                    <a:pt x="3679" y="202107"/>
                  </a:lnTo>
                  <a:lnTo>
                    <a:pt x="4873" y="207288"/>
                  </a:lnTo>
                  <a:lnTo>
                    <a:pt x="6232" y="212429"/>
                  </a:lnTo>
                  <a:lnTo>
                    <a:pt x="7753" y="217525"/>
                  </a:lnTo>
                  <a:lnTo>
                    <a:pt x="9435" y="222569"/>
                  </a:lnTo>
                  <a:lnTo>
                    <a:pt x="11277" y="227557"/>
                  </a:lnTo>
                  <a:lnTo>
                    <a:pt x="13276" y="232484"/>
                  </a:lnTo>
                  <a:lnTo>
                    <a:pt x="15431" y="237345"/>
                  </a:lnTo>
                  <a:lnTo>
                    <a:pt x="17740" y="242135"/>
                  </a:lnTo>
                  <a:lnTo>
                    <a:pt x="20200" y="246849"/>
                  </a:lnTo>
                  <a:lnTo>
                    <a:pt x="22809" y="251483"/>
                  </a:lnTo>
                  <a:lnTo>
                    <a:pt x="25563" y="256031"/>
                  </a:lnTo>
                  <a:lnTo>
                    <a:pt x="28461" y="260489"/>
                  </a:lnTo>
                  <a:lnTo>
                    <a:pt x="31499" y="264853"/>
                  </a:lnTo>
                  <a:lnTo>
                    <a:pt x="34675" y="269118"/>
                  </a:lnTo>
                  <a:lnTo>
                    <a:pt x="37985" y="273280"/>
                  </a:lnTo>
                  <a:lnTo>
                    <a:pt x="41425" y="277335"/>
                  </a:lnTo>
                  <a:lnTo>
                    <a:pt x="44992" y="281278"/>
                  </a:lnTo>
                  <a:lnTo>
                    <a:pt x="48683" y="285105"/>
                  </a:lnTo>
                  <a:lnTo>
                    <a:pt x="52494" y="288814"/>
                  </a:lnTo>
                  <a:lnTo>
                    <a:pt x="56421" y="292399"/>
                  </a:lnTo>
                  <a:lnTo>
                    <a:pt x="60460" y="295857"/>
                  </a:lnTo>
                  <a:lnTo>
                    <a:pt x="64607" y="299186"/>
                  </a:lnTo>
                  <a:lnTo>
                    <a:pt x="68858" y="302380"/>
                  </a:lnTo>
                  <a:lnTo>
                    <a:pt x="73208" y="305438"/>
                  </a:lnTo>
                  <a:lnTo>
                    <a:pt x="77653" y="308356"/>
                  </a:lnTo>
                  <a:lnTo>
                    <a:pt x="82189" y="311131"/>
                  </a:lnTo>
                  <a:lnTo>
                    <a:pt x="86811" y="313761"/>
                  </a:lnTo>
                  <a:lnTo>
                    <a:pt x="91514" y="316242"/>
                  </a:lnTo>
                  <a:lnTo>
                    <a:pt x="96293" y="318572"/>
                  </a:lnTo>
                  <a:lnTo>
                    <a:pt x="101144" y="320749"/>
                  </a:lnTo>
                  <a:lnTo>
                    <a:pt x="106062" y="322771"/>
                  </a:lnTo>
                  <a:lnTo>
                    <a:pt x="111042" y="324635"/>
                  </a:lnTo>
                  <a:lnTo>
                    <a:pt x="116079" y="326340"/>
                  </a:lnTo>
                  <a:lnTo>
                    <a:pt x="121167" y="327884"/>
                  </a:lnTo>
                  <a:lnTo>
                    <a:pt x="126302" y="329266"/>
                  </a:lnTo>
                  <a:lnTo>
                    <a:pt x="131478" y="330483"/>
                  </a:lnTo>
                  <a:lnTo>
                    <a:pt x="136690" y="331535"/>
                  </a:lnTo>
                  <a:lnTo>
                    <a:pt x="141933" y="332421"/>
                  </a:lnTo>
                  <a:lnTo>
                    <a:pt x="147202" y="333139"/>
                  </a:lnTo>
                  <a:lnTo>
                    <a:pt x="152491" y="333690"/>
                  </a:lnTo>
                  <a:lnTo>
                    <a:pt x="157794" y="334072"/>
                  </a:lnTo>
                  <a:lnTo>
                    <a:pt x="163108" y="334285"/>
                  </a:lnTo>
                  <a:lnTo>
                    <a:pt x="168425" y="334330"/>
                  </a:lnTo>
                  <a:lnTo>
                    <a:pt x="173741" y="334205"/>
                  </a:lnTo>
                  <a:lnTo>
                    <a:pt x="179050" y="333911"/>
                  </a:lnTo>
                  <a:lnTo>
                    <a:pt x="184347" y="333448"/>
                  </a:lnTo>
                  <a:lnTo>
                    <a:pt x="189627" y="332817"/>
                  </a:lnTo>
                  <a:lnTo>
                    <a:pt x="194884" y="332019"/>
                  </a:lnTo>
                  <a:lnTo>
                    <a:pt x="200113" y="331053"/>
                  </a:lnTo>
                  <a:lnTo>
                    <a:pt x="205309" y="329922"/>
                  </a:lnTo>
                  <a:lnTo>
                    <a:pt x="210466" y="328626"/>
                  </a:lnTo>
                  <a:lnTo>
                    <a:pt x="215579" y="327167"/>
                  </a:lnTo>
                  <a:lnTo>
                    <a:pt x="220643" y="325546"/>
                  </a:lnTo>
                  <a:lnTo>
                    <a:pt x="225653" y="323765"/>
                  </a:lnTo>
                  <a:lnTo>
                    <a:pt x="230604" y="321825"/>
                  </a:lnTo>
                  <a:lnTo>
                    <a:pt x="235491" y="319729"/>
                  </a:lnTo>
                  <a:lnTo>
                    <a:pt x="240309" y="317478"/>
                  </a:lnTo>
                  <a:lnTo>
                    <a:pt x="245052" y="315075"/>
                  </a:lnTo>
                  <a:lnTo>
                    <a:pt x="249717" y="312523"/>
                  </a:lnTo>
                  <a:lnTo>
                    <a:pt x="254298" y="309824"/>
                  </a:lnTo>
                  <a:lnTo>
                    <a:pt x="258791" y="306980"/>
                  </a:lnTo>
                  <a:lnTo>
                    <a:pt x="263192" y="303995"/>
                  </a:lnTo>
                  <a:lnTo>
                    <a:pt x="267495" y="30087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804"/>
              <a:ext cx="167167" cy="300787"/>
            </a:xfrm>
            <a:custGeom>
              <a:avLst/>
              <a:pathLst>
                <a:path w="167167" h="300787">
                  <a:moveTo>
                    <a:pt x="100340" y="300787"/>
                  </a:moveTo>
                  <a:lnTo>
                    <a:pt x="104570" y="297506"/>
                  </a:lnTo>
                  <a:lnTo>
                    <a:pt x="108692" y="294090"/>
                  </a:lnTo>
                  <a:lnTo>
                    <a:pt x="112704" y="290544"/>
                  </a:lnTo>
                  <a:lnTo>
                    <a:pt x="116599" y="286872"/>
                  </a:lnTo>
                  <a:lnTo>
                    <a:pt x="120376" y="283077"/>
                  </a:lnTo>
                  <a:lnTo>
                    <a:pt x="124028" y="279163"/>
                  </a:lnTo>
                  <a:lnTo>
                    <a:pt x="127554" y="275134"/>
                  </a:lnTo>
                  <a:lnTo>
                    <a:pt x="130948" y="270994"/>
                  </a:lnTo>
                  <a:lnTo>
                    <a:pt x="134209" y="266747"/>
                  </a:lnTo>
                  <a:lnTo>
                    <a:pt x="137331" y="262398"/>
                  </a:lnTo>
                  <a:lnTo>
                    <a:pt x="140313" y="257952"/>
                  </a:lnTo>
                  <a:lnTo>
                    <a:pt x="143151" y="253412"/>
                  </a:lnTo>
                  <a:lnTo>
                    <a:pt x="145842" y="248784"/>
                  </a:lnTo>
                  <a:lnTo>
                    <a:pt x="148383" y="244072"/>
                  </a:lnTo>
                  <a:lnTo>
                    <a:pt x="150773" y="239280"/>
                  </a:lnTo>
                  <a:lnTo>
                    <a:pt x="153007" y="234415"/>
                  </a:lnTo>
                  <a:lnTo>
                    <a:pt x="155085" y="229481"/>
                  </a:lnTo>
                  <a:lnTo>
                    <a:pt x="157003" y="224483"/>
                  </a:lnTo>
                  <a:lnTo>
                    <a:pt x="158761" y="219426"/>
                  </a:lnTo>
                  <a:lnTo>
                    <a:pt x="160356" y="214315"/>
                  </a:lnTo>
                  <a:lnTo>
                    <a:pt x="161786" y="209156"/>
                  </a:lnTo>
                  <a:lnTo>
                    <a:pt x="163050" y="203954"/>
                  </a:lnTo>
                  <a:lnTo>
                    <a:pt x="164147" y="198714"/>
                  </a:lnTo>
                  <a:lnTo>
                    <a:pt x="165076" y="193441"/>
                  </a:lnTo>
                  <a:lnTo>
                    <a:pt x="165835" y="188141"/>
                  </a:lnTo>
                  <a:lnTo>
                    <a:pt x="166425" y="182820"/>
                  </a:lnTo>
                  <a:lnTo>
                    <a:pt x="166843" y="177483"/>
                  </a:lnTo>
                  <a:lnTo>
                    <a:pt x="167091" y="172135"/>
                  </a:lnTo>
                  <a:lnTo>
                    <a:pt x="167167" y="166781"/>
                  </a:lnTo>
                  <a:lnTo>
                    <a:pt x="167071" y="161429"/>
                  </a:lnTo>
                  <a:lnTo>
                    <a:pt x="166805" y="156081"/>
                  </a:lnTo>
                  <a:lnTo>
                    <a:pt x="166367" y="150746"/>
                  </a:lnTo>
                  <a:lnTo>
                    <a:pt x="165758" y="145427"/>
                  </a:lnTo>
                  <a:lnTo>
                    <a:pt x="164980" y="140130"/>
                  </a:lnTo>
                  <a:lnTo>
                    <a:pt x="164032" y="134860"/>
                  </a:lnTo>
                  <a:lnTo>
                    <a:pt x="162916" y="129624"/>
                  </a:lnTo>
                  <a:lnTo>
                    <a:pt x="161633" y="124427"/>
                  </a:lnTo>
                  <a:lnTo>
                    <a:pt x="160184" y="119273"/>
                  </a:lnTo>
                  <a:lnTo>
                    <a:pt x="158571" y="114168"/>
                  </a:lnTo>
                  <a:lnTo>
                    <a:pt x="156795" y="109117"/>
                  </a:lnTo>
                  <a:lnTo>
                    <a:pt x="154859" y="104126"/>
                  </a:lnTo>
                  <a:lnTo>
                    <a:pt x="152763" y="99199"/>
                  </a:lnTo>
                  <a:lnTo>
                    <a:pt x="150511" y="94342"/>
                  </a:lnTo>
                  <a:lnTo>
                    <a:pt x="148104" y="89560"/>
                  </a:lnTo>
                  <a:lnTo>
                    <a:pt x="145546" y="84857"/>
                  </a:lnTo>
                  <a:lnTo>
                    <a:pt x="142838" y="80238"/>
                  </a:lnTo>
                  <a:lnTo>
                    <a:pt x="139984" y="75709"/>
                  </a:lnTo>
                  <a:lnTo>
                    <a:pt x="136986" y="71273"/>
                  </a:lnTo>
                  <a:lnTo>
                    <a:pt x="133848" y="66936"/>
                  </a:lnTo>
                  <a:lnTo>
                    <a:pt x="130572" y="62701"/>
                  </a:lnTo>
                  <a:lnTo>
                    <a:pt x="127163" y="58573"/>
                  </a:lnTo>
                  <a:lnTo>
                    <a:pt x="123623" y="54557"/>
                  </a:lnTo>
                  <a:lnTo>
                    <a:pt x="119956" y="50656"/>
                  </a:lnTo>
                  <a:lnTo>
                    <a:pt x="116166" y="46874"/>
                  </a:lnTo>
                  <a:lnTo>
                    <a:pt x="112257" y="43216"/>
                  </a:lnTo>
                  <a:lnTo>
                    <a:pt x="108233" y="39685"/>
                  </a:lnTo>
                  <a:lnTo>
                    <a:pt x="104098" y="36284"/>
                  </a:lnTo>
                  <a:lnTo>
                    <a:pt x="99856" y="33018"/>
                  </a:lnTo>
                  <a:lnTo>
                    <a:pt x="95512" y="29889"/>
                  </a:lnTo>
                  <a:lnTo>
                    <a:pt x="91070" y="26901"/>
                  </a:lnTo>
                  <a:lnTo>
                    <a:pt x="86534" y="24056"/>
                  </a:lnTo>
                  <a:lnTo>
                    <a:pt x="81910" y="21359"/>
                  </a:lnTo>
                  <a:lnTo>
                    <a:pt x="77201" y="18810"/>
                  </a:lnTo>
                  <a:lnTo>
                    <a:pt x="72414" y="16414"/>
                  </a:lnTo>
                  <a:lnTo>
                    <a:pt x="67552" y="14173"/>
                  </a:lnTo>
                  <a:lnTo>
                    <a:pt x="62621" y="12088"/>
                  </a:lnTo>
                  <a:lnTo>
                    <a:pt x="57625" y="10162"/>
                  </a:lnTo>
                  <a:lnTo>
                    <a:pt x="52571" y="8397"/>
                  </a:lnTo>
                  <a:lnTo>
                    <a:pt x="47462" y="6795"/>
                  </a:lnTo>
                  <a:lnTo>
                    <a:pt x="42305" y="5358"/>
                  </a:lnTo>
                  <a:lnTo>
                    <a:pt x="37105" y="4086"/>
                  </a:lnTo>
                  <a:lnTo>
                    <a:pt x="31866" y="2981"/>
                  </a:lnTo>
                  <a:lnTo>
                    <a:pt x="26595" y="2045"/>
                  </a:lnTo>
                  <a:lnTo>
                    <a:pt x="21296" y="1278"/>
                  </a:lnTo>
                  <a:lnTo>
                    <a:pt x="15976" y="681"/>
                  </a:lnTo>
                  <a:lnTo>
                    <a:pt x="10639" y="255"/>
                  </a:lnTo>
                  <a:lnTo>
                    <a:pt x="5292" y="0"/>
                  </a:lnTo>
                  <a:lnTo>
                    <a:pt x="0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tx81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2025-06-06T02:05:08Z</dcterms:modified>
  <cp:category/>
</cp:coreProperties>
</file>