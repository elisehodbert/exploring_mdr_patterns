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116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534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14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064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620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064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803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101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747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997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295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174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047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983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2090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798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719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324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1984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708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982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18749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62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0371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434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205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613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6368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002" y="3170392"/>
              <a:ext cx="1776" cy="167167"/>
            </a:xfrm>
            <a:custGeom>
              <a:avLst/>
              <a:pathLst>
                <a:path w="1776" h="167167">
                  <a:moveTo>
                    <a:pt x="1776" y="0"/>
                  </a:moveTo>
                  <a:lnTo>
                    <a:pt x="0" y="9"/>
                  </a:lnTo>
                  <a:lnTo>
                    <a:pt x="177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2002" y="3170401"/>
              <a:ext cx="1776" cy="167158"/>
            </a:xfrm>
            <a:custGeom>
              <a:avLst/>
              <a:pathLst>
                <a:path w="1776" h="167158">
                  <a:moveTo>
                    <a:pt x="0" y="0"/>
                  </a:moveTo>
                  <a:lnTo>
                    <a:pt x="1776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4" y="3170401"/>
              <a:ext cx="334326" cy="334318"/>
            </a:xfrm>
            <a:custGeom>
              <a:avLst/>
              <a:pathLst>
                <a:path w="334326" h="334318">
                  <a:moveTo>
                    <a:pt x="165387" y="0"/>
                  </a:moveTo>
                  <a:lnTo>
                    <a:pt x="160088" y="140"/>
                  </a:lnTo>
                  <a:lnTo>
                    <a:pt x="154795" y="448"/>
                  </a:lnTo>
                  <a:lnTo>
                    <a:pt x="149515" y="924"/>
                  </a:lnTo>
                  <a:lnTo>
                    <a:pt x="144252" y="1568"/>
                  </a:lnTo>
                  <a:lnTo>
                    <a:pt x="139013" y="2377"/>
                  </a:lnTo>
                  <a:lnTo>
                    <a:pt x="133802" y="3353"/>
                  </a:lnTo>
                  <a:lnTo>
                    <a:pt x="128624" y="4493"/>
                  </a:lnTo>
                  <a:lnTo>
                    <a:pt x="123485" y="5797"/>
                  </a:lnTo>
                  <a:lnTo>
                    <a:pt x="118390" y="7264"/>
                  </a:lnTo>
                  <a:lnTo>
                    <a:pt x="113344" y="8891"/>
                  </a:lnTo>
                  <a:lnTo>
                    <a:pt x="108353" y="10677"/>
                  </a:lnTo>
                  <a:lnTo>
                    <a:pt x="103420" y="12620"/>
                  </a:lnTo>
                  <a:lnTo>
                    <a:pt x="98552" y="14720"/>
                  </a:lnTo>
                  <a:lnTo>
                    <a:pt x="93752" y="16972"/>
                  </a:lnTo>
                  <a:lnTo>
                    <a:pt x="89027" y="19375"/>
                  </a:lnTo>
                  <a:lnTo>
                    <a:pt x="84380" y="21928"/>
                  </a:lnTo>
                  <a:lnTo>
                    <a:pt x="79816" y="24626"/>
                  </a:lnTo>
                  <a:lnTo>
                    <a:pt x="75340" y="27467"/>
                  </a:lnTo>
                  <a:lnTo>
                    <a:pt x="70957" y="30449"/>
                  </a:lnTo>
                  <a:lnTo>
                    <a:pt x="66670" y="33569"/>
                  </a:lnTo>
                  <a:lnTo>
                    <a:pt x="62484" y="36823"/>
                  </a:lnTo>
                  <a:lnTo>
                    <a:pt x="58404" y="40208"/>
                  </a:lnTo>
                  <a:lnTo>
                    <a:pt x="54433" y="43721"/>
                  </a:lnTo>
                  <a:lnTo>
                    <a:pt x="50575" y="47358"/>
                  </a:lnTo>
                  <a:lnTo>
                    <a:pt x="46835" y="51115"/>
                  </a:lnTo>
                  <a:lnTo>
                    <a:pt x="43216" y="54989"/>
                  </a:lnTo>
                  <a:lnTo>
                    <a:pt x="39721" y="58976"/>
                  </a:lnTo>
                  <a:lnTo>
                    <a:pt x="36355" y="63072"/>
                  </a:lnTo>
                  <a:lnTo>
                    <a:pt x="33120" y="67272"/>
                  </a:lnTo>
                  <a:lnTo>
                    <a:pt x="30020" y="71573"/>
                  </a:lnTo>
                  <a:lnTo>
                    <a:pt x="27058" y="75970"/>
                  </a:lnTo>
                  <a:lnTo>
                    <a:pt x="24236" y="80459"/>
                  </a:lnTo>
                  <a:lnTo>
                    <a:pt x="21559" y="85035"/>
                  </a:lnTo>
                  <a:lnTo>
                    <a:pt x="19028" y="89693"/>
                  </a:lnTo>
                  <a:lnTo>
                    <a:pt x="16646" y="94430"/>
                  </a:lnTo>
                  <a:lnTo>
                    <a:pt x="14415" y="99239"/>
                  </a:lnTo>
                  <a:lnTo>
                    <a:pt x="12339" y="104117"/>
                  </a:lnTo>
                  <a:lnTo>
                    <a:pt x="10417" y="109059"/>
                  </a:lnTo>
                  <a:lnTo>
                    <a:pt x="8654" y="114058"/>
                  </a:lnTo>
                  <a:lnTo>
                    <a:pt x="7050" y="119112"/>
                  </a:lnTo>
                  <a:lnTo>
                    <a:pt x="5607" y="124213"/>
                  </a:lnTo>
                  <a:lnTo>
                    <a:pt x="4326" y="129358"/>
                  </a:lnTo>
                  <a:lnTo>
                    <a:pt x="3209" y="134540"/>
                  </a:lnTo>
                  <a:lnTo>
                    <a:pt x="2257" y="139756"/>
                  </a:lnTo>
                  <a:lnTo>
                    <a:pt x="1471" y="144999"/>
                  </a:lnTo>
                  <a:lnTo>
                    <a:pt x="852" y="150265"/>
                  </a:lnTo>
                  <a:lnTo>
                    <a:pt x="400" y="155547"/>
                  </a:lnTo>
                  <a:lnTo>
                    <a:pt x="116" y="160841"/>
                  </a:lnTo>
                  <a:lnTo>
                    <a:pt x="0" y="166141"/>
                  </a:lnTo>
                  <a:lnTo>
                    <a:pt x="51" y="171443"/>
                  </a:lnTo>
                  <a:lnTo>
                    <a:pt x="271" y="176740"/>
                  </a:lnTo>
                  <a:lnTo>
                    <a:pt x="659" y="182027"/>
                  </a:lnTo>
                  <a:lnTo>
                    <a:pt x="1214" y="187300"/>
                  </a:lnTo>
                  <a:lnTo>
                    <a:pt x="1937" y="192552"/>
                  </a:lnTo>
                  <a:lnTo>
                    <a:pt x="2825" y="197779"/>
                  </a:lnTo>
                  <a:lnTo>
                    <a:pt x="3879" y="202975"/>
                  </a:lnTo>
                  <a:lnTo>
                    <a:pt x="5097" y="208135"/>
                  </a:lnTo>
                  <a:lnTo>
                    <a:pt x="6477" y="213253"/>
                  </a:lnTo>
                  <a:lnTo>
                    <a:pt x="8020" y="218326"/>
                  </a:lnTo>
                  <a:lnTo>
                    <a:pt x="9723" y="223347"/>
                  </a:lnTo>
                  <a:lnTo>
                    <a:pt x="11584" y="228311"/>
                  </a:lnTo>
                  <a:lnTo>
                    <a:pt x="13601" y="233214"/>
                  </a:lnTo>
                  <a:lnTo>
                    <a:pt x="15773" y="238050"/>
                  </a:lnTo>
                  <a:lnTo>
                    <a:pt x="18097" y="242815"/>
                  </a:lnTo>
                  <a:lnTo>
                    <a:pt x="20571" y="247504"/>
                  </a:lnTo>
                  <a:lnTo>
                    <a:pt x="23193" y="252112"/>
                  </a:lnTo>
                  <a:lnTo>
                    <a:pt x="25959" y="256635"/>
                  </a:lnTo>
                  <a:lnTo>
                    <a:pt x="28868" y="261068"/>
                  </a:lnTo>
                  <a:lnTo>
                    <a:pt x="31915" y="265406"/>
                  </a:lnTo>
                  <a:lnTo>
                    <a:pt x="35099" y="269645"/>
                  </a:lnTo>
                  <a:lnTo>
                    <a:pt x="38415" y="273782"/>
                  </a:lnTo>
                  <a:lnTo>
                    <a:pt x="41861" y="277811"/>
                  </a:lnTo>
                  <a:lnTo>
                    <a:pt x="45433" y="281729"/>
                  </a:lnTo>
                  <a:lnTo>
                    <a:pt x="49127" y="285531"/>
                  </a:lnTo>
                  <a:lnTo>
                    <a:pt x="52940" y="289215"/>
                  </a:lnTo>
                  <a:lnTo>
                    <a:pt x="56868" y="292776"/>
                  </a:lnTo>
                  <a:lnTo>
                    <a:pt x="60907" y="296210"/>
                  </a:lnTo>
                  <a:lnTo>
                    <a:pt x="65053" y="299514"/>
                  </a:lnTo>
                  <a:lnTo>
                    <a:pt x="69302" y="302686"/>
                  </a:lnTo>
                  <a:lnTo>
                    <a:pt x="73649" y="305721"/>
                  </a:lnTo>
                  <a:lnTo>
                    <a:pt x="78090" y="308617"/>
                  </a:lnTo>
                  <a:lnTo>
                    <a:pt x="82620" y="311370"/>
                  </a:lnTo>
                  <a:lnTo>
                    <a:pt x="87236" y="313979"/>
                  </a:lnTo>
                  <a:lnTo>
                    <a:pt x="91932" y="316439"/>
                  </a:lnTo>
                  <a:lnTo>
                    <a:pt x="96704" y="318750"/>
                  </a:lnTo>
                  <a:lnTo>
                    <a:pt x="101546" y="320908"/>
                  </a:lnTo>
                  <a:lnTo>
                    <a:pt x="106455" y="322912"/>
                  </a:lnTo>
                  <a:lnTo>
                    <a:pt x="111424" y="324758"/>
                  </a:lnTo>
                  <a:lnTo>
                    <a:pt x="116450" y="326447"/>
                  </a:lnTo>
                  <a:lnTo>
                    <a:pt x="121527" y="327975"/>
                  </a:lnTo>
                  <a:lnTo>
                    <a:pt x="126649" y="329341"/>
                  </a:lnTo>
                  <a:lnTo>
                    <a:pt x="131813" y="330544"/>
                  </a:lnTo>
                  <a:lnTo>
                    <a:pt x="137012" y="331583"/>
                  </a:lnTo>
                  <a:lnTo>
                    <a:pt x="142241" y="332457"/>
                  </a:lnTo>
                  <a:lnTo>
                    <a:pt x="147495" y="333164"/>
                  </a:lnTo>
                  <a:lnTo>
                    <a:pt x="152769" y="333704"/>
                  </a:lnTo>
                  <a:lnTo>
                    <a:pt x="158058" y="334077"/>
                  </a:lnTo>
                  <a:lnTo>
                    <a:pt x="163355" y="334282"/>
                  </a:lnTo>
                  <a:lnTo>
                    <a:pt x="168657" y="334318"/>
                  </a:lnTo>
                  <a:lnTo>
                    <a:pt x="173957" y="334187"/>
                  </a:lnTo>
                  <a:lnTo>
                    <a:pt x="179250" y="333887"/>
                  </a:lnTo>
                  <a:lnTo>
                    <a:pt x="184531" y="333420"/>
                  </a:lnTo>
                  <a:lnTo>
                    <a:pt x="189795" y="332786"/>
                  </a:lnTo>
                  <a:lnTo>
                    <a:pt x="195036" y="331985"/>
                  </a:lnTo>
                  <a:lnTo>
                    <a:pt x="200249" y="331018"/>
                  </a:lnTo>
                  <a:lnTo>
                    <a:pt x="205428" y="329887"/>
                  </a:lnTo>
                  <a:lnTo>
                    <a:pt x="210569" y="328591"/>
                  </a:lnTo>
                  <a:lnTo>
                    <a:pt x="215667" y="327134"/>
                  </a:lnTo>
                  <a:lnTo>
                    <a:pt x="220715" y="325515"/>
                  </a:lnTo>
                  <a:lnTo>
                    <a:pt x="225710" y="323738"/>
                  </a:lnTo>
                  <a:lnTo>
                    <a:pt x="230646" y="321802"/>
                  </a:lnTo>
                  <a:lnTo>
                    <a:pt x="235518" y="319711"/>
                  </a:lnTo>
                  <a:lnTo>
                    <a:pt x="240321" y="317467"/>
                  </a:lnTo>
                  <a:lnTo>
                    <a:pt x="245051" y="315072"/>
                  </a:lnTo>
                  <a:lnTo>
                    <a:pt x="249702" y="312527"/>
                  </a:lnTo>
                  <a:lnTo>
                    <a:pt x="254270" y="309837"/>
                  </a:lnTo>
                  <a:lnTo>
                    <a:pt x="258751" y="307003"/>
                  </a:lnTo>
                  <a:lnTo>
                    <a:pt x="263139" y="304028"/>
                  </a:lnTo>
                  <a:lnTo>
                    <a:pt x="267431" y="300916"/>
                  </a:lnTo>
                  <a:lnTo>
                    <a:pt x="271623" y="297669"/>
                  </a:lnTo>
                  <a:lnTo>
                    <a:pt x="275709" y="294291"/>
                  </a:lnTo>
                  <a:lnTo>
                    <a:pt x="279686" y="290785"/>
                  </a:lnTo>
                  <a:lnTo>
                    <a:pt x="283549" y="287155"/>
                  </a:lnTo>
                  <a:lnTo>
                    <a:pt x="287296" y="283404"/>
                  </a:lnTo>
                  <a:lnTo>
                    <a:pt x="290922" y="279536"/>
                  </a:lnTo>
                  <a:lnTo>
                    <a:pt x="294423" y="275555"/>
                  </a:lnTo>
                  <a:lnTo>
                    <a:pt x="297797" y="271465"/>
                  </a:lnTo>
                  <a:lnTo>
                    <a:pt x="301039" y="267270"/>
                  </a:lnTo>
                  <a:lnTo>
                    <a:pt x="304146" y="262974"/>
                  </a:lnTo>
                  <a:lnTo>
                    <a:pt x="307115" y="258582"/>
                  </a:lnTo>
                  <a:lnTo>
                    <a:pt x="309944" y="254098"/>
                  </a:lnTo>
                  <a:lnTo>
                    <a:pt x="312629" y="249527"/>
                  </a:lnTo>
                  <a:lnTo>
                    <a:pt x="315168" y="244873"/>
                  </a:lnTo>
                  <a:lnTo>
                    <a:pt x="317558" y="240140"/>
                  </a:lnTo>
                  <a:lnTo>
                    <a:pt x="319797" y="235334"/>
                  </a:lnTo>
                  <a:lnTo>
                    <a:pt x="321882" y="230460"/>
                  </a:lnTo>
                  <a:lnTo>
                    <a:pt x="323812" y="225522"/>
                  </a:lnTo>
                  <a:lnTo>
                    <a:pt x="325584" y="220525"/>
                  </a:lnTo>
                  <a:lnTo>
                    <a:pt x="327196" y="215475"/>
                  </a:lnTo>
                  <a:lnTo>
                    <a:pt x="328648" y="210376"/>
                  </a:lnTo>
                  <a:lnTo>
                    <a:pt x="329937" y="205233"/>
                  </a:lnTo>
                  <a:lnTo>
                    <a:pt x="331063" y="200052"/>
                  </a:lnTo>
                  <a:lnTo>
                    <a:pt x="332024" y="194838"/>
                  </a:lnTo>
                  <a:lnTo>
                    <a:pt x="332818" y="189597"/>
                  </a:lnTo>
                  <a:lnTo>
                    <a:pt x="333447" y="184332"/>
                  </a:lnTo>
                  <a:lnTo>
                    <a:pt x="333908" y="179051"/>
                  </a:lnTo>
                  <a:lnTo>
                    <a:pt x="334201" y="173757"/>
                  </a:lnTo>
                  <a:lnTo>
                    <a:pt x="334326" y="168457"/>
                  </a:lnTo>
                  <a:lnTo>
                    <a:pt x="334283" y="163155"/>
                  </a:lnTo>
                  <a:lnTo>
                    <a:pt x="334072" y="157858"/>
                  </a:lnTo>
                  <a:lnTo>
                    <a:pt x="333694" y="152570"/>
                  </a:lnTo>
                  <a:lnTo>
                    <a:pt x="333147" y="147296"/>
                  </a:lnTo>
                  <a:lnTo>
                    <a:pt x="332434" y="142043"/>
                  </a:lnTo>
                  <a:lnTo>
                    <a:pt x="331554" y="136815"/>
                  </a:lnTo>
                  <a:lnTo>
                    <a:pt x="330510" y="131617"/>
                  </a:lnTo>
                  <a:lnTo>
                    <a:pt x="329300" y="126455"/>
                  </a:lnTo>
                  <a:lnTo>
                    <a:pt x="327928" y="121334"/>
                  </a:lnTo>
                  <a:lnTo>
                    <a:pt x="326394" y="116259"/>
                  </a:lnTo>
                  <a:lnTo>
                    <a:pt x="324700" y="111235"/>
                  </a:lnTo>
                  <a:lnTo>
                    <a:pt x="322847" y="106268"/>
                  </a:lnTo>
                  <a:lnTo>
                    <a:pt x="320838" y="101362"/>
                  </a:lnTo>
                  <a:lnTo>
                    <a:pt x="318675" y="96521"/>
                  </a:lnTo>
                  <a:lnTo>
                    <a:pt x="316358" y="91752"/>
                  </a:lnTo>
                  <a:lnTo>
                    <a:pt x="313892" y="87059"/>
                  </a:lnTo>
                  <a:lnTo>
                    <a:pt x="311279" y="82447"/>
                  </a:lnTo>
                  <a:lnTo>
                    <a:pt x="308520" y="77919"/>
                  </a:lnTo>
                  <a:lnTo>
                    <a:pt x="305619" y="73482"/>
                  </a:lnTo>
                  <a:lnTo>
                    <a:pt x="302579" y="69138"/>
                  </a:lnTo>
                  <a:lnTo>
                    <a:pt x="299402" y="64893"/>
                  </a:lnTo>
                  <a:lnTo>
                    <a:pt x="296093" y="60752"/>
                  </a:lnTo>
                  <a:lnTo>
                    <a:pt x="292654" y="56717"/>
                  </a:lnTo>
                  <a:lnTo>
                    <a:pt x="289089" y="52793"/>
                  </a:lnTo>
                  <a:lnTo>
                    <a:pt x="285401" y="48984"/>
                  </a:lnTo>
                  <a:lnTo>
                    <a:pt x="281594" y="45294"/>
                  </a:lnTo>
                  <a:lnTo>
                    <a:pt x="277672" y="41727"/>
                  </a:lnTo>
                  <a:lnTo>
                    <a:pt x="273639" y="38285"/>
                  </a:lnTo>
                  <a:lnTo>
                    <a:pt x="269499" y="34974"/>
                  </a:lnTo>
                  <a:lnTo>
                    <a:pt x="265256" y="31795"/>
                  </a:lnTo>
                  <a:lnTo>
                    <a:pt x="260914" y="28753"/>
                  </a:lnTo>
                  <a:lnTo>
                    <a:pt x="256478" y="25849"/>
                  </a:lnTo>
                  <a:lnTo>
                    <a:pt x="251952" y="23088"/>
                  </a:lnTo>
                  <a:lnTo>
                    <a:pt x="247341" y="20472"/>
                  </a:lnTo>
                  <a:lnTo>
                    <a:pt x="242649" y="18003"/>
                  </a:lnTo>
                  <a:lnTo>
                    <a:pt x="237881" y="15685"/>
                  </a:lnTo>
                  <a:lnTo>
                    <a:pt x="233042" y="13518"/>
                  </a:lnTo>
                  <a:lnTo>
                    <a:pt x="228137" y="11506"/>
                  </a:lnTo>
                  <a:lnTo>
                    <a:pt x="223170" y="9651"/>
                  </a:lnTo>
                  <a:lnTo>
                    <a:pt x="218148" y="7954"/>
                  </a:lnTo>
                  <a:lnTo>
                    <a:pt x="213073" y="6418"/>
                  </a:lnTo>
                  <a:lnTo>
                    <a:pt x="207953" y="5043"/>
                  </a:lnTo>
                  <a:lnTo>
                    <a:pt x="202792" y="3831"/>
                  </a:lnTo>
                  <a:lnTo>
                    <a:pt x="197595" y="2783"/>
                  </a:lnTo>
                  <a:lnTo>
                    <a:pt x="192367" y="1901"/>
                  </a:lnTo>
                  <a:lnTo>
                    <a:pt x="187114" y="1185"/>
                  </a:lnTo>
                  <a:lnTo>
                    <a:pt x="181841" y="636"/>
                  </a:lnTo>
                  <a:lnTo>
                    <a:pt x="167164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14676" cy="167167"/>
            </a:xfrm>
            <a:custGeom>
              <a:avLst/>
              <a:pathLst>
                <a:path w="14676" h="167167">
                  <a:moveTo>
                    <a:pt x="14676" y="64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4658" y="2633064"/>
              <a:ext cx="34353" cy="167167"/>
            </a:xfrm>
            <a:custGeom>
              <a:avLst/>
              <a:pathLst>
                <a:path w="34353" h="167167">
                  <a:moveTo>
                    <a:pt x="34353" y="0"/>
                  </a:moveTo>
                  <a:lnTo>
                    <a:pt x="27435" y="143"/>
                  </a:lnTo>
                  <a:lnTo>
                    <a:pt x="20529" y="572"/>
                  </a:lnTo>
                  <a:lnTo>
                    <a:pt x="13646" y="1287"/>
                  </a:lnTo>
                  <a:lnTo>
                    <a:pt x="6799" y="2286"/>
                  </a:lnTo>
                  <a:lnTo>
                    <a:pt x="0" y="3567"/>
                  </a:lnTo>
                  <a:lnTo>
                    <a:pt x="3435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4658" y="2636632"/>
              <a:ext cx="34353" cy="163599"/>
            </a:xfrm>
            <a:custGeom>
              <a:avLst/>
              <a:pathLst>
                <a:path w="34353" h="163599">
                  <a:moveTo>
                    <a:pt x="0" y="0"/>
                  </a:moveTo>
                  <a:lnTo>
                    <a:pt x="34353" y="1635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45" y="2636632"/>
              <a:ext cx="334313" cy="330763"/>
            </a:xfrm>
            <a:custGeom>
              <a:avLst/>
              <a:pathLst>
                <a:path w="334313" h="330763">
                  <a:moveTo>
                    <a:pt x="132812" y="0"/>
                  </a:moveTo>
                  <a:lnTo>
                    <a:pt x="127657" y="1167"/>
                  </a:lnTo>
                  <a:lnTo>
                    <a:pt x="122542" y="2498"/>
                  </a:lnTo>
                  <a:lnTo>
                    <a:pt x="117471" y="3989"/>
                  </a:lnTo>
                  <a:lnTo>
                    <a:pt x="112450" y="5640"/>
                  </a:lnTo>
                  <a:lnTo>
                    <a:pt x="107484" y="7448"/>
                  </a:lnTo>
                  <a:lnTo>
                    <a:pt x="102577" y="9413"/>
                  </a:lnTo>
                  <a:lnTo>
                    <a:pt x="97735" y="11532"/>
                  </a:lnTo>
                  <a:lnTo>
                    <a:pt x="92962" y="13803"/>
                  </a:lnTo>
                  <a:lnTo>
                    <a:pt x="88263" y="16224"/>
                  </a:lnTo>
                  <a:lnTo>
                    <a:pt x="83644" y="18792"/>
                  </a:lnTo>
                  <a:lnTo>
                    <a:pt x="79107" y="21505"/>
                  </a:lnTo>
                  <a:lnTo>
                    <a:pt x="74659" y="24360"/>
                  </a:lnTo>
                  <a:lnTo>
                    <a:pt x="70304" y="27354"/>
                  </a:lnTo>
                  <a:lnTo>
                    <a:pt x="66045" y="30484"/>
                  </a:lnTo>
                  <a:lnTo>
                    <a:pt x="61887" y="33748"/>
                  </a:lnTo>
                  <a:lnTo>
                    <a:pt x="57834" y="37141"/>
                  </a:lnTo>
                  <a:lnTo>
                    <a:pt x="53891" y="40661"/>
                  </a:lnTo>
                  <a:lnTo>
                    <a:pt x="50061" y="44303"/>
                  </a:lnTo>
                  <a:lnTo>
                    <a:pt x="46348" y="48065"/>
                  </a:lnTo>
                  <a:lnTo>
                    <a:pt x="42756" y="51942"/>
                  </a:lnTo>
                  <a:lnTo>
                    <a:pt x="39288" y="55931"/>
                  </a:lnTo>
                  <a:lnTo>
                    <a:pt x="35948" y="60028"/>
                  </a:lnTo>
                  <a:lnTo>
                    <a:pt x="32740" y="64228"/>
                  </a:lnTo>
                  <a:lnTo>
                    <a:pt x="29665" y="68527"/>
                  </a:lnTo>
                  <a:lnTo>
                    <a:pt x="26728" y="72922"/>
                  </a:lnTo>
                  <a:lnTo>
                    <a:pt x="23932" y="77407"/>
                  </a:lnTo>
                  <a:lnTo>
                    <a:pt x="21279" y="81978"/>
                  </a:lnTo>
                  <a:lnTo>
                    <a:pt x="18771" y="86631"/>
                  </a:lnTo>
                  <a:lnTo>
                    <a:pt x="16412" y="91361"/>
                  </a:lnTo>
                  <a:lnTo>
                    <a:pt x="14204" y="96163"/>
                  </a:lnTo>
                  <a:lnTo>
                    <a:pt x="12148" y="101033"/>
                  </a:lnTo>
                  <a:lnTo>
                    <a:pt x="10248" y="105965"/>
                  </a:lnTo>
                  <a:lnTo>
                    <a:pt x="8504" y="110954"/>
                  </a:lnTo>
                  <a:lnTo>
                    <a:pt x="6919" y="115996"/>
                  </a:lnTo>
                  <a:lnTo>
                    <a:pt x="5494" y="121086"/>
                  </a:lnTo>
                  <a:lnTo>
                    <a:pt x="4231" y="126219"/>
                  </a:lnTo>
                  <a:lnTo>
                    <a:pt x="3131" y="131388"/>
                  </a:lnTo>
                  <a:lnTo>
                    <a:pt x="2194" y="136590"/>
                  </a:lnTo>
                  <a:lnTo>
                    <a:pt x="1423" y="141819"/>
                  </a:lnTo>
                  <a:lnTo>
                    <a:pt x="817" y="147070"/>
                  </a:lnTo>
                  <a:lnTo>
                    <a:pt x="378" y="152337"/>
                  </a:lnTo>
                  <a:lnTo>
                    <a:pt x="105" y="157616"/>
                  </a:lnTo>
                  <a:lnTo>
                    <a:pt x="0" y="162900"/>
                  </a:lnTo>
                  <a:lnTo>
                    <a:pt x="61" y="168185"/>
                  </a:lnTo>
                  <a:lnTo>
                    <a:pt x="289" y="173466"/>
                  </a:lnTo>
                  <a:lnTo>
                    <a:pt x="685" y="178737"/>
                  </a:lnTo>
                  <a:lnTo>
                    <a:pt x="1247" y="183992"/>
                  </a:lnTo>
                  <a:lnTo>
                    <a:pt x="1974" y="189228"/>
                  </a:lnTo>
                  <a:lnTo>
                    <a:pt x="2867" y="194437"/>
                  </a:lnTo>
                  <a:lnTo>
                    <a:pt x="3924" y="199616"/>
                  </a:lnTo>
                  <a:lnTo>
                    <a:pt x="5144" y="204759"/>
                  </a:lnTo>
                  <a:lnTo>
                    <a:pt x="6527" y="209860"/>
                  </a:lnTo>
                  <a:lnTo>
                    <a:pt x="8069" y="214916"/>
                  </a:lnTo>
                  <a:lnTo>
                    <a:pt x="9771" y="219920"/>
                  </a:lnTo>
                  <a:lnTo>
                    <a:pt x="11630" y="224867"/>
                  </a:lnTo>
                  <a:lnTo>
                    <a:pt x="13645" y="229754"/>
                  </a:lnTo>
                  <a:lnTo>
                    <a:pt x="15813" y="234574"/>
                  </a:lnTo>
                  <a:lnTo>
                    <a:pt x="18133" y="239324"/>
                  </a:lnTo>
                  <a:lnTo>
                    <a:pt x="20601" y="243997"/>
                  </a:lnTo>
                  <a:lnTo>
                    <a:pt x="23216" y="248591"/>
                  </a:lnTo>
                  <a:lnTo>
                    <a:pt x="25975" y="253099"/>
                  </a:lnTo>
                  <a:lnTo>
                    <a:pt x="28875" y="257518"/>
                  </a:lnTo>
                  <a:lnTo>
                    <a:pt x="31914" y="261843"/>
                  </a:lnTo>
                  <a:lnTo>
                    <a:pt x="35087" y="266070"/>
                  </a:lnTo>
                  <a:lnTo>
                    <a:pt x="38393" y="270194"/>
                  </a:lnTo>
                  <a:lnTo>
                    <a:pt x="41827" y="274212"/>
                  </a:lnTo>
                  <a:lnTo>
                    <a:pt x="45387" y="278119"/>
                  </a:lnTo>
                  <a:lnTo>
                    <a:pt x="49068" y="281912"/>
                  </a:lnTo>
                  <a:lnTo>
                    <a:pt x="52867" y="285586"/>
                  </a:lnTo>
                  <a:lnTo>
                    <a:pt x="56781" y="289139"/>
                  </a:lnTo>
                  <a:lnTo>
                    <a:pt x="60805" y="292566"/>
                  </a:lnTo>
                  <a:lnTo>
                    <a:pt x="64935" y="295864"/>
                  </a:lnTo>
                  <a:lnTo>
                    <a:pt x="69168" y="299030"/>
                  </a:lnTo>
                  <a:lnTo>
                    <a:pt x="73498" y="302060"/>
                  </a:lnTo>
                  <a:lnTo>
                    <a:pt x="77923" y="304952"/>
                  </a:lnTo>
                  <a:lnTo>
                    <a:pt x="82436" y="307703"/>
                  </a:lnTo>
                  <a:lnTo>
                    <a:pt x="87034" y="310309"/>
                  </a:lnTo>
                  <a:lnTo>
                    <a:pt x="91712" y="312769"/>
                  </a:lnTo>
                  <a:lnTo>
                    <a:pt x="96466" y="315080"/>
                  </a:lnTo>
                  <a:lnTo>
                    <a:pt x="101290" y="317240"/>
                  </a:lnTo>
                  <a:lnTo>
                    <a:pt x="106180" y="319245"/>
                  </a:lnTo>
                  <a:lnTo>
                    <a:pt x="111131" y="321096"/>
                  </a:lnTo>
                  <a:lnTo>
                    <a:pt x="116139" y="322788"/>
                  </a:lnTo>
                  <a:lnTo>
                    <a:pt x="121197" y="324322"/>
                  </a:lnTo>
                  <a:lnTo>
                    <a:pt x="126301" y="325695"/>
                  </a:lnTo>
                  <a:lnTo>
                    <a:pt x="131446" y="326906"/>
                  </a:lnTo>
                  <a:lnTo>
                    <a:pt x="136627" y="327953"/>
                  </a:lnTo>
                  <a:lnTo>
                    <a:pt x="141838" y="328837"/>
                  </a:lnTo>
                  <a:lnTo>
                    <a:pt x="147074" y="329555"/>
                  </a:lnTo>
                  <a:lnTo>
                    <a:pt x="152331" y="330107"/>
                  </a:lnTo>
                  <a:lnTo>
                    <a:pt x="157602" y="330493"/>
                  </a:lnTo>
                  <a:lnTo>
                    <a:pt x="162883" y="330712"/>
                  </a:lnTo>
                  <a:lnTo>
                    <a:pt x="168169" y="330763"/>
                  </a:lnTo>
                  <a:lnTo>
                    <a:pt x="173453" y="330648"/>
                  </a:lnTo>
                  <a:lnTo>
                    <a:pt x="178731" y="330366"/>
                  </a:lnTo>
                  <a:lnTo>
                    <a:pt x="183997" y="329917"/>
                  </a:lnTo>
                  <a:lnTo>
                    <a:pt x="189247" y="329302"/>
                  </a:lnTo>
                  <a:lnTo>
                    <a:pt x="194474" y="328521"/>
                  </a:lnTo>
                  <a:lnTo>
                    <a:pt x="199675" y="327575"/>
                  </a:lnTo>
                  <a:lnTo>
                    <a:pt x="204842" y="326465"/>
                  </a:lnTo>
                  <a:lnTo>
                    <a:pt x="209972" y="325193"/>
                  </a:lnTo>
                  <a:lnTo>
                    <a:pt x="215060" y="323759"/>
                  </a:lnTo>
                  <a:lnTo>
                    <a:pt x="220099" y="322164"/>
                  </a:lnTo>
                  <a:lnTo>
                    <a:pt x="225086" y="320412"/>
                  </a:lnTo>
                  <a:lnTo>
                    <a:pt x="230014" y="318502"/>
                  </a:lnTo>
                  <a:lnTo>
                    <a:pt x="234880" y="316438"/>
                  </a:lnTo>
                  <a:lnTo>
                    <a:pt x="239678" y="314221"/>
                  </a:lnTo>
                  <a:lnTo>
                    <a:pt x="244403" y="311853"/>
                  </a:lnTo>
                  <a:lnTo>
                    <a:pt x="249052" y="309337"/>
                  </a:lnTo>
                  <a:lnTo>
                    <a:pt x="253618" y="306675"/>
                  </a:lnTo>
                  <a:lnTo>
                    <a:pt x="258098" y="303871"/>
                  </a:lnTo>
                  <a:lnTo>
                    <a:pt x="262487" y="300926"/>
                  </a:lnTo>
                  <a:lnTo>
                    <a:pt x="266781" y="297844"/>
                  </a:lnTo>
                  <a:lnTo>
                    <a:pt x="270976" y="294627"/>
                  </a:lnTo>
                  <a:lnTo>
                    <a:pt x="275066" y="291280"/>
                  </a:lnTo>
                  <a:lnTo>
                    <a:pt x="279049" y="287805"/>
                  </a:lnTo>
                  <a:lnTo>
                    <a:pt x="282919" y="284206"/>
                  </a:lnTo>
                  <a:lnTo>
                    <a:pt x="286674" y="280486"/>
                  </a:lnTo>
                  <a:lnTo>
                    <a:pt x="290310" y="276649"/>
                  </a:lnTo>
                  <a:lnTo>
                    <a:pt x="293822" y="272700"/>
                  </a:lnTo>
                  <a:lnTo>
                    <a:pt x="297208" y="268641"/>
                  </a:lnTo>
                  <a:lnTo>
                    <a:pt x="300464" y="264477"/>
                  </a:lnTo>
                  <a:lnTo>
                    <a:pt x="303587" y="260213"/>
                  </a:lnTo>
                  <a:lnTo>
                    <a:pt x="306573" y="255852"/>
                  </a:lnTo>
                  <a:lnTo>
                    <a:pt x="309420" y="251398"/>
                  </a:lnTo>
                  <a:lnTo>
                    <a:pt x="312124" y="246857"/>
                  </a:lnTo>
                  <a:lnTo>
                    <a:pt x="314684" y="242233"/>
                  </a:lnTo>
                  <a:lnTo>
                    <a:pt x="317096" y="237530"/>
                  </a:lnTo>
                  <a:lnTo>
                    <a:pt x="319358" y="232753"/>
                  </a:lnTo>
                  <a:lnTo>
                    <a:pt x="321469" y="227907"/>
                  </a:lnTo>
                  <a:lnTo>
                    <a:pt x="323425" y="222996"/>
                  </a:lnTo>
                  <a:lnTo>
                    <a:pt x="325224" y="218027"/>
                  </a:lnTo>
                  <a:lnTo>
                    <a:pt x="326866" y="213003"/>
                  </a:lnTo>
                  <a:lnTo>
                    <a:pt x="328348" y="207929"/>
                  </a:lnTo>
                  <a:lnTo>
                    <a:pt x="329669" y="202811"/>
                  </a:lnTo>
                  <a:lnTo>
                    <a:pt x="330827" y="197654"/>
                  </a:lnTo>
                  <a:lnTo>
                    <a:pt x="331822" y="192463"/>
                  </a:lnTo>
                  <a:lnTo>
                    <a:pt x="332652" y="187243"/>
                  </a:lnTo>
                  <a:lnTo>
                    <a:pt x="333317" y="182000"/>
                  </a:lnTo>
                  <a:lnTo>
                    <a:pt x="333816" y="176738"/>
                  </a:lnTo>
                  <a:lnTo>
                    <a:pt x="334148" y="171463"/>
                  </a:lnTo>
                  <a:lnTo>
                    <a:pt x="334313" y="166180"/>
                  </a:lnTo>
                  <a:lnTo>
                    <a:pt x="334311" y="160894"/>
                  </a:lnTo>
                  <a:lnTo>
                    <a:pt x="334142" y="155611"/>
                  </a:lnTo>
                  <a:lnTo>
                    <a:pt x="333806" y="150337"/>
                  </a:lnTo>
                  <a:lnTo>
                    <a:pt x="333303" y="145075"/>
                  </a:lnTo>
                  <a:lnTo>
                    <a:pt x="332635" y="139832"/>
                  </a:lnTo>
                  <a:lnTo>
                    <a:pt x="331801" y="134613"/>
                  </a:lnTo>
                  <a:lnTo>
                    <a:pt x="330802" y="129422"/>
                  </a:lnTo>
                  <a:lnTo>
                    <a:pt x="329640" y="124266"/>
                  </a:lnTo>
                  <a:lnTo>
                    <a:pt x="328315" y="119149"/>
                  </a:lnTo>
                  <a:lnTo>
                    <a:pt x="326829" y="114077"/>
                  </a:lnTo>
                  <a:lnTo>
                    <a:pt x="325184" y="109054"/>
                  </a:lnTo>
                  <a:lnTo>
                    <a:pt x="323380" y="104086"/>
                  </a:lnTo>
                  <a:lnTo>
                    <a:pt x="321421" y="99177"/>
                  </a:lnTo>
                  <a:lnTo>
                    <a:pt x="319307" y="94332"/>
                  </a:lnTo>
                  <a:lnTo>
                    <a:pt x="317041" y="89557"/>
                  </a:lnTo>
                  <a:lnTo>
                    <a:pt x="314625" y="84856"/>
                  </a:lnTo>
                  <a:lnTo>
                    <a:pt x="312062" y="80233"/>
                  </a:lnTo>
                  <a:lnTo>
                    <a:pt x="309354" y="75694"/>
                  </a:lnTo>
                  <a:lnTo>
                    <a:pt x="306504" y="71243"/>
                  </a:lnTo>
                  <a:lnTo>
                    <a:pt x="303515" y="66884"/>
                  </a:lnTo>
                  <a:lnTo>
                    <a:pt x="300389" y="62622"/>
                  </a:lnTo>
                  <a:lnTo>
                    <a:pt x="297130" y="58460"/>
                  </a:lnTo>
                  <a:lnTo>
                    <a:pt x="293741" y="54404"/>
                  </a:lnTo>
                  <a:lnTo>
                    <a:pt x="290226" y="50457"/>
                  </a:lnTo>
                  <a:lnTo>
                    <a:pt x="286588" y="46623"/>
                  </a:lnTo>
                  <a:lnTo>
                    <a:pt x="282830" y="42906"/>
                  </a:lnTo>
                  <a:lnTo>
                    <a:pt x="278956" y="39310"/>
                  </a:lnTo>
                  <a:lnTo>
                    <a:pt x="167165" y="1635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111790" cy="167167"/>
            </a:xfrm>
            <a:custGeom>
              <a:avLst/>
              <a:pathLst>
                <a:path w="111790" h="167167">
                  <a:moveTo>
                    <a:pt x="111790" y="42878"/>
                  </a:moveTo>
                  <a:lnTo>
                    <a:pt x="107591" y="39225"/>
                  </a:lnTo>
                  <a:lnTo>
                    <a:pt x="103272" y="35715"/>
                  </a:lnTo>
                  <a:lnTo>
                    <a:pt x="98839" y="32350"/>
                  </a:lnTo>
                  <a:lnTo>
                    <a:pt x="94296" y="29134"/>
                  </a:lnTo>
                  <a:lnTo>
                    <a:pt x="89649" y="26071"/>
                  </a:lnTo>
                  <a:lnTo>
                    <a:pt x="84902" y="23165"/>
                  </a:lnTo>
                  <a:lnTo>
                    <a:pt x="80061" y="20419"/>
                  </a:lnTo>
                  <a:lnTo>
                    <a:pt x="75132" y="17835"/>
                  </a:lnTo>
                  <a:lnTo>
                    <a:pt x="70119" y="15416"/>
                  </a:lnTo>
                  <a:lnTo>
                    <a:pt x="65028" y="13166"/>
                  </a:lnTo>
                  <a:lnTo>
                    <a:pt x="59865" y="11087"/>
                  </a:lnTo>
                  <a:lnTo>
                    <a:pt x="54636" y="9180"/>
                  </a:lnTo>
                  <a:lnTo>
                    <a:pt x="49347" y="7449"/>
                  </a:lnTo>
                  <a:lnTo>
                    <a:pt x="44003" y="5895"/>
                  </a:lnTo>
                  <a:lnTo>
                    <a:pt x="38609" y="4519"/>
                  </a:lnTo>
                  <a:lnTo>
                    <a:pt x="33174" y="3324"/>
                  </a:lnTo>
                  <a:lnTo>
                    <a:pt x="27701" y="2311"/>
                  </a:lnTo>
                  <a:lnTo>
                    <a:pt x="22198" y="1480"/>
                  </a:lnTo>
                  <a:lnTo>
                    <a:pt x="16670" y="833"/>
                  </a:lnTo>
                  <a:lnTo>
                    <a:pt x="11123" y="370"/>
                  </a:lnTo>
                  <a:lnTo>
                    <a:pt x="5564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804" y="2126963"/>
              <a:ext cx="7668" cy="167167"/>
            </a:xfrm>
            <a:custGeom>
              <a:avLst/>
              <a:pathLst>
                <a:path w="7668" h="167167">
                  <a:moveTo>
                    <a:pt x="7668" y="0"/>
                  </a:moveTo>
                  <a:lnTo>
                    <a:pt x="0" y="175"/>
                  </a:lnTo>
                  <a:lnTo>
                    <a:pt x="766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0804" y="2127139"/>
              <a:ext cx="7668" cy="166991"/>
            </a:xfrm>
            <a:custGeom>
              <a:avLst/>
              <a:pathLst>
                <a:path w="7668" h="166991">
                  <a:moveTo>
                    <a:pt x="0" y="0"/>
                  </a:moveTo>
                  <a:lnTo>
                    <a:pt x="7668" y="1669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05" y="2127139"/>
              <a:ext cx="332150" cy="334144"/>
            </a:xfrm>
            <a:custGeom>
              <a:avLst/>
              <a:pathLst>
                <a:path w="332150" h="334144">
                  <a:moveTo>
                    <a:pt x="159498" y="0"/>
                  </a:moveTo>
                  <a:lnTo>
                    <a:pt x="154206" y="327"/>
                  </a:lnTo>
                  <a:lnTo>
                    <a:pt x="148926" y="822"/>
                  </a:lnTo>
                  <a:lnTo>
                    <a:pt x="143665" y="1484"/>
                  </a:lnTo>
                  <a:lnTo>
                    <a:pt x="138427" y="2313"/>
                  </a:lnTo>
                  <a:lnTo>
                    <a:pt x="133218" y="3307"/>
                  </a:lnTo>
                  <a:lnTo>
                    <a:pt x="128043" y="4466"/>
                  </a:lnTo>
                  <a:lnTo>
                    <a:pt x="122908" y="5789"/>
                  </a:lnTo>
                  <a:lnTo>
                    <a:pt x="117817" y="7274"/>
                  </a:lnTo>
                  <a:lnTo>
                    <a:pt x="112776" y="8919"/>
                  </a:lnTo>
                  <a:lnTo>
                    <a:pt x="107790" y="10724"/>
                  </a:lnTo>
                  <a:lnTo>
                    <a:pt x="102864" y="12686"/>
                  </a:lnTo>
                  <a:lnTo>
                    <a:pt x="98002" y="14803"/>
                  </a:lnTo>
                  <a:lnTo>
                    <a:pt x="93209" y="17073"/>
                  </a:lnTo>
                  <a:lnTo>
                    <a:pt x="88492" y="19495"/>
                  </a:lnTo>
                  <a:lnTo>
                    <a:pt x="83853" y="22064"/>
                  </a:lnTo>
                  <a:lnTo>
                    <a:pt x="79298" y="24780"/>
                  </a:lnTo>
                  <a:lnTo>
                    <a:pt x="74832" y="27638"/>
                  </a:lnTo>
                  <a:lnTo>
                    <a:pt x="70458" y="30637"/>
                  </a:lnTo>
                  <a:lnTo>
                    <a:pt x="66182" y="33773"/>
                  </a:lnTo>
                  <a:lnTo>
                    <a:pt x="62007" y="37043"/>
                  </a:lnTo>
                  <a:lnTo>
                    <a:pt x="57939" y="40444"/>
                  </a:lnTo>
                  <a:lnTo>
                    <a:pt x="53980" y="43972"/>
                  </a:lnTo>
                  <a:lnTo>
                    <a:pt x="50135" y="47624"/>
                  </a:lnTo>
                  <a:lnTo>
                    <a:pt x="46408" y="51396"/>
                  </a:lnTo>
                  <a:lnTo>
                    <a:pt x="42802" y="55284"/>
                  </a:lnTo>
                  <a:lnTo>
                    <a:pt x="39321" y="59285"/>
                  </a:lnTo>
                  <a:lnTo>
                    <a:pt x="35969" y="63394"/>
                  </a:lnTo>
                  <a:lnTo>
                    <a:pt x="32750" y="67608"/>
                  </a:lnTo>
                  <a:lnTo>
                    <a:pt x="29665" y="71921"/>
                  </a:lnTo>
                  <a:lnTo>
                    <a:pt x="26719" y="76330"/>
                  </a:lnTo>
                  <a:lnTo>
                    <a:pt x="23914" y="80830"/>
                  </a:lnTo>
                  <a:lnTo>
                    <a:pt x="21253" y="85417"/>
                  </a:lnTo>
                  <a:lnTo>
                    <a:pt x="18739" y="90087"/>
                  </a:lnTo>
                  <a:lnTo>
                    <a:pt x="16375" y="94833"/>
                  </a:lnTo>
                  <a:lnTo>
                    <a:pt x="14162" y="99652"/>
                  </a:lnTo>
                  <a:lnTo>
                    <a:pt x="12103" y="104539"/>
                  </a:lnTo>
                  <a:lnTo>
                    <a:pt x="10200" y="109489"/>
                  </a:lnTo>
                  <a:lnTo>
                    <a:pt x="8455" y="114496"/>
                  </a:lnTo>
                  <a:lnTo>
                    <a:pt x="6870" y="119557"/>
                  </a:lnTo>
                  <a:lnTo>
                    <a:pt x="5446" y="124665"/>
                  </a:lnTo>
                  <a:lnTo>
                    <a:pt x="4185" y="129816"/>
                  </a:lnTo>
                  <a:lnTo>
                    <a:pt x="3088" y="135004"/>
                  </a:lnTo>
                  <a:lnTo>
                    <a:pt x="2156" y="140224"/>
                  </a:lnTo>
                  <a:lnTo>
                    <a:pt x="1390" y="145471"/>
                  </a:lnTo>
                  <a:lnTo>
                    <a:pt x="791" y="150740"/>
                  </a:lnTo>
                  <a:lnTo>
                    <a:pt x="359" y="156025"/>
                  </a:lnTo>
                  <a:lnTo>
                    <a:pt x="95" y="161322"/>
                  </a:lnTo>
                  <a:lnTo>
                    <a:pt x="0" y="166624"/>
                  </a:lnTo>
                  <a:lnTo>
                    <a:pt x="72" y="171926"/>
                  </a:lnTo>
                  <a:lnTo>
                    <a:pt x="313" y="177223"/>
                  </a:lnTo>
                  <a:lnTo>
                    <a:pt x="721" y="182510"/>
                  </a:lnTo>
                  <a:lnTo>
                    <a:pt x="1297" y="187782"/>
                  </a:lnTo>
                  <a:lnTo>
                    <a:pt x="2040" y="193033"/>
                  </a:lnTo>
                  <a:lnTo>
                    <a:pt x="2949" y="198257"/>
                  </a:lnTo>
                  <a:lnTo>
                    <a:pt x="4023" y="203450"/>
                  </a:lnTo>
                  <a:lnTo>
                    <a:pt x="5262" y="208606"/>
                  </a:lnTo>
                  <a:lnTo>
                    <a:pt x="6663" y="213720"/>
                  </a:lnTo>
                  <a:lnTo>
                    <a:pt x="8226" y="218788"/>
                  </a:lnTo>
                  <a:lnTo>
                    <a:pt x="9949" y="223803"/>
                  </a:lnTo>
                  <a:lnTo>
                    <a:pt x="11830" y="228761"/>
                  </a:lnTo>
                  <a:lnTo>
                    <a:pt x="13867" y="233657"/>
                  </a:lnTo>
                  <a:lnTo>
                    <a:pt x="16059" y="238485"/>
                  </a:lnTo>
                  <a:lnTo>
                    <a:pt x="18403" y="243242"/>
                  </a:lnTo>
                  <a:lnTo>
                    <a:pt x="20896" y="247922"/>
                  </a:lnTo>
                  <a:lnTo>
                    <a:pt x="23537" y="252521"/>
                  </a:lnTo>
                  <a:lnTo>
                    <a:pt x="26322" y="257034"/>
                  </a:lnTo>
                  <a:lnTo>
                    <a:pt x="29249" y="261456"/>
                  </a:lnTo>
                  <a:lnTo>
                    <a:pt x="32314" y="265783"/>
                  </a:lnTo>
                  <a:lnTo>
                    <a:pt x="35515" y="270010"/>
                  </a:lnTo>
                  <a:lnTo>
                    <a:pt x="38849" y="274134"/>
                  </a:lnTo>
                  <a:lnTo>
                    <a:pt x="42312" y="278150"/>
                  </a:lnTo>
                  <a:lnTo>
                    <a:pt x="45901" y="282054"/>
                  </a:lnTo>
                  <a:lnTo>
                    <a:pt x="49611" y="285843"/>
                  </a:lnTo>
                  <a:lnTo>
                    <a:pt x="53440" y="289511"/>
                  </a:lnTo>
                  <a:lnTo>
                    <a:pt x="57383" y="293057"/>
                  </a:lnTo>
                  <a:lnTo>
                    <a:pt x="61437" y="296476"/>
                  </a:lnTo>
                  <a:lnTo>
                    <a:pt x="65597" y="299764"/>
                  </a:lnTo>
                  <a:lnTo>
                    <a:pt x="69860" y="302919"/>
                  </a:lnTo>
                  <a:lnTo>
                    <a:pt x="74220" y="305937"/>
                  </a:lnTo>
                  <a:lnTo>
                    <a:pt x="78674" y="308815"/>
                  </a:lnTo>
                  <a:lnTo>
                    <a:pt x="83217" y="311550"/>
                  </a:lnTo>
                  <a:lnTo>
                    <a:pt x="87844" y="314140"/>
                  </a:lnTo>
                  <a:lnTo>
                    <a:pt x="92551" y="316582"/>
                  </a:lnTo>
                  <a:lnTo>
                    <a:pt x="97333" y="318873"/>
                  </a:lnTo>
                  <a:lnTo>
                    <a:pt x="102186" y="321012"/>
                  </a:lnTo>
                  <a:lnTo>
                    <a:pt x="107104" y="322996"/>
                  </a:lnTo>
                  <a:lnTo>
                    <a:pt x="112082" y="324822"/>
                  </a:lnTo>
                  <a:lnTo>
                    <a:pt x="117116" y="326490"/>
                  </a:lnTo>
                  <a:lnTo>
                    <a:pt x="122200" y="327997"/>
                  </a:lnTo>
                  <a:lnTo>
                    <a:pt x="127330" y="329342"/>
                  </a:lnTo>
                  <a:lnTo>
                    <a:pt x="132499" y="330524"/>
                  </a:lnTo>
                  <a:lnTo>
                    <a:pt x="137703" y="331542"/>
                  </a:lnTo>
                  <a:lnTo>
                    <a:pt x="142937" y="332393"/>
                  </a:lnTo>
                  <a:lnTo>
                    <a:pt x="148196" y="333078"/>
                  </a:lnTo>
                  <a:lnTo>
                    <a:pt x="153473" y="333597"/>
                  </a:lnTo>
                  <a:lnTo>
                    <a:pt x="158765" y="333947"/>
                  </a:lnTo>
                  <a:lnTo>
                    <a:pt x="164064" y="334130"/>
                  </a:lnTo>
                  <a:lnTo>
                    <a:pt x="169367" y="334144"/>
                  </a:lnTo>
                  <a:lnTo>
                    <a:pt x="174668" y="333990"/>
                  </a:lnTo>
                  <a:lnTo>
                    <a:pt x="179961" y="333668"/>
                  </a:lnTo>
                  <a:lnTo>
                    <a:pt x="185241" y="333178"/>
                  </a:lnTo>
                  <a:lnTo>
                    <a:pt x="190503" y="332522"/>
                  </a:lnTo>
                  <a:lnTo>
                    <a:pt x="195742" y="331698"/>
                  </a:lnTo>
                  <a:lnTo>
                    <a:pt x="200951" y="330709"/>
                  </a:lnTo>
                  <a:lnTo>
                    <a:pt x="206127" y="329555"/>
                  </a:lnTo>
                  <a:lnTo>
                    <a:pt x="211264" y="328237"/>
                  </a:lnTo>
                  <a:lnTo>
                    <a:pt x="216356" y="326758"/>
                  </a:lnTo>
                  <a:lnTo>
                    <a:pt x="221399" y="325117"/>
                  </a:lnTo>
                  <a:lnTo>
                    <a:pt x="226387" y="323317"/>
                  </a:lnTo>
                  <a:lnTo>
                    <a:pt x="231315" y="321360"/>
                  </a:lnTo>
                  <a:lnTo>
                    <a:pt x="236179" y="319248"/>
                  </a:lnTo>
                  <a:lnTo>
                    <a:pt x="240974" y="316982"/>
                  </a:lnTo>
                  <a:lnTo>
                    <a:pt x="245694" y="314566"/>
                  </a:lnTo>
                  <a:lnTo>
                    <a:pt x="250335" y="312001"/>
                  </a:lnTo>
                  <a:lnTo>
                    <a:pt x="254893" y="309290"/>
                  </a:lnTo>
                  <a:lnTo>
                    <a:pt x="259362" y="306436"/>
                  </a:lnTo>
                  <a:lnTo>
                    <a:pt x="263739" y="303442"/>
                  </a:lnTo>
                  <a:lnTo>
                    <a:pt x="268018" y="300310"/>
                  </a:lnTo>
                  <a:lnTo>
                    <a:pt x="272196" y="297044"/>
                  </a:lnTo>
                  <a:lnTo>
                    <a:pt x="276268" y="293647"/>
                  </a:lnTo>
                  <a:lnTo>
                    <a:pt x="280230" y="290123"/>
                  </a:lnTo>
                  <a:lnTo>
                    <a:pt x="284079" y="286475"/>
                  </a:lnTo>
                  <a:lnTo>
                    <a:pt x="287810" y="282707"/>
                  </a:lnTo>
                  <a:lnTo>
                    <a:pt x="291419" y="278822"/>
                  </a:lnTo>
                  <a:lnTo>
                    <a:pt x="294904" y="274825"/>
                  </a:lnTo>
                  <a:lnTo>
                    <a:pt x="298260" y="270719"/>
                  </a:lnTo>
                  <a:lnTo>
                    <a:pt x="301484" y="266509"/>
                  </a:lnTo>
                  <a:lnTo>
                    <a:pt x="304573" y="262198"/>
                  </a:lnTo>
                  <a:lnTo>
                    <a:pt x="307524" y="257792"/>
                  </a:lnTo>
                  <a:lnTo>
                    <a:pt x="310333" y="253295"/>
                  </a:lnTo>
                  <a:lnTo>
                    <a:pt x="312998" y="248710"/>
                  </a:lnTo>
                  <a:lnTo>
                    <a:pt x="315517" y="244044"/>
                  </a:lnTo>
                  <a:lnTo>
                    <a:pt x="317886" y="239300"/>
                  </a:lnTo>
                  <a:lnTo>
                    <a:pt x="320104" y="234483"/>
                  </a:lnTo>
                  <a:lnTo>
                    <a:pt x="322168" y="229598"/>
                  </a:lnTo>
                  <a:lnTo>
                    <a:pt x="324075" y="224650"/>
                  </a:lnTo>
                  <a:lnTo>
                    <a:pt x="325825" y="219644"/>
                  </a:lnTo>
                  <a:lnTo>
                    <a:pt x="327415" y="214586"/>
                  </a:lnTo>
                  <a:lnTo>
                    <a:pt x="328844" y="209479"/>
                  </a:lnTo>
                  <a:lnTo>
                    <a:pt x="330111" y="204329"/>
                  </a:lnTo>
                  <a:lnTo>
                    <a:pt x="331213" y="199142"/>
                  </a:lnTo>
                  <a:lnTo>
                    <a:pt x="332150" y="193923"/>
                  </a:lnTo>
                  <a:lnTo>
                    <a:pt x="167167" y="1669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7167" cy="194099"/>
            </a:xfrm>
            <a:custGeom>
              <a:avLst/>
              <a:pathLst>
                <a:path w="167167" h="194099">
                  <a:moveTo>
                    <a:pt x="164983" y="194099"/>
                  </a:moveTo>
                  <a:lnTo>
                    <a:pt x="165762" y="188792"/>
                  </a:lnTo>
                  <a:lnTo>
                    <a:pt x="166371" y="183464"/>
                  </a:lnTo>
                  <a:lnTo>
                    <a:pt x="166808" y="178118"/>
                  </a:lnTo>
                  <a:lnTo>
                    <a:pt x="167073" y="172761"/>
                  </a:lnTo>
                  <a:lnTo>
                    <a:pt x="167167" y="167399"/>
                  </a:lnTo>
                  <a:lnTo>
                    <a:pt x="167088" y="162036"/>
                  </a:lnTo>
                  <a:lnTo>
                    <a:pt x="166838" y="156678"/>
                  </a:lnTo>
                  <a:lnTo>
                    <a:pt x="166415" y="151332"/>
                  </a:lnTo>
                  <a:lnTo>
                    <a:pt x="165822" y="146001"/>
                  </a:lnTo>
                  <a:lnTo>
                    <a:pt x="165057" y="140693"/>
                  </a:lnTo>
                  <a:lnTo>
                    <a:pt x="164123" y="135411"/>
                  </a:lnTo>
                  <a:lnTo>
                    <a:pt x="163020" y="130162"/>
                  </a:lnTo>
                  <a:lnTo>
                    <a:pt x="161749" y="124952"/>
                  </a:lnTo>
                  <a:lnTo>
                    <a:pt x="160311" y="119785"/>
                  </a:lnTo>
                  <a:lnTo>
                    <a:pt x="158709" y="114666"/>
                  </a:lnTo>
                  <a:lnTo>
                    <a:pt x="156943" y="109602"/>
                  </a:lnTo>
                  <a:lnTo>
                    <a:pt x="155015" y="104597"/>
                  </a:lnTo>
                  <a:lnTo>
                    <a:pt x="152928" y="99656"/>
                  </a:lnTo>
                  <a:lnTo>
                    <a:pt x="150684" y="94785"/>
                  </a:lnTo>
                  <a:lnTo>
                    <a:pt x="148284" y="89988"/>
                  </a:lnTo>
                  <a:lnTo>
                    <a:pt x="145732" y="85271"/>
                  </a:lnTo>
                  <a:lnTo>
                    <a:pt x="143030" y="80638"/>
                  </a:lnTo>
                  <a:lnTo>
                    <a:pt x="140180" y="76094"/>
                  </a:lnTo>
                  <a:lnTo>
                    <a:pt x="137187" y="71644"/>
                  </a:lnTo>
                  <a:lnTo>
                    <a:pt x="134052" y="67292"/>
                  </a:lnTo>
                  <a:lnTo>
                    <a:pt x="130779" y="63043"/>
                  </a:lnTo>
                  <a:lnTo>
                    <a:pt x="127371" y="58902"/>
                  </a:lnTo>
                  <a:lnTo>
                    <a:pt x="123833" y="54871"/>
                  </a:lnTo>
                  <a:lnTo>
                    <a:pt x="120166" y="50956"/>
                  </a:lnTo>
                  <a:lnTo>
                    <a:pt x="116376" y="47161"/>
                  </a:lnTo>
                  <a:lnTo>
                    <a:pt x="112467" y="43490"/>
                  </a:lnTo>
                  <a:lnTo>
                    <a:pt x="108441" y="39945"/>
                  </a:lnTo>
                  <a:lnTo>
                    <a:pt x="104304" y="36532"/>
                  </a:lnTo>
                  <a:lnTo>
                    <a:pt x="100060" y="33253"/>
                  </a:lnTo>
                  <a:lnTo>
                    <a:pt x="95712" y="30112"/>
                  </a:lnTo>
                  <a:lnTo>
                    <a:pt x="91267" y="27112"/>
                  </a:lnTo>
                  <a:lnTo>
                    <a:pt x="86727" y="24257"/>
                  </a:lnTo>
                  <a:lnTo>
                    <a:pt x="82097" y="21548"/>
                  </a:lnTo>
                  <a:lnTo>
                    <a:pt x="77384" y="18989"/>
                  </a:lnTo>
                  <a:lnTo>
                    <a:pt x="72590" y="16583"/>
                  </a:lnTo>
                  <a:lnTo>
                    <a:pt x="67722" y="14332"/>
                  </a:lnTo>
                  <a:lnTo>
                    <a:pt x="62785" y="12238"/>
                  </a:lnTo>
                  <a:lnTo>
                    <a:pt x="57782" y="10304"/>
                  </a:lnTo>
                  <a:lnTo>
                    <a:pt x="52720" y="8531"/>
                  </a:lnTo>
                  <a:lnTo>
                    <a:pt x="47604" y="6921"/>
                  </a:lnTo>
                  <a:lnTo>
                    <a:pt x="42439" y="5476"/>
                  </a:lnTo>
                  <a:lnTo>
                    <a:pt x="37230" y="4198"/>
                  </a:lnTo>
                  <a:lnTo>
                    <a:pt x="31983" y="3088"/>
                  </a:lnTo>
                  <a:lnTo>
                    <a:pt x="26703" y="2146"/>
                  </a:lnTo>
                  <a:lnTo>
                    <a:pt x="21395" y="1374"/>
                  </a:lnTo>
                  <a:lnTo>
                    <a:pt x="16066" y="773"/>
                  </a:lnTo>
                  <a:lnTo>
                    <a:pt x="10719" y="344"/>
                  </a:lnTo>
                  <a:lnTo>
                    <a:pt x="536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0006" y="1681503"/>
              <a:ext cx="13228" cy="167167"/>
            </a:xfrm>
            <a:custGeom>
              <a:avLst/>
              <a:pathLst>
                <a:path w="13228" h="167167">
                  <a:moveTo>
                    <a:pt x="13228" y="0"/>
                  </a:moveTo>
                  <a:lnTo>
                    <a:pt x="0" y="524"/>
                  </a:lnTo>
                  <a:lnTo>
                    <a:pt x="1322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10006" y="1682027"/>
              <a:ext cx="13228" cy="166643"/>
            </a:xfrm>
            <a:custGeom>
              <a:avLst/>
              <a:pathLst>
                <a:path w="13228" h="166643">
                  <a:moveTo>
                    <a:pt x="0" y="0"/>
                  </a:moveTo>
                  <a:lnTo>
                    <a:pt x="13228" y="1666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69" y="1682027"/>
              <a:ext cx="334317" cy="333806"/>
            </a:xfrm>
            <a:custGeom>
              <a:avLst/>
              <a:pathLst>
                <a:path w="334317" h="333806">
                  <a:moveTo>
                    <a:pt x="153937" y="0"/>
                  </a:moveTo>
                  <a:lnTo>
                    <a:pt x="148672" y="501"/>
                  </a:lnTo>
                  <a:lnTo>
                    <a:pt x="143425" y="1170"/>
                  </a:lnTo>
                  <a:lnTo>
                    <a:pt x="138202" y="2003"/>
                  </a:lnTo>
                  <a:lnTo>
                    <a:pt x="133008" y="3002"/>
                  </a:lnTo>
                  <a:lnTo>
                    <a:pt x="127848" y="4165"/>
                  </a:lnTo>
                  <a:lnTo>
                    <a:pt x="122728" y="5490"/>
                  </a:lnTo>
                  <a:lnTo>
                    <a:pt x="117652" y="6976"/>
                  </a:lnTo>
                  <a:lnTo>
                    <a:pt x="112626" y="8623"/>
                  </a:lnTo>
                  <a:lnTo>
                    <a:pt x="107654" y="10427"/>
                  </a:lnTo>
                  <a:lnTo>
                    <a:pt x="102742" y="12388"/>
                  </a:lnTo>
                  <a:lnTo>
                    <a:pt x="97894" y="14503"/>
                  </a:lnTo>
                  <a:lnTo>
                    <a:pt x="93116" y="16771"/>
                  </a:lnTo>
                  <a:lnTo>
                    <a:pt x="88412" y="19188"/>
                  </a:lnTo>
                  <a:lnTo>
                    <a:pt x="83786" y="21753"/>
                  </a:lnTo>
                  <a:lnTo>
                    <a:pt x="79244" y="24464"/>
                  </a:lnTo>
                  <a:lnTo>
                    <a:pt x="74790" y="27316"/>
                  </a:lnTo>
                  <a:lnTo>
                    <a:pt x="70429" y="30308"/>
                  </a:lnTo>
                  <a:lnTo>
                    <a:pt x="66164" y="33437"/>
                  </a:lnTo>
                  <a:lnTo>
                    <a:pt x="62001" y="36699"/>
                  </a:lnTo>
                  <a:lnTo>
                    <a:pt x="57943" y="40091"/>
                  </a:lnTo>
                  <a:lnTo>
                    <a:pt x="53994" y="43609"/>
                  </a:lnTo>
                  <a:lnTo>
                    <a:pt x="50158" y="47251"/>
                  </a:lnTo>
                  <a:lnTo>
                    <a:pt x="46440" y="51012"/>
                  </a:lnTo>
                  <a:lnTo>
                    <a:pt x="42842" y="54890"/>
                  </a:lnTo>
                  <a:lnTo>
                    <a:pt x="39369" y="58878"/>
                  </a:lnTo>
                  <a:lnTo>
                    <a:pt x="36024" y="62975"/>
                  </a:lnTo>
                  <a:lnTo>
                    <a:pt x="32810" y="67176"/>
                  </a:lnTo>
                  <a:lnTo>
                    <a:pt x="29731" y="71476"/>
                  </a:lnTo>
                  <a:lnTo>
                    <a:pt x="26789" y="75871"/>
                  </a:lnTo>
                  <a:lnTo>
                    <a:pt x="23988" y="80358"/>
                  </a:lnTo>
                  <a:lnTo>
                    <a:pt x="21330" y="84930"/>
                  </a:lnTo>
                  <a:lnTo>
                    <a:pt x="18818" y="89585"/>
                  </a:lnTo>
                  <a:lnTo>
                    <a:pt x="16454" y="94317"/>
                  </a:lnTo>
                  <a:lnTo>
                    <a:pt x="14241" y="99121"/>
                  </a:lnTo>
                  <a:lnTo>
                    <a:pt x="12182" y="103992"/>
                  </a:lnTo>
                  <a:lnTo>
                    <a:pt x="10277" y="108926"/>
                  </a:lnTo>
                  <a:lnTo>
                    <a:pt x="8530" y="113919"/>
                  </a:lnTo>
                  <a:lnTo>
                    <a:pt x="6942" y="118963"/>
                  </a:lnTo>
                  <a:lnTo>
                    <a:pt x="5513" y="124056"/>
                  </a:lnTo>
                  <a:lnTo>
                    <a:pt x="4247" y="129191"/>
                  </a:lnTo>
                  <a:lnTo>
                    <a:pt x="3144" y="134364"/>
                  </a:lnTo>
                  <a:lnTo>
                    <a:pt x="2205" y="139569"/>
                  </a:lnTo>
                  <a:lnTo>
                    <a:pt x="1431" y="144801"/>
                  </a:lnTo>
                  <a:lnTo>
                    <a:pt x="823" y="150055"/>
                  </a:lnTo>
                  <a:lnTo>
                    <a:pt x="381" y="155326"/>
                  </a:lnTo>
                  <a:lnTo>
                    <a:pt x="107" y="160608"/>
                  </a:lnTo>
                  <a:lnTo>
                    <a:pt x="0" y="165896"/>
                  </a:lnTo>
                  <a:lnTo>
                    <a:pt x="60" y="171184"/>
                  </a:lnTo>
                  <a:lnTo>
                    <a:pt x="287" y="176469"/>
                  </a:lnTo>
                  <a:lnTo>
                    <a:pt x="681" y="181743"/>
                  </a:lnTo>
                  <a:lnTo>
                    <a:pt x="1242" y="187002"/>
                  </a:lnTo>
                  <a:lnTo>
                    <a:pt x="1969" y="192241"/>
                  </a:lnTo>
                  <a:lnTo>
                    <a:pt x="2862" y="197454"/>
                  </a:lnTo>
                  <a:lnTo>
                    <a:pt x="3919" y="202637"/>
                  </a:lnTo>
                  <a:lnTo>
                    <a:pt x="5139" y="207783"/>
                  </a:lnTo>
                  <a:lnTo>
                    <a:pt x="6522" y="212888"/>
                  </a:lnTo>
                  <a:lnTo>
                    <a:pt x="8065" y="217947"/>
                  </a:lnTo>
                  <a:lnTo>
                    <a:pt x="9768" y="222955"/>
                  </a:lnTo>
                  <a:lnTo>
                    <a:pt x="11628" y="227906"/>
                  </a:lnTo>
                  <a:lnTo>
                    <a:pt x="13644" y="232796"/>
                  </a:lnTo>
                  <a:lnTo>
                    <a:pt x="15814" y="237619"/>
                  </a:lnTo>
                  <a:lnTo>
                    <a:pt x="18135" y="242372"/>
                  </a:lnTo>
                  <a:lnTo>
                    <a:pt x="20605" y="247048"/>
                  </a:lnTo>
                  <a:lnTo>
                    <a:pt x="23222" y="251645"/>
                  </a:lnTo>
                  <a:lnTo>
                    <a:pt x="25983" y="256156"/>
                  </a:lnTo>
                  <a:lnTo>
                    <a:pt x="28886" y="260577"/>
                  </a:lnTo>
                  <a:lnTo>
                    <a:pt x="31927" y="264905"/>
                  </a:lnTo>
                  <a:lnTo>
                    <a:pt x="35103" y="269134"/>
                  </a:lnTo>
                  <a:lnTo>
                    <a:pt x="38411" y="273261"/>
                  </a:lnTo>
                  <a:lnTo>
                    <a:pt x="41849" y="277280"/>
                  </a:lnTo>
                  <a:lnTo>
                    <a:pt x="45411" y="281189"/>
                  </a:lnTo>
                  <a:lnTo>
                    <a:pt x="49096" y="284984"/>
                  </a:lnTo>
                  <a:lnTo>
                    <a:pt x="52899" y="288660"/>
                  </a:lnTo>
                  <a:lnTo>
                    <a:pt x="56816" y="292214"/>
                  </a:lnTo>
                  <a:lnTo>
                    <a:pt x="60844" y="295642"/>
                  </a:lnTo>
                  <a:lnTo>
                    <a:pt x="64978" y="298941"/>
                  </a:lnTo>
                  <a:lnTo>
                    <a:pt x="69214" y="302107"/>
                  </a:lnTo>
                  <a:lnTo>
                    <a:pt x="73549" y="305138"/>
                  </a:lnTo>
                  <a:lnTo>
                    <a:pt x="77977" y="308030"/>
                  </a:lnTo>
                  <a:lnTo>
                    <a:pt x="82495" y="310781"/>
                  </a:lnTo>
                  <a:lnTo>
                    <a:pt x="87097" y="313387"/>
                  </a:lnTo>
                  <a:lnTo>
                    <a:pt x="91779" y="315847"/>
                  </a:lnTo>
                  <a:lnTo>
                    <a:pt x="96537" y="318157"/>
                  </a:lnTo>
                  <a:lnTo>
                    <a:pt x="101366" y="320316"/>
                  </a:lnTo>
                  <a:lnTo>
                    <a:pt x="106260" y="322320"/>
                  </a:lnTo>
                  <a:lnTo>
                    <a:pt x="111216" y="324169"/>
                  </a:lnTo>
                  <a:lnTo>
                    <a:pt x="116227" y="325860"/>
                  </a:lnTo>
                  <a:lnTo>
                    <a:pt x="121289" y="327392"/>
                  </a:lnTo>
                  <a:lnTo>
                    <a:pt x="126398" y="328763"/>
                  </a:lnTo>
                  <a:lnTo>
                    <a:pt x="131547" y="329971"/>
                  </a:lnTo>
                  <a:lnTo>
                    <a:pt x="136732" y="331017"/>
                  </a:lnTo>
                  <a:lnTo>
                    <a:pt x="141947" y="331897"/>
                  </a:lnTo>
                  <a:lnTo>
                    <a:pt x="147187" y="332612"/>
                  </a:lnTo>
                  <a:lnTo>
                    <a:pt x="152448" y="333161"/>
                  </a:lnTo>
                  <a:lnTo>
                    <a:pt x="157723" y="333543"/>
                  </a:lnTo>
                  <a:lnTo>
                    <a:pt x="163008" y="333758"/>
                  </a:lnTo>
                  <a:lnTo>
                    <a:pt x="168297" y="333806"/>
                  </a:lnTo>
                  <a:lnTo>
                    <a:pt x="173584" y="333687"/>
                  </a:lnTo>
                  <a:lnTo>
                    <a:pt x="178866" y="333400"/>
                  </a:lnTo>
                  <a:lnTo>
                    <a:pt x="184135" y="332947"/>
                  </a:lnTo>
                  <a:lnTo>
                    <a:pt x="189388" y="332326"/>
                  </a:lnTo>
                  <a:lnTo>
                    <a:pt x="194618" y="331541"/>
                  </a:lnTo>
                  <a:lnTo>
                    <a:pt x="199821" y="330589"/>
                  </a:lnTo>
                  <a:lnTo>
                    <a:pt x="204991" y="329474"/>
                  </a:lnTo>
                  <a:lnTo>
                    <a:pt x="210124" y="328196"/>
                  </a:lnTo>
                  <a:lnTo>
                    <a:pt x="215213" y="326756"/>
                  </a:lnTo>
                  <a:lnTo>
                    <a:pt x="220254" y="325156"/>
                  </a:lnTo>
                  <a:lnTo>
                    <a:pt x="225242" y="323397"/>
                  </a:lnTo>
                  <a:lnTo>
                    <a:pt x="230172" y="321482"/>
                  </a:lnTo>
                  <a:lnTo>
                    <a:pt x="235039" y="319411"/>
                  </a:lnTo>
                  <a:lnTo>
                    <a:pt x="239838" y="317187"/>
                  </a:lnTo>
                  <a:lnTo>
                    <a:pt x="244564" y="314813"/>
                  </a:lnTo>
                  <a:lnTo>
                    <a:pt x="249213" y="312290"/>
                  </a:lnTo>
                  <a:lnTo>
                    <a:pt x="253779" y="309622"/>
                  </a:lnTo>
                  <a:lnTo>
                    <a:pt x="258259" y="306810"/>
                  </a:lnTo>
                  <a:lnTo>
                    <a:pt x="262648" y="303858"/>
                  </a:lnTo>
                  <a:lnTo>
                    <a:pt x="266941" y="300769"/>
                  </a:lnTo>
                  <a:lnTo>
                    <a:pt x="271134" y="297545"/>
                  </a:lnTo>
                  <a:lnTo>
                    <a:pt x="275223" y="294191"/>
                  </a:lnTo>
                  <a:lnTo>
                    <a:pt x="279204" y="290708"/>
                  </a:lnTo>
                  <a:lnTo>
                    <a:pt x="283073" y="287102"/>
                  </a:lnTo>
                  <a:lnTo>
                    <a:pt x="286826" y="283375"/>
                  </a:lnTo>
                  <a:lnTo>
                    <a:pt x="290459" y="279531"/>
                  </a:lnTo>
                  <a:lnTo>
                    <a:pt x="293968" y="275574"/>
                  </a:lnTo>
                  <a:lnTo>
                    <a:pt x="297351" y="271508"/>
                  </a:lnTo>
                  <a:lnTo>
                    <a:pt x="300603" y="267337"/>
                  </a:lnTo>
                  <a:lnTo>
                    <a:pt x="303722" y="263065"/>
                  </a:lnTo>
                  <a:lnTo>
                    <a:pt x="306704" y="258697"/>
                  </a:lnTo>
                  <a:lnTo>
                    <a:pt x="309546" y="254236"/>
                  </a:lnTo>
                  <a:lnTo>
                    <a:pt x="312246" y="249688"/>
                  </a:lnTo>
                  <a:lnTo>
                    <a:pt x="314800" y="245057"/>
                  </a:lnTo>
                  <a:lnTo>
                    <a:pt x="317207" y="240347"/>
                  </a:lnTo>
                  <a:lnTo>
                    <a:pt x="319464" y="235564"/>
                  </a:lnTo>
                  <a:lnTo>
                    <a:pt x="321568" y="230711"/>
                  </a:lnTo>
                  <a:lnTo>
                    <a:pt x="323517" y="225795"/>
                  </a:lnTo>
                  <a:lnTo>
                    <a:pt x="325311" y="220819"/>
                  </a:lnTo>
                  <a:lnTo>
                    <a:pt x="326945" y="215789"/>
                  </a:lnTo>
                  <a:lnTo>
                    <a:pt x="328420" y="210709"/>
                  </a:lnTo>
                  <a:lnTo>
                    <a:pt x="329733" y="205586"/>
                  </a:lnTo>
                  <a:lnTo>
                    <a:pt x="330884" y="200423"/>
                  </a:lnTo>
                  <a:lnTo>
                    <a:pt x="331871" y="195227"/>
                  </a:lnTo>
                  <a:lnTo>
                    <a:pt x="332693" y="190002"/>
                  </a:lnTo>
                  <a:lnTo>
                    <a:pt x="333349" y="184754"/>
                  </a:lnTo>
                  <a:lnTo>
                    <a:pt x="333838" y="179488"/>
                  </a:lnTo>
                  <a:lnTo>
                    <a:pt x="334161" y="174209"/>
                  </a:lnTo>
                  <a:lnTo>
                    <a:pt x="334317" y="168922"/>
                  </a:lnTo>
                  <a:lnTo>
                    <a:pt x="334306" y="163633"/>
                  </a:lnTo>
                  <a:lnTo>
                    <a:pt x="334127" y="158347"/>
                  </a:lnTo>
                  <a:lnTo>
                    <a:pt x="333781" y="153069"/>
                  </a:lnTo>
                  <a:lnTo>
                    <a:pt x="333268" y="147805"/>
                  </a:lnTo>
                  <a:lnTo>
                    <a:pt x="332589" y="142560"/>
                  </a:lnTo>
                  <a:lnTo>
                    <a:pt x="331744" y="137338"/>
                  </a:lnTo>
                  <a:lnTo>
                    <a:pt x="330735" y="132147"/>
                  </a:lnTo>
                  <a:lnTo>
                    <a:pt x="329562" y="126989"/>
                  </a:lnTo>
                  <a:lnTo>
                    <a:pt x="328226" y="121872"/>
                  </a:lnTo>
                  <a:lnTo>
                    <a:pt x="326729" y="116799"/>
                  </a:lnTo>
                  <a:lnTo>
                    <a:pt x="325072" y="111776"/>
                  </a:lnTo>
                  <a:lnTo>
                    <a:pt x="323257" y="106808"/>
                  </a:lnTo>
                  <a:lnTo>
                    <a:pt x="321286" y="101900"/>
                  </a:lnTo>
                  <a:lnTo>
                    <a:pt x="319161" y="97057"/>
                  </a:lnTo>
                  <a:lnTo>
                    <a:pt x="316884" y="92283"/>
                  </a:lnTo>
                  <a:lnTo>
                    <a:pt x="314456" y="87584"/>
                  </a:lnTo>
                  <a:lnTo>
                    <a:pt x="311881" y="82964"/>
                  </a:lnTo>
                  <a:lnTo>
                    <a:pt x="309162" y="78427"/>
                  </a:lnTo>
                  <a:lnTo>
                    <a:pt x="306300" y="73980"/>
                  </a:lnTo>
                  <a:lnTo>
                    <a:pt x="303299" y="69624"/>
                  </a:lnTo>
                  <a:lnTo>
                    <a:pt x="300162" y="65366"/>
                  </a:lnTo>
                  <a:lnTo>
                    <a:pt x="296891" y="61210"/>
                  </a:lnTo>
                  <a:lnTo>
                    <a:pt x="293491" y="57158"/>
                  </a:lnTo>
                  <a:lnTo>
                    <a:pt x="289964" y="53217"/>
                  </a:lnTo>
                  <a:lnTo>
                    <a:pt x="286314" y="49389"/>
                  </a:lnTo>
                  <a:lnTo>
                    <a:pt x="282545" y="45678"/>
                  </a:lnTo>
                  <a:lnTo>
                    <a:pt x="278661" y="42089"/>
                  </a:lnTo>
                  <a:lnTo>
                    <a:pt x="274665" y="38624"/>
                  </a:lnTo>
                  <a:lnTo>
                    <a:pt x="270561" y="35287"/>
                  </a:lnTo>
                  <a:lnTo>
                    <a:pt x="266354" y="32082"/>
                  </a:lnTo>
                  <a:lnTo>
                    <a:pt x="262047" y="29011"/>
                  </a:lnTo>
                  <a:lnTo>
                    <a:pt x="257646" y="26079"/>
                  </a:lnTo>
                  <a:lnTo>
                    <a:pt x="253153" y="23287"/>
                  </a:lnTo>
                  <a:lnTo>
                    <a:pt x="248575" y="20638"/>
                  </a:lnTo>
                  <a:lnTo>
                    <a:pt x="243916" y="18136"/>
                  </a:lnTo>
                  <a:lnTo>
                    <a:pt x="239179" y="15782"/>
                  </a:lnTo>
                  <a:lnTo>
                    <a:pt x="234371" y="13579"/>
                  </a:lnTo>
                  <a:lnTo>
                    <a:pt x="229495" y="11530"/>
                  </a:lnTo>
                  <a:lnTo>
                    <a:pt x="224556" y="9636"/>
                  </a:lnTo>
                  <a:lnTo>
                    <a:pt x="219561" y="7899"/>
                  </a:lnTo>
                  <a:lnTo>
                    <a:pt x="214513" y="6321"/>
                  </a:lnTo>
                  <a:lnTo>
                    <a:pt x="209417" y="4903"/>
                  </a:lnTo>
                  <a:lnTo>
                    <a:pt x="204279" y="3647"/>
                  </a:lnTo>
                  <a:lnTo>
                    <a:pt x="167165" y="16664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37113" cy="167167"/>
            </a:xfrm>
            <a:custGeom>
              <a:avLst/>
              <a:pathLst>
                <a:path w="37113" h="167167">
                  <a:moveTo>
                    <a:pt x="37113" y="4172"/>
                  </a:moveTo>
                  <a:lnTo>
                    <a:pt x="31007" y="2900"/>
                  </a:lnTo>
                  <a:lnTo>
                    <a:pt x="24857" y="1858"/>
                  </a:lnTo>
                  <a:lnTo>
                    <a:pt x="18673" y="1046"/>
                  </a:lnTo>
                  <a:lnTo>
                    <a:pt x="12463" y="465"/>
                  </a:lnTo>
                  <a:lnTo>
                    <a:pt x="6236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2" y="1322571"/>
              <a:ext cx="167166" cy="320474"/>
            </a:xfrm>
            <a:custGeom>
              <a:avLst/>
              <a:pathLst>
                <a:path w="167166" h="320474">
                  <a:moveTo>
                    <a:pt x="167166" y="0"/>
                  </a:moveTo>
                  <a:lnTo>
                    <a:pt x="161795" y="86"/>
                  </a:lnTo>
                  <a:lnTo>
                    <a:pt x="156429" y="345"/>
                  </a:lnTo>
                  <a:lnTo>
                    <a:pt x="151075" y="776"/>
                  </a:lnTo>
                  <a:lnTo>
                    <a:pt x="145737" y="1379"/>
                  </a:lnTo>
                  <a:lnTo>
                    <a:pt x="140421" y="2153"/>
                  </a:lnTo>
                  <a:lnTo>
                    <a:pt x="135133" y="3097"/>
                  </a:lnTo>
                  <a:lnTo>
                    <a:pt x="129878" y="4211"/>
                  </a:lnTo>
                  <a:lnTo>
                    <a:pt x="124662" y="5493"/>
                  </a:lnTo>
                  <a:lnTo>
                    <a:pt x="119489" y="6942"/>
                  </a:lnTo>
                  <a:lnTo>
                    <a:pt x="114366" y="8557"/>
                  </a:lnTo>
                  <a:lnTo>
                    <a:pt x="109297" y="10335"/>
                  </a:lnTo>
                  <a:lnTo>
                    <a:pt x="104288" y="12276"/>
                  </a:lnTo>
                  <a:lnTo>
                    <a:pt x="99344" y="14376"/>
                  </a:lnTo>
                  <a:lnTo>
                    <a:pt x="94469" y="16634"/>
                  </a:lnTo>
                  <a:lnTo>
                    <a:pt x="89670" y="19047"/>
                  </a:lnTo>
                  <a:lnTo>
                    <a:pt x="84951" y="21614"/>
                  </a:lnTo>
                  <a:lnTo>
                    <a:pt x="80317" y="24330"/>
                  </a:lnTo>
                  <a:lnTo>
                    <a:pt x="75773" y="27195"/>
                  </a:lnTo>
                  <a:lnTo>
                    <a:pt x="71323" y="30203"/>
                  </a:lnTo>
                  <a:lnTo>
                    <a:pt x="66971" y="33353"/>
                  </a:lnTo>
                  <a:lnTo>
                    <a:pt x="62724" y="36642"/>
                  </a:lnTo>
                  <a:lnTo>
                    <a:pt x="58584" y="40065"/>
                  </a:lnTo>
                  <a:lnTo>
                    <a:pt x="54556" y="43619"/>
                  </a:lnTo>
                  <a:lnTo>
                    <a:pt x="50645" y="47301"/>
                  </a:lnTo>
                  <a:lnTo>
                    <a:pt x="46854" y="51107"/>
                  </a:lnTo>
                  <a:lnTo>
                    <a:pt x="43187" y="55032"/>
                  </a:lnTo>
                  <a:lnTo>
                    <a:pt x="39648" y="59074"/>
                  </a:lnTo>
                  <a:lnTo>
                    <a:pt x="36241" y="63226"/>
                  </a:lnTo>
                  <a:lnTo>
                    <a:pt x="32969" y="67487"/>
                  </a:lnTo>
                  <a:lnTo>
                    <a:pt x="29835" y="71850"/>
                  </a:lnTo>
                  <a:lnTo>
                    <a:pt x="26844" y="76312"/>
                  </a:lnTo>
                  <a:lnTo>
                    <a:pt x="23997" y="80867"/>
                  </a:lnTo>
                  <a:lnTo>
                    <a:pt x="21298" y="85511"/>
                  </a:lnTo>
                  <a:lnTo>
                    <a:pt x="18750" y="90240"/>
                  </a:lnTo>
                  <a:lnTo>
                    <a:pt x="16355" y="95049"/>
                  </a:lnTo>
                  <a:lnTo>
                    <a:pt x="14116" y="99931"/>
                  </a:lnTo>
                  <a:lnTo>
                    <a:pt x="12034" y="104884"/>
                  </a:lnTo>
                  <a:lnTo>
                    <a:pt x="10113" y="109900"/>
                  </a:lnTo>
                  <a:lnTo>
                    <a:pt x="8354" y="114976"/>
                  </a:lnTo>
                  <a:lnTo>
                    <a:pt x="6760" y="120105"/>
                  </a:lnTo>
                  <a:lnTo>
                    <a:pt x="5330" y="125283"/>
                  </a:lnTo>
                  <a:lnTo>
                    <a:pt x="4068" y="130505"/>
                  </a:lnTo>
                  <a:lnTo>
                    <a:pt x="2974" y="135764"/>
                  </a:lnTo>
                  <a:lnTo>
                    <a:pt x="2050" y="141056"/>
                  </a:lnTo>
                  <a:lnTo>
                    <a:pt x="1296" y="146374"/>
                  </a:lnTo>
                  <a:lnTo>
                    <a:pt x="714" y="151714"/>
                  </a:lnTo>
                  <a:lnTo>
                    <a:pt x="303" y="157070"/>
                  </a:lnTo>
                  <a:lnTo>
                    <a:pt x="65" y="162437"/>
                  </a:lnTo>
                  <a:lnTo>
                    <a:pt x="0" y="167808"/>
                  </a:lnTo>
                  <a:lnTo>
                    <a:pt x="106" y="173179"/>
                  </a:lnTo>
                  <a:lnTo>
                    <a:pt x="386" y="178543"/>
                  </a:lnTo>
                  <a:lnTo>
                    <a:pt x="837" y="183896"/>
                  </a:lnTo>
                  <a:lnTo>
                    <a:pt x="1461" y="189232"/>
                  </a:lnTo>
                  <a:lnTo>
                    <a:pt x="2255" y="194544"/>
                  </a:lnTo>
                  <a:lnTo>
                    <a:pt x="3220" y="199829"/>
                  </a:lnTo>
                  <a:lnTo>
                    <a:pt x="4354" y="205079"/>
                  </a:lnTo>
                  <a:lnTo>
                    <a:pt x="5656" y="210291"/>
                  </a:lnTo>
                  <a:lnTo>
                    <a:pt x="7125" y="215458"/>
                  </a:lnTo>
                  <a:lnTo>
                    <a:pt x="8759" y="220575"/>
                  </a:lnTo>
                  <a:lnTo>
                    <a:pt x="10557" y="225637"/>
                  </a:lnTo>
                  <a:lnTo>
                    <a:pt x="12517" y="230639"/>
                  </a:lnTo>
                  <a:lnTo>
                    <a:pt x="14636" y="235575"/>
                  </a:lnTo>
                  <a:lnTo>
                    <a:pt x="16913" y="240440"/>
                  </a:lnTo>
                  <a:lnTo>
                    <a:pt x="19344" y="245230"/>
                  </a:lnTo>
                  <a:lnTo>
                    <a:pt x="21929" y="249939"/>
                  </a:lnTo>
                  <a:lnTo>
                    <a:pt x="24663" y="254563"/>
                  </a:lnTo>
                  <a:lnTo>
                    <a:pt x="27545" y="259096"/>
                  </a:lnTo>
                  <a:lnTo>
                    <a:pt x="30571" y="263535"/>
                  </a:lnTo>
                  <a:lnTo>
                    <a:pt x="33737" y="267874"/>
                  </a:lnTo>
                  <a:lnTo>
                    <a:pt x="37042" y="272109"/>
                  </a:lnTo>
                  <a:lnTo>
                    <a:pt x="40481" y="276235"/>
                  </a:lnTo>
                  <a:lnTo>
                    <a:pt x="44051" y="280249"/>
                  </a:lnTo>
                  <a:lnTo>
                    <a:pt x="47748" y="284147"/>
                  </a:lnTo>
                  <a:lnTo>
                    <a:pt x="51568" y="287923"/>
                  </a:lnTo>
                  <a:lnTo>
                    <a:pt x="55507" y="291575"/>
                  </a:lnTo>
                  <a:lnTo>
                    <a:pt x="59562" y="295098"/>
                  </a:lnTo>
                  <a:lnTo>
                    <a:pt x="63728" y="298490"/>
                  </a:lnTo>
                  <a:lnTo>
                    <a:pt x="68001" y="301745"/>
                  </a:lnTo>
                  <a:lnTo>
                    <a:pt x="72376" y="304862"/>
                  </a:lnTo>
                  <a:lnTo>
                    <a:pt x="76849" y="307836"/>
                  </a:lnTo>
                  <a:lnTo>
                    <a:pt x="81416" y="310666"/>
                  </a:lnTo>
                  <a:lnTo>
                    <a:pt x="86070" y="313347"/>
                  </a:lnTo>
                  <a:lnTo>
                    <a:pt x="90809" y="315877"/>
                  </a:lnTo>
                  <a:lnTo>
                    <a:pt x="95626" y="318253"/>
                  </a:lnTo>
                  <a:lnTo>
                    <a:pt x="100518" y="320474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54391" y="1489739"/>
              <a:ext cx="66647" cy="153306"/>
            </a:xfrm>
            <a:custGeom>
              <a:avLst/>
              <a:pathLst>
                <a:path w="66647" h="153306">
                  <a:moveTo>
                    <a:pt x="0" y="153306"/>
                  </a:moveTo>
                  <a:lnTo>
                    <a:pt x="6664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54391" y="1351716"/>
              <a:ext cx="233809" cy="305185"/>
            </a:xfrm>
            <a:custGeom>
              <a:avLst/>
              <a:pathLst>
                <a:path w="233809" h="305185">
                  <a:moveTo>
                    <a:pt x="0" y="291329"/>
                  </a:moveTo>
                  <a:lnTo>
                    <a:pt x="4953" y="293388"/>
                  </a:lnTo>
                  <a:lnTo>
                    <a:pt x="9969" y="295288"/>
                  </a:lnTo>
                  <a:lnTo>
                    <a:pt x="15044" y="297025"/>
                  </a:lnTo>
                  <a:lnTo>
                    <a:pt x="20172" y="298599"/>
                  </a:lnTo>
                  <a:lnTo>
                    <a:pt x="25348" y="300008"/>
                  </a:lnTo>
                  <a:lnTo>
                    <a:pt x="30566" y="301249"/>
                  </a:lnTo>
                  <a:lnTo>
                    <a:pt x="35822" y="302323"/>
                  </a:lnTo>
                  <a:lnTo>
                    <a:pt x="41109" y="303227"/>
                  </a:lnTo>
                  <a:lnTo>
                    <a:pt x="46423" y="303962"/>
                  </a:lnTo>
                  <a:lnTo>
                    <a:pt x="51757" y="304525"/>
                  </a:lnTo>
                  <a:lnTo>
                    <a:pt x="57107" y="304917"/>
                  </a:lnTo>
                  <a:lnTo>
                    <a:pt x="62467" y="305137"/>
                  </a:lnTo>
                  <a:lnTo>
                    <a:pt x="67831" y="305185"/>
                  </a:lnTo>
                  <a:lnTo>
                    <a:pt x="73193" y="305061"/>
                  </a:lnTo>
                  <a:lnTo>
                    <a:pt x="78549" y="304765"/>
                  </a:lnTo>
                  <a:lnTo>
                    <a:pt x="83893" y="304298"/>
                  </a:lnTo>
                  <a:lnTo>
                    <a:pt x="89219" y="303659"/>
                  </a:lnTo>
                  <a:lnTo>
                    <a:pt x="94522" y="302849"/>
                  </a:lnTo>
                  <a:lnTo>
                    <a:pt x="99795" y="301870"/>
                  </a:lnTo>
                  <a:lnTo>
                    <a:pt x="105035" y="300722"/>
                  </a:lnTo>
                  <a:lnTo>
                    <a:pt x="110236" y="299407"/>
                  </a:lnTo>
                  <a:lnTo>
                    <a:pt x="115391" y="297925"/>
                  </a:lnTo>
                  <a:lnTo>
                    <a:pt x="120496" y="296279"/>
                  </a:lnTo>
                  <a:lnTo>
                    <a:pt x="125546" y="294470"/>
                  </a:lnTo>
                  <a:lnTo>
                    <a:pt x="130535" y="292500"/>
                  </a:lnTo>
                  <a:lnTo>
                    <a:pt x="135459" y="290370"/>
                  </a:lnTo>
                  <a:lnTo>
                    <a:pt x="140311" y="288084"/>
                  </a:lnTo>
                  <a:lnTo>
                    <a:pt x="145088" y="285643"/>
                  </a:lnTo>
                  <a:lnTo>
                    <a:pt x="149784" y="283051"/>
                  </a:lnTo>
                  <a:lnTo>
                    <a:pt x="154394" y="280309"/>
                  </a:lnTo>
                  <a:lnTo>
                    <a:pt x="158914" y="277420"/>
                  </a:lnTo>
                  <a:lnTo>
                    <a:pt x="163339" y="274388"/>
                  </a:lnTo>
                  <a:lnTo>
                    <a:pt x="167665" y="271216"/>
                  </a:lnTo>
                  <a:lnTo>
                    <a:pt x="171886" y="267906"/>
                  </a:lnTo>
                  <a:lnTo>
                    <a:pt x="175999" y="264463"/>
                  </a:lnTo>
                  <a:lnTo>
                    <a:pt x="179999" y="260889"/>
                  </a:lnTo>
                  <a:lnTo>
                    <a:pt x="183883" y="257189"/>
                  </a:lnTo>
                  <a:lnTo>
                    <a:pt x="187646" y="253366"/>
                  </a:lnTo>
                  <a:lnTo>
                    <a:pt x="191285" y="249425"/>
                  </a:lnTo>
                  <a:lnTo>
                    <a:pt x="194795" y="245369"/>
                  </a:lnTo>
                  <a:lnTo>
                    <a:pt x="198173" y="241202"/>
                  </a:lnTo>
                  <a:lnTo>
                    <a:pt x="201416" y="236929"/>
                  </a:lnTo>
                  <a:lnTo>
                    <a:pt x="204519" y="232554"/>
                  </a:lnTo>
                  <a:lnTo>
                    <a:pt x="207481" y="228082"/>
                  </a:lnTo>
                  <a:lnTo>
                    <a:pt x="210298" y="223517"/>
                  </a:lnTo>
                  <a:lnTo>
                    <a:pt x="212968" y="218864"/>
                  </a:lnTo>
                  <a:lnTo>
                    <a:pt x="215486" y="214128"/>
                  </a:lnTo>
                  <a:lnTo>
                    <a:pt x="217851" y="209313"/>
                  </a:lnTo>
                  <a:lnTo>
                    <a:pt x="220061" y="204425"/>
                  </a:lnTo>
                  <a:lnTo>
                    <a:pt x="222112" y="199469"/>
                  </a:lnTo>
                  <a:lnTo>
                    <a:pt x="224003" y="194449"/>
                  </a:lnTo>
                  <a:lnTo>
                    <a:pt x="225733" y="189372"/>
                  </a:lnTo>
                  <a:lnTo>
                    <a:pt x="227299" y="184241"/>
                  </a:lnTo>
                  <a:lnTo>
                    <a:pt x="228699" y="179063"/>
                  </a:lnTo>
                  <a:lnTo>
                    <a:pt x="229932" y="173843"/>
                  </a:lnTo>
                  <a:lnTo>
                    <a:pt x="230997" y="168585"/>
                  </a:lnTo>
                  <a:lnTo>
                    <a:pt x="231893" y="163297"/>
                  </a:lnTo>
                  <a:lnTo>
                    <a:pt x="232619" y="157982"/>
                  </a:lnTo>
                  <a:lnTo>
                    <a:pt x="233174" y="152647"/>
                  </a:lnTo>
                  <a:lnTo>
                    <a:pt x="233557" y="147296"/>
                  </a:lnTo>
                  <a:lnTo>
                    <a:pt x="233769" y="141936"/>
                  </a:lnTo>
                  <a:lnTo>
                    <a:pt x="233809" y="136572"/>
                  </a:lnTo>
                  <a:lnTo>
                    <a:pt x="233676" y="131210"/>
                  </a:lnTo>
                  <a:lnTo>
                    <a:pt x="233372" y="125854"/>
                  </a:lnTo>
                  <a:lnTo>
                    <a:pt x="232895" y="120511"/>
                  </a:lnTo>
                  <a:lnTo>
                    <a:pt x="232248" y="115187"/>
                  </a:lnTo>
                  <a:lnTo>
                    <a:pt x="231430" y="109885"/>
                  </a:lnTo>
                  <a:lnTo>
                    <a:pt x="230442" y="104613"/>
                  </a:lnTo>
                  <a:lnTo>
                    <a:pt x="229286" y="99375"/>
                  </a:lnTo>
                  <a:lnTo>
                    <a:pt x="227962" y="94176"/>
                  </a:lnTo>
                  <a:lnTo>
                    <a:pt x="226473" y="89023"/>
                  </a:lnTo>
                  <a:lnTo>
                    <a:pt x="224818" y="83921"/>
                  </a:lnTo>
                  <a:lnTo>
                    <a:pt x="223001" y="78874"/>
                  </a:lnTo>
                  <a:lnTo>
                    <a:pt x="221023" y="73888"/>
                  </a:lnTo>
                  <a:lnTo>
                    <a:pt x="218886" y="68968"/>
                  </a:lnTo>
                  <a:lnTo>
                    <a:pt x="216592" y="64119"/>
                  </a:lnTo>
                  <a:lnTo>
                    <a:pt x="214143" y="59346"/>
                  </a:lnTo>
                  <a:lnTo>
                    <a:pt x="211543" y="54654"/>
                  </a:lnTo>
                  <a:lnTo>
                    <a:pt x="208794" y="50048"/>
                  </a:lnTo>
                  <a:lnTo>
                    <a:pt x="205898" y="45533"/>
                  </a:lnTo>
                  <a:lnTo>
                    <a:pt x="202859" y="41113"/>
                  </a:lnTo>
                  <a:lnTo>
                    <a:pt x="199680" y="36793"/>
                  </a:lnTo>
                  <a:lnTo>
                    <a:pt x="196363" y="32577"/>
                  </a:lnTo>
                  <a:lnTo>
                    <a:pt x="192913" y="28469"/>
                  </a:lnTo>
                  <a:lnTo>
                    <a:pt x="189333" y="24474"/>
                  </a:lnTo>
                  <a:lnTo>
                    <a:pt x="185627" y="20596"/>
                  </a:lnTo>
                  <a:lnTo>
                    <a:pt x="181798" y="16840"/>
                  </a:lnTo>
                  <a:lnTo>
                    <a:pt x="177851" y="13207"/>
                  </a:lnTo>
                  <a:lnTo>
                    <a:pt x="173789" y="9704"/>
                  </a:lnTo>
                  <a:lnTo>
                    <a:pt x="169617" y="6332"/>
                  </a:lnTo>
                  <a:lnTo>
                    <a:pt x="165339" y="3096"/>
                  </a:lnTo>
                  <a:lnTo>
                    <a:pt x="160959" y="0"/>
                  </a:lnTo>
                  <a:lnTo>
                    <a:pt x="66647" y="1380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94311" cy="167167"/>
            </a:xfrm>
            <a:custGeom>
              <a:avLst/>
              <a:pathLst>
                <a:path w="94311" h="167167">
                  <a:moveTo>
                    <a:pt x="94311" y="29144"/>
                  </a:moveTo>
                  <a:lnTo>
                    <a:pt x="89663" y="26081"/>
                  </a:lnTo>
                  <a:lnTo>
                    <a:pt x="84916" y="23173"/>
                  </a:lnTo>
                  <a:lnTo>
                    <a:pt x="80075" y="20426"/>
                  </a:lnTo>
                  <a:lnTo>
                    <a:pt x="75144" y="17841"/>
                  </a:lnTo>
                  <a:lnTo>
                    <a:pt x="70131" y="15422"/>
                  </a:lnTo>
                  <a:lnTo>
                    <a:pt x="65039" y="13171"/>
                  </a:lnTo>
                  <a:lnTo>
                    <a:pt x="59876" y="11091"/>
                  </a:lnTo>
                  <a:lnTo>
                    <a:pt x="54646" y="9184"/>
                  </a:lnTo>
                  <a:lnTo>
                    <a:pt x="49356" y="7452"/>
                  </a:lnTo>
                  <a:lnTo>
                    <a:pt x="44010" y="5897"/>
                  </a:lnTo>
                  <a:lnTo>
                    <a:pt x="38616" y="4521"/>
                  </a:lnTo>
                  <a:lnTo>
                    <a:pt x="33180" y="3325"/>
                  </a:lnTo>
                  <a:lnTo>
                    <a:pt x="27706" y="2312"/>
                  </a:lnTo>
                  <a:lnTo>
                    <a:pt x="22202" y="1480"/>
                  </a:lnTo>
                  <a:lnTo>
                    <a:pt x="16673" y="833"/>
                  </a:lnTo>
                  <a:lnTo>
                    <a:pt x="11125" y="370"/>
                  </a:lnTo>
                  <a:lnTo>
                    <a:pt x="5565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5" y="1071028"/>
              <a:ext cx="167163" cy="292102"/>
            </a:xfrm>
            <a:custGeom>
              <a:avLst/>
              <a:pathLst>
                <a:path w="167163" h="292102">
                  <a:moveTo>
                    <a:pt x="167163" y="0"/>
                  </a:moveTo>
                  <a:lnTo>
                    <a:pt x="161781" y="86"/>
                  </a:lnTo>
                  <a:lnTo>
                    <a:pt x="156405" y="346"/>
                  </a:lnTo>
                  <a:lnTo>
                    <a:pt x="151040" y="779"/>
                  </a:lnTo>
                  <a:lnTo>
                    <a:pt x="145692" y="1384"/>
                  </a:lnTo>
                  <a:lnTo>
                    <a:pt x="140366" y="2161"/>
                  </a:lnTo>
                  <a:lnTo>
                    <a:pt x="135068" y="3109"/>
                  </a:lnTo>
                  <a:lnTo>
                    <a:pt x="129803" y="4228"/>
                  </a:lnTo>
                  <a:lnTo>
                    <a:pt x="124577" y="5515"/>
                  </a:lnTo>
                  <a:lnTo>
                    <a:pt x="119395" y="6970"/>
                  </a:lnTo>
                  <a:lnTo>
                    <a:pt x="114263" y="8590"/>
                  </a:lnTo>
                  <a:lnTo>
                    <a:pt x="109185" y="10376"/>
                  </a:lnTo>
                  <a:lnTo>
                    <a:pt x="104168" y="12323"/>
                  </a:lnTo>
                  <a:lnTo>
                    <a:pt x="99216" y="14432"/>
                  </a:lnTo>
                  <a:lnTo>
                    <a:pt x="94334" y="16698"/>
                  </a:lnTo>
                  <a:lnTo>
                    <a:pt x="89528" y="19121"/>
                  </a:lnTo>
                  <a:lnTo>
                    <a:pt x="84802" y="21697"/>
                  </a:lnTo>
                  <a:lnTo>
                    <a:pt x="80161" y="24424"/>
                  </a:lnTo>
                  <a:lnTo>
                    <a:pt x="75611" y="27298"/>
                  </a:lnTo>
                  <a:lnTo>
                    <a:pt x="71156" y="30318"/>
                  </a:lnTo>
                  <a:lnTo>
                    <a:pt x="66800" y="33480"/>
                  </a:lnTo>
                  <a:lnTo>
                    <a:pt x="62548" y="36780"/>
                  </a:lnTo>
                  <a:lnTo>
                    <a:pt x="58405" y="40216"/>
                  </a:lnTo>
                  <a:lnTo>
                    <a:pt x="54374" y="43783"/>
                  </a:lnTo>
                  <a:lnTo>
                    <a:pt x="50461" y="47478"/>
                  </a:lnTo>
                  <a:lnTo>
                    <a:pt x="46668" y="51297"/>
                  </a:lnTo>
                  <a:lnTo>
                    <a:pt x="43000" y="55236"/>
                  </a:lnTo>
                  <a:lnTo>
                    <a:pt x="39461" y="59291"/>
                  </a:lnTo>
                  <a:lnTo>
                    <a:pt x="36055" y="63458"/>
                  </a:lnTo>
                  <a:lnTo>
                    <a:pt x="32784" y="67732"/>
                  </a:lnTo>
                  <a:lnTo>
                    <a:pt x="29652" y="72110"/>
                  </a:lnTo>
                  <a:lnTo>
                    <a:pt x="26664" y="76586"/>
                  </a:lnTo>
                  <a:lnTo>
                    <a:pt x="23820" y="81156"/>
                  </a:lnTo>
                  <a:lnTo>
                    <a:pt x="21126" y="85815"/>
                  </a:lnTo>
                  <a:lnTo>
                    <a:pt x="18582" y="90559"/>
                  </a:lnTo>
                  <a:lnTo>
                    <a:pt x="16193" y="95382"/>
                  </a:lnTo>
                  <a:lnTo>
                    <a:pt x="13961" y="100279"/>
                  </a:lnTo>
                  <a:lnTo>
                    <a:pt x="11887" y="105246"/>
                  </a:lnTo>
                  <a:lnTo>
                    <a:pt x="9974" y="110277"/>
                  </a:lnTo>
                  <a:lnTo>
                    <a:pt x="8224" y="115367"/>
                  </a:lnTo>
                  <a:lnTo>
                    <a:pt x="6639" y="120510"/>
                  </a:lnTo>
                  <a:lnTo>
                    <a:pt x="5220" y="125702"/>
                  </a:lnTo>
                  <a:lnTo>
                    <a:pt x="3969" y="130937"/>
                  </a:lnTo>
                  <a:lnTo>
                    <a:pt x="2887" y="136209"/>
                  </a:lnTo>
                  <a:lnTo>
                    <a:pt x="1976" y="141514"/>
                  </a:lnTo>
                  <a:lnTo>
                    <a:pt x="1235" y="146845"/>
                  </a:lnTo>
                  <a:lnTo>
                    <a:pt x="667" y="152197"/>
                  </a:lnTo>
                  <a:lnTo>
                    <a:pt x="271" y="157565"/>
                  </a:lnTo>
                  <a:lnTo>
                    <a:pt x="49" y="162943"/>
                  </a:lnTo>
                  <a:lnTo>
                    <a:pt x="0" y="168325"/>
                  </a:lnTo>
                  <a:lnTo>
                    <a:pt x="123" y="173706"/>
                  </a:lnTo>
                  <a:lnTo>
                    <a:pt x="421" y="179080"/>
                  </a:lnTo>
                  <a:lnTo>
                    <a:pt x="890" y="184442"/>
                  </a:lnTo>
                  <a:lnTo>
                    <a:pt x="1533" y="189785"/>
                  </a:lnTo>
                  <a:lnTo>
                    <a:pt x="2347" y="195106"/>
                  </a:lnTo>
                  <a:lnTo>
                    <a:pt x="3332" y="200397"/>
                  </a:lnTo>
                  <a:lnTo>
                    <a:pt x="4486" y="205654"/>
                  </a:lnTo>
                  <a:lnTo>
                    <a:pt x="5810" y="210871"/>
                  </a:lnTo>
                  <a:lnTo>
                    <a:pt x="7300" y="216043"/>
                  </a:lnTo>
                  <a:lnTo>
                    <a:pt x="8957" y="221164"/>
                  </a:lnTo>
                  <a:lnTo>
                    <a:pt x="10777" y="226229"/>
                  </a:lnTo>
                  <a:lnTo>
                    <a:pt x="12759" y="231233"/>
                  </a:lnTo>
                  <a:lnTo>
                    <a:pt x="14902" y="236171"/>
                  </a:lnTo>
                  <a:lnTo>
                    <a:pt x="17202" y="241037"/>
                  </a:lnTo>
                  <a:lnTo>
                    <a:pt x="19658" y="245826"/>
                  </a:lnTo>
                  <a:lnTo>
                    <a:pt x="22267" y="250534"/>
                  </a:lnTo>
                  <a:lnTo>
                    <a:pt x="25026" y="255155"/>
                  </a:lnTo>
                  <a:lnTo>
                    <a:pt x="27932" y="259685"/>
                  </a:lnTo>
                  <a:lnTo>
                    <a:pt x="30982" y="264120"/>
                  </a:lnTo>
                  <a:lnTo>
                    <a:pt x="34174" y="268453"/>
                  </a:lnTo>
                  <a:lnTo>
                    <a:pt x="37504" y="272682"/>
                  </a:lnTo>
                  <a:lnTo>
                    <a:pt x="40968" y="276802"/>
                  </a:lnTo>
                  <a:lnTo>
                    <a:pt x="44563" y="280807"/>
                  </a:lnTo>
                  <a:lnTo>
                    <a:pt x="48285" y="284695"/>
                  </a:lnTo>
                  <a:lnTo>
                    <a:pt x="52130" y="288461"/>
                  </a:lnTo>
                  <a:lnTo>
                    <a:pt x="56094" y="292102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34190" y="1238196"/>
              <a:ext cx="111068" cy="124934"/>
            </a:xfrm>
            <a:custGeom>
              <a:avLst/>
              <a:pathLst>
                <a:path w="111068" h="124934">
                  <a:moveTo>
                    <a:pt x="0" y="124934"/>
                  </a:moveTo>
                  <a:lnTo>
                    <a:pt x="11106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34190" y="1175569"/>
              <a:ext cx="278235" cy="229789"/>
            </a:xfrm>
            <a:custGeom>
              <a:avLst/>
              <a:pathLst>
                <a:path w="278235" h="229789">
                  <a:moveTo>
                    <a:pt x="0" y="187561"/>
                  </a:moveTo>
                  <a:lnTo>
                    <a:pt x="4044" y="191043"/>
                  </a:lnTo>
                  <a:lnTo>
                    <a:pt x="8197" y="194393"/>
                  </a:lnTo>
                  <a:lnTo>
                    <a:pt x="12455" y="197610"/>
                  </a:lnTo>
                  <a:lnTo>
                    <a:pt x="16814" y="200688"/>
                  </a:lnTo>
                  <a:lnTo>
                    <a:pt x="21268" y="203626"/>
                  </a:lnTo>
                  <a:lnTo>
                    <a:pt x="25814" y="206421"/>
                  </a:lnTo>
                  <a:lnTo>
                    <a:pt x="30447" y="209068"/>
                  </a:lnTo>
                  <a:lnTo>
                    <a:pt x="35162" y="211567"/>
                  </a:lnTo>
                  <a:lnTo>
                    <a:pt x="39955" y="213914"/>
                  </a:lnTo>
                  <a:lnTo>
                    <a:pt x="44820" y="216106"/>
                  </a:lnTo>
                  <a:lnTo>
                    <a:pt x="49752" y="218143"/>
                  </a:lnTo>
                  <a:lnTo>
                    <a:pt x="54747" y="220021"/>
                  </a:lnTo>
                  <a:lnTo>
                    <a:pt x="59799" y="221738"/>
                  </a:lnTo>
                  <a:lnTo>
                    <a:pt x="64904" y="223293"/>
                  </a:lnTo>
                  <a:lnTo>
                    <a:pt x="70055" y="224685"/>
                  </a:lnTo>
                  <a:lnTo>
                    <a:pt x="75249" y="225911"/>
                  </a:lnTo>
                  <a:lnTo>
                    <a:pt x="80479" y="226971"/>
                  </a:lnTo>
                  <a:lnTo>
                    <a:pt x="85740" y="227864"/>
                  </a:lnTo>
                  <a:lnTo>
                    <a:pt x="91026" y="228588"/>
                  </a:lnTo>
                  <a:lnTo>
                    <a:pt x="96334" y="229143"/>
                  </a:lnTo>
                  <a:lnTo>
                    <a:pt x="101656" y="229529"/>
                  </a:lnTo>
                  <a:lnTo>
                    <a:pt x="106988" y="229744"/>
                  </a:lnTo>
                  <a:lnTo>
                    <a:pt x="112324" y="229789"/>
                  </a:lnTo>
                  <a:lnTo>
                    <a:pt x="117659" y="229664"/>
                  </a:lnTo>
                  <a:lnTo>
                    <a:pt x="122987" y="229369"/>
                  </a:lnTo>
                  <a:lnTo>
                    <a:pt x="128303" y="228903"/>
                  </a:lnTo>
                  <a:lnTo>
                    <a:pt x="133601" y="228268"/>
                  </a:lnTo>
                  <a:lnTo>
                    <a:pt x="138876" y="227465"/>
                  </a:lnTo>
                  <a:lnTo>
                    <a:pt x="144123" y="226493"/>
                  </a:lnTo>
                  <a:lnTo>
                    <a:pt x="149337" y="225355"/>
                  </a:lnTo>
                  <a:lnTo>
                    <a:pt x="154511" y="224050"/>
                  </a:lnTo>
                  <a:lnTo>
                    <a:pt x="159641" y="222582"/>
                  </a:lnTo>
                  <a:lnTo>
                    <a:pt x="164722" y="220950"/>
                  </a:lnTo>
                  <a:lnTo>
                    <a:pt x="169748" y="219157"/>
                  </a:lnTo>
                  <a:lnTo>
                    <a:pt x="174714" y="217204"/>
                  </a:lnTo>
                  <a:lnTo>
                    <a:pt x="179615" y="215094"/>
                  </a:lnTo>
                  <a:lnTo>
                    <a:pt x="184446" y="212828"/>
                  </a:lnTo>
                  <a:lnTo>
                    <a:pt x="189203" y="210410"/>
                  </a:lnTo>
                  <a:lnTo>
                    <a:pt x="193880" y="207841"/>
                  </a:lnTo>
                  <a:lnTo>
                    <a:pt x="198473" y="205123"/>
                  </a:lnTo>
                  <a:lnTo>
                    <a:pt x="202976" y="202261"/>
                  </a:lnTo>
                  <a:lnTo>
                    <a:pt x="207386" y="199256"/>
                  </a:lnTo>
                  <a:lnTo>
                    <a:pt x="211698" y="196113"/>
                  </a:lnTo>
                  <a:lnTo>
                    <a:pt x="215907" y="192833"/>
                  </a:lnTo>
                  <a:lnTo>
                    <a:pt x="220010" y="189420"/>
                  </a:lnTo>
                  <a:lnTo>
                    <a:pt x="224001" y="185879"/>
                  </a:lnTo>
                  <a:lnTo>
                    <a:pt x="227878" y="182211"/>
                  </a:lnTo>
                  <a:lnTo>
                    <a:pt x="231635" y="178422"/>
                  </a:lnTo>
                  <a:lnTo>
                    <a:pt x="235269" y="174515"/>
                  </a:lnTo>
                  <a:lnTo>
                    <a:pt x="238777" y="170494"/>
                  </a:lnTo>
                  <a:lnTo>
                    <a:pt x="242155" y="166363"/>
                  </a:lnTo>
                  <a:lnTo>
                    <a:pt x="245399" y="162126"/>
                  </a:lnTo>
                  <a:lnTo>
                    <a:pt x="248506" y="157788"/>
                  </a:lnTo>
                  <a:lnTo>
                    <a:pt x="251474" y="153352"/>
                  </a:lnTo>
                  <a:lnTo>
                    <a:pt x="254298" y="148825"/>
                  </a:lnTo>
                  <a:lnTo>
                    <a:pt x="256976" y="144209"/>
                  </a:lnTo>
                  <a:lnTo>
                    <a:pt x="259506" y="139511"/>
                  </a:lnTo>
                  <a:lnTo>
                    <a:pt x="261884" y="134734"/>
                  </a:lnTo>
                  <a:lnTo>
                    <a:pt x="264109" y="129884"/>
                  </a:lnTo>
                  <a:lnTo>
                    <a:pt x="266177" y="124965"/>
                  </a:lnTo>
                  <a:lnTo>
                    <a:pt x="268088" y="119982"/>
                  </a:lnTo>
                  <a:lnTo>
                    <a:pt x="269839" y="114941"/>
                  </a:lnTo>
                  <a:lnTo>
                    <a:pt x="271428" y="109847"/>
                  </a:lnTo>
                  <a:lnTo>
                    <a:pt x="272853" y="104705"/>
                  </a:lnTo>
                  <a:lnTo>
                    <a:pt x="274114" y="99520"/>
                  </a:lnTo>
                  <a:lnTo>
                    <a:pt x="275208" y="94297"/>
                  </a:lnTo>
                  <a:lnTo>
                    <a:pt x="276135" y="89042"/>
                  </a:lnTo>
                  <a:lnTo>
                    <a:pt x="276894" y="83760"/>
                  </a:lnTo>
                  <a:lnTo>
                    <a:pt x="277484" y="78456"/>
                  </a:lnTo>
                  <a:lnTo>
                    <a:pt x="277905" y="73137"/>
                  </a:lnTo>
                  <a:lnTo>
                    <a:pt x="278155" y="67806"/>
                  </a:lnTo>
                  <a:lnTo>
                    <a:pt x="278235" y="62471"/>
                  </a:lnTo>
                  <a:lnTo>
                    <a:pt x="278145" y="57135"/>
                  </a:lnTo>
                  <a:lnTo>
                    <a:pt x="277885" y="51805"/>
                  </a:lnTo>
                  <a:lnTo>
                    <a:pt x="277455" y="46487"/>
                  </a:lnTo>
                  <a:lnTo>
                    <a:pt x="276855" y="41184"/>
                  </a:lnTo>
                  <a:lnTo>
                    <a:pt x="276086" y="35904"/>
                  </a:lnTo>
                  <a:lnTo>
                    <a:pt x="275149" y="30650"/>
                  </a:lnTo>
                  <a:lnTo>
                    <a:pt x="274045" y="25430"/>
                  </a:lnTo>
                  <a:lnTo>
                    <a:pt x="272774" y="20247"/>
                  </a:lnTo>
                  <a:lnTo>
                    <a:pt x="271339" y="15107"/>
                  </a:lnTo>
                  <a:lnTo>
                    <a:pt x="269741" y="10016"/>
                  </a:lnTo>
                  <a:lnTo>
                    <a:pt x="267981" y="4978"/>
                  </a:lnTo>
                  <a:lnTo>
                    <a:pt x="266061" y="0"/>
                  </a:lnTo>
                  <a:lnTo>
                    <a:pt x="111068" y="626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54992" cy="167167"/>
            </a:xfrm>
            <a:custGeom>
              <a:avLst/>
              <a:pathLst>
                <a:path w="154992" h="167167">
                  <a:moveTo>
                    <a:pt x="154992" y="104540"/>
                  </a:moveTo>
                  <a:lnTo>
                    <a:pt x="152844" y="99465"/>
                  </a:lnTo>
                  <a:lnTo>
                    <a:pt x="150529" y="94464"/>
                  </a:lnTo>
                  <a:lnTo>
                    <a:pt x="148051" y="89542"/>
                  </a:lnTo>
                  <a:lnTo>
                    <a:pt x="145412" y="84705"/>
                  </a:lnTo>
                  <a:lnTo>
                    <a:pt x="142615" y="79956"/>
                  </a:lnTo>
                  <a:lnTo>
                    <a:pt x="139663" y="75303"/>
                  </a:lnTo>
                  <a:lnTo>
                    <a:pt x="136560" y="70750"/>
                  </a:lnTo>
                  <a:lnTo>
                    <a:pt x="133307" y="66301"/>
                  </a:lnTo>
                  <a:lnTo>
                    <a:pt x="129910" y="61962"/>
                  </a:lnTo>
                  <a:lnTo>
                    <a:pt x="126372" y="57737"/>
                  </a:lnTo>
                  <a:lnTo>
                    <a:pt x="122697" y="53631"/>
                  </a:lnTo>
                  <a:lnTo>
                    <a:pt x="118888" y="49649"/>
                  </a:lnTo>
                  <a:lnTo>
                    <a:pt x="114950" y="45794"/>
                  </a:lnTo>
                  <a:lnTo>
                    <a:pt x="110887" y="42071"/>
                  </a:lnTo>
                  <a:lnTo>
                    <a:pt x="106703" y="38484"/>
                  </a:lnTo>
                  <a:lnTo>
                    <a:pt x="102404" y="35037"/>
                  </a:lnTo>
                  <a:lnTo>
                    <a:pt x="97993" y="31734"/>
                  </a:lnTo>
                  <a:lnTo>
                    <a:pt x="93476" y="28577"/>
                  </a:lnTo>
                  <a:lnTo>
                    <a:pt x="88857" y="25572"/>
                  </a:lnTo>
                  <a:lnTo>
                    <a:pt x="84142" y="22720"/>
                  </a:lnTo>
                  <a:lnTo>
                    <a:pt x="79335" y="20025"/>
                  </a:lnTo>
                  <a:lnTo>
                    <a:pt x="74442" y="17490"/>
                  </a:lnTo>
                  <a:lnTo>
                    <a:pt x="69468" y="15118"/>
                  </a:lnTo>
                  <a:lnTo>
                    <a:pt x="64419" y="12910"/>
                  </a:lnTo>
                  <a:lnTo>
                    <a:pt x="59300" y="10871"/>
                  </a:lnTo>
                  <a:lnTo>
                    <a:pt x="54116" y="9001"/>
                  </a:lnTo>
                  <a:lnTo>
                    <a:pt x="48873" y="7304"/>
                  </a:lnTo>
                  <a:lnTo>
                    <a:pt x="43578" y="5779"/>
                  </a:lnTo>
                  <a:lnTo>
                    <a:pt x="38234" y="4431"/>
                  </a:lnTo>
                  <a:lnTo>
                    <a:pt x="32850" y="3259"/>
                  </a:lnTo>
                  <a:lnTo>
                    <a:pt x="27429" y="2265"/>
                  </a:lnTo>
                  <a:lnTo>
                    <a:pt x="21979" y="1451"/>
                  </a:lnTo>
                  <a:lnTo>
                    <a:pt x="16505" y="816"/>
                  </a:lnTo>
                  <a:lnTo>
                    <a:pt x="11013" y="363"/>
                  </a:lnTo>
                  <a:lnTo>
                    <a:pt x="5509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45151" y="941493"/>
              <a:ext cx="78392" cy="167167"/>
            </a:xfrm>
            <a:custGeom>
              <a:avLst/>
              <a:pathLst>
                <a:path w="78392" h="167167">
                  <a:moveTo>
                    <a:pt x="78392" y="0"/>
                  </a:moveTo>
                  <a:lnTo>
                    <a:pt x="72565" y="101"/>
                  </a:lnTo>
                  <a:lnTo>
                    <a:pt x="66745" y="406"/>
                  </a:lnTo>
                  <a:lnTo>
                    <a:pt x="60939" y="913"/>
                  </a:lnTo>
                  <a:lnTo>
                    <a:pt x="55155" y="1622"/>
                  </a:lnTo>
                  <a:lnTo>
                    <a:pt x="49399" y="2533"/>
                  </a:lnTo>
                  <a:lnTo>
                    <a:pt x="43678" y="3644"/>
                  </a:lnTo>
                  <a:lnTo>
                    <a:pt x="37999" y="4953"/>
                  </a:lnTo>
                  <a:lnTo>
                    <a:pt x="32369" y="6460"/>
                  </a:lnTo>
                  <a:lnTo>
                    <a:pt x="26795" y="8161"/>
                  </a:lnTo>
                  <a:lnTo>
                    <a:pt x="21284" y="10057"/>
                  </a:lnTo>
                  <a:lnTo>
                    <a:pt x="15842" y="12143"/>
                  </a:lnTo>
                  <a:lnTo>
                    <a:pt x="10477" y="14417"/>
                  </a:lnTo>
                  <a:lnTo>
                    <a:pt x="5194" y="16877"/>
                  </a:lnTo>
                  <a:lnTo>
                    <a:pt x="0" y="19520"/>
                  </a:lnTo>
                  <a:lnTo>
                    <a:pt x="7839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45151" y="961013"/>
              <a:ext cx="78392" cy="147646"/>
            </a:xfrm>
            <a:custGeom>
              <a:avLst/>
              <a:pathLst>
                <a:path w="78392" h="147646">
                  <a:moveTo>
                    <a:pt x="0" y="0"/>
                  </a:moveTo>
                  <a:lnTo>
                    <a:pt x="78392" y="1476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80" y="961013"/>
              <a:ext cx="334311" cy="314812"/>
            </a:xfrm>
            <a:custGeom>
              <a:avLst/>
              <a:pathLst>
                <a:path w="334311" h="314812">
                  <a:moveTo>
                    <a:pt x="88771" y="0"/>
                  </a:moveTo>
                  <a:lnTo>
                    <a:pt x="84138" y="2554"/>
                  </a:lnTo>
                  <a:lnTo>
                    <a:pt x="79589" y="5253"/>
                  </a:lnTo>
                  <a:lnTo>
                    <a:pt x="75128" y="8095"/>
                  </a:lnTo>
                  <a:lnTo>
                    <a:pt x="70758" y="11077"/>
                  </a:lnTo>
                  <a:lnTo>
                    <a:pt x="66486" y="14196"/>
                  </a:lnTo>
                  <a:lnTo>
                    <a:pt x="62314" y="17448"/>
                  </a:lnTo>
                  <a:lnTo>
                    <a:pt x="58247" y="20831"/>
                  </a:lnTo>
                  <a:lnTo>
                    <a:pt x="54289" y="24341"/>
                  </a:lnTo>
                  <a:lnTo>
                    <a:pt x="50444" y="27974"/>
                  </a:lnTo>
                  <a:lnTo>
                    <a:pt x="46716" y="31727"/>
                  </a:lnTo>
                  <a:lnTo>
                    <a:pt x="43108" y="35596"/>
                  </a:lnTo>
                  <a:lnTo>
                    <a:pt x="39625" y="39577"/>
                  </a:lnTo>
                  <a:lnTo>
                    <a:pt x="36270" y="43666"/>
                  </a:lnTo>
                  <a:lnTo>
                    <a:pt x="33045" y="47860"/>
                  </a:lnTo>
                  <a:lnTo>
                    <a:pt x="29955" y="52153"/>
                  </a:lnTo>
                  <a:lnTo>
                    <a:pt x="27002" y="56542"/>
                  </a:lnTo>
                  <a:lnTo>
                    <a:pt x="24190" y="61023"/>
                  </a:lnTo>
                  <a:lnTo>
                    <a:pt x="21521" y="65590"/>
                  </a:lnTo>
                  <a:lnTo>
                    <a:pt x="18998" y="70239"/>
                  </a:lnTo>
                  <a:lnTo>
                    <a:pt x="16623" y="74966"/>
                  </a:lnTo>
                  <a:lnTo>
                    <a:pt x="14398" y="79765"/>
                  </a:lnTo>
                  <a:lnTo>
                    <a:pt x="12327" y="84633"/>
                  </a:lnTo>
                  <a:lnTo>
                    <a:pt x="10411" y="89563"/>
                  </a:lnTo>
                  <a:lnTo>
                    <a:pt x="8651" y="94552"/>
                  </a:lnTo>
                  <a:lnTo>
                    <a:pt x="7051" y="99594"/>
                  </a:lnTo>
                  <a:lnTo>
                    <a:pt x="5611" y="104684"/>
                  </a:lnTo>
                  <a:lnTo>
                    <a:pt x="4332" y="109817"/>
                  </a:lnTo>
                  <a:lnTo>
                    <a:pt x="3217" y="114988"/>
                  </a:lnTo>
                  <a:lnTo>
                    <a:pt x="2266" y="120192"/>
                  </a:lnTo>
                  <a:lnTo>
                    <a:pt x="1479" y="125423"/>
                  </a:lnTo>
                  <a:lnTo>
                    <a:pt x="859" y="130676"/>
                  </a:lnTo>
                  <a:lnTo>
                    <a:pt x="406" y="135946"/>
                  </a:lnTo>
                  <a:lnTo>
                    <a:pt x="119" y="141229"/>
                  </a:lnTo>
                  <a:lnTo>
                    <a:pt x="0" y="146517"/>
                  </a:lnTo>
                  <a:lnTo>
                    <a:pt x="47" y="151807"/>
                  </a:lnTo>
                  <a:lnTo>
                    <a:pt x="263" y="157092"/>
                  </a:lnTo>
                  <a:lnTo>
                    <a:pt x="645" y="162368"/>
                  </a:lnTo>
                  <a:lnTo>
                    <a:pt x="1194" y="167630"/>
                  </a:lnTo>
                  <a:lnTo>
                    <a:pt x="1910" y="172871"/>
                  </a:lnTo>
                  <a:lnTo>
                    <a:pt x="2791" y="178087"/>
                  </a:lnTo>
                  <a:lnTo>
                    <a:pt x="3836" y="183272"/>
                  </a:lnTo>
                  <a:lnTo>
                    <a:pt x="5045" y="188422"/>
                  </a:lnTo>
                  <a:lnTo>
                    <a:pt x="6416" y="193531"/>
                  </a:lnTo>
                  <a:lnTo>
                    <a:pt x="7949" y="198594"/>
                  </a:lnTo>
                  <a:lnTo>
                    <a:pt x="9640" y="203606"/>
                  </a:lnTo>
                  <a:lnTo>
                    <a:pt x="11490" y="208562"/>
                  </a:lnTo>
                  <a:lnTo>
                    <a:pt x="13495" y="213457"/>
                  </a:lnTo>
                  <a:lnTo>
                    <a:pt x="15654" y="218287"/>
                  </a:lnTo>
                  <a:lnTo>
                    <a:pt x="17965" y="223045"/>
                  </a:lnTo>
                  <a:lnTo>
                    <a:pt x="20426" y="227728"/>
                  </a:lnTo>
                  <a:lnTo>
                    <a:pt x="23033" y="232331"/>
                  </a:lnTo>
                  <a:lnTo>
                    <a:pt x="25784" y="236848"/>
                  </a:lnTo>
                  <a:lnTo>
                    <a:pt x="28678" y="241277"/>
                  </a:lnTo>
                  <a:lnTo>
                    <a:pt x="31709" y="245612"/>
                  </a:lnTo>
                  <a:lnTo>
                    <a:pt x="34877" y="249849"/>
                  </a:lnTo>
                  <a:lnTo>
                    <a:pt x="38177" y="253983"/>
                  </a:lnTo>
                  <a:lnTo>
                    <a:pt x="41606" y="258011"/>
                  </a:lnTo>
                  <a:lnTo>
                    <a:pt x="45161" y="261928"/>
                  </a:lnTo>
                  <a:lnTo>
                    <a:pt x="48838" y="265731"/>
                  </a:lnTo>
                  <a:lnTo>
                    <a:pt x="52633" y="269416"/>
                  </a:lnTo>
                  <a:lnTo>
                    <a:pt x="56543" y="272979"/>
                  </a:lnTo>
                  <a:lnTo>
                    <a:pt x="60564" y="276416"/>
                  </a:lnTo>
                  <a:lnTo>
                    <a:pt x="64692" y="279724"/>
                  </a:lnTo>
                  <a:lnTo>
                    <a:pt x="68922" y="282900"/>
                  </a:lnTo>
                  <a:lnTo>
                    <a:pt x="73251" y="285941"/>
                  </a:lnTo>
                  <a:lnTo>
                    <a:pt x="77674" y="288843"/>
                  </a:lnTo>
                  <a:lnTo>
                    <a:pt x="82186" y="291604"/>
                  </a:lnTo>
                  <a:lnTo>
                    <a:pt x="86783" y="294221"/>
                  </a:lnTo>
                  <a:lnTo>
                    <a:pt x="91461" y="296690"/>
                  </a:lnTo>
                  <a:lnTo>
                    <a:pt x="96215" y="299011"/>
                  </a:lnTo>
                  <a:lnTo>
                    <a:pt x="101039" y="301180"/>
                  </a:lnTo>
                  <a:lnTo>
                    <a:pt x="105930" y="303195"/>
                  </a:lnTo>
                  <a:lnTo>
                    <a:pt x="110883" y="305055"/>
                  </a:lnTo>
                  <a:lnTo>
                    <a:pt x="115891" y="306757"/>
                  </a:lnTo>
                  <a:lnTo>
                    <a:pt x="120951" y="308299"/>
                  </a:lnTo>
                  <a:lnTo>
                    <a:pt x="126057" y="309681"/>
                  </a:lnTo>
                  <a:lnTo>
                    <a:pt x="131205" y="310901"/>
                  </a:lnTo>
                  <a:lnTo>
                    <a:pt x="136388" y="311957"/>
                  </a:lnTo>
                  <a:lnTo>
                    <a:pt x="141602" y="312848"/>
                  </a:lnTo>
                  <a:lnTo>
                    <a:pt x="146842" y="313574"/>
                  </a:lnTo>
                  <a:lnTo>
                    <a:pt x="152102" y="314134"/>
                  </a:lnTo>
                  <a:lnTo>
                    <a:pt x="157378" y="314527"/>
                  </a:lnTo>
                  <a:lnTo>
                    <a:pt x="162663" y="314753"/>
                  </a:lnTo>
                  <a:lnTo>
                    <a:pt x="167952" y="314812"/>
                  </a:lnTo>
                  <a:lnTo>
                    <a:pt x="173241" y="314703"/>
                  </a:lnTo>
                  <a:lnTo>
                    <a:pt x="178524" y="314427"/>
                  </a:lnTo>
                  <a:lnTo>
                    <a:pt x="183795" y="313984"/>
                  </a:lnTo>
                  <a:lnTo>
                    <a:pt x="189050" y="313375"/>
                  </a:lnTo>
                  <a:lnTo>
                    <a:pt x="194282" y="312599"/>
                  </a:lnTo>
                  <a:lnTo>
                    <a:pt x="199488" y="311659"/>
                  </a:lnTo>
                  <a:lnTo>
                    <a:pt x="204661" y="310554"/>
                  </a:lnTo>
                  <a:lnTo>
                    <a:pt x="209797" y="309286"/>
                  </a:lnTo>
                  <a:lnTo>
                    <a:pt x="214890" y="307856"/>
                  </a:lnTo>
                  <a:lnTo>
                    <a:pt x="219935" y="306266"/>
                  </a:lnTo>
                  <a:lnTo>
                    <a:pt x="224927" y="304517"/>
                  </a:lnTo>
                  <a:lnTo>
                    <a:pt x="229862" y="302610"/>
                  </a:lnTo>
                  <a:lnTo>
                    <a:pt x="234733" y="300549"/>
                  </a:lnTo>
                  <a:lnTo>
                    <a:pt x="239537" y="298335"/>
                  </a:lnTo>
                  <a:lnTo>
                    <a:pt x="244269" y="295969"/>
                  </a:lnTo>
                  <a:lnTo>
                    <a:pt x="248923" y="293455"/>
                  </a:lnTo>
                  <a:lnTo>
                    <a:pt x="253496" y="290795"/>
                  </a:lnTo>
                  <a:lnTo>
                    <a:pt x="257982" y="287992"/>
                  </a:lnTo>
                  <a:lnTo>
                    <a:pt x="262377" y="285048"/>
                  </a:lnTo>
                  <a:lnTo>
                    <a:pt x="266677" y="281967"/>
                  </a:lnTo>
                  <a:lnTo>
                    <a:pt x="270877" y="278751"/>
                  </a:lnTo>
                  <a:lnTo>
                    <a:pt x="274973" y="275404"/>
                  </a:lnTo>
                  <a:lnTo>
                    <a:pt x="278961" y="271929"/>
                  </a:lnTo>
                  <a:lnTo>
                    <a:pt x="282838" y="268329"/>
                  </a:lnTo>
                  <a:lnTo>
                    <a:pt x="286598" y="264609"/>
                  </a:lnTo>
                  <a:lnTo>
                    <a:pt x="290239" y="260771"/>
                  </a:lnTo>
                  <a:lnTo>
                    <a:pt x="293757" y="256821"/>
                  </a:lnTo>
                  <a:lnTo>
                    <a:pt x="297148" y="252761"/>
                  </a:lnTo>
                  <a:lnTo>
                    <a:pt x="300408" y="248595"/>
                  </a:lnTo>
                  <a:lnTo>
                    <a:pt x="303536" y="244329"/>
                  </a:lnTo>
                  <a:lnTo>
                    <a:pt x="306526" y="239965"/>
                  </a:lnTo>
                  <a:lnTo>
                    <a:pt x="309378" y="235510"/>
                  </a:lnTo>
                  <a:lnTo>
                    <a:pt x="312086" y="230966"/>
                  </a:lnTo>
                  <a:lnTo>
                    <a:pt x="314650" y="226339"/>
                  </a:lnTo>
                  <a:lnTo>
                    <a:pt x="317066" y="221633"/>
                  </a:lnTo>
                  <a:lnTo>
                    <a:pt x="319332" y="216853"/>
                  </a:lnTo>
                  <a:lnTo>
                    <a:pt x="321446" y="212004"/>
                  </a:lnTo>
                  <a:lnTo>
                    <a:pt x="323405" y="207090"/>
                  </a:lnTo>
                  <a:lnTo>
                    <a:pt x="325207" y="202117"/>
                  </a:lnTo>
                  <a:lnTo>
                    <a:pt x="326852" y="197089"/>
                  </a:lnTo>
                  <a:lnTo>
                    <a:pt x="328336" y="192012"/>
                  </a:lnTo>
                  <a:lnTo>
                    <a:pt x="329659" y="186890"/>
                  </a:lnTo>
                  <a:lnTo>
                    <a:pt x="330819" y="181729"/>
                  </a:lnTo>
                  <a:lnTo>
                    <a:pt x="331816" y="176534"/>
                  </a:lnTo>
                  <a:lnTo>
                    <a:pt x="332647" y="171310"/>
                  </a:lnTo>
                  <a:lnTo>
                    <a:pt x="333313" y="166062"/>
                  </a:lnTo>
                  <a:lnTo>
                    <a:pt x="333813" y="160796"/>
                  </a:lnTo>
                  <a:lnTo>
                    <a:pt x="334145" y="155516"/>
                  </a:lnTo>
                  <a:lnTo>
                    <a:pt x="334311" y="150229"/>
                  </a:lnTo>
                  <a:lnTo>
                    <a:pt x="334309" y="144939"/>
                  </a:lnTo>
                  <a:lnTo>
                    <a:pt x="334139" y="139652"/>
                  </a:lnTo>
                  <a:lnTo>
                    <a:pt x="333803" y="134373"/>
                  </a:lnTo>
                  <a:lnTo>
                    <a:pt x="333299" y="129107"/>
                  </a:lnTo>
                  <a:lnTo>
                    <a:pt x="332630" y="123860"/>
                  </a:lnTo>
                  <a:lnTo>
                    <a:pt x="331794" y="118636"/>
                  </a:lnTo>
                  <a:lnTo>
                    <a:pt x="330794" y="113442"/>
                  </a:lnTo>
                  <a:lnTo>
                    <a:pt x="329630" y="108281"/>
                  </a:lnTo>
                  <a:lnTo>
                    <a:pt x="328303" y="103161"/>
                  </a:lnTo>
                  <a:lnTo>
                    <a:pt x="326815" y="98085"/>
                  </a:lnTo>
                  <a:lnTo>
                    <a:pt x="325166" y="93058"/>
                  </a:lnTo>
                  <a:lnTo>
                    <a:pt x="323360" y="88086"/>
                  </a:lnTo>
                  <a:lnTo>
                    <a:pt x="321397" y="83174"/>
                  </a:lnTo>
                  <a:lnTo>
                    <a:pt x="319280" y="78326"/>
                  </a:lnTo>
                  <a:lnTo>
                    <a:pt x="317011" y="73548"/>
                  </a:lnTo>
                  <a:lnTo>
                    <a:pt x="314591" y="68844"/>
                  </a:lnTo>
                  <a:lnTo>
                    <a:pt x="312024" y="64218"/>
                  </a:lnTo>
                  <a:lnTo>
                    <a:pt x="309312" y="59677"/>
                  </a:lnTo>
                  <a:lnTo>
                    <a:pt x="306457" y="55223"/>
                  </a:lnTo>
                  <a:lnTo>
                    <a:pt x="303463" y="50862"/>
                  </a:lnTo>
                  <a:lnTo>
                    <a:pt x="300333" y="46598"/>
                  </a:lnTo>
                  <a:lnTo>
                    <a:pt x="297069" y="42435"/>
                  </a:lnTo>
                  <a:lnTo>
                    <a:pt x="293675" y="38378"/>
                  </a:lnTo>
                  <a:lnTo>
                    <a:pt x="290155" y="34429"/>
                  </a:lnTo>
                  <a:lnTo>
                    <a:pt x="286511" y="30595"/>
                  </a:lnTo>
                  <a:lnTo>
                    <a:pt x="282747" y="26877"/>
                  </a:lnTo>
                  <a:lnTo>
                    <a:pt x="278868" y="23280"/>
                  </a:lnTo>
                  <a:lnTo>
                    <a:pt x="274878" y="19808"/>
                  </a:lnTo>
                  <a:lnTo>
                    <a:pt x="270779" y="16464"/>
                  </a:lnTo>
                  <a:lnTo>
                    <a:pt x="266576" y="13251"/>
                  </a:lnTo>
                  <a:lnTo>
                    <a:pt x="262274" y="10173"/>
                  </a:lnTo>
                  <a:lnTo>
                    <a:pt x="257877" y="7233"/>
                  </a:lnTo>
                  <a:lnTo>
                    <a:pt x="167163" y="1476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90713" cy="167167"/>
            </a:xfrm>
            <a:custGeom>
              <a:avLst/>
              <a:pathLst>
                <a:path w="90713" h="167167">
                  <a:moveTo>
                    <a:pt x="90713" y="26753"/>
                  </a:moveTo>
                  <a:lnTo>
                    <a:pt x="85925" y="23773"/>
                  </a:lnTo>
                  <a:lnTo>
                    <a:pt x="81039" y="20956"/>
                  </a:lnTo>
                  <a:lnTo>
                    <a:pt x="76060" y="18306"/>
                  </a:lnTo>
                  <a:lnTo>
                    <a:pt x="70995" y="15824"/>
                  </a:lnTo>
                  <a:lnTo>
                    <a:pt x="65849" y="13516"/>
                  </a:lnTo>
                  <a:lnTo>
                    <a:pt x="60629" y="11382"/>
                  </a:lnTo>
                  <a:lnTo>
                    <a:pt x="55339" y="9425"/>
                  </a:lnTo>
                  <a:lnTo>
                    <a:pt x="49986" y="7648"/>
                  </a:lnTo>
                  <a:lnTo>
                    <a:pt x="44576" y="6053"/>
                  </a:lnTo>
                  <a:lnTo>
                    <a:pt x="39116" y="4640"/>
                  </a:lnTo>
                  <a:lnTo>
                    <a:pt x="33611" y="3413"/>
                  </a:lnTo>
                  <a:lnTo>
                    <a:pt x="28068" y="2373"/>
                  </a:lnTo>
                  <a:lnTo>
                    <a:pt x="22492" y="1520"/>
                  </a:lnTo>
                  <a:lnTo>
                    <a:pt x="16892" y="855"/>
                  </a:lnTo>
                  <a:lnTo>
                    <a:pt x="11272" y="380"/>
                  </a:lnTo>
                  <a:lnTo>
                    <a:pt x="5639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0109" y="941493"/>
              <a:ext cx="46106" cy="167167"/>
            </a:xfrm>
            <a:custGeom>
              <a:avLst/>
              <a:pathLst>
                <a:path w="46106" h="167167">
                  <a:moveTo>
                    <a:pt x="46106" y="0"/>
                  </a:moveTo>
                  <a:lnTo>
                    <a:pt x="39434" y="133"/>
                  </a:lnTo>
                  <a:lnTo>
                    <a:pt x="32774" y="532"/>
                  </a:lnTo>
                  <a:lnTo>
                    <a:pt x="26134" y="1197"/>
                  </a:lnTo>
                  <a:lnTo>
                    <a:pt x="19527" y="2126"/>
                  </a:lnTo>
                  <a:lnTo>
                    <a:pt x="12961" y="3318"/>
                  </a:lnTo>
                  <a:lnTo>
                    <a:pt x="6449" y="4771"/>
                  </a:lnTo>
                  <a:lnTo>
                    <a:pt x="0" y="6483"/>
                  </a:lnTo>
                  <a:lnTo>
                    <a:pt x="4610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40109" y="947977"/>
              <a:ext cx="46106" cy="160683"/>
            </a:xfrm>
            <a:custGeom>
              <a:avLst/>
              <a:pathLst>
                <a:path w="46106" h="160683">
                  <a:moveTo>
                    <a:pt x="0" y="0"/>
                  </a:moveTo>
                  <a:lnTo>
                    <a:pt x="46106" y="1606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66" y="947977"/>
              <a:ext cx="167148" cy="301577"/>
            </a:xfrm>
            <a:custGeom>
              <a:avLst/>
              <a:pathLst>
                <a:path w="167148" h="301577">
                  <a:moveTo>
                    <a:pt x="121042" y="0"/>
                  </a:moveTo>
                  <a:lnTo>
                    <a:pt x="115947" y="1550"/>
                  </a:lnTo>
                  <a:lnTo>
                    <a:pt x="110904" y="3261"/>
                  </a:lnTo>
                  <a:lnTo>
                    <a:pt x="105918" y="5133"/>
                  </a:lnTo>
                  <a:lnTo>
                    <a:pt x="100994" y="7162"/>
                  </a:lnTo>
                  <a:lnTo>
                    <a:pt x="96138" y="9347"/>
                  </a:lnTo>
                  <a:lnTo>
                    <a:pt x="91353" y="11686"/>
                  </a:lnTo>
                  <a:lnTo>
                    <a:pt x="86645" y="14176"/>
                  </a:lnTo>
                  <a:lnTo>
                    <a:pt x="82019" y="16815"/>
                  </a:lnTo>
                  <a:lnTo>
                    <a:pt x="77480" y="19600"/>
                  </a:lnTo>
                  <a:lnTo>
                    <a:pt x="73031" y="22528"/>
                  </a:lnTo>
                  <a:lnTo>
                    <a:pt x="68678" y="25596"/>
                  </a:lnTo>
                  <a:lnTo>
                    <a:pt x="64425" y="28801"/>
                  </a:lnTo>
                  <a:lnTo>
                    <a:pt x="60276" y="32140"/>
                  </a:lnTo>
                  <a:lnTo>
                    <a:pt x="56236" y="35610"/>
                  </a:lnTo>
                  <a:lnTo>
                    <a:pt x="52308" y="39206"/>
                  </a:lnTo>
                  <a:lnTo>
                    <a:pt x="48497" y="42926"/>
                  </a:lnTo>
                  <a:lnTo>
                    <a:pt x="44806" y="46765"/>
                  </a:lnTo>
                  <a:lnTo>
                    <a:pt x="41239" y="50720"/>
                  </a:lnTo>
                  <a:lnTo>
                    <a:pt x="37800" y="54787"/>
                  </a:lnTo>
                  <a:lnTo>
                    <a:pt x="34493" y="58961"/>
                  </a:lnTo>
                  <a:lnTo>
                    <a:pt x="31320" y="63238"/>
                  </a:lnTo>
                  <a:lnTo>
                    <a:pt x="28285" y="67614"/>
                  </a:lnTo>
                  <a:lnTo>
                    <a:pt x="25391" y="72085"/>
                  </a:lnTo>
                  <a:lnTo>
                    <a:pt x="22640" y="76645"/>
                  </a:lnTo>
                  <a:lnTo>
                    <a:pt x="20037" y="81291"/>
                  </a:lnTo>
                  <a:lnTo>
                    <a:pt x="17582" y="86017"/>
                  </a:lnTo>
                  <a:lnTo>
                    <a:pt x="15280" y="90820"/>
                  </a:lnTo>
                  <a:lnTo>
                    <a:pt x="13132" y="95693"/>
                  </a:lnTo>
                  <a:lnTo>
                    <a:pt x="11139" y="100632"/>
                  </a:lnTo>
                  <a:lnTo>
                    <a:pt x="9306" y="105632"/>
                  </a:lnTo>
                  <a:lnTo>
                    <a:pt x="7632" y="110688"/>
                  </a:lnTo>
                  <a:lnTo>
                    <a:pt x="6121" y="115794"/>
                  </a:lnTo>
                  <a:lnTo>
                    <a:pt x="4772" y="120946"/>
                  </a:lnTo>
                  <a:lnTo>
                    <a:pt x="3589" y="126139"/>
                  </a:lnTo>
                  <a:lnTo>
                    <a:pt x="2572" y="131366"/>
                  </a:lnTo>
                  <a:lnTo>
                    <a:pt x="1721" y="136624"/>
                  </a:lnTo>
                  <a:lnTo>
                    <a:pt x="1039" y="141906"/>
                  </a:lnTo>
                  <a:lnTo>
                    <a:pt x="525" y="147206"/>
                  </a:lnTo>
                  <a:lnTo>
                    <a:pt x="180" y="152521"/>
                  </a:lnTo>
                  <a:lnTo>
                    <a:pt x="5" y="157844"/>
                  </a:lnTo>
                  <a:lnTo>
                    <a:pt x="0" y="163169"/>
                  </a:lnTo>
                  <a:lnTo>
                    <a:pt x="164" y="168492"/>
                  </a:lnTo>
                  <a:lnTo>
                    <a:pt x="497" y="173808"/>
                  </a:lnTo>
                  <a:lnTo>
                    <a:pt x="1000" y="179109"/>
                  </a:lnTo>
                  <a:lnTo>
                    <a:pt x="1671" y="184393"/>
                  </a:lnTo>
                  <a:lnTo>
                    <a:pt x="2510" y="189652"/>
                  </a:lnTo>
                  <a:lnTo>
                    <a:pt x="3516" y="194881"/>
                  </a:lnTo>
                  <a:lnTo>
                    <a:pt x="4689" y="200076"/>
                  </a:lnTo>
                  <a:lnTo>
                    <a:pt x="6026" y="205231"/>
                  </a:lnTo>
                  <a:lnTo>
                    <a:pt x="7527" y="210341"/>
                  </a:lnTo>
                  <a:lnTo>
                    <a:pt x="9190" y="215401"/>
                  </a:lnTo>
                  <a:lnTo>
                    <a:pt x="11013" y="220404"/>
                  </a:lnTo>
                  <a:lnTo>
                    <a:pt x="12995" y="225348"/>
                  </a:lnTo>
                  <a:lnTo>
                    <a:pt x="15133" y="230225"/>
                  </a:lnTo>
                  <a:lnTo>
                    <a:pt x="17425" y="235032"/>
                  </a:lnTo>
                  <a:lnTo>
                    <a:pt x="19869" y="239764"/>
                  </a:lnTo>
                  <a:lnTo>
                    <a:pt x="22463" y="244415"/>
                  </a:lnTo>
                  <a:lnTo>
                    <a:pt x="25204" y="248982"/>
                  </a:lnTo>
                  <a:lnTo>
                    <a:pt x="28088" y="253458"/>
                  </a:lnTo>
                  <a:lnTo>
                    <a:pt x="31114" y="257841"/>
                  </a:lnTo>
                  <a:lnTo>
                    <a:pt x="34278" y="262125"/>
                  </a:lnTo>
                  <a:lnTo>
                    <a:pt x="37577" y="266306"/>
                  </a:lnTo>
                  <a:lnTo>
                    <a:pt x="41007" y="270380"/>
                  </a:lnTo>
                  <a:lnTo>
                    <a:pt x="44566" y="274342"/>
                  </a:lnTo>
                  <a:lnTo>
                    <a:pt x="48248" y="278189"/>
                  </a:lnTo>
                  <a:lnTo>
                    <a:pt x="52052" y="281917"/>
                  </a:lnTo>
                  <a:lnTo>
                    <a:pt x="55972" y="285522"/>
                  </a:lnTo>
                  <a:lnTo>
                    <a:pt x="60005" y="289000"/>
                  </a:lnTo>
                  <a:lnTo>
                    <a:pt x="64147" y="292348"/>
                  </a:lnTo>
                  <a:lnTo>
                    <a:pt x="68393" y="295562"/>
                  </a:lnTo>
                  <a:lnTo>
                    <a:pt x="72740" y="298639"/>
                  </a:lnTo>
                  <a:lnTo>
                    <a:pt x="77182" y="301577"/>
                  </a:lnTo>
                  <a:lnTo>
                    <a:pt x="167148" y="1606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396249" y="941493"/>
              <a:ext cx="257116" cy="334334"/>
            </a:xfrm>
            <a:custGeom>
              <a:avLst/>
              <a:pathLst>
                <a:path w="257116" h="334334">
                  <a:moveTo>
                    <a:pt x="0" y="308060"/>
                  </a:moveTo>
                  <a:lnTo>
                    <a:pt x="4511" y="310842"/>
                  </a:lnTo>
                  <a:lnTo>
                    <a:pt x="9109" y="313479"/>
                  </a:lnTo>
                  <a:lnTo>
                    <a:pt x="13789" y="315969"/>
                  </a:lnTo>
                  <a:lnTo>
                    <a:pt x="18544" y="318309"/>
                  </a:lnTo>
                  <a:lnTo>
                    <a:pt x="23372" y="320497"/>
                  </a:lnTo>
                  <a:lnTo>
                    <a:pt x="28266" y="322531"/>
                  </a:lnTo>
                  <a:lnTo>
                    <a:pt x="33223" y="324409"/>
                  </a:lnTo>
                  <a:lnTo>
                    <a:pt x="38236" y="326129"/>
                  </a:lnTo>
                  <a:lnTo>
                    <a:pt x="43302" y="327689"/>
                  </a:lnTo>
                  <a:lnTo>
                    <a:pt x="48415" y="329088"/>
                  </a:lnTo>
                  <a:lnTo>
                    <a:pt x="53569" y="330324"/>
                  </a:lnTo>
                  <a:lnTo>
                    <a:pt x="58760" y="331396"/>
                  </a:lnTo>
                  <a:lnTo>
                    <a:pt x="63982" y="332303"/>
                  </a:lnTo>
                  <a:lnTo>
                    <a:pt x="69230" y="333043"/>
                  </a:lnTo>
                  <a:lnTo>
                    <a:pt x="74499" y="333617"/>
                  </a:lnTo>
                  <a:lnTo>
                    <a:pt x="79784" y="334024"/>
                  </a:lnTo>
                  <a:lnTo>
                    <a:pt x="85079" y="334263"/>
                  </a:lnTo>
                  <a:lnTo>
                    <a:pt x="90379" y="334334"/>
                  </a:lnTo>
                  <a:lnTo>
                    <a:pt x="95679" y="334237"/>
                  </a:lnTo>
                  <a:lnTo>
                    <a:pt x="100972" y="333972"/>
                  </a:lnTo>
                  <a:lnTo>
                    <a:pt x="106255" y="333539"/>
                  </a:lnTo>
                  <a:lnTo>
                    <a:pt x="111521" y="332939"/>
                  </a:lnTo>
                  <a:lnTo>
                    <a:pt x="116766" y="332172"/>
                  </a:lnTo>
                  <a:lnTo>
                    <a:pt x="121984" y="331240"/>
                  </a:lnTo>
                  <a:lnTo>
                    <a:pt x="127169" y="330142"/>
                  </a:lnTo>
                  <a:lnTo>
                    <a:pt x="132317" y="328881"/>
                  </a:lnTo>
                  <a:lnTo>
                    <a:pt x="137423" y="327457"/>
                  </a:lnTo>
                  <a:lnTo>
                    <a:pt x="142480" y="325872"/>
                  </a:lnTo>
                  <a:lnTo>
                    <a:pt x="147486" y="324127"/>
                  </a:lnTo>
                  <a:lnTo>
                    <a:pt x="152433" y="322225"/>
                  </a:lnTo>
                  <a:lnTo>
                    <a:pt x="157317" y="320166"/>
                  </a:lnTo>
                  <a:lnTo>
                    <a:pt x="162134" y="317954"/>
                  </a:lnTo>
                  <a:lnTo>
                    <a:pt x="166878" y="315590"/>
                  </a:lnTo>
                  <a:lnTo>
                    <a:pt x="171545" y="313077"/>
                  </a:lnTo>
                  <a:lnTo>
                    <a:pt x="176129" y="310418"/>
                  </a:lnTo>
                  <a:lnTo>
                    <a:pt x="180628" y="307614"/>
                  </a:lnTo>
                  <a:lnTo>
                    <a:pt x="185035" y="304669"/>
                  </a:lnTo>
                  <a:lnTo>
                    <a:pt x="189346" y="301586"/>
                  </a:lnTo>
                  <a:lnTo>
                    <a:pt x="193558" y="298368"/>
                  </a:lnTo>
                  <a:lnTo>
                    <a:pt x="197665" y="295018"/>
                  </a:lnTo>
                  <a:lnTo>
                    <a:pt x="201664" y="291539"/>
                  </a:lnTo>
                  <a:lnTo>
                    <a:pt x="205551" y="287936"/>
                  </a:lnTo>
                  <a:lnTo>
                    <a:pt x="209322" y="284210"/>
                  </a:lnTo>
                  <a:lnTo>
                    <a:pt x="212972" y="280368"/>
                  </a:lnTo>
                  <a:lnTo>
                    <a:pt x="216499" y="276411"/>
                  </a:lnTo>
                  <a:lnTo>
                    <a:pt x="219899" y="272345"/>
                  </a:lnTo>
                  <a:lnTo>
                    <a:pt x="223168" y="268173"/>
                  </a:lnTo>
                  <a:lnTo>
                    <a:pt x="226303" y="263899"/>
                  </a:lnTo>
                  <a:lnTo>
                    <a:pt x="229302" y="259528"/>
                  </a:lnTo>
                  <a:lnTo>
                    <a:pt x="232160" y="255064"/>
                  </a:lnTo>
                  <a:lnTo>
                    <a:pt x="234875" y="250512"/>
                  </a:lnTo>
                  <a:lnTo>
                    <a:pt x="237444" y="245876"/>
                  </a:lnTo>
                  <a:lnTo>
                    <a:pt x="239865" y="241161"/>
                  </a:lnTo>
                  <a:lnTo>
                    <a:pt x="242136" y="236372"/>
                  </a:lnTo>
                  <a:lnTo>
                    <a:pt x="244253" y="231513"/>
                  </a:lnTo>
                  <a:lnTo>
                    <a:pt x="246216" y="226589"/>
                  </a:lnTo>
                  <a:lnTo>
                    <a:pt x="248021" y="221605"/>
                  </a:lnTo>
                  <a:lnTo>
                    <a:pt x="249667" y="216567"/>
                  </a:lnTo>
                  <a:lnTo>
                    <a:pt x="251153" y="211479"/>
                  </a:lnTo>
                  <a:lnTo>
                    <a:pt x="252477" y="206347"/>
                  </a:lnTo>
                  <a:lnTo>
                    <a:pt x="253638" y="201175"/>
                  </a:lnTo>
                  <a:lnTo>
                    <a:pt x="254633" y="195969"/>
                  </a:lnTo>
                  <a:lnTo>
                    <a:pt x="255464" y="190734"/>
                  </a:lnTo>
                  <a:lnTo>
                    <a:pt x="256128" y="185476"/>
                  </a:lnTo>
                  <a:lnTo>
                    <a:pt x="256625" y="180199"/>
                  </a:lnTo>
                  <a:lnTo>
                    <a:pt x="256954" y="174909"/>
                  </a:lnTo>
                  <a:lnTo>
                    <a:pt x="257116" y="169611"/>
                  </a:lnTo>
                  <a:lnTo>
                    <a:pt x="257109" y="164310"/>
                  </a:lnTo>
                  <a:lnTo>
                    <a:pt x="256934" y="159013"/>
                  </a:lnTo>
                  <a:lnTo>
                    <a:pt x="256592" y="153723"/>
                  </a:lnTo>
                  <a:lnTo>
                    <a:pt x="256082" y="148448"/>
                  </a:lnTo>
                  <a:lnTo>
                    <a:pt x="255405" y="143191"/>
                  </a:lnTo>
                  <a:lnTo>
                    <a:pt x="254562" y="137958"/>
                  </a:lnTo>
                  <a:lnTo>
                    <a:pt x="253553" y="132754"/>
                  </a:lnTo>
                  <a:lnTo>
                    <a:pt x="252380" y="127585"/>
                  </a:lnTo>
                  <a:lnTo>
                    <a:pt x="251043" y="122456"/>
                  </a:lnTo>
                  <a:lnTo>
                    <a:pt x="249545" y="117372"/>
                  </a:lnTo>
                  <a:lnTo>
                    <a:pt x="247886" y="112338"/>
                  </a:lnTo>
                  <a:lnTo>
                    <a:pt x="246068" y="107359"/>
                  </a:lnTo>
                  <a:lnTo>
                    <a:pt x="244094" y="102440"/>
                  </a:lnTo>
                  <a:lnTo>
                    <a:pt x="241964" y="97586"/>
                  </a:lnTo>
                  <a:lnTo>
                    <a:pt x="239682" y="92803"/>
                  </a:lnTo>
                  <a:lnTo>
                    <a:pt x="237249" y="88094"/>
                  </a:lnTo>
                  <a:lnTo>
                    <a:pt x="234668" y="83464"/>
                  </a:lnTo>
                  <a:lnTo>
                    <a:pt x="231942" y="78919"/>
                  </a:lnTo>
                  <a:lnTo>
                    <a:pt x="229073" y="74462"/>
                  </a:lnTo>
                  <a:lnTo>
                    <a:pt x="226064" y="70098"/>
                  </a:lnTo>
                  <a:lnTo>
                    <a:pt x="222918" y="65832"/>
                  </a:lnTo>
                  <a:lnTo>
                    <a:pt x="219639" y="61668"/>
                  </a:lnTo>
                  <a:lnTo>
                    <a:pt x="216229" y="57610"/>
                  </a:lnTo>
                  <a:lnTo>
                    <a:pt x="212692" y="53663"/>
                  </a:lnTo>
                  <a:lnTo>
                    <a:pt x="209032" y="49829"/>
                  </a:lnTo>
                  <a:lnTo>
                    <a:pt x="205252" y="46113"/>
                  </a:lnTo>
                  <a:lnTo>
                    <a:pt x="201357" y="42519"/>
                  </a:lnTo>
                  <a:lnTo>
                    <a:pt x="197349" y="39050"/>
                  </a:lnTo>
                  <a:lnTo>
                    <a:pt x="193233" y="35710"/>
                  </a:lnTo>
                  <a:lnTo>
                    <a:pt x="189014" y="32503"/>
                  </a:lnTo>
                  <a:lnTo>
                    <a:pt x="184695" y="29430"/>
                  </a:lnTo>
                  <a:lnTo>
                    <a:pt x="180280" y="26496"/>
                  </a:lnTo>
                  <a:lnTo>
                    <a:pt x="175775" y="23704"/>
                  </a:lnTo>
                  <a:lnTo>
                    <a:pt x="171184" y="21055"/>
                  </a:lnTo>
                  <a:lnTo>
                    <a:pt x="166511" y="18554"/>
                  </a:lnTo>
                  <a:lnTo>
                    <a:pt x="161761" y="16202"/>
                  </a:lnTo>
                  <a:lnTo>
                    <a:pt x="156939" y="14002"/>
                  </a:lnTo>
                  <a:lnTo>
                    <a:pt x="152049" y="11955"/>
                  </a:lnTo>
                  <a:lnTo>
                    <a:pt x="147098" y="10065"/>
                  </a:lnTo>
                  <a:lnTo>
                    <a:pt x="142088" y="8333"/>
                  </a:lnTo>
                  <a:lnTo>
                    <a:pt x="137026" y="6760"/>
                  </a:lnTo>
                  <a:lnTo>
                    <a:pt x="131917" y="5349"/>
                  </a:lnTo>
                  <a:lnTo>
                    <a:pt x="126766" y="4100"/>
                  </a:lnTo>
                  <a:lnTo>
                    <a:pt x="121578" y="3016"/>
                  </a:lnTo>
                  <a:lnTo>
                    <a:pt x="116358" y="2096"/>
                  </a:lnTo>
                  <a:lnTo>
                    <a:pt x="111112" y="1342"/>
                  </a:lnTo>
                  <a:lnTo>
                    <a:pt x="105844" y="755"/>
                  </a:lnTo>
                  <a:lnTo>
                    <a:pt x="100560" y="336"/>
                  </a:lnTo>
                  <a:lnTo>
                    <a:pt x="95266" y="84"/>
                  </a:lnTo>
                  <a:lnTo>
                    <a:pt x="89966" y="0"/>
                  </a:lnTo>
                  <a:lnTo>
                    <a:pt x="899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335" y="1071028"/>
              <a:ext cx="167165" cy="178704"/>
            </a:xfrm>
            <a:custGeom>
              <a:avLst/>
              <a:pathLst>
                <a:path w="167165" h="178704">
                  <a:moveTo>
                    <a:pt x="167165" y="0"/>
                  </a:moveTo>
                  <a:lnTo>
                    <a:pt x="161791" y="86"/>
                  </a:lnTo>
                  <a:lnTo>
                    <a:pt x="156422" y="345"/>
                  </a:lnTo>
                  <a:lnTo>
                    <a:pt x="151065" y="777"/>
                  </a:lnTo>
                  <a:lnTo>
                    <a:pt x="145724" y="1380"/>
                  </a:lnTo>
                  <a:lnTo>
                    <a:pt x="140405" y="2155"/>
                  </a:lnTo>
                  <a:lnTo>
                    <a:pt x="135114" y="3101"/>
                  </a:lnTo>
                  <a:lnTo>
                    <a:pt x="129856" y="4216"/>
                  </a:lnTo>
                  <a:lnTo>
                    <a:pt x="124637" y="5500"/>
                  </a:lnTo>
                  <a:lnTo>
                    <a:pt x="119461" y="6951"/>
                  </a:lnTo>
                  <a:lnTo>
                    <a:pt x="114335" y="8567"/>
                  </a:lnTo>
                  <a:lnTo>
                    <a:pt x="109264" y="10347"/>
                  </a:lnTo>
                  <a:lnTo>
                    <a:pt x="104252" y="12290"/>
                  </a:lnTo>
                  <a:lnTo>
                    <a:pt x="99305" y="14393"/>
                  </a:lnTo>
                  <a:lnTo>
                    <a:pt x="94429" y="16653"/>
                  </a:lnTo>
                  <a:lnTo>
                    <a:pt x="89628" y="19069"/>
                  </a:lnTo>
                  <a:lnTo>
                    <a:pt x="84907" y="21639"/>
                  </a:lnTo>
                  <a:lnTo>
                    <a:pt x="80271" y="24358"/>
                  </a:lnTo>
                  <a:lnTo>
                    <a:pt x="75724" y="27226"/>
                  </a:lnTo>
                  <a:lnTo>
                    <a:pt x="71273" y="30238"/>
                  </a:lnTo>
                  <a:lnTo>
                    <a:pt x="66920" y="33391"/>
                  </a:lnTo>
                  <a:lnTo>
                    <a:pt x="62671" y="36683"/>
                  </a:lnTo>
                  <a:lnTo>
                    <a:pt x="58530" y="40110"/>
                  </a:lnTo>
                  <a:lnTo>
                    <a:pt x="54502" y="43668"/>
                  </a:lnTo>
                  <a:lnTo>
                    <a:pt x="50590" y="47354"/>
                  </a:lnTo>
                  <a:lnTo>
                    <a:pt x="46798" y="51164"/>
                  </a:lnTo>
                  <a:lnTo>
                    <a:pt x="43131" y="55093"/>
                  </a:lnTo>
                  <a:lnTo>
                    <a:pt x="39592" y="59139"/>
                  </a:lnTo>
                  <a:lnTo>
                    <a:pt x="36185" y="63296"/>
                  </a:lnTo>
                  <a:lnTo>
                    <a:pt x="32913" y="67560"/>
                  </a:lnTo>
                  <a:lnTo>
                    <a:pt x="29781" y="71928"/>
                  </a:lnTo>
                  <a:lnTo>
                    <a:pt x="26790" y="76394"/>
                  </a:lnTo>
                  <a:lnTo>
                    <a:pt x="23944" y="80954"/>
                  </a:lnTo>
                  <a:lnTo>
                    <a:pt x="21246" y="85603"/>
                  </a:lnTo>
                  <a:lnTo>
                    <a:pt x="18700" y="90336"/>
                  </a:lnTo>
                  <a:lnTo>
                    <a:pt x="16306" y="95149"/>
                  </a:lnTo>
                  <a:lnTo>
                    <a:pt x="14069" y="100036"/>
                  </a:lnTo>
                  <a:lnTo>
                    <a:pt x="11990" y="104992"/>
                  </a:lnTo>
                  <a:lnTo>
                    <a:pt x="10071" y="110013"/>
                  </a:lnTo>
                  <a:lnTo>
                    <a:pt x="8315" y="115093"/>
                  </a:lnTo>
                  <a:lnTo>
                    <a:pt x="6723" y="120227"/>
                  </a:lnTo>
                  <a:lnTo>
                    <a:pt x="5297" y="125409"/>
                  </a:lnTo>
                  <a:lnTo>
                    <a:pt x="4038" y="130634"/>
                  </a:lnTo>
                  <a:lnTo>
                    <a:pt x="2948" y="135898"/>
                  </a:lnTo>
                  <a:lnTo>
                    <a:pt x="2028" y="141193"/>
                  </a:lnTo>
                  <a:lnTo>
                    <a:pt x="1278" y="146516"/>
                  </a:lnTo>
                  <a:lnTo>
                    <a:pt x="700" y="151859"/>
                  </a:lnTo>
                  <a:lnTo>
                    <a:pt x="294" y="157219"/>
                  </a:lnTo>
                  <a:lnTo>
                    <a:pt x="60" y="162589"/>
                  </a:lnTo>
                  <a:lnTo>
                    <a:pt x="0" y="167963"/>
                  </a:lnTo>
                  <a:lnTo>
                    <a:pt x="112" y="173337"/>
                  </a:lnTo>
                  <a:lnTo>
                    <a:pt x="396" y="17870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732" y="1238196"/>
              <a:ext cx="166768" cy="11537"/>
            </a:xfrm>
            <a:custGeom>
              <a:avLst/>
              <a:pathLst>
                <a:path w="166768" h="11537">
                  <a:moveTo>
                    <a:pt x="0" y="11537"/>
                  </a:moveTo>
                  <a:lnTo>
                    <a:pt x="16676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732" y="1238196"/>
              <a:ext cx="166768" cy="11537"/>
            </a:xfrm>
            <a:custGeom>
              <a:avLst/>
              <a:pathLst>
                <a:path w="166768" h="11537">
                  <a:moveTo>
                    <a:pt x="0" y="11537"/>
                  </a:moveTo>
                  <a:lnTo>
                    <a:pt x="16676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732" y="1238196"/>
              <a:ext cx="166768" cy="11537"/>
            </a:xfrm>
            <a:custGeom>
              <a:avLst/>
              <a:pathLst>
                <a:path w="166768" h="11537">
                  <a:moveTo>
                    <a:pt x="0" y="11537"/>
                  </a:moveTo>
                  <a:lnTo>
                    <a:pt x="16676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732" y="1238196"/>
              <a:ext cx="166768" cy="11537"/>
            </a:xfrm>
            <a:custGeom>
              <a:avLst/>
              <a:pathLst>
                <a:path w="166768" h="11537">
                  <a:moveTo>
                    <a:pt x="0" y="11537"/>
                  </a:moveTo>
                  <a:lnTo>
                    <a:pt x="1667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732" y="1238196"/>
              <a:ext cx="166768" cy="11537"/>
            </a:xfrm>
            <a:custGeom>
              <a:avLst/>
              <a:pathLst>
                <a:path w="166768" h="11537">
                  <a:moveTo>
                    <a:pt x="0" y="11537"/>
                  </a:moveTo>
                  <a:lnTo>
                    <a:pt x="1667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732" y="1238196"/>
              <a:ext cx="166768" cy="11537"/>
            </a:xfrm>
            <a:custGeom>
              <a:avLst/>
              <a:pathLst>
                <a:path w="166768" h="11537">
                  <a:moveTo>
                    <a:pt x="0" y="11537"/>
                  </a:moveTo>
                  <a:lnTo>
                    <a:pt x="1667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732" y="1238196"/>
              <a:ext cx="166768" cy="11537"/>
            </a:xfrm>
            <a:custGeom>
              <a:avLst/>
              <a:pathLst>
                <a:path w="166768" h="11537">
                  <a:moveTo>
                    <a:pt x="0" y="11537"/>
                  </a:moveTo>
                  <a:lnTo>
                    <a:pt x="16676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732" y="1238196"/>
              <a:ext cx="166768" cy="11537"/>
            </a:xfrm>
            <a:custGeom>
              <a:avLst/>
              <a:pathLst>
                <a:path w="166768" h="11537">
                  <a:moveTo>
                    <a:pt x="0" y="11537"/>
                  </a:moveTo>
                  <a:lnTo>
                    <a:pt x="16676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732" y="1238196"/>
              <a:ext cx="166768" cy="11537"/>
            </a:xfrm>
            <a:custGeom>
              <a:avLst/>
              <a:pathLst>
                <a:path w="166768" h="11537">
                  <a:moveTo>
                    <a:pt x="0" y="11537"/>
                  </a:moveTo>
                  <a:lnTo>
                    <a:pt x="16676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732" y="1238196"/>
              <a:ext cx="166768" cy="11537"/>
            </a:xfrm>
            <a:custGeom>
              <a:avLst/>
              <a:pathLst>
                <a:path w="166768" h="11537">
                  <a:moveTo>
                    <a:pt x="0" y="11537"/>
                  </a:moveTo>
                  <a:lnTo>
                    <a:pt x="16676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7732" y="1238196"/>
              <a:ext cx="166768" cy="11537"/>
            </a:xfrm>
            <a:custGeom>
              <a:avLst/>
              <a:pathLst>
                <a:path w="166768" h="11537">
                  <a:moveTo>
                    <a:pt x="0" y="11537"/>
                  </a:moveTo>
                  <a:lnTo>
                    <a:pt x="16676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7732" y="1238196"/>
              <a:ext cx="166768" cy="11537"/>
            </a:xfrm>
            <a:custGeom>
              <a:avLst/>
              <a:pathLst>
                <a:path w="166768" h="11537">
                  <a:moveTo>
                    <a:pt x="0" y="11537"/>
                  </a:moveTo>
                  <a:lnTo>
                    <a:pt x="1667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7732" y="1238196"/>
              <a:ext cx="166768" cy="11537"/>
            </a:xfrm>
            <a:custGeom>
              <a:avLst/>
              <a:pathLst>
                <a:path w="166768" h="11537">
                  <a:moveTo>
                    <a:pt x="0" y="11537"/>
                  </a:moveTo>
                  <a:lnTo>
                    <a:pt x="1667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7732" y="1238196"/>
              <a:ext cx="166768" cy="11537"/>
            </a:xfrm>
            <a:custGeom>
              <a:avLst/>
              <a:pathLst>
                <a:path w="166768" h="11537">
                  <a:moveTo>
                    <a:pt x="0" y="11537"/>
                  </a:moveTo>
                  <a:lnTo>
                    <a:pt x="1667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7732" y="1238196"/>
              <a:ext cx="166768" cy="11537"/>
            </a:xfrm>
            <a:custGeom>
              <a:avLst/>
              <a:pathLst>
                <a:path w="166768" h="11537">
                  <a:moveTo>
                    <a:pt x="0" y="11537"/>
                  </a:moveTo>
                  <a:lnTo>
                    <a:pt x="16676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7732" y="1238196"/>
              <a:ext cx="166768" cy="11537"/>
            </a:xfrm>
            <a:custGeom>
              <a:avLst/>
              <a:pathLst>
                <a:path w="166768" h="11537">
                  <a:moveTo>
                    <a:pt x="0" y="11537"/>
                  </a:moveTo>
                  <a:lnTo>
                    <a:pt x="16676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7732" y="1238196"/>
              <a:ext cx="166768" cy="11537"/>
            </a:xfrm>
            <a:custGeom>
              <a:avLst/>
              <a:pathLst>
                <a:path w="166768" h="11537">
                  <a:moveTo>
                    <a:pt x="0" y="11537"/>
                  </a:moveTo>
                  <a:lnTo>
                    <a:pt x="16676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732" y="1072522"/>
              <a:ext cx="333931" cy="332833"/>
            </a:xfrm>
            <a:custGeom>
              <a:avLst/>
              <a:pathLst>
                <a:path w="333931" h="332833">
                  <a:moveTo>
                    <a:pt x="0" y="177210"/>
                  </a:moveTo>
                  <a:lnTo>
                    <a:pt x="450" y="182500"/>
                  </a:lnTo>
                  <a:lnTo>
                    <a:pt x="1068" y="187772"/>
                  </a:lnTo>
                  <a:lnTo>
                    <a:pt x="1853" y="193022"/>
                  </a:lnTo>
                  <a:lnTo>
                    <a:pt x="2805" y="198245"/>
                  </a:lnTo>
                  <a:lnTo>
                    <a:pt x="3922" y="203435"/>
                  </a:lnTo>
                  <a:lnTo>
                    <a:pt x="5203" y="208586"/>
                  </a:lnTo>
                  <a:lnTo>
                    <a:pt x="6647" y="213695"/>
                  </a:lnTo>
                  <a:lnTo>
                    <a:pt x="8252" y="218755"/>
                  </a:lnTo>
                  <a:lnTo>
                    <a:pt x="10018" y="223761"/>
                  </a:lnTo>
                  <a:lnTo>
                    <a:pt x="11941" y="228709"/>
                  </a:lnTo>
                  <a:lnTo>
                    <a:pt x="14021" y="233593"/>
                  </a:lnTo>
                  <a:lnTo>
                    <a:pt x="16254" y="238409"/>
                  </a:lnTo>
                  <a:lnTo>
                    <a:pt x="18640" y="243151"/>
                  </a:lnTo>
                  <a:lnTo>
                    <a:pt x="21175" y="247816"/>
                  </a:lnTo>
                  <a:lnTo>
                    <a:pt x="23856" y="252397"/>
                  </a:lnTo>
                  <a:lnTo>
                    <a:pt x="26682" y="256891"/>
                  </a:lnTo>
                  <a:lnTo>
                    <a:pt x="29649" y="261293"/>
                  </a:lnTo>
                  <a:lnTo>
                    <a:pt x="32754" y="265599"/>
                  </a:lnTo>
                  <a:lnTo>
                    <a:pt x="35995" y="269803"/>
                  </a:lnTo>
                  <a:lnTo>
                    <a:pt x="39367" y="273903"/>
                  </a:lnTo>
                  <a:lnTo>
                    <a:pt x="42868" y="277894"/>
                  </a:lnTo>
                  <a:lnTo>
                    <a:pt x="46493" y="281771"/>
                  </a:lnTo>
                  <a:lnTo>
                    <a:pt x="50240" y="285532"/>
                  </a:lnTo>
                  <a:lnTo>
                    <a:pt x="54105" y="289171"/>
                  </a:lnTo>
                  <a:lnTo>
                    <a:pt x="58083" y="292686"/>
                  </a:lnTo>
                  <a:lnTo>
                    <a:pt x="62171" y="296073"/>
                  </a:lnTo>
                  <a:lnTo>
                    <a:pt x="66364" y="299329"/>
                  </a:lnTo>
                  <a:lnTo>
                    <a:pt x="70658" y="302449"/>
                  </a:lnTo>
                  <a:lnTo>
                    <a:pt x="75050" y="305432"/>
                  </a:lnTo>
                  <a:lnTo>
                    <a:pt x="79533" y="308274"/>
                  </a:lnTo>
                  <a:lnTo>
                    <a:pt x="84105" y="310972"/>
                  </a:lnTo>
                  <a:lnTo>
                    <a:pt x="88760" y="313523"/>
                  </a:lnTo>
                  <a:lnTo>
                    <a:pt x="93494" y="315926"/>
                  </a:lnTo>
                  <a:lnTo>
                    <a:pt x="98302" y="318176"/>
                  </a:lnTo>
                  <a:lnTo>
                    <a:pt x="103179" y="320273"/>
                  </a:lnTo>
                  <a:lnTo>
                    <a:pt x="108120" y="322215"/>
                  </a:lnTo>
                  <a:lnTo>
                    <a:pt x="113120" y="323998"/>
                  </a:lnTo>
                  <a:lnTo>
                    <a:pt x="118174" y="325621"/>
                  </a:lnTo>
                  <a:lnTo>
                    <a:pt x="123277" y="327084"/>
                  </a:lnTo>
                  <a:lnTo>
                    <a:pt x="128424" y="328383"/>
                  </a:lnTo>
                  <a:lnTo>
                    <a:pt x="133610" y="329519"/>
                  </a:lnTo>
                  <a:lnTo>
                    <a:pt x="138829" y="330489"/>
                  </a:lnTo>
                  <a:lnTo>
                    <a:pt x="144076" y="331293"/>
                  </a:lnTo>
                  <a:lnTo>
                    <a:pt x="149346" y="331930"/>
                  </a:lnTo>
                  <a:lnTo>
                    <a:pt x="154634" y="332399"/>
                  </a:lnTo>
                  <a:lnTo>
                    <a:pt x="159934" y="332701"/>
                  </a:lnTo>
                  <a:lnTo>
                    <a:pt x="165241" y="332833"/>
                  </a:lnTo>
                  <a:lnTo>
                    <a:pt x="170549" y="332798"/>
                  </a:lnTo>
                  <a:lnTo>
                    <a:pt x="175854" y="332593"/>
                  </a:lnTo>
                  <a:lnTo>
                    <a:pt x="181149" y="332221"/>
                  </a:lnTo>
                  <a:lnTo>
                    <a:pt x="186430" y="331680"/>
                  </a:lnTo>
                  <a:lnTo>
                    <a:pt x="191692" y="330972"/>
                  </a:lnTo>
                  <a:lnTo>
                    <a:pt x="196928" y="330097"/>
                  </a:lnTo>
                  <a:lnTo>
                    <a:pt x="202133" y="329057"/>
                  </a:lnTo>
                  <a:lnTo>
                    <a:pt x="207303" y="327851"/>
                  </a:lnTo>
                  <a:lnTo>
                    <a:pt x="212432" y="326483"/>
                  </a:lnTo>
                  <a:lnTo>
                    <a:pt x="217515" y="324952"/>
                  </a:lnTo>
                  <a:lnTo>
                    <a:pt x="222547" y="323260"/>
                  </a:lnTo>
                  <a:lnTo>
                    <a:pt x="227522" y="321410"/>
                  </a:lnTo>
                  <a:lnTo>
                    <a:pt x="232437" y="319402"/>
                  </a:lnTo>
                  <a:lnTo>
                    <a:pt x="237285" y="317239"/>
                  </a:lnTo>
                  <a:lnTo>
                    <a:pt x="242062" y="314924"/>
                  </a:lnTo>
                  <a:lnTo>
                    <a:pt x="246763" y="312458"/>
                  </a:lnTo>
                  <a:lnTo>
                    <a:pt x="251383" y="309844"/>
                  </a:lnTo>
                  <a:lnTo>
                    <a:pt x="255918" y="307085"/>
                  </a:lnTo>
                  <a:lnTo>
                    <a:pt x="260363" y="304183"/>
                  </a:lnTo>
                  <a:lnTo>
                    <a:pt x="264714" y="301141"/>
                  </a:lnTo>
                  <a:lnTo>
                    <a:pt x="268966" y="297963"/>
                  </a:lnTo>
                  <a:lnTo>
                    <a:pt x="273115" y="294651"/>
                  </a:lnTo>
                  <a:lnTo>
                    <a:pt x="277157" y="291209"/>
                  </a:lnTo>
                  <a:lnTo>
                    <a:pt x="281087" y="287641"/>
                  </a:lnTo>
                  <a:lnTo>
                    <a:pt x="284902" y="283950"/>
                  </a:lnTo>
                  <a:lnTo>
                    <a:pt x="288598" y="280139"/>
                  </a:lnTo>
                  <a:lnTo>
                    <a:pt x="292171" y="276213"/>
                  </a:lnTo>
                  <a:lnTo>
                    <a:pt x="295618" y="272176"/>
                  </a:lnTo>
                  <a:lnTo>
                    <a:pt x="298934" y="268031"/>
                  </a:lnTo>
                  <a:lnTo>
                    <a:pt x="302118" y="263782"/>
                  </a:lnTo>
                  <a:lnTo>
                    <a:pt x="305165" y="259435"/>
                  </a:lnTo>
                  <a:lnTo>
                    <a:pt x="308072" y="254994"/>
                  </a:lnTo>
                  <a:lnTo>
                    <a:pt x="310837" y="250462"/>
                  </a:lnTo>
                  <a:lnTo>
                    <a:pt x="313456" y="245845"/>
                  </a:lnTo>
                  <a:lnTo>
                    <a:pt x="315928" y="241147"/>
                  </a:lnTo>
                  <a:lnTo>
                    <a:pt x="318249" y="236373"/>
                  </a:lnTo>
                  <a:lnTo>
                    <a:pt x="320418" y="231527"/>
                  </a:lnTo>
                  <a:lnTo>
                    <a:pt x="322431" y="226615"/>
                  </a:lnTo>
                  <a:lnTo>
                    <a:pt x="324288" y="221642"/>
                  </a:lnTo>
                  <a:lnTo>
                    <a:pt x="325986" y="216612"/>
                  </a:lnTo>
                  <a:lnTo>
                    <a:pt x="327523" y="211531"/>
                  </a:lnTo>
                  <a:lnTo>
                    <a:pt x="328898" y="206404"/>
                  </a:lnTo>
                  <a:lnTo>
                    <a:pt x="330109" y="201235"/>
                  </a:lnTo>
                  <a:lnTo>
                    <a:pt x="331156" y="196031"/>
                  </a:lnTo>
                  <a:lnTo>
                    <a:pt x="332037" y="190796"/>
                  </a:lnTo>
                  <a:lnTo>
                    <a:pt x="332751" y="185536"/>
                  </a:lnTo>
                  <a:lnTo>
                    <a:pt x="333298" y="180256"/>
                  </a:lnTo>
                  <a:lnTo>
                    <a:pt x="333678" y="174961"/>
                  </a:lnTo>
                  <a:lnTo>
                    <a:pt x="333888" y="169656"/>
                  </a:lnTo>
                  <a:lnTo>
                    <a:pt x="333931" y="164348"/>
                  </a:lnTo>
                  <a:lnTo>
                    <a:pt x="333804" y="159041"/>
                  </a:lnTo>
                  <a:lnTo>
                    <a:pt x="333509" y="153741"/>
                  </a:lnTo>
                  <a:lnTo>
                    <a:pt x="333046" y="148452"/>
                  </a:lnTo>
                  <a:lnTo>
                    <a:pt x="332416" y="143181"/>
                  </a:lnTo>
                  <a:lnTo>
                    <a:pt x="331618" y="137933"/>
                  </a:lnTo>
                  <a:lnTo>
                    <a:pt x="330654" y="132713"/>
                  </a:lnTo>
                  <a:lnTo>
                    <a:pt x="329525" y="127526"/>
                  </a:lnTo>
                  <a:lnTo>
                    <a:pt x="328232" y="122377"/>
                  </a:lnTo>
                  <a:lnTo>
                    <a:pt x="326776" y="117272"/>
                  </a:lnTo>
                  <a:lnTo>
                    <a:pt x="325158" y="112216"/>
                  </a:lnTo>
                  <a:lnTo>
                    <a:pt x="323381" y="107214"/>
                  </a:lnTo>
                  <a:lnTo>
                    <a:pt x="321446" y="102271"/>
                  </a:lnTo>
                  <a:lnTo>
                    <a:pt x="319355" y="97391"/>
                  </a:lnTo>
                  <a:lnTo>
                    <a:pt x="317110" y="92581"/>
                  </a:lnTo>
                  <a:lnTo>
                    <a:pt x="314713" y="87844"/>
                  </a:lnTo>
                  <a:lnTo>
                    <a:pt x="312167" y="83186"/>
                  </a:lnTo>
                  <a:lnTo>
                    <a:pt x="309475" y="78611"/>
                  </a:lnTo>
                  <a:lnTo>
                    <a:pt x="306638" y="74123"/>
                  </a:lnTo>
                  <a:lnTo>
                    <a:pt x="303661" y="69728"/>
                  </a:lnTo>
                  <a:lnTo>
                    <a:pt x="300546" y="65430"/>
                  </a:lnTo>
                  <a:lnTo>
                    <a:pt x="297295" y="61233"/>
                  </a:lnTo>
                  <a:lnTo>
                    <a:pt x="293913" y="57141"/>
                  </a:lnTo>
                  <a:lnTo>
                    <a:pt x="290403" y="53159"/>
                  </a:lnTo>
                  <a:lnTo>
                    <a:pt x="286768" y="49290"/>
                  </a:lnTo>
                  <a:lnTo>
                    <a:pt x="283012" y="45538"/>
                  </a:lnTo>
                  <a:lnTo>
                    <a:pt x="279139" y="41908"/>
                  </a:lnTo>
                  <a:lnTo>
                    <a:pt x="275153" y="38402"/>
                  </a:lnTo>
                  <a:lnTo>
                    <a:pt x="271057" y="35025"/>
                  </a:lnTo>
                  <a:lnTo>
                    <a:pt x="266856" y="31780"/>
                  </a:lnTo>
                  <a:lnTo>
                    <a:pt x="262554" y="28669"/>
                  </a:lnTo>
                  <a:lnTo>
                    <a:pt x="258156" y="25697"/>
                  </a:lnTo>
                  <a:lnTo>
                    <a:pt x="253665" y="22866"/>
                  </a:lnTo>
                  <a:lnTo>
                    <a:pt x="249087" y="20179"/>
                  </a:lnTo>
                  <a:lnTo>
                    <a:pt x="244426" y="17638"/>
                  </a:lnTo>
                  <a:lnTo>
                    <a:pt x="239686" y="15247"/>
                  </a:lnTo>
                  <a:lnTo>
                    <a:pt x="234873" y="13008"/>
                  </a:lnTo>
                  <a:lnTo>
                    <a:pt x="229992" y="10922"/>
                  </a:lnTo>
                  <a:lnTo>
                    <a:pt x="225046" y="8993"/>
                  </a:lnTo>
                  <a:lnTo>
                    <a:pt x="220042" y="7221"/>
                  </a:lnTo>
                  <a:lnTo>
                    <a:pt x="214984" y="5610"/>
                  </a:lnTo>
                  <a:lnTo>
                    <a:pt x="209877" y="4160"/>
                  </a:lnTo>
                  <a:lnTo>
                    <a:pt x="204727" y="2872"/>
                  </a:lnTo>
                  <a:lnTo>
                    <a:pt x="199539" y="1749"/>
                  </a:lnTo>
                  <a:lnTo>
                    <a:pt x="194317" y="791"/>
                  </a:lnTo>
                  <a:lnTo>
                    <a:pt x="189068" y="0"/>
                  </a:lnTo>
                  <a:lnTo>
                    <a:pt x="166768" y="1656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22299" cy="167167"/>
            </a:xfrm>
            <a:custGeom>
              <a:avLst/>
              <a:pathLst>
                <a:path w="22299" h="167167">
                  <a:moveTo>
                    <a:pt x="22299" y="1494"/>
                  </a:moveTo>
                  <a:lnTo>
                    <a:pt x="14891" y="664"/>
                  </a:lnTo>
                  <a:lnTo>
                    <a:pt x="7453" y="16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2999" y="1322571"/>
              <a:ext cx="65721" cy="167167"/>
            </a:xfrm>
            <a:custGeom>
              <a:avLst/>
              <a:pathLst>
                <a:path w="65721" h="167167">
                  <a:moveTo>
                    <a:pt x="65721" y="0"/>
                  </a:moveTo>
                  <a:lnTo>
                    <a:pt x="59582" y="112"/>
                  </a:lnTo>
                  <a:lnTo>
                    <a:pt x="53451" y="450"/>
                  </a:lnTo>
                  <a:lnTo>
                    <a:pt x="47337" y="1013"/>
                  </a:lnTo>
                  <a:lnTo>
                    <a:pt x="41247" y="1801"/>
                  </a:lnTo>
                  <a:lnTo>
                    <a:pt x="35191" y="2811"/>
                  </a:lnTo>
                  <a:lnTo>
                    <a:pt x="29176" y="4043"/>
                  </a:lnTo>
                  <a:lnTo>
                    <a:pt x="23210" y="5495"/>
                  </a:lnTo>
                  <a:lnTo>
                    <a:pt x="17302" y="7165"/>
                  </a:lnTo>
                  <a:lnTo>
                    <a:pt x="11458" y="9051"/>
                  </a:lnTo>
                  <a:lnTo>
                    <a:pt x="5688" y="11151"/>
                  </a:lnTo>
                  <a:lnTo>
                    <a:pt x="0" y="13460"/>
                  </a:lnTo>
                  <a:lnTo>
                    <a:pt x="6572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2999" y="1336032"/>
              <a:ext cx="65721" cy="153706"/>
            </a:xfrm>
            <a:custGeom>
              <a:avLst/>
              <a:pathLst>
                <a:path w="65721" h="153706">
                  <a:moveTo>
                    <a:pt x="0" y="0"/>
                  </a:moveTo>
                  <a:lnTo>
                    <a:pt x="65721" y="1537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2999" y="1336032"/>
              <a:ext cx="65721" cy="153706"/>
            </a:xfrm>
            <a:custGeom>
              <a:avLst/>
              <a:pathLst>
                <a:path w="65721" h="153706">
                  <a:moveTo>
                    <a:pt x="0" y="0"/>
                  </a:moveTo>
                  <a:lnTo>
                    <a:pt x="65721" y="15370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2999" y="1336032"/>
              <a:ext cx="65721" cy="153706"/>
            </a:xfrm>
            <a:custGeom>
              <a:avLst/>
              <a:pathLst>
                <a:path w="65721" h="153706">
                  <a:moveTo>
                    <a:pt x="0" y="0"/>
                  </a:moveTo>
                  <a:lnTo>
                    <a:pt x="65721" y="153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2999" y="1336032"/>
              <a:ext cx="65721" cy="153706"/>
            </a:xfrm>
            <a:custGeom>
              <a:avLst/>
              <a:pathLst>
                <a:path w="65721" h="153706">
                  <a:moveTo>
                    <a:pt x="0" y="0"/>
                  </a:moveTo>
                  <a:lnTo>
                    <a:pt x="65721" y="153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2999" y="1336032"/>
              <a:ext cx="65721" cy="153706"/>
            </a:xfrm>
            <a:custGeom>
              <a:avLst/>
              <a:pathLst>
                <a:path w="65721" h="153706">
                  <a:moveTo>
                    <a:pt x="0" y="0"/>
                  </a:moveTo>
                  <a:lnTo>
                    <a:pt x="65721" y="153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2999" y="1336032"/>
              <a:ext cx="65721" cy="153706"/>
            </a:xfrm>
            <a:custGeom>
              <a:avLst/>
              <a:pathLst>
                <a:path w="65721" h="153706">
                  <a:moveTo>
                    <a:pt x="0" y="0"/>
                  </a:moveTo>
                  <a:lnTo>
                    <a:pt x="65721" y="15370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2999" y="1336032"/>
              <a:ext cx="65721" cy="153706"/>
            </a:xfrm>
            <a:custGeom>
              <a:avLst/>
              <a:pathLst>
                <a:path w="65721" h="153706">
                  <a:moveTo>
                    <a:pt x="0" y="0"/>
                  </a:moveTo>
                  <a:lnTo>
                    <a:pt x="65721" y="15370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2999" y="1336032"/>
              <a:ext cx="65721" cy="153706"/>
            </a:xfrm>
            <a:custGeom>
              <a:avLst/>
              <a:pathLst>
                <a:path w="65721" h="153706">
                  <a:moveTo>
                    <a:pt x="0" y="0"/>
                  </a:moveTo>
                  <a:lnTo>
                    <a:pt x="65721" y="1537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2999" y="1336032"/>
              <a:ext cx="65721" cy="153706"/>
            </a:xfrm>
            <a:custGeom>
              <a:avLst/>
              <a:pathLst>
                <a:path w="65721" h="153706">
                  <a:moveTo>
                    <a:pt x="0" y="0"/>
                  </a:moveTo>
                  <a:lnTo>
                    <a:pt x="65721" y="15370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2999" y="1336032"/>
              <a:ext cx="65721" cy="153706"/>
            </a:xfrm>
            <a:custGeom>
              <a:avLst/>
              <a:pathLst>
                <a:path w="65721" h="153706">
                  <a:moveTo>
                    <a:pt x="0" y="0"/>
                  </a:moveTo>
                  <a:lnTo>
                    <a:pt x="65721" y="15370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2999" y="1336032"/>
              <a:ext cx="65721" cy="153706"/>
            </a:xfrm>
            <a:custGeom>
              <a:avLst/>
              <a:pathLst>
                <a:path w="65721" h="153706">
                  <a:moveTo>
                    <a:pt x="0" y="0"/>
                  </a:moveTo>
                  <a:lnTo>
                    <a:pt x="65721" y="153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2999" y="1336032"/>
              <a:ext cx="65721" cy="153706"/>
            </a:xfrm>
            <a:custGeom>
              <a:avLst/>
              <a:pathLst>
                <a:path w="65721" h="153706">
                  <a:moveTo>
                    <a:pt x="0" y="0"/>
                  </a:moveTo>
                  <a:lnTo>
                    <a:pt x="65721" y="153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2999" y="1336032"/>
              <a:ext cx="65721" cy="153706"/>
            </a:xfrm>
            <a:custGeom>
              <a:avLst/>
              <a:pathLst>
                <a:path w="65721" h="153706">
                  <a:moveTo>
                    <a:pt x="0" y="0"/>
                  </a:moveTo>
                  <a:lnTo>
                    <a:pt x="65721" y="153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2999" y="1336032"/>
              <a:ext cx="65721" cy="153706"/>
            </a:xfrm>
            <a:custGeom>
              <a:avLst/>
              <a:pathLst>
                <a:path w="65721" h="153706">
                  <a:moveTo>
                    <a:pt x="0" y="0"/>
                  </a:moveTo>
                  <a:lnTo>
                    <a:pt x="65721" y="15370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22999" y="1336032"/>
              <a:ext cx="65721" cy="153706"/>
            </a:xfrm>
            <a:custGeom>
              <a:avLst/>
              <a:pathLst>
                <a:path w="65721" h="153706">
                  <a:moveTo>
                    <a:pt x="0" y="0"/>
                  </a:moveTo>
                  <a:lnTo>
                    <a:pt x="65721" y="15370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22999" y="1336032"/>
              <a:ext cx="65721" cy="153706"/>
            </a:xfrm>
            <a:custGeom>
              <a:avLst/>
              <a:pathLst>
                <a:path w="65721" h="153706">
                  <a:moveTo>
                    <a:pt x="0" y="0"/>
                  </a:moveTo>
                  <a:lnTo>
                    <a:pt x="65721" y="15370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56" y="1336032"/>
              <a:ext cx="334332" cy="320860"/>
            </a:xfrm>
            <a:custGeom>
              <a:avLst/>
              <a:pathLst>
                <a:path w="334332" h="320860">
                  <a:moveTo>
                    <a:pt x="101443" y="0"/>
                  </a:moveTo>
                  <a:lnTo>
                    <a:pt x="96607" y="2159"/>
                  </a:lnTo>
                  <a:lnTo>
                    <a:pt x="91841" y="4470"/>
                  </a:lnTo>
                  <a:lnTo>
                    <a:pt x="87151" y="6931"/>
                  </a:lnTo>
                  <a:lnTo>
                    <a:pt x="82541" y="9540"/>
                  </a:lnTo>
                  <a:lnTo>
                    <a:pt x="78017" y="12293"/>
                  </a:lnTo>
                  <a:lnTo>
                    <a:pt x="73581" y="15188"/>
                  </a:lnTo>
                  <a:lnTo>
                    <a:pt x="69240" y="18222"/>
                  </a:lnTo>
                  <a:lnTo>
                    <a:pt x="64997" y="21393"/>
                  </a:lnTo>
                  <a:lnTo>
                    <a:pt x="60857" y="24696"/>
                  </a:lnTo>
                  <a:lnTo>
                    <a:pt x="56823" y="28128"/>
                  </a:lnTo>
                  <a:lnTo>
                    <a:pt x="52900" y="31687"/>
                  </a:lnTo>
                  <a:lnTo>
                    <a:pt x="49092" y="35368"/>
                  </a:lnTo>
                  <a:lnTo>
                    <a:pt x="45402" y="39168"/>
                  </a:lnTo>
                  <a:lnTo>
                    <a:pt x="41835" y="43083"/>
                  </a:lnTo>
                  <a:lnTo>
                    <a:pt x="38393" y="47109"/>
                  </a:lnTo>
                  <a:lnTo>
                    <a:pt x="35081" y="51242"/>
                  </a:lnTo>
                  <a:lnTo>
                    <a:pt x="31901" y="55478"/>
                  </a:lnTo>
                  <a:lnTo>
                    <a:pt x="28857" y="59813"/>
                  </a:lnTo>
                  <a:lnTo>
                    <a:pt x="25952" y="64241"/>
                  </a:lnTo>
                  <a:lnTo>
                    <a:pt x="23188" y="68760"/>
                  </a:lnTo>
                  <a:lnTo>
                    <a:pt x="20569" y="73364"/>
                  </a:lnTo>
                  <a:lnTo>
                    <a:pt x="18098" y="78048"/>
                  </a:lnTo>
                  <a:lnTo>
                    <a:pt x="15776" y="82809"/>
                  </a:lnTo>
                  <a:lnTo>
                    <a:pt x="13606" y="87640"/>
                  </a:lnTo>
                  <a:lnTo>
                    <a:pt x="11590" y="92538"/>
                  </a:lnTo>
                  <a:lnTo>
                    <a:pt x="9730" y="97497"/>
                  </a:lnTo>
                  <a:lnTo>
                    <a:pt x="8028" y="102513"/>
                  </a:lnTo>
                  <a:lnTo>
                    <a:pt x="6486" y="107580"/>
                  </a:lnTo>
                  <a:lnTo>
                    <a:pt x="5106" y="112694"/>
                  </a:lnTo>
                  <a:lnTo>
                    <a:pt x="3888" y="117849"/>
                  </a:lnTo>
                  <a:lnTo>
                    <a:pt x="2834" y="123039"/>
                  </a:lnTo>
                  <a:lnTo>
                    <a:pt x="1945" y="128261"/>
                  </a:lnTo>
                  <a:lnTo>
                    <a:pt x="1222" y="133508"/>
                  </a:lnTo>
                  <a:lnTo>
                    <a:pt x="665" y="138775"/>
                  </a:lnTo>
                  <a:lnTo>
                    <a:pt x="276" y="144057"/>
                  </a:lnTo>
                  <a:lnTo>
                    <a:pt x="54" y="149349"/>
                  </a:lnTo>
                  <a:lnTo>
                    <a:pt x="0" y="154645"/>
                  </a:lnTo>
                  <a:lnTo>
                    <a:pt x="113" y="159941"/>
                  </a:lnTo>
                  <a:lnTo>
                    <a:pt x="395" y="165230"/>
                  </a:lnTo>
                  <a:lnTo>
                    <a:pt x="843" y="170507"/>
                  </a:lnTo>
                  <a:lnTo>
                    <a:pt x="1459" y="175768"/>
                  </a:lnTo>
                  <a:lnTo>
                    <a:pt x="2241" y="181006"/>
                  </a:lnTo>
                  <a:lnTo>
                    <a:pt x="3189" y="186217"/>
                  </a:lnTo>
                  <a:lnTo>
                    <a:pt x="4301" y="191396"/>
                  </a:lnTo>
                  <a:lnTo>
                    <a:pt x="5577" y="196537"/>
                  </a:lnTo>
                  <a:lnTo>
                    <a:pt x="7015" y="201634"/>
                  </a:lnTo>
                  <a:lnTo>
                    <a:pt x="8614" y="206684"/>
                  </a:lnTo>
                  <a:lnTo>
                    <a:pt x="10372" y="211680"/>
                  </a:lnTo>
                  <a:lnTo>
                    <a:pt x="12287" y="216618"/>
                  </a:lnTo>
                  <a:lnTo>
                    <a:pt x="14358" y="221493"/>
                  </a:lnTo>
                  <a:lnTo>
                    <a:pt x="16582" y="226300"/>
                  </a:lnTo>
                  <a:lnTo>
                    <a:pt x="18957" y="231034"/>
                  </a:lnTo>
                  <a:lnTo>
                    <a:pt x="21481" y="235690"/>
                  </a:lnTo>
                  <a:lnTo>
                    <a:pt x="24152" y="240265"/>
                  </a:lnTo>
                  <a:lnTo>
                    <a:pt x="26966" y="244752"/>
                  </a:lnTo>
                  <a:lnTo>
                    <a:pt x="29921" y="249148"/>
                  </a:lnTo>
                  <a:lnTo>
                    <a:pt x="33013" y="253448"/>
                  </a:lnTo>
                  <a:lnTo>
                    <a:pt x="36240" y="257648"/>
                  </a:lnTo>
                  <a:lnTo>
                    <a:pt x="39599" y="261743"/>
                  </a:lnTo>
                  <a:lnTo>
                    <a:pt x="43086" y="265730"/>
                  </a:lnTo>
                  <a:lnTo>
                    <a:pt x="46697" y="269605"/>
                  </a:lnTo>
                  <a:lnTo>
                    <a:pt x="50429" y="273363"/>
                  </a:lnTo>
                  <a:lnTo>
                    <a:pt x="54278" y="277001"/>
                  </a:lnTo>
                  <a:lnTo>
                    <a:pt x="58241" y="280516"/>
                  </a:lnTo>
                  <a:lnTo>
                    <a:pt x="62313" y="283903"/>
                  </a:lnTo>
                  <a:lnTo>
                    <a:pt x="66490" y="287159"/>
                  </a:lnTo>
                  <a:lnTo>
                    <a:pt x="70769" y="290281"/>
                  </a:lnTo>
                  <a:lnTo>
                    <a:pt x="75144" y="293267"/>
                  </a:lnTo>
                  <a:lnTo>
                    <a:pt x="79611" y="296112"/>
                  </a:lnTo>
                  <a:lnTo>
                    <a:pt x="84167" y="298814"/>
                  </a:lnTo>
                  <a:lnTo>
                    <a:pt x="88805" y="301371"/>
                  </a:lnTo>
                  <a:lnTo>
                    <a:pt x="93523" y="303779"/>
                  </a:lnTo>
                  <a:lnTo>
                    <a:pt x="98314" y="306037"/>
                  </a:lnTo>
                  <a:lnTo>
                    <a:pt x="103174" y="308141"/>
                  </a:lnTo>
                  <a:lnTo>
                    <a:pt x="108099" y="310091"/>
                  </a:lnTo>
                  <a:lnTo>
                    <a:pt x="113083" y="311884"/>
                  </a:lnTo>
                  <a:lnTo>
                    <a:pt x="118121" y="313518"/>
                  </a:lnTo>
                  <a:lnTo>
                    <a:pt x="123209" y="314991"/>
                  </a:lnTo>
                  <a:lnTo>
                    <a:pt x="128340" y="316303"/>
                  </a:lnTo>
                  <a:lnTo>
                    <a:pt x="133511" y="317451"/>
                  </a:lnTo>
                  <a:lnTo>
                    <a:pt x="138715" y="318435"/>
                  </a:lnTo>
                  <a:lnTo>
                    <a:pt x="143948" y="319253"/>
                  </a:lnTo>
                  <a:lnTo>
                    <a:pt x="149205" y="319906"/>
                  </a:lnTo>
                  <a:lnTo>
                    <a:pt x="154479" y="320391"/>
                  </a:lnTo>
                  <a:lnTo>
                    <a:pt x="159766" y="320710"/>
                  </a:lnTo>
                  <a:lnTo>
                    <a:pt x="165060" y="320860"/>
                  </a:lnTo>
                  <a:lnTo>
                    <a:pt x="170357" y="320843"/>
                  </a:lnTo>
                  <a:lnTo>
                    <a:pt x="175650" y="320658"/>
                  </a:lnTo>
                  <a:lnTo>
                    <a:pt x="180935" y="320305"/>
                  </a:lnTo>
                  <a:lnTo>
                    <a:pt x="186206" y="319785"/>
                  </a:lnTo>
                  <a:lnTo>
                    <a:pt x="191458" y="319099"/>
                  </a:lnTo>
                  <a:lnTo>
                    <a:pt x="196685" y="318246"/>
                  </a:lnTo>
                  <a:lnTo>
                    <a:pt x="201883" y="317228"/>
                  </a:lnTo>
                  <a:lnTo>
                    <a:pt x="207046" y="316046"/>
                  </a:lnTo>
                  <a:lnTo>
                    <a:pt x="212169" y="314701"/>
                  </a:lnTo>
                  <a:lnTo>
                    <a:pt x="217247" y="313195"/>
                  </a:lnTo>
                  <a:lnTo>
                    <a:pt x="222274" y="311528"/>
                  </a:lnTo>
                  <a:lnTo>
                    <a:pt x="227247" y="309703"/>
                  </a:lnTo>
                  <a:lnTo>
                    <a:pt x="232158" y="307721"/>
                  </a:lnTo>
                  <a:lnTo>
                    <a:pt x="237005" y="305585"/>
                  </a:lnTo>
                  <a:lnTo>
                    <a:pt x="241782" y="303296"/>
                  </a:lnTo>
                  <a:lnTo>
                    <a:pt x="246483" y="300857"/>
                  </a:lnTo>
                  <a:lnTo>
                    <a:pt x="251105" y="298270"/>
                  </a:lnTo>
                  <a:lnTo>
                    <a:pt x="255643" y="295539"/>
                  </a:lnTo>
                  <a:lnTo>
                    <a:pt x="260092" y="292664"/>
                  </a:lnTo>
                  <a:lnTo>
                    <a:pt x="264447" y="289651"/>
                  </a:lnTo>
                  <a:lnTo>
                    <a:pt x="268705" y="286501"/>
                  </a:lnTo>
                  <a:lnTo>
                    <a:pt x="272861" y="283217"/>
                  </a:lnTo>
                  <a:lnTo>
                    <a:pt x="276911" y="279804"/>
                  </a:lnTo>
                  <a:lnTo>
                    <a:pt x="280851" y="276263"/>
                  </a:lnTo>
                  <a:lnTo>
                    <a:pt x="284676" y="272600"/>
                  </a:lnTo>
                  <a:lnTo>
                    <a:pt x="288384" y="268818"/>
                  </a:lnTo>
                  <a:lnTo>
                    <a:pt x="291970" y="264920"/>
                  </a:lnTo>
                  <a:lnTo>
                    <a:pt x="295431" y="260910"/>
                  </a:lnTo>
                  <a:lnTo>
                    <a:pt x="298762" y="256793"/>
                  </a:lnTo>
                  <a:lnTo>
                    <a:pt x="301962" y="252572"/>
                  </a:lnTo>
                  <a:lnTo>
                    <a:pt x="305027" y="248252"/>
                  </a:lnTo>
                  <a:lnTo>
                    <a:pt x="307953" y="243837"/>
                  </a:lnTo>
                  <a:lnTo>
                    <a:pt x="310737" y="239331"/>
                  </a:lnTo>
                  <a:lnTo>
                    <a:pt x="313378" y="234740"/>
                  </a:lnTo>
                  <a:lnTo>
                    <a:pt x="315872" y="230067"/>
                  </a:lnTo>
                  <a:lnTo>
                    <a:pt x="318216" y="225318"/>
                  </a:lnTo>
                  <a:lnTo>
                    <a:pt x="320409" y="220497"/>
                  </a:lnTo>
                  <a:lnTo>
                    <a:pt x="322448" y="215608"/>
                  </a:lnTo>
                  <a:lnTo>
                    <a:pt x="324331" y="210658"/>
                  </a:lnTo>
                  <a:lnTo>
                    <a:pt x="326057" y="205650"/>
                  </a:lnTo>
                  <a:lnTo>
                    <a:pt x="327622" y="200590"/>
                  </a:lnTo>
                  <a:lnTo>
                    <a:pt x="329027" y="195483"/>
                  </a:lnTo>
                  <a:lnTo>
                    <a:pt x="330269" y="190335"/>
                  </a:lnTo>
                  <a:lnTo>
                    <a:pt x="331348" y="185149"/>
                  </a:lnTo>
                  <a:lnTo>
                    <a:pt x="332262" y="179932"/>
                  </a:lnTo>
                  <a:lnTo>
                    <a:pt x="333010" y="174688"/>
                  </a:lnTo>
                  <a:lnTo>
                    <a:pt x="333591" y="169424"/>
                  </a:lnTo>
                  <a:lnTo>
                    <a:pt x="334006" y="164143"/>
                  </a:lnTo>
                  <a:lnTo>
                    <a:pt x="334253" y="158853"/>
                  </a:lnTo>
                  <a:lnTo>
                    <a:pt x="334332" y="153557"/>
                  </a:lnTo>
                  <a:lnTo>
                    <a:pt x="334243" y="148261"/>
                  </a:lnTo>
                  <a:lnTo>
                    <a:pt x="333987" y="142970"/>
                  </a:lnTo>
                  <a:lnTo>
                    <a:pt x="333563" y="137691"/>
                  </a:lnTo>
                  <a:lnTo>
                    <a:pt x="332972" y="132427"/>
                  </a:lnTo>
                  <a:lnTo>
                    <a:pt x="332215" y="127185"/>
                  </a:lnTo>
                  <a:lnTo>
                    <a:pt x="331292" y="121970"/>
                  </a:lnTo>
                  <a:lnTo>
                    <a:pt x="330204" y="116786"/>
                  </a:lnTo>
                  <a:lnTo>
                    <a:pt x="328952" y="111639"/>
                  </a:lnTo>
                  <a:lnTo>
                    <a:pt x="327538" y="106535"/>
                  </a:lnTo>
                  <a:lnTo>
                    <a:pt x="325964" y="101478"/>
                  </a:lnTo>
                  <a:lnTo>
                    <a:pt x="324229" y="96473"/>
                  </a:lnTo>
                  <a:lnTo>
                    <a:pt x="322337" y="91526"/>
                  </a:lnTo>
                  <a:lnTo>
                    <a:pt x="320290" y="86642"/>
                  </a:lnTo>
                  <a:lnTo>
                    <a:pt x="318088" y="81824"/>
                  </a:lnTo>
                  <a:lnTo>
                    <a:pt x="315735" y="77079"/>
                  </a:lnTo>
                  <a:lnTo>
                    <a:pt x="313233" y="72411"/>
                  </a:lnTo>
                  <a:lnTo>
                    <a:pt x="310584" y="67824"/>
                  </a:lnTo>
                  <a:lnTo>
                    <a:pt x="307791" y="63324"/>
                  </a:lnTo>
                  <a:lnTo>
                    <a:pt x="304857" y="58914"/>
                  </a:lnTo>
                  <a:lnTo>
                    <a:pt x="301785" y="54599"/>
                  </a:lnTo>
                  <a:lnTo>
                    <a:pt x="298578" y="50384"/>
                  </a:lnTo>
                  <a:lnTo>
                    <a:pt x="295239" y="46273"/>
                  </a:lnTo>
                  <a:lnTo>
                    <a:pt x="291771" y="42269"/>
                  </a:lnTo>
                  <a:lnTo>
                    <a:pt x="288178" y="38378"/>
                  </a:lnTo>
                  <a:lnTo>
                    <a:pt x="284464" y="34602"/>
                  </a:lnTo>
                  <a:lnTo>
                    <a:pt x="280632" y="30946"/>
                  </a:lnTo>
                  <a:lnTo>
                    <a:pt x="276686" y="27413"/>
                  </a:lnTo>
                  <a:lnTo>
                    <a:pt x="167164" y="1537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109521" cy="167167"/>
            </a:xfrm>
            <a:custGeom>
              <a:avLst/>
              <a:pathLst>
                <a:path w="109521" h="167167">
                  <a:moveTo>
                    <a:pt x="109521" y="40873"/>
                  </a:moveTo>
                  <a:lnTo>
                    <a:pt x="105162" y="37222"/>
                  </a:lnTo>
                  <a:lnTo>
                    <a:pt x="100681" y="33720"/>
                  </a:lnTo>
                  <a:lnTo>
                    <a:pt x="96084" y="30373"/>
                  </a:lnTo>
                  <a:lnTo>
                    <a:pt x="91376" y="27184"/>
                  </a:lnTo>
                  <a:lnTo>
                    <a:pt x="86562" y="24157"/>
                  </a:lnTo>
                  <a:lnTo>
                    <a:pt x="81648" y="21295"/>
                  </a:lnTo>
                  <a:lnTo>
                    <a:pt x="76639" y="18603"/>
                  </a:lnTo>
                  <a:lnTo>
                    <a:pt x="71542" y="16082"/>
                  </a:lnTo>
                  <a:lnTo>
                    <a:pt x="66362" y="13736"/>
                  </a:lnTo>
                  <a:lnTo>
                    <a:pt x="61105" y="11568"/>
                  </a:lnTo>
                  <a:lnTo>
                    <a:pt x="55777" y="9580"/>
                  </a:lnTo>
                  <a:lnTo>
                    <a:pt x="50385" y="7774"/>
                  </a:lnTo>
                  <a:lnTo>
                    <a:pt x="44935" y="6152"/>
                  </a:lnTo>
                  <a:lnTo>
                    <a:pt x="39432" y="4717"/>
                  </a:lnTo>
                  <a:lnTo>
                    <a:pt x="33884" y="3470"/>
                  </a:lnTo>
                  <a:lnTo>
                    <a:pt x="28297" y="2412"/>
                  </a:lnTo>
                  <a:lnTo>
                    <a:pt x="22677" y="1545"/>
                  </a:lnTo>
                  <a:lnTo>
                    <a:pt x="17030" y="869"/>
                  </a:lnTo>
                  <a:lnTo>
                    <a:pt x="11364" y="386"/>
                  </a:lnTo>
                  <a:lnTo>
                    <a:pt x="5685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2568" y="1681503"/>
              <a:ext cx="3956" cy="167167"/>
            </a:xfrm>
            <a:custGeom>
              <a:avLst/>
              <a:pathLst>
                <a:path w="3956" h="167167">
                  <a:moveTo>
                    <a:pt x="3956" y="0"/>
                  </a:moveTo>
                  <a:lnTo>
                    <a:pt x="0" y="46"/>
                  </a:lnTo>
                  <a:lnTo>
                    <a:pt x="395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2568" y="1681550"/>
              <a:ext cx="3956" cy="167120"/>
            </a:xfrm>
            <a:custGeom>
              <a:avLst/>
              <a:pathLst>
                <a:path w="3956" h="167120">
                  <a:moveTo>
                    <a:pt x="0" y="0"/>
                  </a:moveTo>
                  <a:lnTo>
                    <a:pt x="3956" y="16712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2568" y="1681550"/>
              <a:ext cx="3956" cy="167120"/>
            </a:xfrm>
            <a:custGeom>
              <a:avLst/>
              <a:pathLst>
                <a:path w="3956" h="167120">
                  <a:moveTo>
                    <a:pt x="0" y="0"/>
                  </a:moveTo>
                  <a:lnTo>
                    <a:pt x="3956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2568" y="1681550"/>
              <a:ext cx="3956" cy="167120"/>
            </a:xfrm>
            <a:custGeom>
              <a:avLst/>
              <a:pathLst>
                <a:path w="3956" h="167120">
                  <a:moveTo>
                    <a:pt x="0" y="0"/>
                  </a:moveTo>
                  <a:lnTo>
                    <a:pt x="3956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2568" y="1681550"/>
              <a:ext cx="3956" cy="167120"/>
            </a:xfrm>
            <a:custGeom>
              <a:avLst/>
              <a:pathLst>
                <a:path w="3956" h="167120">
                  <a:moveTo>
                    <a:pt x="0" y="0"/>
                  </a:moveTo>
                  <a:lnTo>
                    <a:pt x="3956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2568" y="1681550"/>
              <a:ext cx="3956" cy="167120"/>
            </a:xfrm>
            <a:custGeom>
              <a:avLst/>
              <a:pathLst>
                <a:path w="3956" h="167120">
                  <a:moveTo>
                    <a:pt x="0" y="0"/>
                  </a:moveTo>
                  <a:lnTo>
                    <a:pt x="3956" y="16712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2568" y="1681550"/>
              <a:ext cx="3956" cy="167120"/>
            </a:xfrm>
            <a:custGeom>
              <a:avLst/>
              <a:pathLst>
                <a:path w="3956" h="167120">
                  <a:moveTo>
                    <a:pt x="0" y="0"/>
                  </a:moveTo>
                  <a:lnTo>
                    <a:pt x="3956" y="16712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2568" y="1681550"/>
              <a:ext cx="3956" cy="167120"/>
            </a:xfrm>
            <a:custGeom>
              <a:avLst/>
              <a:pathLst>
                <a:path w="3956" h="167120">
                  <a:moveTo>
                    <a:pt x="0" y="0"/>
                  </a:moveTo>
                  <a:lnTo>
                    <a:pt x="3956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82568" y="1681550"/>
              <a:ext cx="3956" cy="167120"/>
            </a:xfrm>
            <a:custGeom>
              <a:avLst/>
              <a:pathLst>
                <a:path w="3956" h="167120">
                  <a:moveTo>
                    <a:pt x="0" y="0"/>
                  </a:moveTo>
                  <a:lnTo>
                    <a:pt x="3956" y="16712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82568" y="1681550"/>
              <a:ext cx="3956" cy="167120"/>
            </a:xfrm>
            <a:custGeom>
              <a:avLst/>
              <a:pathLst>
                <a:path w="3956" h="167120">
                  <a:moveTo>
                    <a:pt x="0" y="0"/>
                  </a:moveTo>
                  <a:lnTo>
                    <a:pt x="3956" y="16712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82568" y="1681550"/>
              <a:ext cx="3956" cy="167120"/>
            </a:xfrm>
            <a:custGeom>
              <a:avLst/>
              <a:pathLst>
                <a:path w="3956" h="167120">
                  <a:moveTo>
                    <a:pt x="0" y="0"/>
                  </a:moveTo>
                  <a:lnTo>
                    <a:pt x="3956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82568" y="1681550"/>
              <a:ext cx="3956" cy="167120"/>
            </a:xfrm>
            <a:custGeom>
              <a:avLst/>
              <a:pathLst>
                <a:path w="3956" h="167120">
                  <a:moveTo>
                    <a:pt x="0" y="0"/>
                  </a:moveTo>
                  <a:lnTo>
                    <a:pt x="3956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82568" y="1681550"/>
              <a:ext cx="3956" cy="167120"/>
            </a:xfrm>
            <a:custGeom>
              <a:avLst/>
              <a:pathLst>
                <a:path w="3956" h="167120">
                  <a:moveTo>
                    <a:pt x="0" y="0"/>
                  </a:moveTo>
                  <a:lnTo>
                    <a:pt x="3956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82568" y="1681550"/>
              <a:ext cx="3956" cy="167120"/>
            </a:xfrm>
            <a:custGeom>
              <a:avLst/>
              <a:pathLst>
                <a:path w="3956" h="167120">
                  <a:moveTo>
                    <a:pt x="0" y="0"/>
                  </a:moveTo>
                  <a:lnTo>
                    <a:pt x="3956" y="16712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82568" y="1681550"/>
              <a:ext cx="3956" cy="167120"/>
            </a:xfrm>
            <a:custGeom>
              <a:avLst/>
              <a:pathLst>
                <a:path w="3956" h="167120">
                  <a:moveTo>
                    <a:pt x="0" y="0"/>
                  </a:moveTo>
                  <a:lnTo>
                    <a:pt x="3956" y="16712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82568" y="1681550"/>
              <a:ext cx="3956" cy="167120"/>
            </a:xfrm>
            <a:custGeom>
              <a:avLst/>
              <a:pathLst>
                <a:path w="3956" h="167120">
                  <a:moveTo>
                    <a:pt x="0" y="0"/>
                  </a:moveTo>
                  <a:lnTo>
                    <a:pt x="3956" y="16712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63485" y="1681550"/>
              <a:ext cx="123039" cy="167120"/>
            </a:xfrm>
            <a:custGeom>
              <a:avLst/>
              <a:pathLst>
                <a:path w="123039" h="167120">
                  <a:moveTo>
                    <a:pt x="119083" y="0"/>
                  </a:moveTo>
                  <a:lnTo>
                    <a:pt x="113491" y="226"/>
                  </a:lnTo>
                  <a:lnTo>
                    <a:pt x="107910" y="639"/>
                  </a:lnTo>
                  <a:lnTo>
                    <a:pt x="102345" y="1238"/>
                  </a:lnTo>
                  <a:lnTo>
                    <a:pt x="96804" y="2024"/>
                  </a:lnTo>
                  <a:lnTo>
                    <a:pt x="91293" y="2995"/>
                  </a:lnTo>
                  <a:lnTo>
                    <a:pt x="85817" y="4149"/>
                  </a:lnTo>
                  <a:lnTo>
                    <a:pt x="80382" y="5487"/>
                  </a:lnTo>
                  <a:lnTo>
                    <a:pt x="74996" y="7005"/>
                  </a:lnTo>
                  <a:lnTo>
                    <a:pt x="69663" y="8703"/>
                  </a:lnTo>
                  <a:lnTo>
                    <a:pt x="64390" y="10578"/>
                  </a:lnTo>
                  <a:lnTo>
                    <a:pt x="59183" y="12629"/>
                  </a:lnTo>
                  <a:lnTo>
                    <a:pt x="54048" y="14853"/>
                  </a:lnTo>
                  <a:lnTo>
                    <a:pt x="48990" y="17248"/>
                  </a:lnTo>
                  <a:lnTo>
                    <a:pt x="44014" y="19811"/>
                  </a:lnTo>
                  <a:lnTo>
                    <a:pt x="39128" y="22538"/>
                  </a:lnTo>
                  <a:lnTo>
                    <a:pt x="34335" y="25428"/>
                  </a:lnTo>
                  <a:lnTo>
                    <a:pt x="29642" y="28477"/>
                  </a:lnTo>
                  <a:lnTo>
                    <a:pt x="25053" y="31681"/>
                  </a:lnTo>
                  <a:lnTo>
                    <a:pt x="20575" y="35037"/>
                  </a:lnTo>
                  <a:lnTo>
                    <a:pt x="16211" y="38541"/>
                  </a:lnTo>
                  <a:lnTo>
                    <a:pt x="11967" y="42189"/>
                  </a:lnTo>
                  <a:lnTo>
                    <a:pt x="7847" y="45977"/>
                  </a:lnTo>
                  <a:lnTo>
                    <a:pt x="3856" y="49900"/>
                  </a:lnTo>
                  <a:lnTo>
                    <a:pt x="0" y="53955"/>
                  </a:lnTo>
                  <a:lnTo>
                    <a:pt x="123039" y="1671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73" y="1681503"/>
              <a:ext cx="334298" cy="334334"/>
            </a:xfrm>
            <a:custGeom>
              <a:avLst/>
              <a:pathLst>
                <a:path w="334298" h="334334">
                  <a:moveTo>
                    <a:pt x="44111" y="54002"/>
                  </a:moveTo>
                  <a:lnTo>
                    <a:pt x="40584" y="57961"/>
                  </a:lnTo>
                  <a:lnTo>
                    <a:pt x="37184" y="62031"/>
                  </a:lnTo>
                  <a:lnTo>
                    <a:pt x="33915" y="66205"/>
                  </a:lnTo>
                  <a:lnTo>
                    <a:pt x="30780" y="70482"/>
                  </a:lnTo>
                  <a:lnTo>
                    <a:pt x="27782" y="74856"/>
                  </a:lnTo>
                  <a:lnTo>
                    <a:pt x="24924" y="79322"/>
                  </a:lnTo>
                  <a:lnTo>
                    <a:pt x="22210" y="83877"/>
                  </a:lnTo>
                  <a:lnTo>
                    <a:pt x="19641" y="88516"/>
                  </a:lnTo>
                  <a:lnTo>
                    <a:pt x="17221" y="93234"/>
                  </a:lnTo>
                  <a:lnTo>
                    <a:pt x="14952" y="98026"/>
                  </a:lnTo>
                  <a:lnTo>
                    <a:pt x="12835" y="102888"/>
                  </a:lnTo>
                  <a:lnTo>
                    <a:pt x="10874" y="107815"/>
                  </a:lnTo>
                  <a:lnTo>
                    <a:pt x="9071" y="112801"/>
                  </a:lnTo>
                  <a:lnTo>
                    <a:pt x="7426" y="117842"/>
                  </a:lnTo>
                  <a:lnTo>
                    <a:pt x="5942" y="122932"/>
                  </a:lnTo>
                  <a:lnTo>
                    <a:pt x="4620" y="128067"/>
                  </a:lnTo>
                  <a:lnTo>
                    <a:pt x="3462" y="133242"/>
                  </a:lnTo>
                  <a:lnTo>
                    <a:pt x="2468" y="138450"/>
                  </a:lnTo>
                  <a:lnTo>
                    <a:pt x="1640" y="143688"/>
                  </a:lnTo>
                  <a:lnTo>
                    <a:pt x="979" y="148949"/>
                  </a:lnTo>
                  <a:lnTo>
                    <a:pt x="485" y="154228"/>
                  </a:lnTo>
                  <a:lnTo>
                    <a:pt x="158" y="159521"/>
                  </a:lnTo>
                  <a:lnTo>
                    <a:pt x="0" y="164821"/>
                  </a:lnTo>
                  <a:lnTo>
                    <a:pt x="9" y="170123"/>
                  </a:lnTo>
                  <a:lnTo>
                    <a:pt x="187" y="175423"/>
                  </a:lnTo>
                  <a:lnTo>
                    <a:pt x="533" y="180714"/>
                  </a:lnTo>
                  <a:lnTo>
                    <a:pt x="1046" y="185992"/>
                  </a:lnTo>
                  <a:lnTo>
                    <a:pt x="1727" y="191250"/>
                  </a:lnTo>
                  <a:lnTo>
                    <a:pt x="2574" y="196485"/>
                  </a:lnTo>
                  <a:lnTo>
                    <a:pt x="3587" y="201690"/>
                  </a:lnTo>
                  <a:lnTo>
                    <a:pt x="4764" y="206860"/>
                  </a:lnTo>
                  <a:lnTo>
                    <a:pt x="6104" y="211990"/>
                  </a:lnTo>
                  <a:lnTo>
                    <a:pt x="7607" y="217075"/>
                  </a:lnTo>
                  <a:lnTo>
                    <a:pt x="9270" y="222110"/>
                  </a:lnTo>
                  <a:lnTo>
                    <a:pt x="11092" y="227090"/>
                  </a:lnTo>
                  <a:lnTo>
                    <a:pt x="13071" y="232009"/>
                  </a:lnTo>
                  <a:lnTo>
                    <a:pt x="15205" y="236863"/>
                  </a:lnTo>
                  <a:lnTo>
                    <a:pt x="17492" y="241647"/>
                  </a:lnTo>
                  <a:lnTo>
                    <a:pt x="19929" y="246356"/>
                  </a:lnTo>
                  <a:lnTo>
                    <a:pt x="22515" y="250986"/>
                  </a:lnTo>
                  <a:lnTo>
                    <a:pt x="25246" y="255531"/>
                  </a:lnTo>
                  <a:lnTo>
                    <a:pt x="28120" y="259987"/>
                  </a:lnTo>
                  <a:lnTo>
                    <a:pt x="31134" y="264349"/>
                  </a:lnTo>
                  <a:lnTo>
                    <a:pt x="34285" y="268614"/>
                  </a:lnTo>
                  <a:lnTo>
                    <a:pt x="37569" y="272777"/>
                  </a:lnTo>
                  <a:lnTo>
                    <a:pt x="40984" y="276834"/>
                  </a:lnTo>
                  <a:lnTo>
                    <a:pt x="44525" y="280780"/>
                  </a:lnTo>
                  <a:lnTo>
                    <a:pt x="48190" y="284612"/>
                  </a:lnTo>
                  <a:lnTo>
                    <a:pt x="51975" y="288326"/>
                  </a:lnTo>
                  <a:lnTo>
                    <a:pt x="55875" y="291918"/>
                  </a:lnTo>
                  <a:lnTo>
                    <a:pt x="59888" y="295384"/>
                  </a:lnTo>
                  <a:lnTo>
                    <a:pt x="64008" y="298722"/>
                  </a:lnTo>
                  <a:lnTo>
                    <a:pt x="68233" y="301927"/>
                  </a:lnTo>
                  <a:lnTo>
                    <a:pt x="72556" y="304996"/>
                  </a:lnTo>
                  <a:lnTo>
                    <a:pt x="76975" y="307927"/>
                  </a:lnTo>
                  <a:lnTo>
                    <a:pt x="81485" y="310716"/>
                  </a:lnTo>
                  <a:lnTo>
                    <a:pt x="86081" y="313361"/>
                  </a:lnTo>
                  <a:lnTo>
                    <a:pt x="90758" y="315859"/>
                  </a:lnTo>
                  <a:lnTo>
                    <a:pt x="95513" y="318207"/>
                  </a:lnTo>
                  <a:lnTo>
                    <a:pt x="100339" y="320403"/>
                  </a:lnTo>
                  <a:lnTo>
                    <a:pt x="105233" y="322444"/>
                  </a:lnTo>
                  <a:lnTo>
                    <a:pt x="110188" y="324330"/>
                  </a:lnTo>
                  <a:lnTo>
                    <a:pt x="115202" y="326058"/>
                  </a:lnTo>
                  <a:lnTo>
                    <a:pt x="120267" y="327625"/>
                  </a:lnTo>
                  <a:lnTo>
                    <a:pt x="125380" y="329032"/>
                  </a:lnTo>
                  <a:lnTo>
                    <a:pt x="130534" y="330275"/>
                  </a:lnTo>
                  <a:lnTo>
                    <a:pt x="135726" y="331354"/>
                  </a:lnTo>
                  <a:lnTo>
                    <a:pt x="140949" y="332268"/>
                  </a:lnTo>
                  <a:lnTo>
                    <a:pt x="146198" y="333016"/>
                  </a:lnTo>
                  <a:lnTo>
                    <a:pt x="151469" y="333597"/>
                  </a:lnTo>
                  <a:lnTo>
                    <a:pt x="156755" y="334011"/>
                  </a:lnTo>
                  <a:lnTo>
                    <a:pt x="162052" y="334257"/>
                  </a:lnTo>
                  <a:lnTo>
                    <a:pt x="167354" y="334334"/>
                  </a:lnTo>
                  <a:lnTo>
                    <a:pt x="172656" y="334244"/>
                  </a:lnTo>
                  <a:lnTo>
                    <a:pt x="177952" y="333985"/>
                  </a:lnTo>
                  <a:lnTo>
                    <a:pt x="183237" y="333559"/>
                  </a:lnTo>
                  <a:lnTo>
                    <a:pt x="188506" y="332965"/>
                  </a:lnTo>
                  <a:lnTo>
                    <a:pt x="193754" y="332204"/>
                  </a:lnTo>
                  <a:lnTo>
                    <a:pt x="198975" y="331277"/>
                  </a:lnTo>
                  <a:lnTo>
                    <a:pt x="204164" y="330185"/>
                  </a:lnTo>
                  <a:lnTo>
                    <a:pt x="209315" y="328929"/>
                  </a:lnTo>
                  <a:lnTo>
                    <a:pt x="214424" y="327511"/>
                  </a:lnTo>
                  <a:lnTo>
                    <a:pt x="219486" y="325931"/>
                  </a:lnTo>
                  <a:lnTo>
                    <a:pt x="224495" y="324191"/>
                  </a:lnTo>
                  <a:lnTo>
                    <a:pt x="229446" y="322293"/>
                  </a:lnTo>
                  <a:lnTo>
                    <a:pt x="234335" y="320239"/>
                  </a:lnTo>
                  <a:lnTo>
                    <a:pt x="239156" y="318032"/>
                  </a:lnTo>
                  <a:lnTo>
                    <a:pt x="243904" y="315672"/>
                  </a:lnTo>
                  <a:lnTo>
                    <a:pt x="248576" y="313163"/>
                  </a:lnTo>
                  <a:lnTo>
                    <a:pt x="253165" y="310507"/>
                  </a:lnTo>
                  <a:lnTo>
                    <a:pt x="257668" y="307707"/>
                  </a:lnTo>
                  <a:lnTo>
                    <a:pt x="262080" y="304766"/>
                  </a:lnTo>
                  <a:lnTo>
                    <a:pt x="266396" y="301686"/>
                  </a:lnTo>
                  <a:lnTo>
                    <a:pt x="270613" y="298470"/>
                  </a:lnTo>
                  <a:lnTo>
                    <a:pt x="274725" y="295123"/>
                  </a:lnTo>
                  <a:lnTo>
                    <a:pt x="278729" y="291647"/>
                  </a:lnTo>
                  <a:lnTo>
                    <a:pt x="282621" y="288045"/>
                  </a:lnTo>
                  <a:lnTo>
                    <a:pt x="286396" y="284322"/>
                  </a:lnTo>
                  <a:lnTo>
                    <a:pt x="290052" y="280481"/>
                  </a:lnTo>
                  <a:lnTo>
                    <a:pt x="293584" y="276526"/>
                  </a:lnTo>
                  <a:lnTo>
                    <a:pt x="296989" y="272461"/>
                  </a:lnTo>
                  <a:lnTo>
                    <a:pt x="300263" y="268291"/>
                  </a:lnTo>
                  <a:lnTo>
                    <a:pt x="303403" y="264018"/>
                  </a:lnTo>
                  <a:lnTo>
                    <a:pt x="306406" y="259648"/>
                  </a:lnTo>
                  <a:lnTo>
                    <a:pt x="309269" y="255185"/>
                  </a:lnTo>
                  <a:lnTo>
                    <a:pt x="311990" y="250633"/>
                  </a:lnTo>
                  <a:lnTo>
                    <a:pt x="314564" y="245997"/>
                  </a:lnTo>
                  <a:lnTo>
                    <a:pt x="316990" y="241283"/>
                  </a:lnTo>
                  <a:lnTo>
                    <a:pt x="319265" y="236493"/>
                  </a:lnTo>
                  <a:lnTo>
                    <a:pt x="321387" y="231634"/>
                  </a:lnTo>
                  <a:lnTo>
                    <a:pt x="323354" y="226710"/>
                  </a:lnTo>
                  <a:lnTo>
                    <a:pt x="325164" y="221725"/>
                  </a:lnTo>
                  <a:lnTo>
                    <a:pt x="326815" y="216687"/>
                  </a:lnTo>
                  <a:lnTo>
                    <a:pt x="328305" y="211598"/>
                  </a:lnTo>
                  <a:lnTo>
                    <a:pt x="329633" y="206464"/>
                  </a:lnTo>
                  <a:lnTo>
                    <a:pt x="330798" y="201291"/>
                  </a:lnTo>
                  <a:lnTo>
                    <a:pt x="331798" y="196084"/>
                  </a:lnTo>
                  <a:lnTo>
                    <a:pt x="332632" y="190847"/>
                  </a:lnTo>
                  <a:lnTo>
                    <a:pt x="333300" y="185587"/>
                  </a:lnTo>
                  <a:lnTo>
                    <a:pt x="333801" y="180308"/>
                  </a:lnTo>
                  <a:lnTo>
                    <a:pt x="334134" y="175016"/>
                  </a:lnTo>
                  <a:lnTo>
                    <a:pt x="334298" y="169716"/>
                  </a:lnTo>
                  <a:lnTo>
                    <a:pt x="334295" y="164414"/>
                  </a:lnTo>
                  <a:lnTo>
                    <a:pt x="334124" y="159114"/>
                  </a:lnTo>
                  <a:lnTo>
                    <a:pt x="333784" y="153823"/>
                  </a:lnTo>
                  <a:lnTo>
                    <a:pt x="333277" y="148544"/>
                  </a:lnTo>
                  <a:lnTo>
                    <a:pt x="332603" y="143285"/>
                  </a:lnTo>
                  <a:lnTo>
                    <a:pt x="331763" y="138050"/>
                  </a:lnTo>
                  <a:lnTo>
                    <a:pt x="330756" y="132843"/>
                  </a:lnTo>
                  <a:lnTo>
                    <a:pt x="329585" y="127672"/>
                  </a:lnTo>
                  <a:lnTo>
                    <a:pt x="328251" y="122540"/>
                  </a:lnTo>
                  <a:lnTo>
                    <a:pt x="326755" y="117453"/>
                  </a:lnTo>
                  <a:lnTo>
                    <a:pt x="325098" y="112416"/>
                  </a:lnTo>
                  <a:lnTo>
                    <a:pt x="323282" y="107434"/>
                  </a:lnTo>
                  <a:lnTo>
                    <a:pt x="321309" y="102512"/>
                  </a:lnTo>
                  <a:lnTo>
                    <a:pt x="319181" y="97656"/>
                  </a:lnTo>
                  <a:lnTo>
                    <a:pt x="316900" y="92869"/>
                  </a:lnTo>
                  <a:lnTo>
                    <a:pt x="314468" y="88157"/>
                  </a:lnTo>
                  <a:lnTo>
                    <a:pt x="311888" y="83524"/>
                  </a:lnTo>
                  <a:lnTo>
                    <a:pt x="309162" y="78976"/>
                  </a:lnTo>
                  <a:lnTo>
                    <a:pt x="306294" y="74516"/>
                  </a:lnTo>
                  <a:lnTo>
                    <a:pt x="303285" y="70150"/>
                  </a:lnTo>
                  <a:lnTo>
                    <a:pt x="300140" y="65881"/>
                  </a:lnTo>
                  <a:lnTo>
                    <a:pt x="296861" y="61714"/>
                  </a:lnTo>
                  <a:lnTo>
                    <a:pt x="293451" y="57654"/>
                  </a:lnTo>
                  <a:lnTo>
                    <a:pt x="289914" y="53703"/>
                  </a:lnTo>
                  <a:lnTo>
                    <a:pt x="286254" y="49867"/>
                  </a:lnTo>
                  <a:lnTo>
                    <a:pt x="282474" y="46148"/>
                  </a:lnTo>
                  <a:lnTo>
                    <a:pt x="278577" y="42551"/>
                  </a:lnTo>
                  <a:lnTo>
                    <a:pt x="274569" y="39080"/>
                  </a:lnTo>
                  <a:lnTo>
                    <a:pt x="270453" y="35738"/>
                  </a:lnTo>
                  <a:lnTo>
                    <a:pt x="266232" y="32528"/>
                  </a:lnTo>
                  <a:lnTo>
                    <a:pt x="261912" y="29453"/>
                  </a:lnTo>
                  <a:lnTo>
                    <a:pt x="257497" y="26517"/>
                  </a:lnTo>
                  <a:lnTo>
                    <a:pt x="252991" y="23722"/>
                  </a:lnTo>
                  <a:lnTo>
                    <a:pt x="248398" y="21072"/>
                  </a:lnTo>
                  <a:lnTo>
                    <a:pt x="243724" y="18568"/>
                  </a:lnTo>
                  <a:lnTo>
                    <a:pt x="238972" y="16215"/>
                  </a:lnTo>
                  <a:lnTo>
                    <a:pt x="234149" y="14013"/>
                  </a:lnTo>
                  <a:lnTo>
                    <a:pt x="229257" y="11965"/>
                  </a:lnTo>
                  <a:lnTo>
                    <a:pt x="224304" y="10073"/>
                  </a:lnTo>
                  <a:lnTo>
                    <a:pt x="219293" y="8340"/>
                  </a:lnTo>
                  <a:lnTo>
                    <a:pt x="214229" y="6766"/>
                  </a:lnTo>
                  <a:lnTo>
                    <a:pt x="209118" y="5353"/>
                  </a:lnTo>
                  <a:lnTo>
                    <a:pt x="203965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4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7883" y="2126963"/>
              <a:ext cx="33404" cy="167167"/>
            </a:xfrm>
            <a:custGeom>
              <a:avLst/>
              <a:pathLst>
                <a:path w="33404" h="167167">
                  <a:moveTo>
                    <a:pt x="33404" y="0"/>
                  </a:moveTo>
                  <a:lnTo>
                    <a:pt x="26679" y="135"/>
                  </a:lnTo>
                  <a:lnTo>
                    <a:pt x="19966" y="540"/>
                  </a:lnTo>
                  <a:lnTo>
                    <a:pt x="13274" y="1216"/>
                  </a:lnTo>
                  <a:lnTo>
                    <a:pt x="6615" y="2160"/>
                  </a:lnTo>
                  <a:lnTo>
                    <a:pt x="0" y="3371"/>
                  </a:lnTo>
                  <a:lnTo>
                    <a:pt x="3340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7883" y="2130335"/>
              <a:ext cx="33404" cy="163795"/>
            </a:xfrm>
            <a:custGeom>
              <a:avLst/>
              <a:pathLst>
                <a:path w="33404" h="163795">
                  <a:moveTo>
                    <a:pt x="0" y="0"/>
                  </a:moveTo>
                  <a:lnTo>
                    <a:pt x="33404" y="1637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7883" y="2130335"/>
              <a:ext cx="33404" cy="163795"/>
            </a:xfrm>
            <a:custGeom>
              <a:avLst/>
              <a:pathLst>
                <a:path w="33404" h="163795">
                  <a:moveTo>
                    <a:pt x="0" y="0"/>
                  </a:moveTo>
                  <a:lnTo>
                    <a:pt x="33404" y="1637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7883" y="2130335"/>
              <a:ext cx="33404" cy="163795"/>
            </a:xfrm>
            <a:custGeom>
              <a:avLst/>
              <a:pathLst>
                <a:path w="33404" h="163795">
                  <a:moveTo>
                    <a:pt x="0" y="0"/>
                  </a:moveTo>
                  <a:lnTo>
                    <a:pt x="33404" y="1637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7883" y="2130335"/>
              <a:ext cx="33404" cy="163795"/>
            </a:xfrm>
            <a:custGeom>
              <a:avLst/>
              <a:pathLst>
                <a:path w="33404" h="163795">
                  <a:moveTo>
                    <a:pt x="0" y="0"/>
                  </a:moveTo>
                  <a:lnTo>
                    <a:pt x="33404" y="16379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7883" y="2130335"/>
              <a:ext cx="33404" cy="163795"/>
            </a:xfrm>
            <a:custGeom>
              <a:avLst/>
              <a:pathLst>
                <a:path w="33404" h="163795">
                  <a:moveTo>
                    <a:pt x="0" y="0"/>
                  </a:moveTo>
                  <a:lnTo>
                    <a:pt x="33404" y="16379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7883" y="2130335"/>
              <a:ext cx="33404" cy="163795"/>
            </a:xfrm>
            <a:custGeom>
              <a:avLst/>
              <a:pathLst>
                <a:path w="33404" h="163795">
                  <a:moveTo>
                    <a:pt x="0" y="0"/>
                  </a:moveTo>
                  <a:lnTo>
                    <a:pt x="33404" y="1637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7883" y="2130335"/>
              <a:ext cx="33404" cy="163795"/>
            </a:xfrm>
            <a:custGeom>
              <a:avLst/>
              <a:pathLst>
                <a:path w="33404" h="163795">
                  <a:moveTo>
                    <a:pt x="0" y="0"/>
                  </a:moveTo>
                  <a:lnTo>
                    <a:pt x="33404" y="16379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7883" y="2130335"/>
              <a:ext cx="33404" cy="163795"/>
            </a:xfrm>
            <a:custGeom>
              <a:avLst/>
              <a:pathLst>
                <a:path w="33404" h="163795">
                  <a:moveTo>
                    <a:pt x="0" y="0"/>
                  </a:moveTo>
                  <a:lnTo>
                    <a:pt x="33404" y="16379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7883" y="2130335"/>
              <a:ext cx="33404" cy="163795"/>
            </a:xfrm>
            <a:custGeom>
              <a:avLst/>
              <a:pathLst>
                <a:path w="33404" h="163795">
                  <a:moveTo>
                    <a:pt x="0" y="0"/>
                  </a:moveTo>
                  <a:lnTo>
                    <a:pt x="33404" y="163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7883" y="2130335"/>
              <a:ext cx="33404" cy="163795"/>
            </a:xfrm>
            <a:custGeom>
              <a:avLst/>
              <a:pathLst>
                <a:path w="33404" h="163795">
                  <a:moveTo>
                    <a:pt x="0" y="0"/>
                  </a:moveTo>
                  <a:lnTo>
                    <a:pt x="33404" y="163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7883" y="2130335"/>
              <a:ext cx="33404" cy="163795"/>
            </a:xfrm>
            <a:custGeom>
              <a:avLst/>
              <a:pathLst>
                <a:path w="33404" h="163795">
                  <a:moveTo>
                    <a:pt x="0" y="0"/>
                  </a:moveTo>
                  <a:lnTo>
                    <a:pt x="33404" y="163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7883" y="2130335"/>
              <a:ext cx="33404" cy="163795"/>
            </a:xfrm>
            <a:custGeom>
              <a:avLst/>
              <a:pathLst>
                <a:path w="33404" h="163795">
                  <a:moveTo>
                    <a:pt x="0" y="0"/>
                  </a:moveTo>
                  <a:lnTo>
                    <a:pt x="33404" y="16379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7883" y="2130335"/>
              <a:ext cx="33404" cy="163795"/>
            </a:xfrm>
            <a:custGeom>
              <a:avLst/>
              <a:pathLst>
                <a:path w="33404" h="163795">
                  <a:moveTo>
                    <a:pt x="0" y="0"/>
                  </a:moveTo>
                  <a:lnTo>
                    <a:pt x="33404" y="16379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7883" y="2130335"/>
              <a:ext cx="33404" cy="163795"/>
            </a:xfrm>
            <a:custGeom>
              <a:avLst/>
              <a:pathLst>
                <a:path w="33404" h="163795">
                  <a:moveTo>
                    <a:pt x="0" y="0"/>
                  </a:moveTo>
                  <a:lnTo>
                    <a:pt x="33404" y="16379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28" y="2130302"/>
              <a:ext cx="334317" cy="330995"/>
            </a:xfrm>
            <a:custGeom>
              <a:avLst/>
              <a:pathLst>
                <a:path w="334317" h="330995">
                  <a:moveTo>
                    <a:pt x="133755" y="32"/>
                  </a:moveTo>
                  <a:lnTo>
                    <a:pt x="128592" y="1170"/>
                  </a:lnTo>
                  <a:lnTo>
                    <a:pt x="123469" y="2470"/>
                  </a:lnTo>
                  <a:lnTo>
                    <a:pt x="118389" y="3932"/>
                  </a:lnTo>
                  <a:lnTo>
                    <a:pt x="113358" y="5554"/>
                  </a:lnTo>
                  <a:lnTo>
                    <a:pt x="108381" y="7335"/>
                  </a:lnTo>
                  <a:lnTo>
                    <a:pt x="103462" y="9271"/>
                  </a:lnTo>
                  <a:lnTo>
                    <a:pt x="98607" y="11362"/>
                  </a:lnTo>
                  <a:lnTo>
                    <a:pt x="93821" y="13606"/>
                  </a:lnTo>
                  <a:lnTo>
                    <a:pt x="89108" y="16000"/>
                  </a:lnTo>
                  <a:lnTo>
                    <a:pt x="84473" y="18541"/>
                  </a:lnTo>
                  <a:lnTo>
                    <a:pt x="79921" y="21228"/>
                  </a:lnTo>
                  <a:lnTo>
                    <a:pt x="75456" y="24058"/>
                  </a:lnTo>
                  <a:lnTo>
                    <a:pt x="71083" y="27027"/>
                  </a:lnTo>
                  <a:lnTo>
                    <a:pt x="66806" y="30133"/>
                  </a:lnTo>
                  <a:lnTo>
                    <a:pt x="62629" y="33373"/>
                  </a:lnTo>
                  <a:lnTo>
                    <a:pt x="58556" y="36743"/>
                  </a:lnTo>
                  <a:lnTo>
                    <a:pt x="54593" y="40240"/>
                  </a:lnTo>
                  <a:lnTo>
                    <a:pt x="50741" y="43861"/>
                  </a:lnTo>
                  <a:lnTo>
                    <a:pt x="47007" y="47602"/>
                  </a:lnTo>
                  <a:lnTo>
                    <a:pt x="43392" y="51459"/>
                  </a:lnTo>
                  <a:lnTo>
                    <a:pt x="39901" y="55428"/>
                  </a:lnTo>
                  <a:lnTo>
                    <a:pt x="36537" y="59506"/>
                  </a:lnTo>
                  <a:lnTo>
                    <a:pt x="33304" y="63688"/>
                  </a:lnTo>
                  <a:lnTo>
                    <a:pt x="30205" y="67970"/>
                  </a:lnTo>
                  <a:lnTo>
                    <a:pt x="27243" y="72348"/>
                  </a:lnTo>
                  <a:lnTo>
                    <a:pt x="24420" y="76818"/>
                  </a:lnTo>
                  <a:lnTo>
                    <a:pt x="21741" y="81374"/>
                  </a:lnTo>
                  <a:lnTo>
                    <a:pt x="19207" y="86013"/>
                  </a:lnTo>
                  <a:lnTo>
                    <a:pt x="16820" y="90730"/>
                  </a:lnTo>
                  <a:lnTo>
                    <a:pt x="14584" y="95520"/>
                  </a:lnTo>
                  <a:lnTo>
                    <a:pt x="12501" y="100378"/>
                  </a:lnTo>
                  <a:lnTo>
                    <a:pt x="10572" y="105300"/>
                  </a:lnTo>
                  <a:lnTo>
                    <a:pt x="8800" y="110280"/>
                  </a:lnTo>
                  <a:lnTo>
                    <a:pt x="7186" y="115313"/>
                  </a:lnTo>
                  <a:lnTo>
                    <a:pt x="5732" y="120395"/>
                  </a:lnTo>
                  <a:lnTo>
                    <a:pt x="4440" y="125521"/>
                  </a:lnTo>
                  <a:lnTo>
                    <a:pt x="3310" y="130685"/>
                  </a:lnTo>
                  <a:lnTo>
                    <a:pt x="2344" y="135882"/>
                  </a:lnTo>
                  <a:lnTo>
                    <a:pt x="1543" y="141107"/>
                  </a:lnTo>
                  <a:lnTo>
                    <a:pt x="907" y="146355"/>
                  </a:lnTo>
                  <a:lnTo>
                    <a:pt x="438" y="151620"/>
                  </a:lnTo>
                  <a:lnTo>
                    <a:pt x="135" y="156897"/>
                  </a:lnTo>
                  <a:lnTo>
                    <a:pt x="0" y="162181"/>
                  </a:lnTo>
                  <a:lnTo>
                    <a:pt x="31" y="167467"/>
                  </a:lnTo>
                  <a:lnTo>
                    <a:pt x="230" y="172750"/>
                  </a:lnTo>
                  <a:lnTo>
                    <a:pt x="595" y="178023"/>
                  </a:lnTo>
                  <a:lnTo>
                    <a:pt x="1127" y="183282"/>
                  </a:lnTo>
                  <a:lnTo>
                    <a:pt x="1825" y="188522"/>
                  </a:lnTo>
                  <a:lnTo>
                    <a:pt x="2689" y="193737"/>
                  </a:lnTo>
                  <a:lnTo>
                    <a:pt x="3717" y="198922"/>
                  </a:lnTo>
                  <a:lnTo>
                    <a:pt x="4908" y="204072"/>
                  </a:lnTo>
                  <a:lnTo>
                    <a:pt x="6262" y="209182"/>
                  </a:lnTo>
                  <a:lnTo>
                    <a:pt x="7776" y="214247"/>
                  </a:lnTo>
                  <a:lnTo>
                    <a:pt x="9450" y="219261"/>
                  </a:lnTo>
                  <a:lnTo>
                    <a:pt x="11281" y="224219"/>
                  </a:lnTo>
                  <a:lnTo>
                    <a:pt x="13269" y="229117"/>
                  </a:lnTo>
                  <a:lnTo>
                    <a:pt x="15410" y="233950"/>
                  </a:lnTo>
                  <a:lnTo>
                    <a:pt x="17703" y="238713"/>
                  </a:lnTo>
                  <a:lnTo>
                    <a:pt x="20145" y="243401"/>
                  </a:lnTo>
                  <a:lnTo>
                    <a:pt x="22735" y="248010"/>
                  </a:lnTo>
                  <a:lnTo>
                    <a:pt x="25468" y="252534"/>
                  </a:lnTo>
                  <a:lnTo>
                    <a:pt x="28344" y="256969"/>
                  </a:lnTo>
                  <a:lnTo>
                    <a:pt x="31358" y="261312"/>
                  </a:lnTo>
                  <a:lnTo>
                    <a:pt x="34508" y="265557"/>
                  </a:lnTo>
                  <a:lnTo>
                    <a:pt x="37791" y="269700"/>
                  </a:lnTo>
                  <a:lnTo>
                    <a:pt x="41203" y="273737"/>
                  </a:lnTo>
                  <a:lnTo>
                    <a:pt x="44741" y="277664"/>
                  </a:lnTo>
                  <a:lnTo>
                    <a:pt x="48401" y="281478"/>
                  </a:lnTo>
                  <a:lnTo>
                    <a:pt x="52181" y="285174"/>
                  </a:lnTo>
                  <a:lnTo>
                    <a:pt x="56075" y="288749"/>
                  </a:lnTo>
                  <a:lnTo>
                    <a:pt x="60080" y="292198"/>
                  </a:lnTo>
                  <a:lnTo>
                    <a:pt x="64192" y="295520"/>
                  </a:lnTo>
                  <a:lnTo>
                    <a:pt x="68407" y="298709"/>
                  </a:lnTo>
                  <a:lnTo>
                    <a:pt x="72721" y="301764"/>
                  </a:lnTo>
                  <a:lnTo>
                    <a:pt x="77130" y="304681"/>
                  </a:lnTo>
                  <a:lnTo>
                    <a:pt x="81628" y="307457"/>
                  </a:lnTo>
                  <a:lnTo>
                    <a:pt x="86212" y="310090"/>
                  </a:lnTo>
                  <a:lnTo>
                    <a:pt x="90877" y="312576"/>
                  </a:lnTo>
                  <a:lnTo>
                    <a:pt x="95618" y="314913"/>
                  </a:lnTo>
                  <a:lnTo>
                    <a:pt x="100431" y="317100"/>
                  </a:lnTo>
                  <a:lnTo>
                    <a:pt x="105310" y="319133"/>
                  </a:lnTo>
                  <a:lnTo>
                    <a:pt x="110251" y="321011"/>
                  </a:lnTo>
                  <a:lnTo>
                    <a:pt x="115250" y="322731"/>
                  </a:lnTo>
                  <a:lnTo>
                    <a:pt x="120300" y="324293"/>
                  </a:lnTo>
                  <a:lnTo>
                    <a:pt x="125397" y="325694"/>
                  </a:lnTo>
                  <a:lnTo>
                    <a:pt x="130535" y="326934"/>
                  </a:lnTo>
                  <a:lnTo>
                    <a:pt x="135711" y="328010"/>
                  </a:lnTo>
                  <a:lnTo>
                    <a:pt x="140917" y="328923"/>
                  </a:lnTo>
                  <a:lnTo>
                    <a:pt x="146150" y="329670"/>
                  </a:lnTo>
                  <a:lnTo>
                    <a:pt x="151404" y="330251"/>
                  </a:lnTo>
                  <a:lnTo>
                    <a:pt x="156674" y="330666"/>
                  </a:lnTo>
                  <a:lnTo>
                    <a:pt x="161954" y="330914"/>
                  </a:lnTo>
                  <a:lnTo>
                    <a:pt x="167240" y="330995"/>
                  </a:lnTo>
                  <a:lnTo>
                    <a:pt x="172525" y="330909"/>
                  </a:lnTo>
                  <a:lnTo>
                    <a:pt x="177805" y="330656"/>
                  </a:lnTo>
                  <a:lnTo>
                    <a:pt x="183074" y="330236"/>
                  </a:lnTo>
                  <a:lnTo>
                    <a:pt x="188328" y="329649"/>
                  </a:lnTo>
                  <a:lnTo>
                    <a:pt x="193560" y="328897"/>
                  </a:lnTo>
                  <a:lnTo>
                    <a:pt x="198766" y="327980"/>
                  </a:lnTo>
                  <a:lnTo>
                    <a:pt x="203940" y="326898"/>
                  </a:lnTo>
                  <a:lnTo>
                    <a:pt x="209077" y="325654"/>
                  </a:lnTo>
                  <a:lnTo>
                    <a:pt x="214173" y="324248"/>
                  </a:lnTo>
                  <a:lnTo>
                    <a:pt x="219222" y="322681"/>
                  </a:lnTo>
                  <a:lnTo>
                    <a:pt x="224218" y="320956"/>
                  </a:lnTo>
                  <a:lnTo>
                    <a:pt x="229157" y="319073"/>
                  </a:lnTo>
                  <a:lnTo>
                    <a:pt x="234035" y="317035"/>
                  </a:lnTo>
                  <a:lnTo>
                    <a:pt x="238845" y="314844"/>
                  </a:lnTo>
                  <a:lnTo>
                    <a:pt x="243584" y="312502"/>
                  </a:lnTo>
                  <a:lnTo>
                    <a:pt x="248247" y="310011"/>
                  </a:lnTo>
                  <a:lnTo>
                    <a:pt x="252828" y="307375"/>
                  </a:lnTo>
                  <a:lnTo>
                    <a:pt x="257324" y="304594"/>
                  </a:lnTo>
                  <a:lnTo>
                    <a:pt x="261730" y="301673"/>
                  </a:lnTo>
                  <a:lnTo>
                    <a:pt x="266041" y="298614"/>
                  </a:lnTo>
                  <a:lnTo>
                    <a:pt x="270253" y="295420"/>
                  </a:lnTo>
                  <a:lnTo>
                    <a:pt x="274362" y="292095"/>
                  </a:lnTo>
                  <a:lnTo>
                    <a:pt x="278364" y="288641"/>
                  </a:lnTo>
                  <a:lnTo>
                    <a:pt x="282254" y="285063"/>
                  </a:lnTo>
                  <a:lnTo>
                    <a:pt x="286030" y="281363"/>
                  </a:lnTo>
                  <a:lnTo>
                    <a:pt x="289687" y="277546"/>
                  </a:lnTo>
                  <a:lnTo>
                    <a:pt x="293221" y="273615"/>
                  </a:lnTo>
                  <a:lnTo>
                    <a:pt x="296629" y="269575"/>
                  </a:lnTo>
                  <a:lnTo>
                    <a:pt x="299908" y="265428"/>
                  </a:lnTo>
                  <a:lnTo>
                    <a:pt x="303054" y="261180"/>
                  </a:lnTo>
                  <a:lnTo>
                    <a:pt x="306064" y="256835"/>
                  </a:lnTo>
                  <a:lnTo>
                    <a:pt x="308935" y="252397"/>
                  </a:lnTo>
                  <a:lnTo>
                    <a:pt x="311664" y="247870"/>
                  </a:lnTo>
                  <a:lnTo>
                    <a:pt x="314249" y="243259"/>
                  </a:lnTo>
                  <a:lnTo>
                    <a:pt x="316687" y="238569"/>
                  </a:lnTo>
                  <a:lnTo>
                    <a:pt x="318975" y="233804"/>
                  </a:lnTo>
                  <a:lnTo>
                    <a:pt x="321112" y="228969"/>
                  </a:lnTo>
                  <a:lnTo>
                    <a:pt x="323095" y="224069"/>
                  </a:lnTo>
                  <a:lnTo>
                    <a:pt x="324921" y="219108"/>
                  </a:lnTo>
                  <a:lnTo>
                    <a:pt x="326590" y="214093"/>
                  </a:lnTo>
                  <a:lnTo>
                    <a:pt x="328100" y="209027"/>
                  </a:lnTo>
                  <a:lnTo>
                    <a:pt x="329448" y="203915"/>
                  </a:lnTo>
                  <a:lnTo>
                    <a:pt x="330635" y="198764"/>
                  </a:lnTo>
                  <a:lnTo>
                    <a:pt x="331658" y="193578"/>
                  </a:lnTo>
                  <a:lnTo>
                    <a:pt x="332516" y="188362"/>
                  </a:lnTo>
                  <a:lnTo>
                    <a:pt x="333209" y="183122"/>
                  </a:lnTo>
                  <a:lnTo>
                    <a:pt x="333736" y="177862"/>
                  </a:lnTo>
                  <a:lnTo>
                    <a:pt x="334097" y="172588"/>
                  </a:lnTo>
                  <a:lnTo>
                    <a:pt x="334290" y="167306"/>
                  </a:lnTo>
                  <a:lnTo>
                    <a:pt x="334317" y="162020"/>
                  </a:lnTo>
                  <a:lnTo>
                    <a:pt x="334176" y="156736"/>
                  </a:lnTo>
                  <a:lnTo>
                    <a:pt x="333868" y="151459"/>
                  </a:lnTo>
                  <a:lnTo>
                    <a:pt x="333394" y="146194"/>
                  </a:lnTo>
                  <a:lnTo>
                    <a:pt x="332753" y="140947"/>
                  </a:lnTo>
                  <a:lnTo>
                    <a:pt x="331947" y="135723"/>
                  </a:lnTo>
                  <a:lnTo>
                    <a:pt x="330976" y="130527"/>
                  </a:lnTo>
                  <a:lnTo>
                    <a:pt x="329841" y="125364"/>
                  </a:lnTo>
                  <a:lnTo>
                    <a:pt x="328544" y="120240"/>
                  </a:lnTo>
                  <a:lnTo>
                    <a:pt x="327085" y="115159"/>
                  </a:lnTo>
                  <a:lnTo>
                    <a:pt x="325466" y="110127"/>
                  </a:lnTo>
                  <a:lnTo>
                    <a:pt x="323689" y="105148"/>
                  </a:lnTo>
                  <a:lnTo>
                    <a:pt x="321755" y="100229"/>
                  </a:lnTo>
                  <a:lnTo>
                    <a:pt x="319667" y="95372"/>
                  </a:lnTo>
                  <a:lnTo>
                    <a:pt x="317427" y="90585"/>
                  </a:lnTo>
                  <a:lnTo>
                    <a:pt x="315036" y="85870"/>
                  </a:lnTo>
                  <a:lnTo>
                    <a:pt x="312497" y="81234"/>
                  </a:lnTo>
                  <a:lnTo>
                    <a:pt x="309813" y="76680"/>
                  </a:lnTo>
                  <a:lnTo>
                    <a:pt x="306986" y="72213"/>
                  </a:lnTo>
                  <a:lnTo>
                    <a:pt x="304020" y="67838"/>
                  </a:lnTo>
                  <a:lnTo>
                    <a:pt x="300917" y="63559"/>
                  </a:lnTo>
                  <a:lnTo>
                    <a:pt x="297679" y="59380"/>
                  </a:lnTo>
                  <a:lnTo>
                    <a:pt x="294312" y="55305"/>
                  </a:lnTo>
                  <a:lnTo>
                    <a:pt x="290817" y="51339"/>
                  </a:lnTo>
                  <a:lnTo>
                    <a:pt x="287199" y="47486"/>
                  </a:lnTo>
                  <a:lnTo>
                    <a:pt x="283460" y="43749"/>
                  </a:lnTo>
                  <a:lnTo>
                    <a:pt x="279606" y="40132"/>
                  </a:lnTo>
                  <a:lnTo>
                    <a:pt x="275638" y="36638"/>
                  </a:lnTo>
                  <a:lnTo>
                    <a:pt x="271563" y="33272"/>
                  </a:lnTo>
                  <a:lnTo>
                    <a:pt x="267383" y="30036"/>
                  </a:lnTo>
                  <a:lnTo>
                    <a:pt x="263103" y="26934"/>
                  </a:lnTo>
                  <a:lnTo>
                    <a:pt x="258726" y="23969"/>
                  </a:lnTo>
                  <a:lnTo>
                    <a:pt x="254259" y="21144"/>
                  </a:lnTo>
                  <a:lnTo>
                    <a:pt x="249704" y="18462"/>
                  </a:lnTo>
                  <a:lnTo>
                    <a:pt x="245067" y="15924"/>
                  </a:lnTo>
                  <a:lnTo>
                    <a:pt x="240351" y="13535"/>
                  </a:lnTo>
                  <a:lnTo>
                    <a:pt x="235563" y="11296"/>
                  </a:lnTo>
                  <a:lnTo>
                    <a:pt x="230706" y="9210"/>
                  </a:lnTo>
                  <a:lnTo>
                    <a:pt x="225786" y="7278"/>
                  </a:lnTo>
                  <a:lnTo>
                    <a:pt x="220807" y="5502"/>
                  </a:lnTo>
                  <a:lnTo>
                    <a:pt x="215774" y="3885"/>
                  </a:lnTo>
                  <a:lnTo>
                    <a:pt x="210693" y="2428"/>
                  </a:lnTo>
                  <a:lnTo>
                    <a:pt x="205568" y="1133"/>
                  </a:lnTo>
                  <a:lnTo>
                    <a:pt x="200405" y="0"/>
                  </a:lnTo>
                  <a:lnTo>
                    <a:pt x="167159" y="1638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33246" cy="167167"/>
            </a:xfrm>
            <a:custGeom>
              <a:avLst/>
              <a:pathLst>
                <a:path w="33246" h="167167">
                  <a:moveTo>
                    <a:pt x="33246" y="3339"/>
                  </a:moveTo>
                  <a:lnTo>
                    <a:pt x="26661" y="2139"/>
                  </a:lnTo>
                  <a:lnTo>
                    <a:pt x="20033" y="1204"/>
                  </a:lnTo>
                  <a:lnTo>
                    <a:pt x="13373" y="535"/>
                  </a:lnTo>
                  <a:lnTo>
                    <a:pt x="6692" y="13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371" y="2633064"/>
              <a:ext cx="6377" cy="167167"/>
            </a:xfrm>
            <a:custGeom>
              <a:avLst/>
              <a:pathLst>
                <a:path w="6377" h="167167">
                  <a:moveTo>
                    <a:pt x="6377" y="0"/>
                  </a:moveTo>
                  <a:lnTo>
                    <a:pt x="0" y="121"/>
                  </a:lnTo>
                  <a:lnTo>
                    <a:pt x="637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371" y="2633186"/>
              <a:ext cx="6377" cy="167045"/>
            </a:xfrm>
            <a:custGeom>
              <a:avLst/>
              <a:pathLst>
                <a:path w="6377" h="167045">
                  <a:moveTo>
                    <a:pt x="0" y="0"/>
                  </a:moveTo>
                  <a:lnTo>
                    <a:pt x="6377" y="1670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371" y="2633186"/>
              <a:ext cx="6377" cy="167045"/>
            </a:xfrm>
            <a:custGeom>
              <a:avLst/>
              <a:pathLst>
                <a:path w="6377" h="167045">
                  <a:moveTo>
                    <a:pt x="0" y="0"/>
                  </a:moveTo>
                  <a:lnTo>
                    <a:pt x="6377" y="1670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371" y="2633186"/>
              <a:ext cx="6377" cy="167045"/>
            </a:xfrm>
            <a:custGeom>
              <a:avLst/>
              <a:pathLst>
                <a:path w="6377" h="167045">
                  <a:moveTo>
                    <a:pt x="0" y="0"/>
                  </a:moveTo>
                  <a:lnTo>
                    <a:pt x="6377" y="16704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371" y="2633186"/>
              <a:ext cx="6377" cy="167045"/>
            </a:xfrm>
            <a:custGeom>
              <a:avLst/>
              <a:pathLst>
                <a:path w="6377" h="167045">
                  <a:moveTo>
                    <a:pt x="0" y="0"/>
                  </a:moveTo>
                  <a:lnTo>
                    <a:pt x="6377" y="16704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371" y="2633186"/>
              <a:ext cx="6377" cy="167045"/>
            </a:xfrm>
            <a:custGeom>
              <a:avLst/>
              <a:pathLst>
                <a:path w="6377" h="167045">
                  <a:moveTo>
                    <a:pt x="0" y="0"/>
                  </a:moveTo>
                  <a:lnTo>
                    <a:pt x="6377" y="1670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371" y="2633186"/>
              <a:ext cx="6377" cy="167045"/>
            </a:xfrm>
            <a:custGeom>
              <a:avLst/>
              <a:pathLst>
                <a:path w="6377" h="167045">
                  <a:moveTo>
                    <a:pt x="0" y="0"/>
                  </a:moveTo>
                  <a:lnTo>
                    <a:pt x="6377" y="16704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371" y="2633186"/>
              <a:ext cx="6377" cy="167045"/>
            </a:xfrm>
            <a:custGeom>
              <a:avLst/>
              <a:pathLst>
                <a:path w="6377" h="167045">
                  <a:moveTo>
                    <a:pt x="0" y="0"/>
                  </a:moveTo>
                  <a:lnTo>
                    <a:pt x="6377" y="16704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371" y="2633186"/>
              <a:ext cx="6377" cy="167045"/>
            </a:xfrm>
            <a:custGeom>
              <a:avLst/>
              <a:pathLst>
                <a:path w="6377" h="167045">
                  <a:moveTo>
                    <a:pt x="0" y="0"/>
                  </a:moveTo>
                  <a:lnTo>
                    <a:pt x="6377" y="167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371" y="2633186"/>
              <a:ext cx="6377" cy="167045"/>
            </a:xfrm>
            <a:custGeom>
              <a:avLst/>
              <a:pathLst>
                <a:path w="6377" h="167045">
                  <a:moveTo>
                    <a:pt x="0" y="0"/>
                  </a:moveTo>
                  <a:lnTo>
                    <a:pt x="6377" y="167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371" y="2633186"/>
              <a:ext cx="6377" cy="167045"/>
            </a:xfrm>
            <a:custGeom>
              <a:avLst/>
              <a:pathLst>
                <a:path w="6377" h="167045">
                  <a:moveTo>
                    <a:pt x="0" y="0"/>
                  </a:moveTo>
                  <a:lnTo>
                    <a:pt x="6377" y="167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371" y="2633186"/>
              <a:ext cx="6377" cy="167045"/>
            </a:xfrm>
            <a:custGeom>
              <a:avLst/>
              <a:pathLst>
                <a:path w="6377" h="167045">
                  <a:moveTo>
                    <a:pt x="0" y="0"/>
                  </a:moveTo>
                  <a:lnTo>
                    <a:pt x="6377" y="167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371" y="2633186"/>
              <a:ext cx="6377" cy="167045"/>
            </a:xfrm>
            <a:custGeom>
              <a:avLst/>
              <a:pathLst>
                <a:path w="6377" h="167045">
                  <a:moveTo>
                    <a:pt x="0" y="0"/>
                  </a:moveTo>
                  <a:lnTo>
                    <a:pt x="6377" y="1670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4371" y="2633186"/>
              <a:ext cx="6377" cy="167045"/>
            </a:xfrm>
            <a:custGeom>
              <a:avLst/>
              <a:pathLst>
                <a:path w="6377" h="167045">
                  <a:moveTo>
                    <a:pt x="0" y="0"/>
                  </a:moveTo>
                  <a:lnTo>
                    <a:pt x="6377" y="1670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91" y="2633186"/>
              <a:ext cx="334303" cy="334212"/>
            </a:xfrm>
            <a:custGeom>
              <a:avLst/>
              <a:pathLst>
                <a:path w="334303" h="334212">
                  <a:moveTo>
                    <a:pt x="160779" y="0"/>
                  </a:moveTo>
                  <a:lnTo>
                    <a:pt x="155489" y="285"/>
                  </a:lnTo>
                  <a:lnTo>
                    <a:pt x="150210" y="739"/>
                  </a:lnTo>
                  <a:lnTo>
                    <a:pt x="144949" y="1359"/>
                  </a:lnTo>
                  <a:lnTo>
                    <a:pt x="139710" y="2146"/>
                  </a:lnTo>
                  <a:lnTo>
                    <a:pt x="134499" y="3099"/>
                  </a:lnTo>
                  <a:lnTo>
                    <a:pt x="129320" y="4216"/>
                  </a:lnTo>
                  <a:lnTo>
                    <a:pt x="124180" y="5497"/>
                  </a:lnTo>
                  <a:lnTo>
                    <a:pt x="119082" y="6939"/>
                  </a:lnTo>
                  <a:lnTo>
                    <a:pt x="114033" y="8543"/>
                  </a:lnTo>
                  <a:lnTo>
                    <a:pt x="109038" y="10306"/>
                  </a:lnTo>
                  <a:lnTo>
                    <a:pt x="104100" y="12226"/>
                  </a:lnTo>
                  <a:lnTo>
                    <a:pt x="99226" y="14302"/>
                  </a:lnTo>
                  <a:lnTo>
                    <a:pt x="94420" y="16531"/>
                  </a:lnTo>
                  <a:lnTo>
                    <a:pt x="89687" y="18912"/>
                  </a:lnTo>
                  <a:lnTo>
                    <a:pt x="85032" y="21441"/>
                  </a:lnTo>
                  <a:lnTo>
                    <a:pt x="80460" y="24116"/>
                  </a:lnTo>
                  <a:lnTo>
                    <a:pt x="75974" y="26935"/>
                  </a:lnTo>
                  <a:lnTo>
                    <a:pt x="71581" y="29895"/>
                  </a:lnTo>
                  <a:lnTo>
                    <a:pt x="67283" y="32992"/>
                  </a:lnTo>
                  <a:lnTo>
                    <a:pt x="63085" y="36224"/>
                  </a:lnTo>
                  <a:lnTo>
                    <a:pt x="58992" y="39587"/>
                  </a:lnTo>
                  <a:lnTo>
                    <a:pt x="55008" y="43079"/>
                  </a:lnTo>
                  <a:lnTo>
                    <a:pt x="51136" y="46695"/>
                  </a:lnTo>
                  <a:lnTo>
                    <a:pt x="47381" y="50431"/>
                  </a:lnTo>
                  <a:lnTo>
                    <a:pt x="43746" y="54285"/>
                  </a:lnTo>
                  <a:lnTo>
                    <a:pt x="40235" y="58252"/>
                  </a:lnTo>
                  <a:lnTo>
                    <a:pt x="36851" y="62329"/>
                  </a:lnTo>
                  <a:lnTo>
                    <a:pt x="33598" y="66510"/>
                  </a:lnTo>
                  <a:lnTo>
                    <a:pt x="30480" y="70793"/>
                  </a:lnTo>
                  <a:lnTo>
                    <a:pt x="27498" y="75172"/>
                  </a:lnTo>
                  <a:lnTo>
                    <a:pt x="24657" y="79644"/>
                  </a:lnTo>
                  <a:lnTo>
                    <a:pt x="21959" y="84203"/>
                  </a:lnTo>
                  <a:lnTo>
                    <a:pt x="19407" y="88845"/>
                  </a:lnTo>
                  <a:lnTo>
                    <a:pt x="17004" y="93566"/>
                  </a:lnTo>
                  <a:lnTo>
                    <a:pt x="14751" y="98361"/>
                  </a:lnTo>
                  <a:lnTo>
                    <a:pt x="12651" y="103225"/>
                  </a:lnTo>
                  <a:lnTo>
                    <a:pt x="10706" y="108153"/>
                  </a:lnTo>
                  <a:lnTo>
                    <a:pt x="8918" y="113140"/>
                  </a:lnTo>
                  <a:lnTo>
                    <a:pt x="7290" y="118181"/>
                  </a:lnTo>
                  <a:lnTo>
                    <a:pt x="5822" y="123271"/>
                  </a:lnTo>
                  <a:lnTo>
                    <a:pt x="4516" y="128405"/>
                  </a:lnTo>
                  <a:lnTo>
                    <a:pt x="3373" y="133578"/>
                  </a:lnTo>
                  <a:lnTo>
                    <a:pt x="2395" y="138785"/>
                  </a:lnTo>
                  <a:lnTo>
                    <a:pt x="1582" y="144020"/>
                  </a:lnTo>
                  <a:lnTo>
                    <a:pt x="936" y="149278"/>
                  </a:lnTo>
                  <a:lnTo>
                    <a:pt x="456" y="154554"/>
                  </a:lnTo>
                  <a:lnTo>
                    <a:pt x="144" y="159842"/>
                  </a:lnTo>
                  <a:lnTo>
                    <a:pt x="0" y="165138"/>
                  </a:lnTo>
                  <a:lnTo>
                    <a:pt x="23" y="170435"/>
                  </a:lnTo>
                  <a:lnTo>
                    <a:pt x="214" y="175730"/>
                  </a:lnTo>
                  <a:lnTo>
                    <a:pt x="573" y="181015"/>
                  </a:lnTo>
                  <a:lnTo>
                    <a:pt x="1100" y="186287"/>
                  </a:lnTo>
                  <a:lnTo>
                    <a:pt x="1793" y="191539"/>
                  </a:lnTo>
                  <a:lnTo>
                    <a:pt x="2652" y="196766"/>
                  </a:lnTo>
                  <a:lnTo>
                    <a:pt x="3676" y="201964"/>
                  </a:lnTo>
                  <a:lnTo>
                    <a:pt x="4865" y="207127"/>
                  </a:lnTo>
                  <a:lnTo>
                    <a:pt x="6216" y="212249"/>
                  </a:lnTo>
                  <a:lnTo>
                    <a:pt x="7730" y="217326"/>
                  </a:lnTo>
                  <a:lnTo>
                    <a:pt x="9403" y="222353"/>
                  </a:lnTo>
                  <a:lnTo>
                    <a:pt x="11235" y="227324"/>
                  </a:lnTo>
                  <a:lnTo>
                    <a:pt x="13223" y="232234"/>
                  </a:lnTo>
                  <a:lnTo>
                    <a:pt x="15366" y="237079"/>
                  </a:lnTo>
                  <a:lnTo>
                    <a:pt x="17661" y="241853"/>
                  </a:lnTo>
                  <a:lnTo>
                    <a:pt x="20107" y="246553"/>
                  </a:lnTo>
                  <a:lnTo>
                    <a:pt x="22700" y="251173"/>
                  </a:lnTo>
                  <a:lnTo>
                    <a:pt x="25438" y="255708"/>
                  </a:lnTo>
                  <a:lnTo>
                    <a:pt x="28319" y="260154"/>
                  </a:lnTo>
                  <a:lnTo>
                    <a:pt x="31339" y="264506"/>
                  </a:lnTo>
                  <a:lnTo>
                    <a:pt x="34495" y="268761"/>
                  </a:lnTo>
                  <a:lnTo>
                    <a:pt x="37785" y="272914"/>
                  </a:lnTo>
                  <a:lnTo>
                    <a:pt x="41205" y="276960"/>
                  </a:lnTo>
                  <a:lnTo>
                    <a:pt x="44751" y="280896"/>
                  </a:lnTo>
                  <a:lnTo>
                    <a:pt x="48420" y="284717"/>
                  </a:lnTo>
                  <a:lnTo>
                    <a:pt x="52208" y="288420"/>
                  </a:lnTo>
                  <a:lnTo>
                    <a:pt x="56112" y="292002"/>
                  </a:lnTo>
                  <a:lnTo>
                    <a:pt x="60127" y="295458"/>
                  </a:lnTo>
                  <a:lnTo>
                    <a:pt x="64250" y="298785"/>
                  </a:lnTo>
                  <a:lnTo>
                    <a:pt x="68476" y="301979"/>
                  </a:lnTo>
                  <a:lnTo>
                    <a:pt x="72801" y="305038"/>
                  </a:lnTo>
                  <a:lnTo>
                    <a:pt x="77221" y="307959"/>
                  </a:lnTo>
                  <a:lnTo>
                    <a:pt x="81731" y="310738"/>
                  </a:lnTo>
                  <a:lnTo>
                    <a:pt x="86327" y="313373"/>
                  </a:lnTo>
                  <a:lnTo>
                    <a:pt x="91005" y="315860"/>
                  </a:lnTo>
                  <a:lnTo>
                    <a:pt x="95758" y="318199"/>
                  </a:lnTo>
                  <a:lnTo>
                    <a:pt x="100584" y="320385"/>
                  </a:lnTo>
                  <a:lnTo>
                    <a:pt x="105476" y="322417"/>
                  </a:lnTo>
                  <a:lnTo>
                    <a:pt x="110430" y="324294"/>
                  </a:lnTo>
                  <a:lnTo>
                    <a:pt x="115441" y="326012"/>
                  </a:lnTo>
                  <a:lnTo>
                    <a:pt x="120505" y="327571"/>
                  </a:lnTo>
                  <a:lnTo>
                    <a:pt x="125615" y="328969"/>
                  </a:lnTo>
                  <a:lnTo>
                    <a:pt x="130766" y="330204"/>
                  </a:lnTo>
                  <a:lnTo>
                    <a:pt x="135955" y="331275"/>
                  </a:lnTo>
                  <a:lnTo>
                    <a:pt x="141174" y="332181"/>
                  </a:lnTo>
                  <a:lnTo>
                    <a:pt x="146420" y="332922"/>
                  </a:lnTo>
                  <a:lnTo>
                    <a:pt x="151686" y="333495"/>
                  </a:lnTo>
                  <a:lnTo>
                    <a:pt x="156969" y="333902"/>
                  </a:lnTo>
                  <a:lnTo>
                    <a:pt x="162261" y="334141"/>
                  </a:lnTo>
                  <a:lnTo>
                    <a:pt x="167558" y="334212"/>
                  </a:lnTo>
                  <a:lnTo>
                    <a:pt x="172855" y="334116"/>
                  </a:lnTo>
                  <a:lnTo>
                    <a:pt x="178146" y="333851"/>
                  </a:lnTo>
                  <a:lnTo>
                    <a:pt x="183426" y="333419"/>
                  </a:lnTo>
                  <a:lnTo>
                    <a:pt x="188690" y="332820"/>
                  </a:lnTo>
                  <a:lnTo>
                    <a:pt x="193932" y="332054"/>
                  </a:lnTo>
                  <a:lnTo>
                    <a:pt x="199147" y="331123"/>
                  </a:lnTo>
                  <a:lnTo>
                    <a:pt x="204330" y="330027"/>
                  </a:lnTo>
                  <a:lnTo>
                    <a:pt x="209476" y="328767"/>
                  </a:lnTo>
                  <a:lnTo>
                    <a:pt x="214579" y="327345"/>
                  </a:lnTo>
                  <a:lnTo>
                    <a:pt x="219635" y="325762"/>
                  </a:lnTo>
                  <a:lnTo>
                    <a:pt x="224637" y="324019"/>
                  </a:lnTo>
                  <a:lnTo>
                    <a:pt x="229583" y="322119"/>
                  </a:lnTo>
                  <a:lnTo>
                    <a:pt x="234465" y="320063"/>
                  </a:lnTo>
                  <a:lnTo>
                    <a:pt x="239280" y="317853"/>
                  </a:lnTo>
                  <a:lnTo>
                    <a:pt x="244022" y="315492"/>
                  </a:lnTo>
                  <a:lnTo>
                    <a:pt x="248688" y="312982"/>
                  </a:lnTo>
                  <a:lnTo>
                    <a:pt x="253271" y="310325"/>
                  </a:lnTo>
                  <a:lnTo>
                    <a:pt x="257768" y="307525"/>
                  </a:lnTo>
                  <a:lnTo>
                    <a:pt x="262174" y="304583"/>
                  </a:lnTo>
                  <a:lnTo>
                    <a:pt x="266484" y="301503"/>
                  </a:lnTo>
                  <a:lnTo>
                    <a:pt x="270695" y="298288"/>
                  </a:lnTo>
                  <a:lnTo>
                    <a:pt x="274801" y="294941"/>
                  </a:lnTo>
                  <a:lnTo>
                    <a:pt x="278800" y="291466"/>
                  </a:lnTo>
                  <a:lnTo>
                    <a:pt x="282686" y="287866"/>
                  </a:lnTo>
                  <a:lnTo>
                    <a:pt x="286457" y="284145"/>
                  </a:lnTo>
                  <a:lnTo>
                    <a:pt x="290107" y="280306"/>
                  </a:lnTo>
                  <a:lnTo>
                    <a:pt x="293635" y="276353"/>
                  </a:lnTo>
                  <a:lnTo>
                    <a:pt x="297035" y="272290"/>
                  </a:lnTo>
                  <a:lnTo>
                    <a:pt x="300304" y="268122"/>
                  </a:lnTo>
                  <a:lnTo>
                    <a:pt x="303440" y="263852"/>
                  </a:lnTo>
                  <a:lnTo>
                    <a:pt x="306439" y="259485"/>
                  </a:lnTo>
                  <a:lnTo>
                    <a:pt x="309299" y="255025"/>
                  </a:lnTo>
                  <a:lnTo>
                    <a:pt x="312015" y="250477"/>
                  </a:lnTo>
                  <a:lnTo>
                    <a:pt x="314586" y="245845"/>
                  </a:lnTo>
                  <a:lnTo>
                    <a:pt x="317009" y="241134"/>
                  </a:lnTo>
                  <a:lnTo>
                    <a:pt x="319281" y="236348"/>
                  </a:lnTo>
                  <a:lnTo>
                    <a:pt x="321401" y="231493"/>
                  </a:lnTo>
                  <a:lnTo>
                    <a:pt x="323366" y="226573"/>
                  </a:lnTo>
                  <a:lnTo>
                    <a:pt x="325173" y="221593"/>
                  </a:lnTo>
                  <a:lnTo>
                    <a:pt x="326822" y="216559"/>
                  </a:lnTo>
                  <a:lnTo>
                    <a:pt x="328311" y="211475"/>
                  </a:lnTo>
                  <a:lnTo>
                    <a:pt x="329638" y="206346"/>
                  </a:lnTo>
                  <a:lnTo>
                    <a:pt x="330802" y="201177"/>
                  </a:lnTo>
                  <a:lnTo>
                    <a:pt x="331801" y="195975"/>
                  </a:lnTo>
                  <a:lnTo>
                    <a:pt x="332635" y="190743"/>
                  </a:lnTo>
                  <a:lnTo>
                    <a:pt x="333303" y="185488"/>
                  </a:lnTo>
                  <a:lnTo>
                    <a:pt x="333804" y="180214"/>
                  </a:lnTo>
                  <a:lnTo>
                    <a:pt x="334138" y="174927"/>
                  </a:lnTo>
                  <a:lnTo>
                    <a:pt x="334303" y="169632"/>
                  </a:lnTo>
                  <a:lnTo>
                    <a:pt x="334302" y="164334"/>
                  </a:lnTo>
                  <a:lnTo>
                    <a:pt x="334132" y="159039"/>
                  </a:lnTo>
                  <a:lnTo>
                    <a:pt x="333794" y="153752"/>
                  </a:lnTo>
                  <a:lnTo>
                    <a:pt x="333289" y="148479"/>
                  </a:lnTo>
                  <a:lnTo>
                    <a:pt x="332617" y="143224"/>
                  </a:lnTo>
                  <a:lnTo>
                    <a:pt x="331780" y="137993"/>
                  </a:lnTo>
                  <a:lnTo>
                    <a:pt x="330776" y="132791"/>
                  </a:lnTo>
                  <a:lnTo>
                    <a:pt x="329609" y="127623"/>
                  </a:lnTo>
                  <a:lnTo>
                    <a:pt x="328278" y="122496"/>
                  </a:lnTo>
                  <a:lnTo>
                    <a:pt x="326785" y="117412"/>
                  </a:lnTo>
                  <a:lnTo>
                    <a:pt x="325133" y="112379"/>
                  </a:lnTo>
                  <a:lnTo>
                    <a:pt x="323321" y="107401"/>
                  </a:lnTo>
                  <a:lnTo>
                    <a:pt x="321353" y="102482"/>
                  </a:lnTo>
                  <a:lnTo>
                    <a:pt x="319229" y="97629"/>
                  </a:lnTo>
                  <a:lnTo>
                    <a:pt x="316953" y="92845"/>
                  </a:lnTo>
                  <a:lnTo>
                    <a:pt x="314527" y="88136"/>
                  </a:lnTo>
                  <a:lnTo>
                    <a:pt x="311953" y="83505"/>
                  </a:lnTo>
                  <a:lnTo>
                    <a:pt x="309233" y="78959"/>
                  </a:lnTo>
                  <a:lnTo>
                    <a:pt x="306370" y="74502"/>
                  </a:lnTo>
                  <a:lnTo>
                    <a:pt x="303368" y="70137"/>
                  </a:lnTo>
                  <a:lnTo>
                    <a:pt x="300229" y="65869"/>
                  </a:lnTo>
                  <a:lnTo>
                    <a:pt x="296956" y="61703"/>
                  </a:lnTo>
                  <a:lnTo>
                    <a:pt x="293553" y="57643"/>
                  </a:lnTo>
                  <a:lnTo>
                    <a:pt x="290023" y="53693"/>
                  </a:lnTo>
                  <a:lnTo>
                    <a:pt x="286369" y="49857"/>
                  </a:lnTo>
                  <a:lnTo>
                    <a:pt x="282596" y="46138"/>
                  </a:lnTo>
                  <a:lnTo>
                    <a:pt x="278707" y="42541"/>
                  </a:lnTo>
                  <a:lnTo>
                    <a:pt x="274706" y="39069"/>
                  </a:lnTo>
                  <a:lnTo>
                    <a:pt x="270597" y="35725"/>
                  </a:lnTo>
                  <a:lnTo>
                    <a:pt x="266384" y="32513"/>
                  </a:lnTo>
                  <a:lnTo>
                    <a:pt x="262071" y="29437"/>
                  </a:lnTo>
                  <a:lnTo>
                    <a:pt x="257663" y="26498"/>
                  </a:lnTo>
                  <a:lnTo>
                    <a:pt x="253164" y="23701"/>
                  </a:lnTo>
                  <a:lnTo>
                    <a:pt x="248579" y="21048"/>
                  </a:lnTo>
                  <a:lnTo>
                    <a:pt x="243911" y="18541"/>
                  </a:lnTo>
                  <a:lnTo>
                    <a:pt x="239167" y="16183"/>
                  </a:lnTo>
                  <a:lnTo>
                    <a:pt x="167156" y="1670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72011" cy="167167"/>
            </a:xfrm>
            <a:custGeom>
              <a:avLst/>
              <a:pathLst>
                <a:path w="72011" h="167167">
                  <a:moveTo>
                    <a:pt x="72011" y="16305"/>
                  </a:moveTo>
                  <a:lnTo>
                    <a:pt x="66801" y="13927"/>
                  </a:lnTo>
                  <a:lnTo>
                    <a:pt x="61513" y="11729"/>
                  </a:lnTo>
                  <a:lnTo>
                    <a:pt x="56153" y="9713"/>
                  </a:lnTo>
                  <a:lnTo>
                    <a:pt x="50728" y="7882"/>
                  </a:lnTo>
                  <a:lnTo>
                    <a:pt x="45242" y="6238"/>
                  </a:lnTo>
                  <a:lnTo>
                    <a:pt x="39704" y="4783"/>
                  </a:lnTo>
                  <a:lnTo>
                    <a:pt x="34119" y="3518"/>
                  </a:lnTo>
                  <a:lnTo>
                    <a:pt x="28493" y="2446"/>
                  </a:lnTo>
                  <a:lnTo>
                    <a:pt x="22835" y="1567"/>
                  </a:lnTo>
                  <a:lnTo>
                    <a:pt x="17150" y="882"/>
                  </a:lnTo>
                  <a:lnTo>
                    <a:pt x="11444" y="392"/>
                  </a:lnTo>
                  <a:lnTo>
                    <a:pt x="5725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98929" y="3170392"/>
              <a:ext cx="27051" cy="167167"/>
            </a:xfrm>
            <a:custGeom>
              <a:avLst/>
              <a:pathLst>
                <a:path w="27051" h="167167">
                  <a:moveTo>
                    <a:pt x="27051" y="0"/>
                  </a:moveTo>
                  <a:lnTo>
                    <a:pt x="20260" y="137"/>
                  </a:lnTo>
                  <a:lnTo>
                    <a:pt x="13480" y="551"/>
                  </a:lnTo>
                  <a:lnTo>
                    <a:pt x="6723" y="1240"/>
                  </a:lnTo>
                  <a:lnTo>
                    <a:pt x="0" y="2203"/>
                  </a:lnTo>
                  <a:lnTo>
                    <a:pt x="270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498929" y="3172595"/>
              <a:ext cx="27051" cy="164964"/>
            </a:xfrm>
            <a:custGeom>
              <a:avLst/>
              <a:pathLst>
                <a:path w="27051" h="164964">
                  <a:moveTo>
                    <a:pt x="0" y="0"/>
                  </a:moveTo>
                  <a:lnTo>
                    <a:pt x="27051" y="1649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31" y="3172595"/>
              <a:ext cx="334315" cy="332128"/>
            </a:xfrm>
            <a:custGeom>
              <a:avLst/>
              <a:pathLst>
                <a:path w="334315" h="332128">
                  <a:moveTo>
                    <a:pt x="140097" y="0"/>
                  </a:moveTo>
                  <a:lnTo>
                    <a:pt x="134895" y="937"/>
                  </a:lnTo>
                  <a:lnTo>
                    <a:pt x="129725" y="2039"/>
                  </a:lnTo>
                  <a:lnTo>
                    <a:pt x="124592" y="3304"/>
                  </a:lnTo>
                  <a:lnTo>
                    <a:pt x="119502" y="4730"/>
                  </a:lnTo>
                  <a:lnTo>
                    <a:pt x="114459" y="6317"/>
                  </a:lnTo>
                  <a:lnTo>
                    <a:pt x="109469" y="8062"/>
                  </a:lnTo>
                  <a:lnTo>
                    <a:pt x="104537" y="9964"/>
                  </a:lnTo>
                  <a:lnTo>
                    <a:pt x="99668" y="12022"/>
                  </a:lnTo>
                  <a:lnTo>
                    <a:pt x="94866" y="14232"/>
                  </a:lnTo>
                  <a:lnTo>
                    <a:pt x="90136" y="16593"/>
                  </a:lnTo>
                  <a:lnTo>
                    <a:pt x="85483" y="19102"/>
                  </a:lnTo>
                  <a:lnTo>
                    <a:pt x="80912" y="21757"/>
                  </a:lnTo>
                  <a:lnTo>
                    <a:pt x="76427" y="24555"/>
                  </a:lnTo>
                  <a:lnTo>
                    <a:pt x="72033" y="27494"/>
                  </a:lnTo>
                  <a:lnTo>
                    <a:pt x="67734" y="30570"/>
                  </a:lnTo>
                  <a:lnTo>
                    <a:pt x="63534" y="33780"/>
                  </a:lnTo>
                  <a:lnTo>
                    <a:pt x="59438" y="37122"/>
                  </a:lnTo>
                  <a:lnTo>
                    <a:pt x="55450" y="40592"/>
                  </a:lnTo>
                  <a:lnTo>
                    <a:pt x="51573" y="44186"/>
                  </a:lnTo>
                  <a:lnTo>
                    <a:pt x="47812" y="47900"/>
                  </a:lnTo>
                  <a:lnTo>
                    <a:pt x="44171" y="51732"/>
                  </a:lnTo>
                  <a:lnTo>
                    <a:pt x="40652" y="55677"/>
                  </a:lnTo>
                  <a:lnTo>
                    <a:pt x="37260" y="59731"/>
                  </a:lnTo>
                  <a:lnTo>
                    <a:pt x="33997" y="63891"/>
                  </a:lnTo>
                  <a:lnTo>
                    <a:pt x="30868" y="68151"/>
                  </a:lnTo>
                  <a:lnTo>
                    <a:pt x="27875" y="72509"/>
                  </a:lnTo>
                  <a:lnTo>
                    <a:pt x="25022" y="76959"/>
                  </a:lnTo>
                  <a:lnTo>
                    <a:pt x="22310" y="81496"/>
                  </a:lnTo>
                  <a:lnTo>
                    <a:pt x="19743" y="86118"/>
                  </a:lnTo>
                  <a:lnTo>
                    <a:pt x="17324" y="90818"/>
                  </a:lnTo>
                  <a:lnTo>
                    <a:pt x="15055" y="95592"/>
                  </a:lnTo>
                  <a:lnTo>
                    <a:pt x="12937" y="100436"/>
                  </a:lnTo>
                  <a:lnTo>
                    <a:pt x="10974" y="105344"/>
                  </a:lnTo>
                  <a:lnTo>
                    <a:pt x="9167" y="110312"/>
                  </a:lnTo>
                  <a:lnTo>
                    <a:pt x="7518" y="115334"/>
                  </a:lnTo>
                  <a:lnTo>
                    <a:pt x="6029" y="120406"/>
                  </a:lnTo>
                  <a:lnTo>
                    <a:pt x="4700" y="125523"/>
                  </a:lnTo>
                  <a:lnTo>
                    <a:pt x="3535" y="130679"/>
                  </a:lnTo>
                  <a:lnTo>
                    <a:pt x="2532" y="135870"/>
                  </a:lnTo>
                  <a:lnTo>
                    <a:pt x="1695" y="141089"/>
                  </a:lnTo>
                  <a:lnTo>
                    <a:pt x="1023" y="146332"/>
                  </a:lnTo>
                  <a:lnTo>
                    <a:pt x="517" y="151594"/>
                  </a:lnTo>
                  <a:lnTo>
                    <a:pt x="177" y="156870"/>
                  </a:lnTo>
                  <a:lnTo>
                    <a:pt x="5" y="162153"/>
                  </a:lnTo>
                  <a:lnTo>
                    <a:pt x="0" y="167439"/>
                  </a:lnTo>
                  <a:lnTo>
                    <a:pt x="161" y="172723"/>
                  </a:lnTo>
                  <a:lnTo>
                    <a:pt x="490" y="177999"/>
                  </a:lnTo>
                  <a:lnTo>
                    <a:pt x="986" y="183262"/>
                  </a:lnTo>
                  <a:lnTo>
                    <a:pt x="1647" y="188507"/>
                  </a:lnTo>
                  <a:lnTo>
                    <a:pt x="2474" y="193728"/>
                  </a:lnTo>
                  <a:lnTo>
                    <a:pt x="3466" y="198920"/>
                  </a:lnTo>
                  <a:lnTo>
                    <a:pt x="4622" y="204079"/>
                  </a:lnTo>
                  <a:lnTo>
                    <a:pt x="5940" y="209198"/>
                  </a:lnTo>
                  <a:lnTo>
                    <a:pt x="7419" y="214273"/>
                  </a:lnTo>
                  <a:lnTo>
                    <a:pt x="9058" y="219299"/>
                  </a:lnTo>
                  <a:lnTo>
                    <a:pt x="10855" y="224270"/>
                  </a:lnTo>
                  <a:lnTo>
                    <a:pt x="12808" y="229182"/>
                  </a:lnTo>
                  <a:lnTo>
                    <a:pt x="14916" y="234030"/>
                  </a:lnTo>
                  <a:lnTo>
                    <a:pt x="17176" y="238809"/>
                  </a:lnTo>
                  <a:lnTo>
                    <a:pt x="19586" y="243514"/>
                  </a:lnTo>
                  <a:lnTo>
                    <a:pt x="22143" y="248140"/>
                  </a:lnTo>
                  <a:lnTo>
                    <a:pt x="24846" y="252684"/>
                  </a:lnTo>
                  <a:lnTo>
                    <a:pt x="27690" y="257139"/>
                  </a:lnTo>
                  <a:lnTo>
                    <a:pt x="30674" y="261503"/>
                  </a:lnTo>
                  <a:lnTo>
                    <a:pt x="33795" y="265769"/>
                  </a:lnTo>
                  <a:lnTo>
                    <a:pt x="37049" y="269935"/>
                  </a:lnTo>
                  <a:lnTo>
                    <a:pt x="40433" y="273996"/>
                  </a:lnTo>
                  <a:lnTo>
                    <a:pt x="43944" y="277949"/>
                  </a:lnTo>
                  <a:lnTo>
                    <a:pt x="47578" y="281788"/>
                  </a:lnTo>
                  <a:lnTo>
                    <a:pt x="51332" y="285510"/>
                  </a:lnTo>
                  <a:lnTo>
                    <a:pt x="55201" y="289111"/>
                  </a:lnTo>
                  <a:lnTo>
                    <a:pt x="59182" y="292589"/>
                  </a:lnTo>
                  <a:lnTo>
                    <a:pt x="63272" y="295939"/>
                  </a:lnTo>
                  <a:lnTo>
                    <a:pt x="67465" y="299158"/>
                  </a:lnTo>
                  <a:lnTo>
                    <a:pt x="71758" y="302243"/>
                  </a:lnTo>
                  <a:lnTo>
                    <a:pt x="76146" y="305190"/>
                  </a:lnTo>
                  <a:lnTo>
                    <a:pt x="80625" y="307997"/>
                  </a:lnTo>
                  <a:lnTo>
                    <a:pt x="85191" y="310662"/>
                  </a:lnTo>
                  <a:lnTo>
                    <a:pt x="89839" y="313180"/>
                  </a:lnTo>
                  <a:lnTo>
                    <a:pt x="94564" y="315550"/>
                  </a:lnTo>
                  <a:lnTo>
                    <a:pt x="99361" y="317770"/>
                  </a:lnTo>
                  <a:lnTo>
                    <a:pt x="104227" y="319837"/>
                  </a:lnTo>
                  <a:lnTo>
                    <a:pt x="109155" y="321749"/>
                  </a:lnTo>
                  <a:lnTo>
                    <a:pt x="114141" y="323504"/>
                  </a:lnTo>
                  <a:lnTo>
                    <a:pt x="119181" y="325101"/>
                  </a:lnTo>
                  <a:lnTo>
                    <a:pt x="124268" y="326538"/>
                  </a:lnTo>
                  <a:lnTo>
                    <a:pt x="129398" y="327813"/>
                  </a:lnTo>
                  <a:lnTo>
                    <a:pt x="134566" y="328925"/>
                  </a:lnTo>
                  <a:lnTo>
                    <a:pt x="139767" y="329873"/>
                  </a:lnTo>
                  <a:lnTo>
                    <a:pt x="144994" y="330657"/>
                  </a:lnTo>
                  <a:lnTo>
                    <a:pt x="150244" y="331274"/>
                  </a:lnTo>
                  <a:lnTo>
                    <a:pt x="155511" y="331726"/>
                  </a:lnTo>
                  <a:lnTo>
                    <a:pt x="160790" y="332010"/>
                  </a:lnTo>
                  <a:lnTo>
                    <a:pt x="166075" y="332128"/>
                  </a:lnTo>
                  <a:lnTo>
                    <a:pt x="171361" y="332078"/>
                  </a:lnTo>
                  <a:lnTo>
                    <a:pt x="176643" y="331861"/>
                  </a:lnTo>
                  <a:lnTo>
                    <a:pt x="181915" y="331478"/>
                  </a:lnTo>
                  <a:lnTo>
                    <a:pt x="187173" y="330927"/>
                  </a:lnTo>
                  <a:lnTo>
                    <a:pt x="192410" y="330211"/>
                  </a:lnTo>
                  <a:lnTo>
                    <a:pt x="197622" y="329330"/>
                  </a:lnTo>
                  <a:lnTo>
                    <a:pt x="202804" y="328284"/>
                  </a:lnTo>
                  <a:lnTo>
                    <a:pt x="207950" y="327075"/>
                  </a:lnTo>
                  <a:lnTo>
                    <a:pt x="213056" y="325704"/>
                  </a:lnTo>
                  <a:lnTo>
                    <a:pt x="218115" y="324172"/>
                  </a:lnTo>
                  <a:lnTo>
                    <a:pt x="223123" y="322481"/>
                  </a:lnTo>
                  <a:lnTo>
                    <a:pt x="228076" y="320633"/>
                  </a:lnTo>
                  <a:lnTo>
                    <a:pt x="232967" y="318628"/>
                  </a:lnTo>
                  <a:lnTo>
                    <a:pt x="237793" y="316470"/>
                  </a:lnTo>
                  <a:lnTo>
                    <a:pt x="242548" y="314161"/>
                  </a:lnTo>
                  <a:lnTo>
                    <a:pt x="247228" y="311702"/>
                  </a:lnTo>
                  <a:lnTo>
                    <a:pt x="251828" y="309097"/>
                  </a:lnTo>
                  <a:lnTo>
                    <a:pt x="256342" y="306348"/>
                  </a:lnTo>
                  <a:lnTo>
                    <a:pt x="260768" y="303457"/>
                  </a:lnTo>
                  <a:lnTo>
                    <a:pt x="265100" y="300427"/>
                  </a:lnTo>
                  <a:lnTo>
                    <a:pt x="269335" y="297263"/>
                  </a:lnTo>
                  <a:lnTo>
                    <a:pt x="273467" y="293965"/>
                  </a:lnTo>
                  <a:lnTo>
                    <a:pt x="277492" y="290539"/>
                  </a:lnTo>
                  <a:lnTo>
                    <a:pt x="281408" y="286988"/>
                  </a:lnTo>
                  <a:lnTo>
                    <a:pt x="285209" y="283314"/>
                  </a:lnTo>
                  <a:lnTo>
                    <a:pt x="288892" y="279522"/>
                  </a:lnTo>
                  <a:lnTo>
                    <a:pt x="292453" y="275615"/>
                  </a:lnTo>
                  <a:lnTo>
                    <a:pt x="295889" y="271598"/>
                  </a:lnTo>
                  <a:lnTo>
                    <a:pt x="299196" y="267474"/>
                  </a:lnTo>
                  <a:lnTo>
                    <a:pt x="302371" y="263248"/>
                  </a:lnTo>
                  <a:lnTo>
                    <a:pt x="305411" y="258923"/>
                  </a:lnTo>
                  <a:lnTo>
                    <a:pt x="308313" y="254504"/>
                  </a:lnTo>
                  <a:lnTo>
                    <a:pt x="311074" y="249996"/>
                  </a:lnTo>
                  <a:lnTo>
                    <a:pt x="313690" y="245403"/>
                  </a:lnTo>
                  <a:lnTo>
                    <a:pt x="316160" y="240729"/>
                  </a:lnTo>
                  <a:lnTo>
                    <a:pt x="318481" y="235980"/>
                  </a:lnTo>
                  <a:lnTo>
                    <a:pt x="320651" y="231160"/>
                  </a:lnTo>
                  <a:lnTo>
                    <a:pt x="322667" y="226273"/>
                  </a:lnTo>
                  <a:lnTo>
                    <a:pt x="324528" y="221325"/>
                  </a:lnTo>
                  <a:lnTo>
                    <a:pt x="326232" y="216321"/>
                  </a:lnTo>
                  <a:lnTo>
                    <a:pt x="327776" y="211265"/>
                  </a:lnTo>
                  <a:lnTo>
                    <a:pt x="329160" y="206163"/>
                  </a:lnTo>
                  <a:lnTo>
                    <a:pt x="330381" y="201020"/>
                  </a:lnTo>
                  <a:lnTo>
                    <a:pt x="331440" y="195841"/>
                  </a:lnTo>
                  <a:lnTo>
                    <a:pt x="332334" y="190631"/>
                  </a:lnTo>
                  <a:lnTo>
                    <a:pt x="333063" y="185395"/>
                  </a:lnTo>
                  <a:lnTo>
                    <a:pt x="333626" y="180139"/>
                  </a:lnTo>
                  <a:lnTo>
                    <a:pt x="334022" y="174867"/>
                  </a:lnTo>
                  <a:lnTo>
                    <a:pt x="334252" y="169586"/>
                  </a:lnTo>
                  <a:lnTo>
                    <a:pt x="334315" y="164300"/>
                  </a:lnTo>
                  <a:lnTo>
                    <a:pt x="334210" y="159015"/>
                  </a:lnTo>
                  <a:lnTo>
                    <a:pt x="333939" y="153736"/>
                  </a:lnTo>
                  <a:lnTo>
                    <a:pt x="333500" y="148468"/>
                  </a:lnTo>
                  <a:lnTo>
                    <a:pt x="332895" y="143216"/>
                  </a:lnTo>
                  <a:lnTo>
                    <a:pt x="332125" y="137987"/>
                  </a:lnTo>
                  <a:lnTo>
                    <a:pt x="331189" y="132784"/>
                  </a:lnTo>
                  <a:lnTo>
                    <a:pt x="330090" y="127613"/>
                  </a:lnTo>
                  <a:lnTo>
                    <a:pt x="328828" y="122480"/>
                  </a:lnTo>
                  <a:lnTo>
                    <a:pt x="327403" y="117389"/>
                  </a:lnTo>
                  <a:lnTo>
                    <a:pt x="325819" y="112346"/>
                  </a:lnTo>
                  <a:lnTo>
                    <a:pt x="324076" y="107355"/>
                  </a:lnTo>
                  <a:lnTo>
                    <a:pt x="322176" y="102422"/>
                  </a:lnTo>
                  <a:lnTo>
                    <a:pt x="320121" y="97552"/>
                  </a:lnTo>
                  <a:lnTo>
                    <a:pt x="317913" y="92749"/>
                  </a:lnTo>
                  <a:lnTo>
                    <a:pt x="315554" y="88018"/>
                  </a:lnTo>
                  <a:lnTo>
                    <a:pt x="313047" y="83364"/>
                  </a:lnTo>
                  <a:lnTo>
                    <a:pt x="310394" y="78792"/>
                  </a:lnTo>
                  <a:lnTo>
                    <a:pt x="307598" y="74306"/>
                  </a:lnTo>
                  <a:lnTo>
                    <a:pt x="304661" y="69910"/>
                  </a:lnTo>
                  <a:lnTo>
                    <a:pt x="301587" y="65610"/>
                  </a:lnTo>
                  <a:lnTo>
                    <a:pt x="298379" y="61409"/>
                  </a:lnTo>
                  <a:lnTo>
                    <a:pt x="295039" y="57311"/>
                  </a:lnTo>
                  <a:lnTo>
                    <a:pt x="291571" y="53321"/>
                  </a:lnTo>
                  <a:lnTo>
                    <a:pt x="287979" y="49443"/>
                  </a:lnTo>
                  <a:lnTo>
                    <a:pt x="167149" y="1649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120830" cy="167167"/>
            </a:xfrm>
            <a:custGeom>
              <a:avLst/>
              <a:pathLst>
                <a:path w="120830" h="167167">
                  <a:moveTo>
                    <a:pt x="120830" y="51646"/>
                  </a:moveTo>
                  <a:lnTo>
                    <a:pt x="116873" y="47645"/>
                  </a:lnTo>
                  <a:lnTo>
                    <a:pt x="112785" y="43780"/>
                  </a:lnTo>
                  <a:lnTo>
                    <a:pt x="108568" y="40054"/>
                  </a:lnTo>
                  <a:lnTo>
                    <a:pt x="104229" y="36472"/>
                  </a:lnTo>
                  <a:lnTo>
                    <a:pt x="99771" y="33038"/>
                  </a:lnTo>
                  <a:lnTo>
                    <a:pt x="95201" y="29756"/>
                  </a:lnTo>
                  <a:lnTo>
                    <a:pt x="90522" y="26630"/>
                  </a:lnTo>
                  <a:lnTo>
                    <a:pt x="85742" y="23663"/>
                  </a:lnTo>
                  <a:lnTo>
                    <a:pt x="80863" y="20859"/>
                  </a:lnTo>
                  <a:lnTo>
                    <a:pt x="75894" y="18221"/>
                  </a:lnTo>
                  <a:lnTo>
                    <a:pt x="70838" y="15751"/>
                  </a:lnTo>
                  <a:lnTo>
                    <a:pt x="65702" y="13453"/>
                  </a:lnTo>
                  <a:lnTo>
                    <a:pt x="60492" y="11328"/>
                  </a:lnTo>
                  <a:lnTo>
                    <a:pt x="55213" y="9381"/>
                  </a:lnTo>
                  <a:lnTo>
                    <a:pt x="49871" y="7612"/>
                  </a:lnTo>
                  <a:lnTo>
                    <a:pt x="44473" y="6024"/>
                  </a:lnTo>
                  <a:lnTo>
                    <a:pt x="39025" y="4619"/>
                  </a:lnTo>
                  <a:lnTo>
                    <a:pt x="33532" y="3397"/>
                  </a:lnTo>
                  <a:lnTo>
                    <a:pt x="28002" y="2362"/>
                  </a:lnTo>
                  <a:lnTo>
                    <a:pt x="22440" y="1512"/>
                  </a:lnTo>
                  <a:lnTo>
                    <a:pt x="16852" y="851"/>
                  </a:lnTo>
                  <a:lnTo>
                    <a:pt x="11245" y="378"/>
                  </a:lnTo>
                  <a:lnTo>
                    <a:pt x="5625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3887" y="3707720"/>
              <a:ext cx="6861" cy="167167"/>
            </a:xfrm>
            <a:custGeom>
              <a:avLst/>
              <a:pathLst>
                <a:path w="6861" h="167167">
                  <a:moveTo>
                    <a:pt x="6861" y="0"/>
                  </a:moveTo>
                  <a:lnTo>
                    <a:pt x="0" y="140"/>
                  </a:lnTo>
                  <a:lnTo>
                    <a:pt x="68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3887" y="3707861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91" y="3707861"/>
              <a:ext cx="334313" cy="334193"/>
            </a:xfrm>
            <a:custGeom>
              <a:avLst/>
              <a:pathLst>
                <a:path w="334313" h="334193">
                  <a:moveTo>
                    <a:pt x="160295" y="0"/>
                  </a:moveTo>
                  <a:lnTo>
                    <a:pt x="155015" y="300"/>
                  </a:lnTo>
                  <a:lnTo>
                    <a:pt x="149746" y="768"/>
                  </a:lnTo>
                  <a:lnTo>
                    <a:pt x="144495" y="1402"/>
                  </a:lnTo>
                  <a:lnTo>
                    <a:pt x="139267" y="2202"/>
                  </a:lnTo>
                  <a:lnTo>
                    <a:pt x="134066" y="3167"/>
                  </a:lnTo>
                  <a:lnTo>
                    <a:pt x="128899" y="4295"/>
                  </a:lnTo>
                  <a:lnTo>
                    <a:pt x="123769" y="5587"/>
                  </a:lnTo>
                  <a:lnTo>
                    <a:pt x="118684" y="7041"/>
                  </a:lnTo>
                  <a:lnTo>
                    <a:pt x="113647" y="8654"/>
                  </a:lnTo>
                  <a:lnTo>
                    <a:pt x="108663" y="10427"/>
                  </a:lnTo>
                  <a:lnTo>
                    <a:pt x="103738" y="12355"/>
                  </a:lnTo>
                  <a:lnTo>
                    <a:pt x="98877" y="14439"/>
                  </a:lnTo>
                  <a:lnTo>
                    <a:pt x="94083" y="16676"/>
                  </a:lnTo>
                  <a:lnTo>
                    <a:pt x="89363" y="19063"/>
                  </a:lnTo>
                  <a:lnTo>
                    <a:pt x="84721" y="21598"/>
                  </a:lnTo>
                  <a:lnTo>
                    <a:pt x="80162" y="24279"/>
                  </a:lnTo>
                  <a:lnTo>
                    <a:pt x="75689" y="27103"/>
                  </a:lnTo>
                  <a:lnTo>
                    <a:pt x="71308" y="30066"/>
                  </a:lnTo>
                  <a:lnTo>
                    <a:pt x="67023" y="33167"/>
                  </a:lnTo>
                  <a:lnTo>
                    <a:pt x="62838" y="36402"/>
                  </a:lnTo>
                  <a:lnTo>
                    <a:pt x="58758" y="39768"/>
                  </a:lnTo>
                  <a:lnTo>
                    <a:pt x="54786" y="43261"/>
                  </a:lnTo>
                  <a:lnTo>
                    <a:pt x="50927" y="46878"/>
                  </a:lnTo>
                  <a:lnTo>
                    <a:pt x="47184" y="50615"/>
                  </a:lnTo>
                  <a:lnTo>
                    <a:pt x="43561" y="54469"/>
                  </a:lnTo>
                  <a:lnTo>
                    <a:pt x="40062" y="58436"/>
                  </a:lnTo>
                  <a:lnTo>
                    <a:pt x="36690" y="62511"/>
                  </a:lnTo>
                  <a:lnTo>
                    <a:pt x="33449" y="66691"/>
                  </a:lnTo>
                  <a:lnTo>
                    <a:pt x="30342" y="70971"/>
                  </a:lnTo>
                  <a:lnTo>
                    <a:pt x="27372" y="75347"/>
                  </a:lnTo>
                  <a:lnTo>
                    <a:pt x="24541" y="79816"/>
                  </a:lnTo>
                  <a:lnTo>
                    <a:pt x="21853" y="84371"/>
                  </a:lnTo>
                  <a:lnTo>
                    <a:pt x="19311" y="89009"/>
                  </a:lnTo>
                  <a:lnTo>
                    <a:pt x="16917" y="93726"/>
                  </a:lnTo>
                  <a:lnTo>
                    <a:pt x="14673" y="98516"/>
                  </a:lnTo>
                  <a:lnTo>
                    <a:pt x="12582" y="103374"/>
                  </a:lnTo>
                  <a:lnTo>
                    <a:pt x="10646" y="108296"/>
                  </a:lnTo>
                  <a:lnTo>
                    <a:pt x="8866" y="113277"/>
                  </a:lnTo>
                  <a:lnTo>
                    <a:pt x="7245" y="118312"/>
                  </a:lnTo>
                  <a:lnTo>
                    <a:pt x="5784" y="123395"/>
                  </a:lnTo>
                  <a:lnTo>
                    <a:pt x="4484" y="128522"/>
                  </a:lnTo>
                  <a:lnTo>
                    <a:pt x="3348" y="133688"/>
                  </a:lnTo>
                  <a:lnTo>
                    <a:pt x="2375" y="138887"/>
                  </a:lnTo>
                  <a:lnTo>
                    <a:pt x="1567" y="144114"/>
                  </a:lnTo>
                  <a:lnTo>
                    <a:pt x="925" y="149365"/>
                  </a:lnTo>
                  <a:lnTo>
                    <a:pt x="450" y="154633"/>
                  </a:lnTo>
                  <a:lnTo>
                    <a:pt x="141" y="159913"/>
                  </a:lnTo>
                  <a:lnTo>
                    <a:pt x="0" y="165200"/>
                  </a:lnTo>
                  <a:lnTo>
                    <a:pt x="25" y="170489"/>
                  </a:lnTo>
                  <a:lnTo>
                    <a:pt x="219" y="175775"/>
                  </a:lnTo>
                  <a:lnTo>
                    <a:pt x="579" y="181052"/>
                  </a:lnTo>
                  <a:lnTo>
                    <a:pt x="1106" y="186315"/>
                  </a:lnTo>
                  <a:lnTo>
                    <a:pt x="1799" y="191559"/>
                  </a:lnTo>
                  <a:lnTo>
                    <a:pt x="2658" y="196778"/>
                  </a:lnTo>
                  <a:lnTo>
                    <a:pt x="3682" y="201967"/>
                  </a:lnTo>
                  <a:lnTo>
                    <a:pt x="4869" y="207122"/>
                  </a:lnTo>
                  <a:lnTo>
                    <a:pt x="6219" y="212236"/>
                  </a:lnTo>
                  <a:lnTo>
                    <a:pt x="7730" y="217305"/>
                  </a:lnTo>
                  <a:lnTo>
                    <a:pt x="9400" y="222323"/>
                  </a:lnTo>
                  <a:lnTo>
                    <a:pt x="11229" y="227286"/>
                  </a:lnTo>
                  <a:lnTo>
                    <a:pt x="13213" y="232189"/>
                  </a:lnTo>
                  <a:lnTo>
                    <a:pt x="15352" y="237027"/>
                  </a:lnTo>
                  <a:lnTo>
                    <a:pt x="17642" y="241795"/>
                  </a:lnTo>
                  <a:lnTo>
                    <a:pt x="20083" y="246487"/>
                  </a:lnTo>
                  <a:lnTo>
                    <a:pt x="22670" y="251100"/>
                  </a:lnTo>
                  <a:lnTo>
                    <a:pt x="25402" y="255629"/>
                  </a:lnTo>
                  <a:lnTo>
                    <a:pt x="28276" y="260070"/>
                  </a:lnTo>
                  <a:lnTo>
                    <a:pt x="31290" y="264417"/>
                  </a:lnTo>
                  <a:lnTo>
                    <a:pt x="34439" y="268667"/>
                  </a:lnTo>
                  <a:lnTo>
                    <a:pt x="37721" y="272815"/>
                  </a:lnTo>
                  <a:lnTo>
                    <a:pt x="41132" y="276856"/>
                  </a:lnTo>
                  <a:lnTo>
                    <a:pt x="44670" y="280789"/>
                  </a:lnTo>
                  <a:lnTo>
                    <a:pt x="48330" y="284607"/>
                  </a:lnTo>
                  <a:lnTo>
                    <a:pt x="52110" y="288307"/>
                  </a:lnTo>
                  <a:lnTo>
                    <a:pt x="56004" y="291886"/>
                  </a:lnTo>
                  <a:lnTo>
                    <a:pt x="60010" y="295340"/>
                  </a:lnTo>
                  <a:lnTo>
                    <a:pt x="64123" y="298666"/>
                  </a:lnTo>
                  <a:lnTo>
                    <a:pt x="68339" y="301859"/>
                  </a:lnTo>
                  <a:lnTo>
                    <a:pt x="72655" y="304918"/>
                  </a:lnTo>
                  <a:lnTo>
                    <a:pt x="77064" y="307839"/>
                  </a:lnTo>
                  <a:lnTo>
                    <a:pt x="81564" y="310619"/>
                  </a:lnTo>
                  <a:lnTo>
                    <a:pt x="86150" y="313255"/>
                  </a:lnTo>
                  <a:lnTo>
                    <a:pt x="90817" y="315744"/>
                  </a:lnTo>
                  <a:lnTo>
                    <a:pt x="95560" y="318085"/>
                  </a:lnTo>
                  <a:lnTo>
                    <a:pt x="100375" y="320274"/>
                  </a:lnTo>
                  <a:lnTo>
                    <a:pt x="105256" y="322311"/>
                  </a:lnTo>
                  <a:lnTo>
                    <a:pt x="110200" y="324191"/>
                  </a:lnTo>
                  <a:lnTo>
                    <a:pt x="115201" y="325914"/>
                  </a:lnTo>
                  <a:lnTo>
                    <a:pt x="120253" y="327479"/>
                  </a:lnTo>
                  <a:lnTo>
                    <a:pt x="125353" y="328882"/>
                  </a:lnTo>
                  <a:lnTo>
                    <a:pt x="130495" y="330124"/>
                  </a:lnTo>
                  <a:lnTo>
                    <a:pt x="135673" y="331202"/>
                  </a:lnTo>
                  <a:lnTo>
                    <a:pt x="140883" y="332116"/>
                  </a:lnTo>
                  <a:lnTo>
                    <a:pt x="146119" y="332864"/>
                  </a:lnTo>
                  <a:lnTo>
                    <a:pt x="151376" y="333447"/>
                  </a:lnTo>
                  <a:lnTo>
                    <a:pt x="156649" y="333863"/>
                  </a:lnTo>
                  <a:lnTo>
                    <a:pt x="161932" y="334112"/>
                  </a:lnTo>
                  <a:lnTo>
                    <a:pt x="167221" y="334193"/>
                  </a:lnTo>
                  <a:lnTo>
                    <a:pt x="172509" y="334108"/>
                  </a:lnTo>
                  <a:lnTo>
                    <a:pt x="177793" y="333855"/>
                  </a:lnTo>
                  <a:lnTo>
                    <a:pt x="183065" y="333435"/>
                  </a:lnTo>
                  <a:lnTo>
                    <a:pt x="188322" y="332848"/>
                  </a:lnTo>
                  <a:lnTo>
                    <a:pt x="193557" y="332096"/>
                  </a:lnTo>
                  <a:lnTo>
                    <a:pt x="198766" y="331178"/>
                  </a:lnTo>
                  <a:lnTo>
                    <a:pt x="203944" y="330096"/>
                  </a:lnTo>
                  <a:lnTo>
                    <a:pt x="209084" y="328850"/>
                  </a:lnTo>
                  <a:lnTo>
                    <a:pt x="214183" y="327443"/>
                  </a:lnTo>
                  <a:lnTo>
                    <a:pt x="219235" y="325875"/>
                  </a:lnTo>
                  <a:lnTo>
                    <a:pt x="224234" y="324148"/>
                  </a:lnTo>
                  <a:lnTo>
                    <a:pt x="229176" y="322263"/>
                  </a:lnTo>
                  <a:lnTo>
                    <a:pt x="234056" y="320223"/>
                  </a:lnTo>
                  <a:lnTo>
                    <a:pt x="238869" y="318030"/>
                  </a:lnTo>
                  <a:lnTo>
                    <a:pt x="243611" y="315686"/>
                  </a:lnTo>
                  <a:lnTo>
                    <a:pt x="248276" y="313193"/>
                  </a:lnTo>
                  <a:lnTo>
                    <a:pt x="252859" y="310553"/>
                  </a:lnTo>
                  <a:lnTo>
                    <a:pt x="257357" y="307770"/>
                  </a:lnTo>
                  <a:lnTo>
                    <a:pt x="261765" y="304846"/>
                  </a:lnTo>
                  <a:lnTo>
                    <a:pt x="266077" y="301784"/>
                  </a:lnTo>
                  <a:lnTo>
                    <a:pt x="270291" y="298587"/>
                  </a:lnTo>
                  <a:lnTo>
                    <a:pt x="274402" y="295258"/>
                  </a:lnTo>
                  <a:lnTo>
                    <a:pt x="278405" y="291801"/>
                  </a:lnTo>
                  <a:lnTo>
                    <a:pt x="282297" y="288219"/>
                  </a:lnTo>
                  <a:lnTo>
                    <a:pt x="286073" y="284516"/>
                  </a:lnTo>
                  <a:lnTo>
                    <a:pt x="289731" y="280695"/>
                  </a:lnTo>
                  <a:lnTo>
                    <a:pt x="293266" y="276760"/>
                  </a:lnTo>
                  <a:lnTo>
                    <a:pt x="296674" y="272716"/>
                  </a:lnTo>
                  <a:lnTo>
                    <a:pt x="299953" y="268565"/>
                  </a:lnTo>
                  <a:lnTo>
                    <a:pt x="303099" y="264313"/>
                  </a:lnTo>
                  <a:lnTo>
                    <a:pt x="306109" y="259964"/>
                  </a:lnTo>
                  <a:lnTo>
                    <a:pt x="308979" y="255521"/>
                  </a:lnTo>
                  <a:lnTo>
                    <a:pt x="311708" y="250990"/>
                  </a:lnTo>
                  <a:lnTo>
                    <a:pt x="314292" y="246375"/>
                  </a:lnTo>
                  <a:lnTo>
                    <a:pt x="316729" y="241680"/>
                  </a:lnTo>
                  <a:lnTo>
                    <a:pt x="319016" y="236911"/>
                  </a:lnTo>
                  <a:lnTo>
                    <a:pt x="321150" y="232072"/>
                  </a:lnTo>
                  <a:lnTo>
                    <a:pt x="323131" y="227167"/>
                  </a:lnTo>
                  <a:lnTo>
                    <a:pt x="324956" y="222203"/>
                  </a:lnTo>
                  <a:lnTo>
                    <a:pt x="326622" y="217183"/>
                  </a:lnTo>
                  <a:lnTo>
                    <a:pt x="328129" y="212113"/>
                  </a:lnTo>
                  <a:lnTo>
                    <a:pt x="329475" y="206998"/>
                  </a:lnTo>
                  <a:lnTo>
                    <a:pt x="330659" y="201842"/>
                  </a:lnTo>
                  <a:lnTo>
                    <a:pt x="331678" y="196652"/>
                  </a:lnTo>
                  <a:lnTo>
                    <a:pt x="332533" y="191433"/>
                  </a:lnTo>
                  <a:lnTo>
                    <a:pt x="333222" y="186188"/>
                  </a:lnTo>
                  <a:lnTo>
                    <a:pt x="333746" y="180925"/>
                  </a:lnTo>
                  <a:lnTo>
                    <a:pt x="334102" y="175648"/>
                  </a:lnTo>
                  <a:lnTo>
                    <a:pt x="334291" y="170362"/>
                  </a:lnTo>
                  <a:lnTo>
                    <a:pt x="334313" y="165073"/>
                  </a:lnTo>
                  <a:lnTo>
                    <a:pt x="334168" y="159785"/>
                  </a:lnTo>
                  <a:lnTo>
                    <a:pt x="333855" y="154505"/>
                  </a:lnTo>
                  <a:lnTo>
                    <a:pt x="333375" y="149238"/>
                  </a:lnTo>
                  <a:lnTo>
                    <a:pt x="332729" y="143988"/>
                  </a:lnTo>
                  <a:lnTo>
                    <a:pt x="331918" y="138761"/>
                  </a:lnTo>
                  <a:lnTo>
                    <a:pt x="330941" y="133563"/>
                  </a:lnTo>
                  <a:lnTo>
                    <a:pt x="329800" y="128398"/>
                  </a:lnTo>
                  <a:lnTo>
                    <a:pt x="328497" y="123272"/>
                  </a:lnTo>
                  <a:lnTo>
                    <a:pt x="327032" y="118190"/>
                  </a:lnTo>
                  <a:lnTo>
                    <a:pt x="325407" y="113156"/>
                  </a:lnTo>
                  <a:lnTo>
                    <a:pt x="323623" y="108177"/>
                  </a:lnTo>
                  <a:lnTo>
                    <a:pt x="321683" y="103256"/>
                  </a:lnTo>
                  <a:lnTo>
                    <a:pt x="319588" y="98399"/>
                  </a:lnTo>
                  <a:lnTo>
                    <a:pt x="317341" y="93611"/>
                  </a:lnTo>
                  <a:lnTo>
                    <a:pt x="314943" y="88897"/>
                  </a:lnTo>
                  <a:lnTo>
                    <a:pt x="312397" y="84260"/>
                  </a:lnTo>
                  <a:lnTo>
                    <a:pt x="309706" y="79707"/>
                  </a:lnTo>
                  <a:lnTo>
                    <a:pt x="306872" y="75241"/>
                  </a:lnTo>
                  <a:lnTo>
                    <a:pt x="303899" y="70866"/>
                  </a:lnTo>
                  <a:lnTo>
                    <a:pt x="300788" y="66589"/>
                  </a:lnTo>
                  <a:lnTo>
                    <a:pt x="297544" y="62411"/>
                  </a:lnTo>
                  <a:lnTo>
                    <a:pt x="294169" y="58339"/>
                  </a:lnTo>
                  <a:lnTo>
                    <a:pt x="290667" y="54375"/>
                  </a:lnTo>
                  <a:lnTo>
                    <a:pt x="287041" y="50524"/>
                  </a:lnTo>
                  <a:lnTo>
                    <a:pt x="283295" y="46789"/>
                  </a:lnTo>
                  <a:lnTo>
                    <a:pt x="279433" y="43175"/>
                  </a:lnTo>
                  <a:lnTo>
                    <a:pt x="275459" y="39685"/>
                  </a:lnTo>
                  <a:lnTo>
                    <a:pt x="271376" y="36323"/>
                  </a:lnTo>
                  <a:lnTo>
                    <a:pt x="267189" y="33091"/>
                  </a:lnTo>
                  <a:lnTo>
                    <a:pt x="262901" y="29993"/>
                  </a:lnTo>
                  <a:lnTo>
                    <a:pt x="258518" y="27033"/>
                  </a:lnTo>
                  <a:lnTo>
                    <a:pt x="254043" y="24212"/>
                  </a:lnTo>
                  <a:lnTo>
                    <a:pt x="249482" y="21535"/>
                  </a:lnTo>
                  <a:lnTo>
                    <a:pt x="244838" y="19004"/>
                  </a:lnTo>
                  <a:lnTo>
                    <a:pt x="240116" y="16620"/>
                  </a:lnTo>
                  <a:lnTo>
                    <a:pt x="235321" y="14387"/>
                  </a:lnTo>
                  <a:lnTo>
                    <a:pt x="230458" y="12307"/>
                  </a:lnTo>
                  <a:lnTo>
                    <a:pt x="225531" y="10382"/>
                  </a:lnTo>
                  <a:lnTo>
                    <a:pt x="167157" y="1670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58374" cy="167167"/>
            </a:xfrm>
            <a:custGeom>
              <a:avLst/>
              <a:pathLst>
                <a:path w="58374" h="167167">
                  <a:moveTo>
                    <a:pt x="58374" y="10523"/>
                  </a:moveTo>
                  <a:lnTo>
                    <a:pt x="52750" y="8541"/>
                  </a:lnTo>
                  <a:lnTo>
                    <a:pt x="47059" y="6760"/>
                  </a:lnTo>
                  <a:lnTo>
                    <a:pt x="41309" y="5184"/>
                  </a:lnTo>
                  <a:lnTo>
                    <a:pt x="35506" y="3814"/>
                  </a:lnTo>
                  <a:lnTo>
                    <a:pt x="29657" y="2651"/>
                  </a:lnTo>
                  <a:lnTo>
                    <a:pt x="23771" y="1698"/>
                  </a:lnTo>
                  <a:lnTo>
                    <a:pt x="17855" y="956"/>
                  </a:lnTo>
                  <a:lnTo>
                    <a:pt x="11916" y="425"/>
                  </a:lnTo>
                  <a:lnTo>
                    <a:pt x="5961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4426" y="4213821"/>
              <a:ext cx="6861" cy="167167"/>
            </a:xfrm>
            <a:custGeom>
              <a:avLst/>
              <a:pathLst>
                <a:path w="6861" h="167167">
                  <a:moveTo>
                    <a:pt x="6861" y="0"/>
                  </a:moveTo>
                  <a:lnTo>
                    <a:pt x="0" y="140"/>
                  </a:lnTo>
                  <a:lnTo>
                    <a:pt x="68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4426" y="4213962"/>
              <a:ext cx="6861" cy="167026"/>
            </a:xfrm>
            <a:custGeom>
              <a:avLst/>
              <a:pathLst>
                <a:path w="6861" h="167026">
                  <a:moveTo>
                    <a:pt x="0" y="0"/>
                  </a:moveTo>
                  <a:lnTo>
                    <a:pt x="6861" y="1670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30" y="4213962"/>
              <a:ext cx="334313" cy="334193"/>
            </a:xfrm>
            <a:custGeom>
              <a:avLst/>
              <a:pathLst>
                <a:path w="334313" h="334193">
                  <a:moveTo>
                    <a:pt x="160295" y="0"/>
                  </a:moveTo>
                  <a:lnTo>
                    <a:pt x="155015" y="300"/>
                  </a:lnTo>
                  <a:lnTo>
                    <a:pt x="149746" y="768"/>
                  </a:lnTo>
                  <a:lnTo>
                    <a:pt x="144495" y="1402"/>
                  </a:lnTo>
                  <a:lnTo>
                    <a:pt x="139267" y="2202"/>
                  </a:lnTo>
                  <a:lnTo>
                    <a:pt x="134066" y="3167"/>
                  </a:lnTo>
                  <a:lnTo>
                    <a:pt x="128899" y="4295"/>
                  </a:lnTo>
                  <a:lnTo>
                    <a:pt x="123769" y="5587"/>
                  </a:lnTo>
                  <a:lnTo>
                    <a:pt x="118684" y="7041"/>
                  </a:lnTo>
                  <a:lnTo>
                    <a:pt x="113647" y="8654"/>
                  </a:lnTo>
                  <a:lnTo>
                    <a:pt x="108663" y="10427"/>
                  </a:lnTo>
                  <a:lnTo>
                    <a:pt x="103738" y="12355"/>
                  </a:lnTo>
                  <a:lnTo>
                    <a:pt x="98877" y="14439"/>
                  </a:lnTo>
                  <a:lnTo>
                    <a:pt x="94083" y="16676"/>
                  </a:lnTo>
                  <a:lnTo>
                    <a:pt x="89363" y="19063"/>
                  </a:lnTo>
                  <a:lnTo>
                    <a:pt x="84721" y="21598"/>
                  </a:lnTo>
                  <a:lnTo>
                    <a:pt x="80162" y="24279"/>
                  </a:lnTo>
                  <a:lnTo>
                    <a:pt x="75689" y="27103"/>
                  </a:lnTo>
                  <a:lnTo>
                    <a:pt x="71308" y="30066"/>
                  </a:lnTo>
                  <a:lnTo>
                    <a:pt x="67023" y="33167"/>
                  </a:lnTo>
                  <a:lnTo>
                    <a:pt x="62838" y="36402"/>
                  </a:lnTo>
                  <a:lnTo>
                    <a:pt x="58758" y="39768"/>
                  </a:lnTo>
                  <a:lnTo>
                    <a:pt x="54786" y="43261"/>
                  </a:lnTo>
                  <a:lnTo>
                    <a:pt x="50927" y="46878"/>
                  </a:lnTo>
                  <a:lnTo>
                    <a:pt x="47184" y="50615"/>
                  </a:lnTo>
                  <a:lnTo>
                    <a:pt x="43561" y="54469"/>
                  </a:lnTo>
                  <a:lnTo>
                    <a:pt x="40062" y="58436"/>
                  </a:lnTo>
                  <a:lnTo>
                    <a:pt x="36690" y="62511"/>
                  </a:lnTo>
                  <a:lnTo>
                    <a:pt x="33449" y="66691"/>
                  </a:lnTo>
                  <a:lnTo>
                    <a:pt x="30342" y="70971"/>
                  </a:lnTo>
                  <a:lnTo>
                    <a:pt x="27372" y="75347"/>
                  </a:lnTo>
                  <a:lnTo>
                    <a:pt x="24541" y="79816"/>
                  </a:lnTo>
                  <a:lnTo>
                    <a:pt x="21853" y="84371"/>
                  </a:lnTo>
                  <a:lnTo>
                    <a:pt x="19311" y="89009"/>
                  </a:lnTo>
                  <a:lnTo>
                    <a:pt x="16917" y="93726"/>
                  </a:lnTo>
                  <a:lnTo>
                    <a:pt x="14673" y="98516"/>
                  </a:lnTo>
                  <a:lnTo>
                    <a:pt x="12582" y="103374"/>
                  </a:lnTo>
                  <a:lnTo>
                    <a:pt x="10646" y="108296"/>
                  </a:lnTo>
                  <a:lnTo>
                    <a:pt x="8866" y="113277"/>
                  </a:lnTo>
                  <a:lnTo>
                    <a:pt x="7245" y="118312"/>
                  </a:lnTo>
                  <a:lnTo>
                    <a:pt x="5784" y="123395"/>
                  </a:lnTo>
                  <a:lnTo>
                    <a:pt x="4484" y="128522"/>
                  </a:lnTo>
                  <a:lnTo>
                    <a:pt x="3348" y="133688"/>
                  </a:lnTo>
                  <a:lnTo>
                    <a:pt x="2375" y="138887"/>
                  </a:lnTo>
                  <a:lnTo>
                    <a:pt x="1567" y="144114"/>
                  </a:lnTo>
                  <a:lnTo>
                    <a:pt x="925" y="149365"/>
                  </a:lnTo>
                  <a:lnTo>
                    <a:pt x="450" y="154633"/>
                  </a:lnTo>
                  <a:lnTo>
                    <a:pt x="141" y="159913"/>
                  </a:lnTo>
                  <a:lnTo>
                    <a:pt x="0" y="165200"/>
                  </a:lnTo>
                  <a:lnTo>
                    <a:pt x="25" y="170489"/>
                  </a:lnTo>
                  <a:lnTo>
                    <a:pt x="219" y="175775"/>
                  </a:lnTo>
                  <a:lnTo>
                    <a:pt x="579" y="181052"/>
                  </a:lnTo>
                  <a:lnTo>
                    <a:pt x="1106" y="186315"/>
                  </a:lnTo>
                  <a:lnTo>
                    <a:pt x="1799" y="191559"/>
                  </a:lnTo>
                  <a:lnTo>
                    <a:pt x="2658" y="196778"/>
                  </a:lnTo>
                  <a:lnTo>
                    <a:pt x="3682" y="201967"/>
                  </a:lnTo>
                  <a:lnTo>
                    <a:pt x="4869" y="207122"/>
                  </a:lnTo>
                  <a:lnTo>
                    <a:pt x="6219" y="212236"/>
                  </a:lnTo>
                  <a:lnTo>
                    <a:pt x="7730" y="217305"/>
                  </a:lnTo>
                  <a:lnTo>
                    <a:pt x="9400" y="222323"/>
                  </a:lnTo>
                  <a:lnTo>
                    <a:pt x="11229" y="227286"/>
                  </a:lnTo>
                  <a:lnTo>
                    <a:pt x="13213" y="232189"/>
                  </a:lnTo>
                  <a:lnTo>
                    <a:pt x="15352" y="237027"/>
                  </a:lnTo>
                  <a:lnTo>
                    <a:pt x="17642" y="241795"/>
                  </a:lnTo>
                  <a:lnTo>
                    <a:pt x="20083" y="246487"/>
                  </a:lnTo>
                  <a:lnTo>
                    <a:pt x="22670" y="251100"/>
                  </a:lnTo>
                  <a:lnTo>
                    <a:pt x="25402" y="255629"/>
                  </a:lnTo>
                  <a:lnTo>
                    <a:pt x="28276" y="260070"/>
                  </a:lnTo>
                  <a:lnTo>
                    <a:pt x="31290" y="264417"/>
                  </a:lnTo>
                  <a:lnTo>
                    <a:pt x="34439" y="268667"/>
                  </a:lnTo>
                  <a:lnTo>
                    <a:pt x="37721" y="272815"/>
                  </a:lnTo>
                  <a:lnTo>
                    <a:pt x="41132" y="276856"/>
                  </a:lnTo>
                  <a:lnTo>
                    <a:pt x="44670" y="280789"/>
                  </a:lnTo>
                  <a:lnTo>
                    <a:pt x="48330" y="284607"/>
                  </a:lnTo>
                  <a:lnTo>
                    <a:pt x="52110" y="288307"/>
                  </a:lnTo>
                  <a:lnTo>
                    <a:pt x="56004" y="291886"/>
                  </a:lnTo>
                  <a:lnTo>
                    <a:pt x="60010" y="295340"/>
                  </a:lnTo>
                  <a:lnTo>
                    <a:pt x="64123" y="298666"/>
                  </a:lnTo>
                  <a:lnTo>
                    <a:pt x="68339" y="301859"/>
                  </a:lnTo>
                  <a:lnTo>
                    <a:pt x="72655" y="304918"/>
                  </a:lnTo>
                  <a:lnTo>
                    <a:pt x="77064" y="307839"/>
                  </a:lnTo>
                  <a:lnTo>
                    <a:pt x="81564" y="310619"/>
                  </a:lnTo>
                  <a:lnTo>
                    <a:pt x="86150" y="313255"/>
                  </a:lnTo>
                  <a:lnTo>
                    <a:pt x="90817" y="315744"/>
                  </a:lnTo>
                  <a:lnTo>
                    <a:pt x="95560" y="318085"/>
                  </a:lnTo>
                  <a:lnTo>
                    <a:pt x="100375" y="320274"/>
                  </a:lnTo>
                  <a:lnTo>
                    <a:pt x="105256" y="322311"/>
                  </a:lnTo>
                  <a:lnTo>
                    <a:pt x="110200" y="324191"/>
                  </a:lnTo>
                  <a:lnTo>
                    <a:pt x="115201" y="325914"/>
                  </a:lnTo>
                  <a:lnTo>
                    <a:pt x="120253" y="327479"/>
                  </a:lnTo>
                  <a:lnTo>
                    <a:pt x="125353" y="328882"/>
                  </a:lnTo>
                  <a:lnTo>
                    <a:pt x="130495" y="330124"/>
                  </a:lnTo>
                  <a:lnTo>
                    <a:pt x="135673" y="331202"/>
                  </a:lnTo>
                  <a:lnTo>
                    <a:pt x="140883" y="332116"/>
                  </a:lnTo>
                  <a:lnTo>
                    <a:pt x="146119" y="332864"/>
                  </a:lnTo>
                  <a:lnTo>
                    <a:pt x="151376" y="333447"/>
                  </a:lnTo>
                  <a:lnTo>
                    <a:pt x="156649" y="333863"/>
                  </a:lnTo>
                  <a:lnTo>
                    <a:pt x="161932" y="334112"/>
                  </a:lnTo>
                  <a:lnTo>
                    <a:pt x="167221" y="334193"/>
                  </a:lnTo>
                  <a:lnTo>
                    <a:pt x="172509" y="334108"/>
                  </a:lnTo>
                  <a:lnTo>
                    <a:pt x="177793" y="333855"/>
                  </a:lnTo>
                  <a:lnTo>
                    <a:pt x="183065" y="333435"/>
                  </a:lnTo>
                  <a:lnTo>
                    <a:pt x="188322" y="332848"/>
                  </a:lnTo>
                  <a:lnTo>
                    <a:pt x="193557" y="332096"/>
                  </a:lnTo>
                  <a:lnTo>
                    <a:pt x="198766" y="331178"/>
                  </a:lnTo>
                  <a:lnTo>
                    <a:pt x="203944" y="330096"/>
                  </a:lnTo>
                  <a:lnTo>
                    <a:pt x="209084" y="328850"/>
                  </a:lnTo>
                  <a:lnTo>
                    <a:pt x="214183" y="327443"/>
                  </a:lnTo>
                  <a:lnTo>
                    <a:pt x="219235" y="325875"/>
                  </a:lnTo>
                  <a:lnTo>
                    <a:pt x="224234" y="324148"/>
                  </a:lnTo>
                  <a:lnTo>
                    <a:pt x="229176" y="322263"/>
                  </a:lnTo>
                  <a:lnTo>
                    <a:pt x="234056" y="320223"/>
                  </a:lnTo>
                  <a:lnTo>
                    <a:pt x="238869" y="318030"/>
                  </a:lnTo>
                  <a:lnTo>
                    <a:pt x="243611" y="315686"/>
                  </a:lnTo>
                  <a:lnTo>
                    <a:pt x="248276" y="313193"/>
                  </a:lnTo>
                  <a:lnTo>
                    <a:pt x="252859" y="310553"/>
                  </a:lnTo>
                  <a:lnTo>
                    <a:pt x="257357" y="307770"/>
                  </a:lnTo>
                  <a:lnTo>
                    <a:pt x="261765" y="304846"/>
                  </a:lnTo>
                  <a:lnTo>
                    <a:pt x="266077" y="301784"/>
                  </a:lnTo>
                  <a:lnTo>
                    <a:pt x="270291" y="298587"/>
                  </a:lnTo>
                  <a:lnTo>
                    <a:pt x="274402" y="295258"/>
                  </a:lnTo>
                  <a:lnTo>
                    <a:pt x="278405" y="291801"/>
                  </a:lnTo>
                  <a:lnTo>
                    <a:pt x="282297" y="288219"/>
                  </a:lnTo>
                  <a:lnTo>
                    <a:pt x="286073" y="284516"/>
                  </a:lnTo>
                  <a:lnTo>
                    <a:pt x="289731" y="280695"/>
                  </a:lnTo>
                  <a:lnTo>
                    <a:pt x="293266" y="276760"/>
                  </a:lnTo>
                  <a:lnTo>
                    <a:pt x="296674" y="272716"/>
                  </a:lnTo>
                  <a:lnTo>
                    <a:pt x="299953" y="268565"/>
                  </a:lnTo>
                  <a:lnTo>
                    <a:pt x="303099" y="264313"/>
                  </a:lnTo>
                  <a:lnTo>
                    <a:pt x="306109" y="259964"/>
                  </a:lnTo>
                  <a:lnTo>
                    <a:pt x="308979" y="255521"/>
                  </a:lnTo>
                  <a:lnTo>
                    <a:pt x="311708" y="250990"/>
                  </a:lnTo>
                  <a:lnTo>
                    <a:pt x="314292" y="246375"/>
                  </a:lnTo>
                  <a:lnTo>
                    <a:pt x="316729" y="241680"/>
                  </a:lnTo>
                  <a:lnTo>
                    <a:pt x="319016" y="236911"/>
                  </a:lnTo>
                  <a:lnTo>
                    <a:pt x="321150" y="232072"/>
                  </a:lnTo>
                  <a:lnTo>
                    <a:pt x="323131" y="227167"/>
                  </a:lnTo>
                  <a:lnTo>
                    <a:pt x="324956" y="222203"/>
                  </a:lnTo>
                  <a:lnTo>
                    <a:pt x="326622" y="217183"/>
                  </a:lnTo>
                  <a:lnTo>
                    <a:pt x="328129" y="212113"/>
                  </a:lnTo>
                  <a:lnTo>
                    <a:pt x="329475" y="206998"/>
                  </a:lnTo>
                  <a:lnTo>
                    <a:pt x="330659" y="201842"/>
                  </a:lnTo>
                  <a:lnTo>
                    <a:pt x="331678" y="196652"/>
                  </a:lnTo>
                  <a:lnTo>
                    <a:pt x="332533" y="191433"/>
                  </a:lnTo>
                  <a:lnTo>
                    <a:pt x="333222" y="186188"/>
                  </a:lnTo>
                  <a:lnTo>
                    <a:pt x="333746" y="180925"/>
                  </a:lnTo>
                  <a:lnTo>
                    <a:pt x="334102" y="175648"/>
                  </a:lnTo>
                  <a:lnTo>
                    <a:pt x="334291" y="170362"/>
                  </a:lnTo>
                  <a:lnTo>
                    <a:pt x="334313" y="165073"/>
                  </a:lnTo>
                  <a:lnTo>
                    <a:pt x="334168" y="159785"/>
                  </a:lnTo>
                  <a:lnTo>
                    <a:pt x="333855" y="154505"/>
                  </a:lnTo>
                  <a:lnTo>
                    <a:pt x="333375" y="149238"/>
                  </a:lnTo>
                  <a:lnTo>
                    <a:pt x="332729" y="143988"/>
                  </a:lnTo>
                  <a:lnTo>
                    <a:pt x="331918" y="138761"/>
                  </a:lnTo>
                  <a:lnTo>
                    <a:pt x="330941" y="133563"/>
                  </a:lnTo>
                  <a:lnTo>
                    <a:pt x="329800" y="128398"/>
                  </a:lnTo>
                  <a:lnTo>
                    <a:pt x="328497" y="123272"/>
                  </a:lnTo>
                  <a:lnTo>
                    <a:pt x="327032" y="118190"/>
                  </a:lnTo>
                  <a:lnTo>
                    <a:pt x="325407" y="113156"/>
                  </a:lnTo>
                  <a:lnTo>
                    <a:pt x="323623" y="108177"/>
                  </a:lnTo>
                  <a:lnTo>
                    <a:pt x="321683" y="103256"/>
                  </a:lnTo>
                  <a:lnTo>
                    <a:pt x="319588" y="98399"/>
                  </a:lnTo>
                  <a:lnTo>
                    <a:pt x="317341" y="93611"/>
                  </a:lnTo>
                  <a:lnTo>
                    <a:pt x="314943" y="88897"/>
                  </a:lnTo>
                  <a:lnTo>
                    <a:pt x="312397" y="84260"/>
                  </a:lnTo>
                  <a:lnTo>
                    <a:pt x="309706" y="79707"/>
                  </a:lnTo>
                  <a:lnTo>
                    <a:pt x="306872" y="75241"/>
                  </a:lnTo>
                  <a:lnTo>
                    <a:pt x="303899" y="70866"/>
                  </a:lnTo>
                  <a:lnTo>
                    <a:pt x="300788" y="66589"/>
                  </a:lnTo>
                  <a:lnTo>
                    <a:pt x="297544" y="62411"/>
                  </a:lnTo>
                  <a:lnTo>
                    <a:pt x="294169" y="58339"/>
                  </a:lnTo>
                  <a:lnTo>
                    <a:pt x="290667" y="54375"/>
                  </a:lnTo>
                  <a:lnTo>
                    <a:pt x="287041" y="50524"/>
                  </a:lnTo>
                  <a:lnTo>
                    <a:pt x="283295" y="46789"/>
                  </a:lnTo>
                  <a:lnTo>
                    <a:pt x="279433" y="43175"/>
                  </a:lnTo>
                  <a:lnTo>
                    <a:pt x="275459" y="39685"/>
                  </a:lnTo>
                  <a:lnTo>
                    <a:pt x="271376" y="36323"/>
                  </a:lnTo>
                  <a:lnTo>
                    <a:pt x="267189" y="33091"/>
                  </a:lnTo>
                  <a:lnTo>
                    <a:pt x="262901" y="29993"/>
                  </a:lnTo>
                  <a:lnTo>
                    <a:pt x="258518" y="27033"/>
                  </a:lnTo>
                  <a:lnTo>
                    <a:pt x="254043" y="24212"/>
                  </a:lnTo>
                  <a:lnTo>
                    <a:pt x="249482" y="21535"/>
                  </a:lnTo>
                  <a:lnTo>
                    <a:pt x="244838" y="19004"/>
                  </a:lnTo>
                  <a:lnTo>
                    <a:pt x="240116" y="16620"/>
                  </a:lnTo>
                  <a:lnTo>
                    <a:pt x="235321" y="14387"/>
                  </a:lnTo>
                  <a:lnTo>
                    <a:pt x="230458" y="12307"/>
                  </a:lnTo>
                  <a:lnTo>
                    <a:pt x="225531" y="10382"/>
                  </a:lnTo>
                  <a:lnTo>
                    <a:pt x="167157" y="1670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58374" cy="167167"/>
            </a:xfrm>
            <a:custGeom>
              <a:avLst/>
              <a:pathLst>
                <a:path w="58374" h="167167">
                  <a:moveTo>
                    <a:pt x="58374" y="10523"/>
                  </a:moveTo>
                  <a:lnTo>
                    <a:pt x="52750" y="8541"/>
                  </a:lnTo>
                  <a:lnTo>
                    <a:pt x="47059" y="6760"/>
                  </a:lnTo>
                  <a:lnTo>
                    <a:pt x="41309" y="5184"/>
                  </a:lnTo>
                  <a:lnTo>
                    <a:pt x="35506" y="3814"/>
                  </a:lnTo>
                  <a:lnTo>
                    <a:pt x="29657" y="2651"/>
                  </a:lnTo>
                  <a:lnTo>
                    <a:pt x="23771" y="1698"/>
                  </a:lnTo>
                  <a:lnTo>
                    <a:pt x="17855" y="956"/>
                  </a:lnTo>
                  <a:lnTo>
                    <a:pt x="11916" y="425"/>
                  </a:lnTo>
                  <a:lnTo>
                    <a:pt x="5961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667" y="4659281"/>
              <a:ext cx="1857" cy="167167"/>
            </a:xfrm>
            <a:custGeom>
              <a:avLst/>
              <a:pathLst>
                <a:path w="1857" h="167167">
                  <a:moveTo>
                    <a:pt x="1857" y="0"/>
                  </a:moveTo>
                  <a:lnTo>
                    <a:pt x="0" y="10"/>
                  </a:lnTo>
                  <a:lnTo>
                    <a:pt x="1857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4667" y="4659292"/>
              <a:ext cx="1857" cy="167157"/>
            </a:xfrm>
            <a:custGeom>
              <a:avLst/>
              <a:pathLst>
                <a:path w="1857" h="167157">
                  <a:moveTo>
                    <a:pt x="0" y="0"/>
                  </a:moveTo>
                  <a:lnTo>
                    <a:pt x="1857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20663" y="4659292"/>
              <a:ext cx="165860" cy="167157"/>
            </a:xfrm>
            <a:custGeom>
              <a:avLst/>
              <a:pathLst>
                <a:path w="165860" h="167157">
                  <a:moveTo>
                    <a:pt x="164003" y="0"/>
                  </a:moveTo>
                  <a:lnTo>
                    <a:pt x="158555" y="149"/>
                  </a:lnTo>
                  <a:lnTo>
                    <a:pt x="153115" y="476"/>
                  </a:lnTo>
                  <a:lnTo>
                    <a:pt x="147688" y="980"/>
                  </a:lnTo>
                  <a:lnTo>
                    <a:pt x="142281" y="1661"/>
                  </a:lnTo>
                  <a:lnTo>
                    <a:pt x="136898" y="2517"/>
                  </a:lnTo>
                  <a:lnTo>
                    <a:pt x="131547" y="3549"/>
                  </a:lnTo>
                  <a:lnTo>
                    <a:pt x="126232" y="4754"/>
                  </a:lnTo>
                  <a:lnTo>
                    <a:pt x="120959" y="6132"/>
                  </a:lnTo>
                  <a:lnTo>
                    <a:pt x="115733" y="7682"/>
                  </a:lnTo>
                  <a:lnTo>
                    <a:pt x="110561" y="9401"/>
                  </a:lnTo>
                  <a:lnTo>
                    <a:pt x="105448" y="11287"/>
                  </a:lnTo>
                  <a:lnTo>
                    <a:pt x="100399" y="13339"/>
                  </a:lnTo>
                  <a:lnTo>
                    <a:pt x="95420" y="15555"/>
                  </a:lnTo>
                  <a:lnTo>
                    <a:pt x="90515" y="17932"/>
                  </a:lnTo>
                  <a:lnTo>
                    <a:pt x="85691" y="20467"/>
                  </a:lnTo>
                  <a:lnTo>
                    <a:pt x="80952" y="23159"/>
                  </a:lnTo>
                  <a:lnTo>
                    <a:pt x="76303" y="26003"/>
                  </a:lnTo>
                  <a:lnTo>
                    <a:pt x="71749" y="28997"/>
                  </a:lnTo>
                  <a:lnTo>
                    <a:pt x="67295" y="32139"/>
                  </a:lnTo>
                  <a:lnTo>
                    <a:pt x="62946" y="35424"/>
                  </a:lnTo>
                  <a:lnTo>
                    <a:pt x="58707" y="38848"/>
                  </a:lnTo>
                  <a:lnTo>
                    <a:pt x="54581" y="42410"/>
                  </a:lnTo>
                  <a:lnTo>
                    <a:pt x="50573" y="46103"/>
                  </a:lnTo>
                  <a:lnTo>
                    <a:pt x="46689" y="49926"/>
                  </a:lnTo>
                  <a:lnTo>
                    <a:pt x="42930" y="53873"/>
                  </a:lnTo>
                  <a:lnTo>
                    <a:pt x="39303" y="57941"/>
                  </a:lnTo>
                  <a:lnTo>
                    <a:pt x="35810" y="62124"/>
                  </a:lnTo>
                  <a:lnTo>
                    <a:pt x="32455" y="66420"/>
                  </a:lnTo>
                  <a:lnTo>
                    <a:pt x="29242" y="70822"/>
                  </a:lnTo>
                  <a:lnTo>
                    <a:pt x="26174" y="75327"/>
                  </a:lnTo>
                  <a:lnTo>
                    <a:pt x="23255" y="79929"/>
                  </a:lnTo>
                  <a:lnTo>
                    <a:pt x="20487" y="84624"/>
                  </a:lnTo>
                  <a:lnTo>
                    <a:pt x="17874" y="89407"/>
                  </a:lnTo>
                  <a:lnTo>
                    <a:pt x="15418" y="94272"/>
                  </a:lnTo>
                  <a:lnTo>
                    <a:pt x="13122" y="99215"/>
                  </a:lnTo>
                  <a:lnTo>
                    <a:pt x="10989" y="104230"/>
                  </a:lnTo>
                  <a:lnTo>
                    <a:pt x="9020" y="109312"/>
                  </a:lnTo>
                  <a:lnTo>
                    <a:pt x="7218" y="114456"/>
                  </a:lnTo>
                  <a:lnTo>
                    <a:pt x="5584" y="119655"/>
                  </a:lnTo>
                  <a:lnTo>
                    <a:pt x="4121" y="124905"/>
                  </a:lnTo>
                  <a:lnTo>
                    <a:pt x="2829" y="130200"/>
                  </a:lnTo>
                  <a:lnTo>
                    <a:pt x="1711" y="135534"/>
                  </a:lnTo>
                  <a:lnTo>
                    <a:pt x="768" y="140902"/>
                  </a:lnTo>
                  <a:lnTo>
                    <a:pt x="0" y="146298"/>
                  </a:lnTo>
                  <a:lnTo>
                    <a:pt x="165860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57" y="4659281"/>
              <a:ext cx="334323" cy="334327"/>
            </a:xfrm>
            <a:custGeom>
              <a:avLst/>
              <a:pathLst>
                <a:path w="334323" h="334327">
                  <a:moveTo>
                    <a:pt x="1306" y="146308"/>
                  </a:moveTo>
                  <a:lnTo>
                    <a:pt x="726" y="151597"/>
                  </a:lnTo>
                  <a:lnTo>
                    <a:pt x="315" y="156901"/>
                  </a:lnTo>
                  <a:lnTo>
                    <a:pt x="72" y="162215"/>
                  </a:lnTo>
                  <a:lnTo>
                    <a:pt x="0" y="167535"/>
                  </a:lnTo>
                  <a:lnTo>
                    <a:pt x="96" y="172854"/>
                  </a:lnTo>
                  <a:lnTo>
                    <a:pt x="361" y="178167"/>
                  </a:lnTo>
                  <a:lnTo>
                    <a:pt x="796" y="183469"/>
                  </a:lnTo>
                  <a:lnTo>
                    <a:pt x="1399" y="188755"/>
                  </a:lnTo>
                  <a:lnTo>
                    <a:pt x="2170" y="194019"/>
                  </a:lnTo>
                  <a:lnTo>
                    <a:pt x="3108" y="199255"/>
                  </a:lnTo>
                  <a:lnTo>
                    <a:pt x="4212" y="204460"/>
                  </a:lnTo>
                  <a:lnTo>
                    <a:pt x="5481" y="209626"/>
                  </a:lnTo>
                  <a:lnTo>
                    <a:pt x="6914" y="214749"/>
                  </a:lnTo>
                  <a:lnTo>
                    <a:pt x="8509" y="219824"/>
                  </a:lnTo>
                  <a:lnTo>
                    <a:pt x="10265" y="224846"/>
                  </a:lnTo>
                  <a:lnTo>
                    <a:pt x="12180" y="229810"/>
                  </a:lnTo>
                  <a:lnTo>
                    <a:pt x="14252" y="234710"/>
                  </a:lnTo>
                  <a:lnTo>
                    <a:pt x="16478" y="239541"/>
                  </a:lnTo>
                  <a:lnTo>
                    <a:pt x="18858" y="244300"/>
                  </a:lnTo>
                  <a:lnTo>
                    <a:pt x="21387" y="248980"/>
                  </a:lnTo>
                  <a:lnTo>
                    <a:pt x="24064" y="253577"/>
                  </a:lnTo>
                  <a:lnTo>
                    <a:pt x="26886" y="258087"/>
                  </a:lnTo>
                  <a:lnTo>
                    <a:pt x="29850" y="262505"/>
                  </a:lnTo>
                  <a:lnTo>
                    <a:pt x="32954" y="266826"/>
                  </a:lnTo>
                  <a:lnTo>
                    <a:pt x="36193" y="271046"/>
                  </a:lnTo>
                  <a:lnTo>
                    <a:pt x="39565" y="275161"/>
                  </a:lnTo>
                  <a:lnTo>
                    <a:pt x="43066" y="279167"/>
                  </a:lnTo>
                  <a:lnTo>
                    <a:pt x="46692" y="283059"/>
                  </a:lnTo>
                  <a:lnTo>
                    <a:pt x="50441" y="286834"/>
                  </a:lnTo>
                  <a:lnTo>
                    <a:pt x="54308" y="290487"/>
                  </a:lnTo>
                  <a:lnTo>
                    <a:pt x="58289" y="294016"/>
                  </a:lnTo>
                  <a:lnTo>
                    <a:pt x="62381" y="297416"/>
                  </a:lnTo>
                  <a:lnTo>
                    <a:pt x="66578" y="300685"/>
                  </a:lnTo>
                  <a:lnTo>
                    <a:pt x="70878" y="303818"/>
                  </a:lnTo>
                  <a:lnTo>
                    <a:pt x="75275" y="306812"/>
                  </a:lnTo>
                  <a:lnTo>
                    <a:pt x="79765" y="309666"/>
                  </a:lnTo>
                  <a:lnTo>
                    <a:pt x="84344" y="312375"/>
                  </a:lnTo>
                  <a:lnTo>
                    <a:pt x="89006" y="314937"/>
                  </a:lnTo>
                  <a:lnTo>
                    <a:pt x="93748" y="317349"/>
                  </a:lnTo>
                  <a:lnTo>
                    <a:pt x="98564" y="319609"/>
                  </a:lnTo>
                  <a:lnTo>
                    <a:pt x="103449" y="321715"/>
                  </a:lnTo>
                  <a:lnTo>
                    <a:pt x="108399" y="323664"/>
                  </a:lnTo>
                  <a:lnTo>
                    <a:pt x="113409" y="325455"/>
                  </a:lnTo>
                  <a:lnTo>
                    <a:pt x="118473" y="327085"/>
                  </a:lnTo>
                  <a:lnTo>
                    <a:pt x="123586" y="328554"/>
                  </a:lnTo>
                  <a:lnTo>
                    <a:pt x="128743" y="329859"/>
                  </a:lnTo>
                  <a:lnTo>
                    <a:pt x="133940" y="330999"/>
                  </a:lnTo>
                  <a:lnTo>
                    <a:pt x="139170" y="331973"/>
                  </a:lnTo>
                  <a:lnTo>
                    <a:pt x="144428" y="332781"/>
                  </a:lnTo>
                  <a:lnTo>
                    <a:pt x="149709" y="333420"/>
                  </a:lnTo>
                  <a:lnTo>
                    <a:pt x="155009" y="333892"/>
                  </a:lnTo>
                  <a:lnTo>
                    <a:pt x="160320" y="334194"/>
                  </a:lnTo>
                  <a:lnTo>
                    <a:pt x="165638" y="334327"/>
                  </a:lnTo>
                  <a:lnTo>
                    <a:pt x="170958" y="334291"/>
                  </a:lnTo>
                  <a:lnTo>
                    <a:pt x="176274" y="334086"/>
                  </a:lnTo>
                  <a:lnTo>
                    <a:pt x="181581" y="333712"/>
                  </a:lnTo>
                  <a:lnTo>
                    <a:pt x="186873" y="333169"/>
                  </a:lnTo>
                  <a:lnTo>
                    <a:pt x="192145" y="332458"/>
                  </a:lnTo>
                  <a:lnTo>
                    <a:pt x="197392" y="331579"/>
                  </a:lnTo>
                  <a:lnTo>
                    <a:pt x="202609" y="330534"/>
                  </a:lnTo>
                  <a:lnTo>
                    <a:pt x="207789" y="329324"/>
                  </a:lnTo>
                  <a:lnTo>
                    <a:pt x="212928" y="327949"/>
                  </a:lnTo>
                  <a:lnTo>
                    <a:pt x="218021" y="326411"/>
                  </a:lnTo>
                  <a:lnTo>
                    <a:pt x="223063" y="324712"/>
                  </a:lnTo>
                  <a:lnTo>
                    <a:pt x="228048" y="322854"/>
                  </a:lnTo>
                  <a:lnTo>
                    <a:pt x="232971" y="320838"/>
                  </a:lnTo>
                  <a:lnTo>
                    <a:pt x="237827" y="318666"/>
                  </a:lnTo>
                  <a:lnTo>
                    <a:pt x="242612" y="316341"/>
                  </a:lnTo>
                  <a:lnTo>
                    <a:pt x="247321" y="313865"/>
                  </a:lnTo>
                  <a:lnTo>
                    <a:pt x="251948" y="311240"/>
                  </a:lnTo>
                  <a:lnTo>
                    <a:pt x="256490" y="308469"/>
                  </a:lnTo>
                  <a:lnTo>
                    <a:pt x="260941" y="305555"/>
                  </a:lnTo>
                  <a:lnTo>
                    <a:pt x="265297" y="302501"/>
                  </a:lnTo>
                  <a:lnTo>
                    <a:pt x="269553" y="299310"/>
                  </a:lnTo>
                  <a:lnTo>
                    <a:pt x="273706" y="295985"/>
                  </a:lnTo>
                  <a:lnTo>
                    <a:pt x="277751" y="292530"/>
                  </a:lnTo>
                  <a:lnTo>
                    <a:pt x="281685" y="288948"/>
                  </a:lnTo>
                  <a:lnTo>
                    <a:pt x="285502" y="285242"/>
                  </a:lnTo>
                  <a:lnTo>
                    <a:pt x="289199" y="281417"/>
                  </a:lnTo>
                  <a:lnTo>
                    <a:pt x="292773" y="277476"/>
                  </a:lnTo>
                  <a:lnTo>
                    <a:pt x="296219" y="273423"/>
                  </a:lnTo>
                  <a:lnTo>
                    <a:pt x="299535" y="269263"/>
                  </a:lnTo>
                  <a:lnTo>
                    <a:pt x="302716" y="264999"/>
                  </a:lnTo>
                  <a:lnTo>
                    <a:pt x="305761" y="260637"/>
                  </a:lnTo>
                  <a:lnTo>
                    <a:pt x="308665" y="256179"/>
                  </a:lnTo>
                  <a:lnTo>
                    <a:pt x="311426" y="251631"/>
                  </a:lnTo>
                  <a:lnTo>
                    <a:pt x="314040" y="246998"/>
                  </a:lnTo>
                  <a:lnTo>
                    <a:pt x="316506" y="242284"/>
                  </a:lnTo>
                  <a:lnTo>
                    <a:pt x="318821" y="237494"/>
                  </a:lnTo>
                  <a:lnTo>
                    <a:pt x="320982" y="232633"/>
                  </a:lnTo>
                  <a:lnTo>
                    <a:pt x="322987" y="227705"/>
                  </a:lnTo>
                  <a:lnTo>
                    <a:pt x="324835" y="222717"/>
                  </a:lnTo>
                  <a:lnTo>
                    <a:pt x="326522" y="217671"/>
                  </a:lnTo>
                  <a:lnTo>
                    <a:pt x="328049" y="212575"/>
                  </a:lnTo>
                  <a:lnTo>
                    <a:pt x="329412" y="207433"/>
                  </a:lnTo>
                  <a:lnTo>
                    <a:pt x="330611" y="202250"/>
                  </a:lnTo>
                  <a:lnTo>
                    <a:pt x="331645" y="197031"/>
                  </a:lnTo>
                  <a:lnTo>
                    <a:pt x="332512" y="191782"/>
                  </a:lnTo>
                  <a:lnTo>
                    <a:pt x="333211" y="186508"/>
                  </a:lnTo>
                  <a:lnTo>
                    <a:pt x="333743" y="181215"/>
                  </a:lnTo>
                  <a:lnTo>
                    <a:pt x="334105" y="175907"/>
                  </a:lnTo>
                  <a:lnTo>
                    <a:pt x="334299" y="170591"/>
                  </a:lnTo>
                  <a:lnTo>
                    <a:pt x="334323" y="165271"/>
                  </a:lnTo>
                  <a:lnTo>
                    <a:pt x="334178" y="159953"/>
                  </a:lnTo>
                  <a:lnTo>
                    <a:pt x="333864" y="154642"/>
                  </a:lnTo>
                  <a:lnTo>
                    <a:pt x="333381" y="149344"/>
                  </a:lnTo>
                  <a:lnTo>
                    <a:pt x="332730" y="144064"/>
                  </a:lnTo>
                  <a:lnTo>
                    <a:pt x="331911" y="138808"/>
                  </a:lnTo>
                  <a:lnTo>
                    <a:pt x="330925" y="133580"/>
                  </a:lnTo>
                  <a:lnTo>
                    <a:pt x="329773" y="128386"/>
                  </a:lnTo>
                  <a:lnTo>
                    <a:pt x="328457" y="123232"/>
                  </a:lnTo>
                  <a:lnTo>
                    <a:pt x="326977" y="118122"/>
                  </a:lnTo>
                  <a:lnTo>
                    <a:pt x="325336" y="113061"/>
                  </a:lnTo>
                  <a:lnTo>
                    <a:pt x="323534" y="108056"/>
                  </a:lnTo>
                  <a:lnTo>
                    <a:pt x="321574" y="103110"/>
                  </a:lnTo>
                  <a:lnTo>
                    <a:pt x="319457" y="98229"/>
                  </a:lnTo>
                  <a:lnTo>
                    <a:pt x="317187" y="93418"/>
                  </a:lnTo>
                  <a:lnTo>
                    <a:pt x="314764" y="88682"/>
                  </a:lnTo>
                  <a:lnTo>
                    <a:pt x="312192" y="84025"/>
                  </a:lnTo>
                  <a:lnTo>
                    <a:pt x="309473" y="79452"/>
                  </a:lnTo>
                  <a:lnTo>
                    <a:pt x="306610" y="74968"/>
                  </a:lnTo>
                  <a:lnTo>
                    <a:pt x="303605" y="70578"/>
                  </a:lnTo>
                  <a:lnTo>
                    <a:pt x="300463" y="66285"/>
                  </a:lnTo>
                  <a:lnTo>
                    <a:pt x="297185" y="62095"/>
                  </a:lnTo>
                  <a:lnTo>
                    <a:pt x="293776" y="58011"/>
                  </a:lnTo>
                  <a:lnTo>
                    <a:pt x="290238" y="54037"/>
                  </a:lnTo>
                  <a:lnTo>
                    <a:pt x="286576" y="50179"/>
                  </a:lnTo>
                  <a:lnTo>
                    <a:pt x="282793" y="46438"/>
                  </a:lnTo>
                  <a:lnTo>
                    <a:pt x="278893" y="42820"/>
                  </a:lnTo>
                  <a:lnTo>
                    <a:pt x="274880" y="39328"/>
                  </a:lnTo>
                  <a:lnTo>
                    <a:pt x="270757" y="35965"/>
                  </a:lnTo>
                  <a:lnTo>
                    <a:pt x="266530" y="32735"/>
                  </a:lnTo>
                  <a:lnTo>
                    <a:pt x="262202" y="29642"/>
                  </a:lnTo>
                  <a:lnTo>
                    <a:pt x="257778" y="26687"/>
                  </a:lnTo>
                  <a:lnTo>
                    <a:pt x="253262" y="23875"/>
                  </a:lnTo>
                  <a:lnTo>
                    <a:pt x="248659" y="21208"/>
                  </a:lnTo>
                  <a:lnTo>
                    <a:pt x="243973" y="18689"/>
                  </a:lnTo>
                  <a:lnTo>
                    <a:pt x="239209" y="16320"/>
                  </a:lnTo>
                  <a:lnTo>
                    <a:pt x="234373" y="14104"/>
                  </a:lnTo>
                  <a:lnTo>
                    <a:pt x="229468" y="12043"/>
                  </a:lnTo>
                  <a:lnTo>
                    <a:pt x="224501" y="10139"/>
                  </a:lnTo>
                  <a:lnTo>
                    <a:pt x="219475" y="8394"/>
                  </a:lnTo>
                  <a:lnTo>
                    <a:pt x="214396" y="6810"/>
                  </a:lnTo>
                  <a:lnTo>
                    <a:pt x="209270" y="5388"/>
                  </a:lnTo>
                  <a:lnTo>
                    <a:pt x="204101" y="4131"/>
                  </a:lnTo>
                  <a:lnTo>
                    <a:pt x="198894" y="3038"/>
                  </a:lnTo>
                  <a:lnTo>
                    <a:pt x="193655" y="2112"/>
                  </a:lnTo>
                  <a:lnTo>
                    <a:pt x="188390" y="1352"/>
                  </a:lnTo>
                  <a:lnTo>
                    <a:pt x="183103" y="761"/>
                  </a:lnTo>
                  <a:lnTo>
                    <a:pt x="177800" y="338"/>
                  </a:lnTo>
                  <a:lnTo>
                    <a:pt x="172486" y="84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161" y="0"/>
                  </a:moveTo>
                  <a:lnTo>
                    <a:pt x="0" y="0"/>
                  </a:lnTo>
                  <a:lnTo>
                    <a:pt x="1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70" y="5018213"/>
              <a:ext cx="334302" cy="334334"/>
            </a:xfrm>
            <a:custGeom>
              <a:avLst/>
              <a:pathLst>
                <a:path w="334302" h="334334">
                  <a:moveTo>
                    <a:pt x="166988" y="0"/>
                  </a:moveTo>
                  <a:lnTo>
                    <a:pt x="161683" y="89"/>
                  </a:lnTo>
                  <a:lnTo>
                    <a:pt x="156383" y="347"/>
                  </a:lnTo>
                  <a:lnTo>
                    <a:pt x="151093" y="772"/>
                  </a:lnTo>
                  <a:lnTo>
                    <a:pt x="145820" y="1366"/>
                  </a:lnTo>
                  <a:lnTo>
                    <a:pt x="140569" y="2126"/>
                  </a:lnTo>
                  <a:lnTo>
                    <a:pt x="135344" y="3053"/>
                  </a:lnTo>
                  <a:lnTo>
                    <a:pt x="130151" y="4145"/>
                  </a:lnTo>
                  <a:lnTo>
                    <a:pt x="124996" y="5402"/>
                  </a:lnTo>
                  <a:lnTo>
                    <a:pt x="119883" y="6821"/>
                  </a:lnTo>
                  <a:lnTo>
                    <a:pt x="114818" y="8402"/>
                  </a:lnTo>
                  <a:lnTo>
                    <a:pt x="109805" y="10143"/>
                  </a:lnTo>
                  <a:lnTo>
                    <a:pt x="104850" y="12042"/>
                  </a:lnTo>
                  <a:lnTo>
                    <a:pt x="99958" y="14097"/>
                  </a:lnTo>
                  <a:lnTo>
                    <a:pt x="95134" y="16307"/>
                  </a:lnTo>
                  <a:lnTo>
                    <a:pt x="90382" y="18669"/>
                  </a:lnTo>
                  <a:lnTo>
                    <a:pt x="85708" y="21180"/>
                  </a:lnTo>
                  <a:lnTo>
                    <a:pt x="81115" y="23838"/>
                  </a:lnTo>
                  <a:lnTo>
                    <a:pt x="76609" y="26641"/>
                  </a:lnTo>
                  <a:lnTo>
                    <a:pt x="72195" y="29586"/>
                  </a:lnTo>
                  <a:lnTo>
                    <a:pt x="67876" y="32669"/>
                  </a:lnTo>
                  <a:lnTo>
                    <a:pt x="63657" y="35887"/>
                  </a:lnTo>
                  <a:lnTo>
                    <a:pt x="59543" y="39238"/>
                  </a:lnTo>
                  <a:lnTo>
                    <a:pt x="55537" y="42718"/>
                  </a:lnTo>
                  <a:lnTo>
                    <a:pt x="51643" y="46323"/>
                  </a:lnTo>
                  <a:lnTo>
                    <a:pt x="47866" y="50050"/>
                  </a:lnTo>
                  <a:lnTo>
                    <a:pt x="44209" y="53895"/>
                  </a:lnTo>
                  <a:lnTo>
                    <a:pt x="40676" y="57854"/>
                  </a:lnTo>
                  <a:lnTo>
                    <a:pt x="37270" y="61923"/>
                  </a:lnTo>
                  <a:lnTo>
                    <a:pt x="33995" y="66098"/>
                  </a:lnTo>
                  <a:lnTo>
                    <a:pt x="30855" y="70375"/>
                  </a:lnTo>
                  <a:lnTo>
                    <a:pt x="27851" y="74750"/>
                  </a:lnTo>
                  <a:lnTo>
                    <a:pt x="24988" y="79217"/>
                  </a:lnTo>
                  <a:lnTo>
                    <a:pt x="22269" y="83774"/>
                  </a:lnTo>
                  <a:lnTo>
                    <a:pt x="19695" y="88414"/>
                  </a:lnTo>
                  <a:lnTo>
                    <a:pt x="17270" y="93134"/>
                  </a:lnTo>
                  <a:lnTo>
                    <a:pt x="14995" y="97928"/>
                  </a:lnTo>
                  <a:lnTo>
                    <a:pt x="12874" y="102792"/>
                  </a:lnTo>
                  <a:lnTo>
                    <a:pt x="10909" y="107721"/>
                  </a:lnTo>
                  <a:lnTo>
                    <a:pt x="9101" y="112710"/>
                  </a:lnTo>
                  <a:lnTo>
                    <a:pt x="7452" y="117753"/>
                  </a:lnTo>
                  <a:lnTo>
                    <a:pt x="5964" y="122847"/>
                  </a:lnTo>
                  <a:lnTo>
                    <a:pt x="4639" y="127985"/>
                  </a:lnTo>
                  <a:lnTo>
                    <a:pt x="3477" y="133163"/>
                  </a:lnTo>
                  <a:lnTo>
                    <a:pt x="2480" y="138374"/>
                  </a:lnTo>
                  <a:lnTo>
                    <a:pt x="1650" y="143615"/>
                  </a:lnTo>
                  <a:lnTo>
                    <a:pt x="985" y="148880"/>
                  </a:lnTo>
                  <a:lnTo>
                    <a:pt x="489" y="154163"/>
                  </a:lnTo>
                  <a:lnTo>
                    <a:pt x="160" y="159459"/>
                  </a:lnTo>
                  <a:lnTo>
                    <a:pt x="0" y="164763"/>
                  </a:lnTo>
                  <a:lnTo>
                    <a:pt x="7" y="170069"/>
                  </a:lnTo>
                  <a:lnTo>
                    <a:pt x="184" y="175373"/>
                  </a:lnTo>
                  <a:lnTo>
                    <a:pt x="528" y="180668"/>
                  </a:lnTo>
                  <a:lnTo>
                    <a:pt x="1041" y="185949"/>
                  </a:lnTo>
                  <a:lnTo>
                    <a:pt x="1721" y="191212"/>
                  </a:lnTo>
                  <a:lnTo>
                    <a:pt x="2567" y="196450"/>
                  </a:lnTo>
                  <a:lnTo>
                    <a:pt x="3579" y="201659"/>
                  </a:lnTo>
                  <a:lnTo>
                    <a:pt x="4756" y="206833"/>
                  </a:lnTo>
                  <a:lnTo>
                    <a:pt x="6097" y="211967"/>
                  </a:lnTo>
                  <a:lnTo>
                    <a:pt x="7600" y="217056"/>
                  </a:lnTo>
                  <a:lnTo>
                    <a:pt x="9264" y="222095"/>
                  </a:lnTo>
                  <a:lnTo>
                    <a:pt x="11087" y="227078"/>
                  </a:lnTo>
                  <a:lnTo>
                    <a:pt x="13067" y="232001"/>
                  </a:lnTo>
                  <a:lnTo>
                    <a:pt x="15202" y="236859"/>
                  </a:lnTo>
                  <a:lnTo>
                    <a:pt x="17491" y="241647"/>
                  </a:lnTo>
                  <a:lnTo>
                    <a:pt x="19930" y="246359"/>
                  </a:lnTo>
                  <a:lnTo>
                    <a:pt x="22518" y="250992"/>
                  </a:lnTo>
                  <a:lnTo>
                    <a:pt x="25251" y="255540"/>
                  </a:lnTo>
                  <a:lnTo>
                    <a:pt x="28127" y="259999"/>
                  </a:lnTo>
                  <a:lnTo>
                    <a:pt x="31144" y="264365"/>
                  </a:lnTo>
                  <a:lnTo>
                    <a:pt x="34297" y="268632"/>
                  </a:lnTo>
                  <a:lnTo>
                    <a:pt x="37585" y="272798"/>
                  </a:lnTo>
                  <a:lnTo>
                    <a:pt x="41002" y="276857"/>
                  </a:lnTo>
                  <a:lnTo>
                    <a:pt x="44547" y="280805"/>
                  </a:lnTo>
                  <a:lnTo>
                    <a:pt x="48216" y="284639"/>
                  </a:lnTo>
                  <a:lnTo>
                    <a:pt x="52004" y="288355"/>
                  </a:lnTo>
                  <a:lnTo>
                    <a:pt x="55909" y="291948"/>
                  </a:lnTo>
                  <a:lnTo>
                    <a:pt x="59925" y="295416"/>
                  </a:lnTo>
                  <a:lnTo>
                    <a:pt x="64049" y="298754"/>
                  </a:lnTo>
                  <a:lnTo>
                    <a:pt x="68278" y="301960"/>
                  </a:lnTo>
                  <a:lnTo>
                    <a:pt x="72606" y="305031"/>
                  </a:lnTo>
                  <a:lnTo>
                    <a:pt x="77029" y="307962"/>
                  </a:lnTo>
                  <a:lnTo>
                    <a:pt x="81543" y="310751"/>
                  </a:lnTo>
                  <a:lnTo>
                    <a:pt x="86143" y="313396"/>
                  </a:lnTo>
                  <a:lnTo>
                    <a:pt x="90825" y="315893"/>
                  </a:lnTo>
                  <a:lnTo>
                    <a:pt x="95584" y="318241"/>
                  </a:lnTo>
                  <a:lnTo>
                    <a:pt x="100415" y="320436"/>
                  </a:lnTo>
                  <a:lnTo>
                    <a:pt x="105313" y="322477"/>
                  </a:lnTo>
                  <a:lnTo>
                    <a:pt x="110273" y="324361"/>
                  </a:lnTo>
                  <a:lnTo>
                    <a:pt x="115291" y="326087"/>
                  </a:lnTo>
                  <a:lnTo>
                    <a:pt x="120361" y="327653"/>
                  </a:lnTo>
                  <a:lnTo>
                    <a:pt x="125478" y="329057"/>
                  </a:lnTo>
                  <a:lnTo>
                    <a:pt x="130638" y="330298"/>
                  </a:lnTo>
                  <a:lnTo>
                    <a:pt x="135833" y="331375"/>
                  </a:lnTo>
                  <a:lnTo>
                    <a:pt x="141061" y="332286"/>
                  </a:lnTo>
                  <a:lnTo>
                    <a:pt x="146315" y="333031"/>
                  </a:lnTo>
                  <a:lnTo>
                    <a:pt x="151590" y="333609"/>
                  </a:lnTo>
                  <a:lnTo>
                    <a:pt x="156880" y="334019"/>
                  </a:lnTo>
                  <a:lnTo>
                    <a:pt x="162181" y="334260"/>
                  </a:lnTo>
                  <a:lnTo>
                    <a:pt x="167487" y="334334"/>
                  </a:lnTo>
                  <a:lnTo>
                    <a:pt x="172792" y="334239"/>
                  </a:lnTo>
                  <a:lnTo>
                    <a:pt x="178092" y="333976"/>
                  </a:lnTo>
                  <a:lnTo>
                    <a:pt x="183381" y="333544"/>
                  </a:lnTo>
                  <a:lnTo>
                    <a:pt x="188653" y="332946"/>
                  </a:lnTo>
                  <a:lnTo>
                    <a:pt x="193904" y="332180"/>
                  </a:lnTo>
                  <a:lnTo>
                    <a:pt x="199128" y="331247"/>
                  </a:lnTo>
                  <a:lnTo>
                    <a:pt x="204319" y="330150"/>
                  </a:lnTo>
                  <a:lnTo>
                    <a:pt x="209473" y="328888"/>
                  </a:lnTo>
                  <a:lnTo>
                    <a:pt x="214585" y="327463"/>
                  </a:lnTo>
                  <a:lnTo>
                    <a:pt x="219648" y="325877"/>
                  </a:lnTo>
                  <a:lnTo>
                    <a:pt x="224659" y="324131"/>
                  </a:lnTo>
                  <a:lnTo>
                    <a:pt x="229612" y="322226"/>
                  </a:lnTo>
                  <a:lnTo>
                    <a:pt x="234502" y="320166"/>
                  </a:lnTo>
                  <a:lnTo>
                    <a:pt x="239324" y="317951"/>
                  </a:lnTo>
                  <a:lnTo>
                    <a:pt x="244073" y="315584"/>
                  </a:lnTo>
                  <a:lnTo>
                    <a:pt x="248745" y="313068"/>
                  </a:lnTo>
                  <a:lnTo>
                    <a:pt x="253335" y="310405"/>
                  </a:lnTo>
                  <a:lnTo>
                    <a:pt x="257837" y="307597"/>
                  </a:lnTo>
                  <a:lnTo>
                    <a:pt x="262249" y="304648"/>
                  </a:lnTo>
                  <a:lnTo>
                    <a:pt x="266564" y="301561"/>
                  </a:lnTo>
                  <a:lnTo>
                    <a:pt x="270780" y="298338"/>
                  </a:lnTo>
                  <a:lnTo>
                    <a:pt x="274891" y="294983"/>
                  </a:lnTo>
                  <a:lnTo>
                    <a:pt x="278893" y="291499"/>
                  </a:lnTo>
                  <a:lnTo>
                    <a:pt x="282783" y="287889"/>
                  </a:lnTo>
                  <a:lnTo>
                    <a:pt x="286556" y="284159"/>
                  </a:lnTo>
                  <a:lnTo>
                    <a:pt x="290209" y="280310"/>
                  </a:lnTo>
                  <a:lnTo>
                    <a:pt x="293738" y="276347"/>
                  </a:lnTo>
                  <a:lnTo>
                    <a:pt x="297139" y="272274"/>
                  </a:lnTo>
                  <a:lnTo>
                    <a:pt x="300410" y="268096"/>
                  </a:lnTo>
                  <a:lnTo>
                    <a:pt x="303546" y="263815"/>
                  </a:lnTo>
                  <a:lnTo>
                    <a:pt x="306545" y="259438"/>
                  </a:lnTo>
                  <a:lnTo>
                    <a:pt x="309403" y="254967"/>
                  </a:lnTo>
                  <a:lnTo>
                    <a:pt x="312118" y="250408"/>
                  </a:lnTo>
                  <a:lnTo>
                    <a:pt x="314687" y="245765"/>
                  </a:lnTo>
                  <a:lnTo>
                    <a:pt x="317107" y="241043"/>
                  </a:lnTo>
                  <a:lnTo>
                    <a:pt x="319377" y="236246"/>
                  </a:lnTo>
                  <a:lnTo>
                    <a:pt x="321492" y="231380"/>
                  </a:lnTo>
                  <a:lnTo>
                    <a:pt x="323453" y="226449"/>
                  </a:lnTo>
                  <a:lnTo>
                    <a:pt x="325255" y="221458"/>
                  </a:lnTo>
                  <a:lnTo>
                    <a:pt x="326899" y="216413"/>
                  </a:lnTo>
                  <a:lnTo>
                    <a:pt x="328381" y="211318"/>
                  </a:lnTo>
                  <a:lnTo>
                    <a:pt x="329701" y="206178"/>
                  </a:lnTo>
                  <a:lnTo>
                    <a:pt x="330858" y="200999"/>
                  </a:lnTo>
                  <a:lnTo>
                    <a:pt x="331849" y="195786"/>
                  </a:lnTo>
                  <a:lnTo>
                    <a:pt x="332674" y="190545"/>
                  </a:lnTo>
                  <a:lnTo>
                    <a:pt x="333333" y="185279"/>
                  </a:lnTo>
                  <a:lnTo>
                    <a:pt x="333824" y="179996"/>
                  </a:lnTo>
                  <a:lnTo>
                    <a:pt x="334147" y="174699"/>
                  </a:lnTo>
                  <a:lnTo>
                    <a:pt x="334302" y="169395"/>
                  </a:lnTo>
                  <a:lnTo>
                    <a:pt x="334289" y="164089"/>
                  </a:lnTo>
                  <a:lnTo>
                    <a:pt x="334107" y="158786"/>
                  </a:lnTo>
                  <a:lnTo>
                    <a:pt x="333757" y="153491"/>
                  </a:lnTo>
                  <a:lnTo>
                    <a:pt x="333239" y="148210"/>
                  </a:lnTo>
                  <a:lnTo>
                    <a:pt x="332553" y="142948"/>
                  </a:lnTo>
                  <a:lnTo>
                    <a:pt x="331701" y="137711"/>
                  </a:lnTo>
                  <a:lnTo>
                    <a:pt x="330684" y="132503"/>
                  </a:lnTo>
                  <a:lnTo>
                    <a:pt x="329501" y="127330"/>
                  </a:lnTo>
                  <a:lnTo>
                    <a:pt x="328155" y="122197"/>
                  </a:lnTo>
                  <a:lnTo>
                    <a:pt x="326647" y="117110"/>
                  </a:lnTo>
                  <a:lnTo>
                    <a:pt x="324977" y="112073"/>
                  </a:lnTo>
                  <a:lnTo>
                    <a:pt x="323149" y="107092"/>
                  </a:lnTo>
                  <a:lnTo>
                    <a:pt x="321164" y="102171"/>
                  </a:lnTo>
                  <a:lnTo>
                    <a:pt x="319024" y="97315"/>
                  </a:lnTo>
                  <a:lnTo>
                    <a:pt x="316730" y="92530"/>
                  </a:lnTo>
                  <a:lnTo>
                    <a:pt x="314286" y="87820"/>
                  </a:lnTo>
                  <a:lnTo>
                    <a:pt x="311693" y="83190"/>
                  </a:lnTo>
                  <a:lnTo>
                    <a:pt x="308955" y="78645"/>
                  </a:lnTo>
                  <a:lnTo>
                    <a:pt x="306074" y="74189"/>
                  </a:lnTo>
                  <a:lnTo>
                    <a:pt x="303053" y="69827"/>
                  </a:lnTo>
                  <a:lnTo>
                    <a:pt x="299895" y="65562"/>
                  </a:lnTo>
                  <a:lnTo>
                    <a:pt x="296604" y="61400"/>
                  </a:lnTo>
                  <a:lnTo>
                    <a:pt x="293182" y="57345"/>
                  </a:lnTo>
                  <a:lnTo>
                    <a:pt x="289633" y="53400"/>
                  </a:lnTo>
                  <a:lnTo>
                    <a:pt x="285960" y="49570"/>
                  </a:lnTo>
                  <a:lnTo>
                    <a:pt x="282168" y="45858"/>
                  </a:lnTo>
                  <a:lnTo>
                    <a:pt x="278260" y="42269"/>
                  </a:lnTo>
                  <a:lnTo>
                    <a:pt x="274240" y="38805"/>
                  </a:lnTo>
                  <a:lnTo>
                    <a:pt x="270112" y="35471"/>
                  </a:lnTo>
                  <a:lnTo>
                    <a:pt x="265880" y="32270"/>
                  </a:lnTo>
                  <a:lnTo>
                    <a:pt x="261549" y="29204"/>
                  </a:lnTo>
                  <a:lnTo>
                    <a:pt x="257123" y="26277"/>
                  </a:lnTo>
                  <a:lnTo>
                    <a:pt x="252606" y="23493"/>
                  </a:lnTo>
                  <a:lnTo>
                    <a:pt x="248003" y="20853"/>
                  </a:lnTo>
                  <a:lnTo>
                    <a:pt x="243318" y="18361"/>
                  </a:lnTo>
                  <a:lnTo>
                    <a:pt x="238557" y="16018"/>
                  </a:lnTo>
                  <a:lnTo>
                    <a:pt x="233724" y="13828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66573" cy="167167"/>
            </a:xfrm>
            <a:custGeom>
              <a:avLst/>
              <a:pathLst>
                <a:path w="66573" h="167167">
                  <a:moveTo>
                    <a:pt x="66573" y="13828"/>
                  </a:moveTo>
                  <a:lnTo>
                    <a:pt x="61302" y="11645"/>
                  </a:lnTo>
                  <a:lnTo>
                    <a:pt x="55958" y="9644"/>
                  </a:lnTo>
                  <a:lnTo>
                    <a:pt x="50550" y="7826"/>
                  </a:lnTo>
                  <a:lnTo>
                    <a:pt x="45083" y="6193"/>
                  </a:lnTo>
                  <a:lnTo>
                    <a:pt x="39563" y="4749"/>
                  </a:lnTo>
                  <a:lnTo>
                    <a:pt x="33997" y="3493"/>
                  </a:lnTo>
                  <a:lnTo>
                    <a:pt x="28391" y="2428"/>
                  </a:lnTo>
                  <a:lnTo>
                    <a:pt x="22753" y="1555"/>
                  </a:lnTo>
                  <a:lnTo>
                    <a:pt x="17088" y="875"/>
                  </a:lnTo>
                  <a:lnTo>
                    <a:pt x="11403" y="389"/>
                  </a:lnTo>
                  <a:lnTo>
                    <a:pt x="5704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461" y="5269756"/>
              <a:ext cx="40" cy="167167"/>
            </a:xfrm>
            <a:custGeom>
              <a:avLst/>
              <a:pathLst>
                <a:path w="40" h="167167">
                  <a:moveTo>
                    <a:pt x="0" y="0"/>
                  </a:moveTo>
                  <a:lnTo>
                    <a:pt x="4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7802" y="5269756"/>
              <a:ext cx="166699" cy="167167"/>
            </a:xfrm>
            <a:custGeom>
              <a:avLst/>
              <a:pathLst>
                <a:path w="166699" h="167167">
                  <a:moveTo>
                    <a:pt x="166658" y="0"/>
                  </a:moveTo>
                  <a:lnTo>
                    <a:pt x="161224" y="89"/>
                  </a:lnTo>
                  <a:lnTo>
                    <a:pt x="155795" y="355"/>
                  </a:lnTo>
                  <a:lnTo>
                    <a:pt x="150378" y="798"/>
                  </a:lnTo>
                  <a:lnTo>
                    <a:pt x="144978" y="1417"/>
                  </a:lnTo>
                  <a:lnTo>
                    <a:pt x="139601" y="2210"/>
                  </a:lnTo>
                  <a:lnTo>
                    <a:pt x="134253" y="3178"/>
                  </a:lnTo>
                  <a:lnTo>
                    <a:pt x="128939" y="4320"/>
                  </a:lnTo>
                  <a:lnTo>
                    <a:pt x="123665" y="5634"/>
                  </a:lnTo>
                  <a:lnTo>
                    <a:pt x="118436" y="7118"/>
                  </a:lnTo>
                  <a:lnTo>
                    <a:pt x="113259" y="8771"/>
                  </a:lnTo>
                  <a:lnTo>
                    <a:pt x="108138" y="10592"/>
                  </a:lnTo>
                  <a:lnTo>
                    <a:pt x="103079" y="12579"/>
                  </a:lnTo>
                  <a:lnTo>
                    <a:pt x="98087" y="14729"/>
                  </a:lnTo>
                  <a:lnTo>
                    <a:pt x="93167" y="17040"/>
                  </a:lnTo>
                  <a:lnTo>
                    <a:pt x="88326" y="19510"/>
                  </a:lnTo>
                  <a:lnTo>
                    <a:pt x="83567" y="22136"/>
                  </a:lnTo>
                  <a:lnTo>
                    <a:pt x="78896" y="24915"/>
                  </a:lnTo>
                  <a:lnTo>
                    <a:pt x="74318" y="27845"/>
                  </a:lnTo>
                  <a:lnTo>
                    <a:pt x="69837" y="30921"/>
                  </a:lnTo>
                  <a:lnTo>
                    <a:pt x="65459" y="34142"/>
                  </a:lnTo>
                  <a:lnTo>
                    <a:pt x="61188" y="37504"/>
                  </a:lnTo>
                  <a:lnTo>
                    <a:pt x="57029" y="41002"/>
                  </a:lnTo>
                  <a:lnTo>
                    <a:pt x="52985" y="44634"/>
                  </a:lnTo>
                  <a:lnTo>
                    <a:pt x="49062" y="48396"/>
                  </a:lnTo>
                  <a:lnTo>
                    <a:pt x="45263" y="52283"/>
                  </a:lnTo>
                  <a:lnTo>
                    <a:pt x="41592" y="56291"/>
                  </a:lnTo>
                  <a:lnTo>
                    <a:pt x="38054" y="60417"/>
                  </a:lnTo>
                  <a:lnTo>
                    <a:pt x="34652" y="64656"/>
                  </a:lnTo>
                  <a:lnTo>
                    <a:pt x="31389" y="69003"/>
                  </a:lnTo>
                  <a:lnTo>
                    <a:pt x="28269" y="73453"/>
                  </a:lnTo>
                  <a:lnTo>
                    <a:pt x="25296" y="78003"/>
                  </a:lnTo>
                  <a:lnTo>
                    <a:pt x="22472" y="82647"/>
                  </a:lnTo>
                  <a:lnTo>
                    <a:pt x="19801" y="87380"/>
                  </a:lnTo>
                  <a:lnTo>
                    <a:pt x="17284" y="92198"/>
                  </a:lnTo>
                  <a:lnTo>
                    <a:pt x="14926" y="97095"/>
                  </a:lnTo>
                  <a:lnTo>
                    <a:pt x="12728" y="102066"/>
                  </a:lnTo>
                  <a:lnTo>
                    <a:pt x="10693" y="107106"/>
                  </a:lnTo>
                  <a:lnTo>
                    <a:pt x="8823" y="112209"/>
                  </a:lnTo>
                  <a:lnTo>
                    <a:pt x="7120" y="117371"/>
                  </a:lnTo>
                  <a:lnTo>
                    <a:pt x="5586" y="122585"/>
                  </a:lnTo>
                  <a:lnTo>
                    <a:pt x="4222" y="127846"/>
                  </a:lnTo>
                  <a:lnTo>
                    <a:pt x="3029" y="133149"/>
                  </a:lnTo>
                  <a:lnTo>
                    <a:pt x="2010" y="138488"/>
                  </a:lnTo>
                  <a:lnTo>
                    <a:pt x="1164" y="143857"/>
                  </a:lnTo>
                  <a:lnTo>
                    <a:pt x="494" y="149250"/>
                  </a:lnTo>
                  <a:lnTo>
                    <a:pt x="0" y="154663"/>
                  </a:lnTo>
                  <a:lnTo>
                    <a:pt x="166699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44" y="5269756"/>
              <a:ext cx="334306" cy="334334"/>
            </a:xfrm>
            <a:custGeom>
              <a:avLst/>
              <a:pathLst>
                <a:path w="334306" h="334334">
                  <a:moveTo>
                    <a:pt x="457" y="154663"/>
                  </a:moveTo>
                  <a:lnTo>
                    <a:pt x="144" y="159953"/>
                  </a:lnTo>
                  <a:lnTo>
                    <a:pt x="0" y="165251"/>
                  </a:lnTo>
                  <a:lnTo>
                    <a:pt x="23" y="170551"/>
                  </a:lnTo>
                  <a:lnTo>
                    <a:pt x="214" y="175847"/>
                  </a:lnTo>
                  <a:lnTo>
                    <a:pt x="573" y="181134"/>
                  </a:lnTo>
                  <a:lnTo>
                    <a:pt x="1099" y="186408"/>
                  </a:lnTo>
                  <a:lnTo>
                    <a:pt x="1793" y="191662"/>
                  </a:lnTo>
                  <a:lnTo>
                    <a:pt x="2652" y="196891"/>
                  </a:lnTo>
                  <a:lnTo>
                    <a:pt x="3677" y="202091"/>
                  </a:lnTo>
                  <a:lnTo>
                    <a:pt x="4866" y="207255"/>
                  </a:lnTo>
                  <a:lnTo>
                    <a:pt x="6219" y="212379"/>
                  </a:lnTo>
                  <a:lnTo>
                    <a:pt x="7733" y="217458"/>
                  </a:lnTo>
                  <a:lnTo>
                    <a:pt x="9407" y="222486"/>
                  </a:lnTo>
                  <a:lnTo>
                    <a:pt x="11240" y="227459"/>
                  </a:lnTo>
                  <a:lnTo>
                    <a:pt x="13229" y="232371"/>
                  </a:lnTo>
                  <a:lnTo>
                    <a:pt x="15373" y="237217"/>
                  </a:lnTo>
                  <a:lnTo>
                    <a:pt x="17670" y="241993"/>
                  </a:lnTo>
                  <a:lnTo>
                    <a:pt x="20117" y="246694"/>
                  </a:lnTo>
                  <a:lnTo>
                    <a:pt x="22712" y="251315"/>
                  </a:lnTo>
                  <a:lnTo>
                    <a:pt x="25452" y="255851"/>
                  </a:lnTo>
                  <a:lnTo>
                    <a:pt x="28334" y="260299"/>
                  </a:lnTo>
                  <a:lnTo>
                    <a:pt x="31356" y="264652"/>
                  </a:lnTo>
                  <a:lnTo>
                    <a:pt x="34515" y="268908"/>
                  </a:lnTo>
                  <a:lnTo>
                    <a:pt x="37806" y="273061"/>
                  </a:lnTo>
                  <a:lnTo>
                    <a:pt x="41228" y="277108"/>
                  </a:lnTo>
                  <a:lnTo>
                    <a:pt x="44776" y="281045"/>
                  </a:lnTo>
                  <a:lnTo>
                    <a:pt x="48447" y="284867"/>
                  </a:lnTo>
                  <a:lnTo>
                    <a:pt x="52238" y="288570"/>
                  </a:lnTo>
                  <a:lnTo>
                    <a:pt x="56144" y="292152"/>
                  </a:lnTo>
                  <a:lnTo>
                    <a:pt x="60162" y="295608"/>
                  </a:lnTo>
                  <a:lnTo>
                    <a:pt x="64287" y="298935"/>
                  </a:lnTo>
                  <a:lnTo>
                    <a:pt x="68515" y="302130"/>
                  </a:lnTo>
                  <a:lnTo>
                    <a:pt x="72843" y="305189"/>
                  </a:lnTo>
                  <a:lnTo>
                    <a:pt x="77265" y="308109"/>
                  </a:lnTo>
                  <a:lnTo>
                    <a:pt x="81778" y="310887"/>
                  </a:lnTo>
                  <a:lnTo>
                    <a:pt x="86377" y="313522"/>
                  </a:lnTo>
                  <a:lnTo>
                    <a:pt x="91057" y="316009"/>
                  </a:lnTo>
                  <a:lnTo>
                    <a:pt x="95813" y="318346"/>
                  </a:lnTo>
                  <a:lnTo>
                    <a:pt x="100641" y="320532"/>
                  </a:lnTo>
                  <a:lnTo>
                    <a:pt x="105536" y="322563"/>
                  </a:lnTo>
                  <a:lnTo>
                    <a:pt x="110492" y="324438"/>
                  </a:lnTo>
                  <a:lnTo>
                    <a:pt x="115506" y="326155"/>
                  </a:lnTo>
                  <a:lnTo>
                    <a:pt x="120572" y="327712"/>
                  </a:lnTo>
                  <a:lnTo>
                    <a:pt x="125684" y="329108"/>
                  </a:lnTo>
                  <a:lnTo>
                    <a:pt x="130838" y="330342"/>
                  </a:lnTo>
                  <a:lnTo>
                    <a:pt x="136029" y="331411"/>
                  </a:lnTo>
                  <a:lnTo>
                    <a:pt x="141251" y="332315"/>
                  </a:lnTo>
                  <a:lnTo>
                    <a:pt x="146499" y="333053"/>
                  </a:lnTo>
                  <a:lnTo>
                    <a:pt x="151768" y="333625"/>
                  </a:lnTo>
                  <a:lnTo>
                    <a:pt x="157052" y="334029"/>
                  </a:lnTo>
                  <a:lnTo>
                    <a:pt x="162346" y="334265"/>
                  </a:lnTo>
                  <a:lnTo>
                    <a:pt x="167645" y="334334"/>
                  </a:lnTo>
                  <a:lnTo>
                    <a:pt x="172944" y="334234"/>
                  </a:lnTo>
                  <a:lnTo>
                    <a:pt x="178237" y="333967"/>
                  </a:lnTo>
                  <a:lnTo>
                    <a:pt x="183518" y="333532"/>
                  </a:lnTo>
                  <a:lnTo>
                    <a:pt x="188784" y="332929"/>
                  </a:lnTo>
                  <a:lnTo>
                    <a:pt x="194027" y="332161"/>
                  </a:lnTo>
                  <a:lnTo>
                    <a:pt x="199244" y="331226"/>
                  </a:lnTo>
                  <a:lnTo>
                    <a:pt x="204428" y="330126"/>
                  </a:lnTo>
                  <a:lnTo>
                    <a:pt x="209575" y="328863"/>
                  </a:lnTo>
                  <a:lnTo>
                    <a:pt x="214679" y="327437"/>
                  </a:lnTo>
                  <a:lnTo>
                    <a:pt x="219736" y="325850"/>
                  </a:lnTo>
                  <a:lnTo>
                    <a:pt x="224739" y="324104"/>
                  </a:lnTo>
                  <a:lnTo>
                    <a:pt x="229685" y="322200"/>
                  </a:lnTo>
                  <a:lnTo>
                    <a:pt x="234568" y="320140"/>
                  </a:lnTo>
                  <a:lnTo>
                    <a:pt x="239383" y="317926"/>
                  </a:lnTo>
                  <a:lnTo>
                    <a:pt x="244125" y="315561"/>
                  </a:lnTo>
                  <a:lnTo>
                    <a:pt x="248790" y="313046"/>
                  </a:lnTo>
                  <a:lnTo>
                    <a:pt x="253374" y="310385"/>
                  </a:lnTo>
                  <a:lnTo>
                    <a:pt x="257870" y="307580"/>
                  </a:lnTo>
                  <a:lnTo>
                    <a:pt x="262275" y="304634"/>
                  </a:lnTo>
                  <a:lnTo>
                    <a:pt x="266585" y="301550"/>
                  </a:lnTo>
                  <a:lnTo>
                    <a:pt x="270795" y="298331"/>
                  </a:lnTo>
                  <a:lnTo>
                    <a:pt x="274900" y="294980"/>
                  </a:lnTo>
                  <a:lnTo>
                    <a:pt x="278898" y="291500"/>
                  </a:lnTo>
                  <a:lnTo>
                    <a:pt x="282783" y="287896"/>
                  </a:lnTo>
                  <a:lnTo>
                    <a:pt x="286551" y="284170"/>
                  </a:lnTo>
                  <a:lnTo>
                    <a:pt x="290200" y="280326"/>
                  </a:lnTo>
                  <a:lnTo>
                    <a:pt x="293725" y="276369"/>
                  </a:lnTo>
                  <a:lnTo>
                    <a:pt x="297123" y="272302"/>
                  </a:lnTo>
                  <a:lnTo>
                    <a:pt x="300391" y="268130"/>
                  </a:lnTo>
                  <a:lnTo>
                    <a:pt x="303524" y="263856"/>
                  </a:lnTo>
                  <a:lnTo>
                    <a:pt x="306520" y="259484"/>
                  </a:lnTo>
                  <a:lnTo>
                    <a:pt x="309377" y="255020"/>
                  </a:lnTo>
                  <a:lnTo>
                    <a:pt x="312090" y="250468"/>
                  </a:lnTo>
                  <a:lnTo>
                    <a:pt x="314658" y="245832"/>
                  </a:lnTo>
                  <a:lnTo>
                    <a:pt x="317077" y="241117"/>
                  </a:lnTo>
                  <a:lnTo>
                    <a:pt x="319346" y="236327"/>
                  </a:lnTo>
                  <a:lnTo>
                    <a:pt x="321462" y="231469"/>
                  </a:lnTo>
                  <a:lnTo>
                    <a:pt x="323422" y="226545"/>
                  </a:lnTo>
                  <a:lnTo>
                    <a:pt x="325226" y="221562"/>
                  </a:lnTo>
                  <a:lnTo>
                    <a:pt x="326871" y="216524"/>
                  </a:lnTo>
                  <a:lnTo>
                    <a:pt x="328355" y="211436"/>
                  </a:lnTo>
                  <a:lnTo>
                    <a:pt x="329677" y="206304"/>
                  </a:lnTo>
                  <a:lnTo>
                    <a:pt x="330836" y="201133"/>
                  </a:lnTo>
                  <a:lnTo>
                    <a:pt x="331831" y="195928"/>
                  </a:lnTo>
                  <a:lnTo>
                    <a:pt x="332660" y="190693"/>
                  </a:lnTo>
                  <a:lnTo>
                    <a:pt x="333322" y="185435"/>
                  </a:lnTo>
                  <a:lnTo>
                    <a:pt x="333818" y="180159"/>
                  </a:lnTo>
                  <a:lnTo>
                    <a:pt x="334146" y="174869"/>
                  </a:lnTo>
                  <a:lnTo>
                    <a:pt x="334306" y="169572"/>
                  </a:lnTo>
                  <a:lnTo>
                    <a:pt x="334298" y="164273"/>
                  </a:lnTo>
                  <a:lnTo>
                    <a:pt x="334123" y="158976"/>
                  </a:lnTo>
                  <a:lnTo>
                    <a:pt x="333779" y="153687"/>
                  </a:lnTo>
                  <a:lnTo>
                    <a:pt x="333268" y="148412"/>
                  </a:lnTo>
                  <a:lnTo>
                    <a:pt x="332590" y="143156"/>
                  </a:lnTo>
                  <a:lnTo>
                    <a:pt x="331746" y="137924"/>
                  </a:lnTo>
                  <a:lnTo>
                    <a:pt x="330736" y="132722"/>
                  </a:lnTo>
                  <a:lnTo>
                    <a:pt x="329562" y="127554"/>
                  </a:lnTo>
                  <a:lnTo>
                    <a:pt x="328225" y="122426"/>
                  </a:lnTo>
                  <a:lnTo>
                    <a:pt x="326726" y="117343"/>
                  </a:lnTo>
                  <a:lnTo>
                    <a:pt x="325066" y="112310"/>
                  </a:lnTo>
                  <a:lnTo>
                    <a:pt x="323248" y="107332"/>
                  </a:lnTo>
                  <a:lnTo>
                    <a:pt x="321273" y="102414"/>
                  </a:lnTo>
                  <a:lnTo>
                    <a:pt x="319143" y="97561"/>
                  </a:lnTo>
                  <a:lnTo>
                    <a:pt x="316860" y="92779"/>
                  </a:lnTo>
                  <a:lnTo>
                    <a:pt x="314427" y="88071"/>
                  </a:lnTo>
                  <a:lnTo>
                    <a:pt x="311846" y="83442"/>
                  </a:lnTo>
                  <a:lnTo>
                    <a:pt x="309119" y="78898"/>
                  </a:lnTo>
                  <a:lnTo>
                    <a:pt x="306250" y="74442"/>
                  </a:lnTo>
                  <a:lnTo>
                    <a:pt x="303240" y="70080"/>
                  </a:lnTo>
                  <a:lnTo>
                    <a:pt x="300095" y="65815"/>
                  </a:lnTo>
                  <a:lnTo>
                    <a:pt x="296815" y="61652"/>
                  </a:lnTo>
                  <a:lnTo>
                    <a:pt x="293405" y="57595"/>
                  </a:lnTo>
                  <a:lnTo>
                    <a:pt x="289869" y="53648"/>
                  </a:lnTo>
                  <a:lnTo>
                    <a:pt x="286209" y="49815"/>
                  </a:lnTo>
                  <a:lnTo>
                    <a:pt x="282429" y="46100"/>
                  </a:lnTo>
                  <a:lnTo>
                    <a:pt x="278533" y="42507"/>
                  </a:lnTo>
                  <a:lnTo>
                    <a:pt x="274526" y="39039"/>
                  </a:lnTo>
                  <a:lnTo>
                    <a:pt x="270410" y="35700"/>
                  </a:lnTo>
                  <a:lnTo>
                    <a:pt x="266191" y="32493"/>
                  </a:lnTo>
                  <a:lnTo>
                    <a:pt x="261873" y="29422"/>
                  </a:lnTo>
                  <a:lnTo>
                    <a:pt x="257459" y="26489"/>
                  </a:lnTo>
                  <a:lnTo>
                    <a:pt x="252954" y="23697"/>
                  </a:lnTo>
                  <a:lnTo>
                    <a:pt x="248363" y="21049"/>
                  </a:lnTo>
                  <a:lnTo>
                    <a:pt x="243691" y="18549"/>
                  </a:lnTo>
                  <a:lnTo>
                    <a:pt x="238941" y="16197"/>
                  </a:lnTo>
                  <a:lnTo>
                    <a:pt x="234120" y="13998"/>
                  </a:lnTo>
                  <a:lnTo>
                    <a:pt x="229231" y="11952"/>
                  </a:lnTo>
                  <a:lnTo>
                    <a:pt x="224280" y="10062"/>
                  </a:lnTo>
                  <a:lnTo>
                    <a:pt x="219271" y="8331"/>
                  </a:lnTo>
                  <a:lnTo>
                    <a:pt x="214210" y="6758"/>
                  </a:lnTo>
                  <a:lnTo>
                    <a:pt x="209101" y="5348"/>
                  </a:lnTo>
                  <a:lnTo>
                    <a:pt x="203951" y="4099"/>
                  </a:lnTo>
                  <a:lnTo>
                    <a:pt x="198763" y="3015"/>
                  </a:lnTo>
                  <a:lnTo>
                    <a:pt x="193544" y="2095"/>
                  </a:lnTo>
                  <a:lnTo>
                    <a:pt x="188298" y="1342"/>
                  </a:lnTo>
                  <a:lnTo>
                    <a:pt x="183031" y="755"/>
                  </a:lnTo>
                  <a:lnTo>
                    <a:pt x="177749" y="335"/>
                  </a:lnTo>
                  <a:lnTo>
                    <a:pt x="172455" y="84"/>
                  </a:lnTo>
                  <a:lnTo>
                    <a:pt x="167156" y="0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6854" y="5399291"/>
              <a:ext cx="9361" cy="167167"/>
            </a:xfrm>
            <a:custGeom>
              <a:avLst/>
              <a:pathLst>
                <a:path w="9361" h="167167">
                  <a:moveTo>
                    <a:pt x="9361" y="0"/>
                  </a:moveTo>
                  <a:lnTo>
                    <a:pt x="0" y="262"/>
                  </a:lnTo>
                  <a:lnTo>
                    <a:pt x="936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6854" y="5399554"/>
              <a:ext cx="9361" cy="166905"/>
            </a:xfrm>
            <a:custGeom>
              <a:avLst/>
              <a:pathLst>
                <a:path w="9361" h="166905">
                  <a:moveTo>
                    <a:pt x="0" y="0"/>
                  </a:moveTo>
                  <a:lnTo>
                    <a:pt x="9361" y="166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6854" y="5399554"/>
              <a:ext cx="9361" cy="166905"/>
            </a:xfrm>
            <a:custGeom>
              <a:avLst/>
              <a:pathLst>
                <a:path w="9361" h="166905">
                  <a:moveTo>
                    <a:pt x="0" y="0"/>
                  </a:moveTo>
                  <a:lnTo>
                    <a:pt x="9361" y="166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6854" y="5399554"/>
              <a:ext cx="9361" cy="166905"/>
            </a:xfrm>
            <a:custGeom>
              <a:avLst/>
              <a:pathLst>
                <a:path w="9361" h="166905">
                  <a:moveTo>
                    <a:pt x="0" y="0"/>
                  </a:moveTo>
                  <a:lnTo>
                    <a:pt x="9361" y="166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6854" y="5399554"/>
              <a:ext cx="9361" cy="166905"/>
            </a:xfrm>
            <a:custGeom>
              <a:avLst/>
              <a:pathLst>
                <a:path w="9361" h="166905">
                  <a:moveTo>
                    <a:pt x="0" y="0"/>
                  </a:moveTo>
                  <a:lnTo>
                    <a:pt x="9361" y="1669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6854" y="5399554"/>
              <a:ext cx="9361" cy="166905"/>
            </a:xfrm>
            <a:custGeom>
              <a:avLst/>
              <a:pathLst>
                <a:path w="9361" h="166905">
                  <a:moveTo>
                    <a:pt x="0" y="0"/>
                  </a:moveTo>
                  <a:lnTo>
                    <a:pt x="9361" y="1669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6854" y="5399554"/>
              <a:ext cx="9361" cy="166905"/>
            </a:xfrm>
            <a:custGeom>
              <a:avLst/>
              <a:pathLst>
                <a:path w="9361" h="166905">
                  <a:moveTo>
                    <a:pt x="0" y="0"/>
                  </a:moveTo>
                  <a:lnTo>
                    <a:pt x="9361" y="1669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48" y="5399554"/>
              <a:ext cx="334319" cy="334064"/>
            </a:xfrm>
            <a:custGeom>
              <a:avLst/>
              <a:pathLst>
                <a:path w="334319" h="334064">
                  <a:moveTo>
                    <a:pt x="157805" y="0"/>
                  </a:moveTo>
                  <a:lnTo>
                    <a:pt x="152539" y="378"/>
                  </a:lnTo>
                  <a:lnTo>
                    <a:pt x="147287" y="923"/>
                  </a:lnTo>
                  <a:lnTo>
                    <a:pt x="142055" y="1634"/>
                  </a:lnTo>
                  <a:lnTo>
                    <a:pt x="136849" y="2509"/>
                  </a:lnTo>
                  <a:lnTo>
                    <a:pt x="131672" y="3549"/>
                  </a:lnTo>
                  <a:lnTo>
                    <a:pt x="126531" y="4751"/>
                  </a:lnTo>
                  <a:lnTo>
                    <a:pt x="121431" y="6115"/>
                  </a:lnTo>
                  <a:lnTo>
                    <a:pt x="116376" y="7640"/>
                  </a:lnTo>
                  <a:lnTo>
                    <a:pt x="111371" y="9323"/>
                  </a:lnTo>
                  <a:lnTo>
                    <a:pt x="106423" y="11164"/>
                  </a:lnTo>
                  <a:lnTo>
                    <a:pt x="101535" y="13160"/>
                  </a:lnTo>
                  <a:lnTo>
                    <a:pt x="96712" y="15309"/>
                  </a:lnTo>
                  <a:lnTo>
                    <a:pt x="91960" y="17610"/>
                  </a:lnTo>
                  <a:lnTo>
                    <a:pt x="87283" y="20060"/>
                  </a:lnTo>
                  <a:lnTo>
                    <a:pt x="82685" y="22656"/>
                  </a:lnTo>
                  <a:lnTo>
                    <a:pt x="78172" y="25395"/>
                  </a:lnTo>
                  <a:lnTo>
                    <a:pt x="73747" y="28276"/>
                  </a:lnTo>
                  <a:lnTo>
                    <a:pt x="69416" y="31296"/>
                  </a:lnTo>
                  <a:lnTo>
                    <a:pt x="65182" y="34450"/>
                  </a:lnTo>
                  <a:lnTo>
                    <a:pt x="61050" y="37737"/>
                  </a:lnTo>
                  <a:lnTo>
                    <a:pt x="57024" y="41153"/>
                  </a:lnTo>
                  <a:lnTo>
                    <a:pt x="53108" y="44694"/>
                  </a:lnTo>
                  <a:lnTo>
                    <a:pt x="49305" y="48357"/>
                  </a:lnTo>
                  <a:lnTo>
                    <a:pt x="45620" y="52138"/>
                  </a:lnTo>
                  <a:lnTo>
                    <a:pt x="42056" y="56034"/>
                  </a:lnTo>
                  <a:lnTo>
                    <a:pt x="38617" y="60040"/>
                  </a:lnTo>
                  <a:lnTo>
                    <a:pt x="35307" y="64153"/>
                  </a:lnTo>
                  <a:lnTo>
                    <a:pt x="32128" y="68368"/>
                  </a:lnTo>
                  <a:lnTo>
                    <a:pt x="29083" y="72682"/>
                  </a:lnTo>
                  <a:lnTo>
                    <a:pt x="26177" y="77090"/>
                  </a:lnTo>
                  <a:lnTo>
                    <a:pt x="23410" y="81587"/>
                  </a:lnTo>
                  <a:lnTo>
                    <a:pt x="20788" y="86170"/>
                  </a:lnTo>
                  <a:lnTo>
                    <a:pt x="18311" y="90832"/>
                  </a:lnTo>
                  <a:lnTo>
                    <a:pt x="15983" y="95571"/>
                  </a:lnTo>
                  <a:lnTo>
                    <a:pt x="13806" y="100381"/>
                  </a:lnTo>
                  <a:lnTo>
                    <a:pt x="11781" y="105258"/>
                  </a:lnTo>
                  <a:lnTo>
                    <a:pt x="9912" y="110196"/>
                  </a:lnTo>
                  <a:lnTo>
                    <a:pt x="8200" y="115190"/>
                  </a:lnTo>
                  <a:lnTo>
                    <a:pt x="6646" y="120236"/>
                  </a:lnTo>
                  <a:lnTo>
                    <a:pt x="5252" y="125328"/>
                  </a:lnTo>
                  <a:lnTo>
                    <a:pt x="4020" y="130463"/>
                  </a:lnTo>
                  <a:lnTo>
                    <a:pt x="2950" y="135633"/>
                  </a:lnTo>
                  <a:lnTo>
                    <a:pt x="2045" y="140834"/>
                  </a:lnTo>
                  <a:lnTo>
                    <a:pt x="1304" y="146062"/>
                  </a:lnTo>
                  <a:lnTo>
                    <a:pt x="728" y="151310"/>
                  </a:lnTo>
                  <a:lnTo>
                    <a:pt x="319" y="156574"/>
                  </a:lnTo>
                  <a:lnTo>
                    <a:pt x="76" y="161849"/>
                  </a:lnTo>
                  <a:lnTo>
                    <a:pt x="0" y="167128"/>
                  </a:lnTo>
                  <a:lnTo>
                    <a:pt x="90" y="172407"/>
                  </a:lnTo>
                  <a:lnTo>
                    <a:pt x="347" y="177681"/>
                  </a:lnTo>
                  <a:lnTo>
                    <a:pt x="771" y="182943"/>
                  </a:lnTo>
                  <a:lnTo>
                    <a:pt x="1360" y="188190"/>
                  </a:lnTo>
                  <a:lnTo>
                    <a:pt x="2115" y="193416"/>
                  </a:lnTo>
                  <a:lnTo>
                    <a:pt x="3035" y="198615"/>
                  </a:lnTo>
                  <a:lnTo>
                    <a:pt x="4118" y="203782"/>
                  </a:lnTo>
                  <a:lnTo>
                    <a:pt x="5364" y="208913"/>
                  </a:lnTo>
                  <a:lnTo>
                    <a:pt x="6771" y="214002"/>
                  </a:lnTo>
                  <a:lnTo>
                    <a:pt x="8338" y="219044"/>
                  </a:lnTo>
                  <a:lnTo>
                    <a:pt x="10064" y="224034"/>
                  </a:lnTo>
                  <a:lnTo>
                    <a:pt x="11947" y="228967"/>
                  </a:lnTo>
                  <a:lnTo>
                    <a:pt x="13984" y="233837"/>
                  </a:lnTo>
                  <a:lnTo>
                    <a:pt x="16174" y="238642"/>
                  </a:lnTo>
                  <a:lnTo>
                    <a:pt x="18515" y="243374"/>
                  </a:lnTo>
                  <a:lnTo>
                    <a:pt x="21004" y="248031"/>
                  </a:lnTo>
                  <a:lnTo>
                    <a:pt x="23639" y="252606"/>
                  </a:lnTo>
                  <a:lnTo>
                    <a:pt x="26417" y="257096"/>
                  </a:lnTo>
                  <a:lnTo>
                    <a:pt x="29335" y="261496"/>
                  </a:lnTo>
                  <a:lnTo>
                    <a:pt x="32391" y="265801"/>
                  </a:lnTo>
                  <a:lnTo>
                    <a:pt x="35582" y="270008"/>
                  </a:lnTo>
                  <a:lnTo>
                    <a:pt x="38903" y="274112"/>
                  </a:lnTo>
                  <a:lnTo>
                    <a:pt x="42353" y="278109"/>
                  </a:lnTo>
                  <a:lnTo>
                    <a:pt x="45927" y="281996"/>
                  </a:lnTo>
                  <a:lnTo>
                    <a:pt x="49622" y="285767"/>
                  </a:lnTo>
                  <a:lnTo>
                    <a:pt x="53435" y="289420"/>
                  </a:lnTo>
                  <a:lnTo>
                    <a:pt x="57360" y="292950"/>
                  </a:lnTo>
                  <a:lnTo>
                    <a:pt x="61396" y="296355"/>
                  </a:lnTo>
                  <a:lnTo>
                    <a:pt x="65537" y="299631"/>
                  </a:lnTo>
                  <a:lnTo>
                    <a:pt x="69779" y="302774"/>
                  </a:lnTo>
                  <a:lnTo>
                    <a:pt x="74118" y="305782"/>
                  </a:lnTo>
                  <a:lnTo>
                    <a:pt x="78550" y="308651"/>
                  </a:lnTo>
                  <a:lnTo>
                    <a:pt x="83071" y="311379"/>
                  </a:lnTo>
                  <a:lnTo>
                    <a:pt x="87675" y="313963"/>
                  </a:lnTo>
                  <a:lnTo>
                    <a:pt x="92359" y="316400"/>
                  </a:lnTo>
                  <a:lnTo>
                    <a:pt x="97117" y="318688"/>
                  </a:lnTo>
                  <a:lnTo>
                    <a:pt x="101946" y="320824"/>
                  </a:lnTo>
                  <a:lnTo>
                    <a:pt x="106839" y="322807"/>
                  </a:lnTo>
                  <a:lnTo>
                    <a:pt x="111793" y="324634"/>
                  </a:lnTo>
                  <a:lnTo>
                    <a:pt x="116801" y="326304"/>
                  </a:lnTo>
                  <a:lnTo>
                    <a:pt x="121860" y="327815"/>
                  </a:lnTo>
                  <a:lnTo>
                    <a:pt x="126965" y="329166"/>
                  </a:lnTo>
                  <a:lnTo>
                    <a:pt x="132109" y="330355"/>
                  </a:lnTo>
                  <a:lnTo>
                    <a:pt x="137288" y="331380"/>
                  </a:lnTo>
                  <a:lnTo>
                    <a:pt x="142497" y="332242"/>
                  </a:lnTo>
                  <a:lnTo>
                    <a:pt x="147731" y="332938"/>
                  </a:lnTo>
                  <a:lnTo>
                    <a:pt x="152984" y="333469"/>
                  </a:lnTo>
                  <a:lnTo>
                    <a:pt x="158251" y="333834"/>
                  </a:lnTo>
                  <a:lnTo>
                    <a:pt x="163527" y="334032"/>
                  </a:lnTo>
                  <a:lnTo>
                    <a:pt x="168807" y="334064"/>
                  </a:lnTo>
                  <a:lnTo>
                    <a:pt x="174085" y="333929"/>
                  </a:lnTo>
                  <a:lnTo>
                    <a:pt x="179356" y="333627"/>
                  </a:lnTo>
                  <a:lnTo>
                    <a:pt x="184615" y="333159"/>
                  </a:lnTo>
                  <a:lnTo>
                    <a:pt x="189857" y="332525"/>
                  </a:lnTo>
                  <a:lnTo>
                    <a:pt x="195076" y="331726"/>
                  </a:lnTo>
                  <a:lnTo>
                    <a:pt x="200267" y="330762"/>
                  </a:lnTo>
                  <a:lnTo>
                    <a:pt x="205425" y="329635"/>
                  </a:lnTo>
                  <a:lnTo>
                    <a:pt x="210545" y="328346"/>
                  </a:lnTo>
                  <a:lnTo>
                    <a:pt x="215622" y="326895"/>
                  </a:lnTo>
                  <a:lnTo>
                    <a:pt x="220650" y="325285"/>
                  </a:lnTo>
                  <a:lnTo>
                    <a:pt x="225625" y="323517"/>
                  </a:lnTo>
                  <a:lnTo>
                    <a:pt x="230542" y="321593"/>
                  </a:lnTo>
                  <a:lnTo>
                    <a:pt x="235396" y="319515"/>
                  </a:lnTo>
                  <a:lnTo>
                    <a:pt x="240181" y="317284"/>
                  </a:lnTo>
                  <a:lnTo>
                    <a:pt x="244894" y="314903"/>
                  </a:lnTo>
                  <a:lnTo>
                    <a:pt x="249529" y="312374"/>
                  </a:lnTo>
                  <a:lnTo>
                    <a:pt x="254082" y="309701"/>
                  </a:lnTo>
                  <a:lnTo>
                    <a:pt x="258548" y="306885"/>
                  </a:lnTo>
                  <a:lnTo>
                    <a:pt x="262923" y="303929"/>
                  </a:lnTo>
                  <a:lnTo>
                    <a:pt x="267202" y="300837"/>
                  </a:lnTo>
                  <a:lnTo>
                    <a:pt x="271382" y="297611"/>
                  </a:lnTo>
                  <a:lnTo>
                    <a:pt x="275458" y="294255"/>
                  </a:lnTo>
                  <a:lnTo>
                    <a:pt x="279425" y="290771"/>
                  </a:lnTo>
                  <a:lnTo>
                    <a:pt x="283281" y="287164"/>
                  </a:lnTo>
                  <a:lnTo>
                    <a:pt x="287021" y="283437"/>
                  </a:lnTo>
                  <a:lnTo>
                    <a:pt x="290641" y="279594"/>
                  </a:lnTo>
                  <a:lnTo>
                    <a:pt x="294139" y="275639"/>
                  </a:lnTo>
                  <a:lnTo>
                    <a:pt x="297509" y="271575"/>
                  </a:lnTo>
                  <a:lnTo>
                    <a:pt x="300750" y="267406"/>
                  </a:lnTo>
                  <a:lnTo>
                    <a:pt x="303857" y="263138"/>
                  </a:lnTo>
                  <a:lnTo>
                    <a:pt x="306828" y="258773"/>
                  </a:lnTo>
                  <a:lnTo>
                    <a:pt x="309659" y="254317"/>
                  </a:lnTo>
                  <a:lnTo>
                    <a:pt x="312349" y="249773"/>
                  </a:lnTo>
                  <a:lnTo>
                    <a:pt x="314893" y="245147"/>
                  </a:lnTo>
                  <a:lnTo>
                    <a:pt x="317291" y="240443"/>
                  </a:lnTo>
                  <a:lnTo>
                    <a:pt x="319538" y="235665"/>
                  </a:lnTo>
                  <a:lnTo>
                    <a:pt x="321633" y="230819"/>
                  </a:lnTo>
                  <a:lnTo>
                    <a:pt x="323575" y="225909"/>
                  </a:lnTo>
                  <a:lnTo>
                    <a:pt x="325360" y="220940"/>
                  </a:lnTo>
                  <a:lnTo>
                    <a:pt x="326988" y="215917"/>
                  </a:lnTo>
                  <a:lnTo>
                    <a:pt x="328456" y="210846"/>
                  </a:lnTo>
                  <a:lnTo>
                    <a:pt x="329763" y="205730"/>
                  </a:lnTo>
                  <a:lnTo>
                    <a:pt x="330908" y="200576"/>
                  </a:lnTo>
                  <a:lnTo>
                    <a:pt x="331890" y="195388"/>
                  </a:lnTo>
                  <a:lnTo>
                    <a:pt x="332707" y="190172"/>
                  </a:lnTo>
                  <a:lnTo>
                    <a:pt x="333359" y="184933"/>
                  </a:lnTo>
                  <a:lnTo>
                    <a:pt x="333846" y="179675"/>
                  </a:lnTo>
                  <a:lnTo>
                    <a:pt x="334166" y="174405"/>
                  </a:lnTo>
                  <a:lnTo>
                    <a:pt x="334319" y="169127"/>
                  </a:lnTo>
                  <a:lnTo>
                    <a:pt x="334306" y="163848"/>
                  </a:lnTo>
                  <a:lnTo>
                    <a:pt x="334126" y="158571"/>
                  </a:lnTo>
                  <a:lnTo>
                    <a:pt x="333780" y="153302"/>
                  </a:lnTo>
                  <a:lnTo>
                    <a:pt x="333267" y="148047"/>
                  </a:lnTo>
                  <a:lnTo>
                    <a:pt x="332589" y="142811"/>
                  </a:lnTo>
                  <a:lnTo>
                    <a:pt x="331746" y="137599"/>
                  </a:lnTo>
                  <a:lnTo>
                    <a:pt x="330738" y="132417"/>
                  </a:lnTo>
                  <a:lnTo>
                    <a:pt x="329567" y="127268"/>
                  </a:lnTo>
                  <a:lnTo>
                    <a:pt x="328235" y="122159"/>
                  </a:lnTo>
                  <a:lnTo>
                    <a:pt x="326741" y="117095"/>
                  </a:lnTo>
                  <a:lnTo>
                    <a:pt x="325089" y="112080"/>
                  </a:lnTo>
                  <a:lnTo>
                    <a:pt x="323278" y="107121"/>
                  </a:lnTo>
                  <a:lnTo>
                    <a:pt x="321313" y="102220"/>
                  </a:lnTo>
                  <a:lnTo>
                    <a:pt x="319193" y="97385"/>
                  </a:lnTo>
                  <a:lnTo>
                    <a:pt x="316922" y="92618"/>
                  </a:lnTo>
                  <a:lnTo>
                    <a:pt x="314501" y="87926"/>
                  </a:lnTo>
                  <a:lnTo>
                    <a:pt x="311933" y="83313"/>
                  </a:lnTo>
                  <a:lnTo>
                    <a:pt x="309221" y="78783"/>
                  </a:lnTo>
                  <a:lnTo>
                    <a:pt x="306368" y="74340"/>
                  </a:lnTo>
                  <a:lnTo>
                    <a:pt x="303375" y="69991"/>
                  </a:lnTo>
                  <a:lnTo>
                    <a:pt x="300246" y="65738"/>
                  </a:lnTo>
                  <a:lnTo>
                    <a:pt x="296985" y="61585"/>
                  </a:lnTo>
                  <a:lnTo>
                    <a:pt x="293594" y="57538"/>
                  </a:lnTo>
                  <a:lnTo>
                    <a:pt x="290077" y="53600"/>
                  </a:lnTo>
                  <a:lnTo>
                    <a:pt x="286438" y="49775"/>
                  </a:lnTo>
                  <a:lnTo>
                    <a:pt x="282680" y="46067"/>
                  </a:lnTo>
                  <a:lnTo>
                    <a:pt x="278806" y="42479"/>
                  </a:lnTo>
                  <a:lnTo>
                    <a:pt x="274821" y="39016"/>
                  </a:lnTo>
                  <a:lnTo>
                    <a:pt x="270728" y="35680"/>
                  </a:lnTo>
                  <a:lnTo>
                    <a:pt x="266533" y="32475"/>
                  </a:lnTo>
                  <a:lnTo>
                    <a:pt x="262238" y="29404"/>
                  </a:lnTo>
                  <a:lnTo>
                    <a:pt x="257848" y="26470"/>
                  </a:lnTo>
                  <a:lnTo>
                    <a:pt x="253368" y="23676"/>
                  </a:lnTo>
                  <a:lnTo>
                    <a:pt x="248802" y="21026"/>
                  </a:lnTo>
                  <a:lnTo>
                    <a:pt x="244154" y="18520"/>
                  </a:lnTo>
                  <a:lnTo>
                    <a:pt x="239430" y="16163"/>
                  </a:lnTo>
                  <a:lnTo>
                    <a:pt x="234633" y="13956"/>
                  </a:lnTo>
                  <a:lnTo>
                    <a:pt x="229769" y="11902"/>
                  </a:lnTo>
                  <a:lnTo>
                    <a:pt x="224843" y="10002"/>
                  </a:lnTo>
                  <a:lnTo>
                    <a:pt x="219859" y="8259"/>
                  </a:lnTo>
                  <a:lnTo>
                    <a:pt x="214823" y="6674"/>
                  </a:lnTo>
                  <a:lnTo>
                    <a:pt x="167167" y="1669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47656" cy="167167"/>
            </a:xfrm>
            <a:custGeom>
              <a:avLst/>
              <a:pathLst>
                <a:path w="47656" h="167167">
                  <a:moveTo>
                    <a:pt x="47656" y="6936"/>
                  </a:moveTo>
                  <a:lnTo>
                    <a:pt x="41836" y="5319"/>
                  </a:lnTo>
                  <a:lnTo>
                    <a:pt x="35961" y="3913"/>
                  </a:lnTo>
                  <a:lnTo>
                    <a:pt x="30039" y="2721"/>
                  </a:lnTo>
                  <a:lnTo>
                    <a:pt x="24079" y="1743"/>
                  </a:lnTo>
                  <a:lnTo>
                    <a:pt x="18086" y="981"/>
                  </a:lnTo>
                  <a:lnTo>
                    <a:pt x="12071" y="436"/>
                  </a:lnTo>
                  <a:lnTo>
                    <a:pt x="6039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9855" y="5399291"/>
              <a:ext cx="83688" cy="167167"/>
            </a:xfrm>
            <a:custGeom>
              <a:avLst/>
              <a:pathLst>
                <a:path w="83688" h="167167">
                  <a:moveTo>
                    <a:pt x="83688" y="0"/>
                  </a:moveTo>
                  <a:lnTo>
                    <a:pt x="77846" y="102"/>
                  </a:lnTo>
                  <a:lnTo>
                    <a:pt x="72011" y="408"/>
                  </a:lnTo>
                  <a:lnTo>
                    <a:pt x="66190" y="918"/>
                  </a:lnTo>
                  <a:lnTo>
                    <a:pt x="60391" y="1631"/>
                  </a:lnTo>
                  <a:lnTo>
                    <a:pt x="54620" y="2546"/>
                  </a:lnTo>
                  <a:lnTo>
                    <a:pt x="48885" y="3663"/>
                  </a:lnTo>
                  <a:lnTo>
                    <a:pt x="43192" y="4979"/>
                  </a:lnTo>
                  <a:lnTo>
                    <a:pt x="37548" y="6493"/>
                  </a:lnTo>
                  <a:lnTo>
                    <a:pt x="31961" y="8204"/>
                  </a:lnTo>
                  <a:lnTo>
                    <a:pt x="26438" y="10109"/>
                  </a:lnTo>
                  <a:lnTo>
                    <a:pt x="20984" y="12205"/>
                  </a:lnTo>
                  <a:lnTo>
                    <a:pt x="15606" y="14491"/>
                  </a:lnTo>
                  <a:lnTo>
                    <a:pt x="10312" y="16964"/>
                  </a:lnTo>
                  <a:lnTo>
                    <a:pt x="5108" y="19620"/>
                  </a:lnTo>
                  <a:lnTo>
                    <a:pt x="0" y="22456"/>
                  </a:lnTo>
                  <a:lnTo>
                    <a:pt x="8368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9855" y="5421748"/>
              <a:ext cx="83688" cy="144710"/>
            </a:xfrm>
            <a:custGeom>
              <a:avLst/>
              <a:pathLst>
                <a:path w="83688" h="144710">
                  <a:moveTo>
                    <a:pt x="0" y="0"/>
                  </a:moveTo>
                  <a:lnTo>
                    <a:pt x="83688" y="1447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9855" y="5421748"/>
              <a:ext cx="83688" cy="144710"/>
            </a:xfrm>
            <a:custGeom>
              <a:avLst/>
              <a:pathLst>
                <a:path w="83688" h="144710">
                  <a:moveTo>
                    <a:pt x="0" y="0"/>
                  </a:moveTo>
                  <a:lnTo>
                    <a:pt x="83688" y="1447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9855" y="5421748"/>
              <a:ext cx="83688" cy="144710"/>
            </a:xfrm>
            <a:custGeom>
              <a:avLst/>
              <a:pathLst>
                <a:path w="83688" h="144710">
                  <a:moveTo>
                    <a:pt x="0" y="0"/>
                  </a:moveTo>
                  <a:lnTo>
                    <a:pt x="83688" y="1447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39855" y="5421748"/>
              <a:ext cx="83688" cy="144710"/>
            </a:xfrm>
            <a:custGeom>
              <a:avLst/>
              <a:pathLst>
                <a:path w="83688" h="144710">
                  <a:moveTo>
                    <a:pt x="0" y="0"/>
                  </a:moveTo>
                  <a:lnTo>
                    <a:pt x="83688" y="1447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39855" y="5421748"/>
              <a:ext cx="83688" cy="144710"/>
            </a:xfrm>
            <a:custGeom>
              <a:avLst/>
              <a:pathLst>
                <a:path w="83688" h="144710">
                  <a:moveTo>
                    <a:pt x="0" y="0"/>
                  </a:moveTo>
                  <a:lnTo>
                    <a:pt x="83688" y="1447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84" y="5421748"/>
              <a:ext cx="215820" cy="311873"/>
            </a:xfrm>
            <a:custGeom>
              <a:avLst/>
              <a:pathLst>
                <a:path w="215820" h="311873">
                  <a:moveTo>
                    <a:pt x="83470" y="0"/>
                  </a:moveTo>
                  <a:lnTo>
                    <a:pt x="78882" y="2752"/>
                  </a:lnTo>
                  <a:lnTo>
                    <a:pt x="74385" y="5649"/>
                  </a:lnTo>
                  <a:lnTo>
                    <a:pt x="69982" y="8690"/>
                  </a:lnTo>
                  <a:lnTo>
                    <a:pt x="65679" y="11869"/>
                  </a:lnTo>
                  <a:lnTo>
                    <a:pt x="61480" y="15185"/>
                  </a:lnTo>
                  <a:lnTo>
                    <a:pt x="57389" y="18633"/>
                  </a:lnTo>
                  <a:lnTo>
                    <a:pt x="53410" y="22210"/>
                  </a:lnTo>
                  <a:lnTo>
                    <a:pt x="49548" y="25913"/>
                  </a:lnTo>
                  <a:lnTo>
                    <a:pt x="45807" y="29738"/>
                  </a:lnTo>
                  <a:lnTo>
                    <a:pt x="42190" y="33680"/>
                  </a:lnTo>
                  <a:lnTo>
                    <a:pt x="38701" y="37736"/>
                  </a:lnTo>
                  <a:lnTo>
                    <a:pt x="35343" y="41902"/>
                  </a:lnTo>
                  <a:lnTo>
                    <a:pt x="32121" y="46173"/>
                  </a:lnTo>
                  <a:lnTo>
                    <a:pt x="29037" y="50545"/>
                  </a:lnTo>
                  <a:lnTo>
                    <a:pt x="26094" y="55013"/>
                  </a:lnTo>
                  <a:lnTo>
                    <a:pt x="23296" y="59573"/>
                  </a:lnTo>
                  <a:lnTo>
                    <a:pt x="20645" y="64221"/>
                  </a:lnTo>
                  <a:lnTo>
                    <a:pt x="18144" y="68951"/>
                  </a:lnTo>
                  <a:lnTo>
                    <a:pt x="15796" y="73758"/>
                  </a:lnTo>
                  <a:lnTo>
                    <a:pt x="13603" y="78638"/>
                  </a:lnTo>
                  <a:lnTo>
                    <a:pt x="11567" y="83586"/>
                  </a:lnTo>
                  <a:lnTo>
                    <a:pt x="9691" y="88597"/>
                  </a:lnTo>
                  <a:lnTo>
                    <a:pt x="7976" y="93665"/>
                  </a:lnTo>
                  <a:lnTo>
                    <a:pt x="6424" y="98785"/>
                  </a:lnTo>
                  <a:lnTo>
                    <a:pt x="5036" y="103952"/>
                  </a:lnTo>
                  <a:lnTo>
                    <a:pt x="3815" y="109161"/>
                  </a:lnTo>
                  <a:lnTo>
                    <a:pt x="2761" y="114407"/>
                  </a:lnTo>
                  <a:lnTo>
                    <a:pt x="1876" y="119683"/>
                  </a:lnTo>
                  <a:lnTo>
                    <a:pt x="1159" y="124985"/>
                  </a:lnTo>
                  <a:lnTo>
                    <a:pt x="613" y="130308"/>
                  </a:lnTo>
                  <a:lnTo>
                    <a:pt x="238" y="135645"/>
                  </a:lnTo>
                  <a:lnTo>
                    <a:pt x="33" y="140991"/>
                  </a:lnTo>
                  <a:lnTo>
                    <a:pt x="0" y="146341"/>
                  </a:lnTo>
                  <a:lnTo>
                    <a:pt x="137" y="151690"/>
                  </a:lnTo>
                  <a:lnTo>
                    <a:pt x="446" y="157031"/>
                  </a:lnTo>
                  <a:lnTo>
                    <a:pt x="926" y="162360"/>
                  </a:lnTo>
                  <a:lnTo>
                    <a:pt x="1576" y="167671"/>
                  </a:lnTo>
                  <a:lnTo>
                    <a:pt x="2395" y="172958"/>
                  </a:lnTo>
                  <a:lnTo>
                    <a:pt x="3384" y="178216"/>
                  </a:lnTo>
                  <a:lnTo>
                    <a:pt x="4540" y="183440"/>
                  </a:lnTo>
                  <a:lnTo>
                    <a:pt x="5863" y="188624"/>
                  </a:lnTo>
                  <a:lnTo>
                    <a:pt x="7351" y="193764"/>
                  </a:lnTo>
                  <a:lnTo>
                    <a:pt x="9002" y="198853"/>
                  </a:lnTo>
                  <a:lnTo>
                    <a:pt x="10816" y="203886"/>
                  </a:lnTo>
                  <a:lnTo>
                    <a:pt x="12790" y="208859"/>
                  </a:lnTo>
                  <a:lnTo>
                    <a:pt x="14922" y="213766"/>
                  </a:lnTo>
                  <a:lnTo>
                    <a:pt x="17209" y="218603"/>
                  </a:lnTo>
                  <a:lnTo>
                    <a:pt x="19651" y="223363"/>
                  </a:lnTo>
                  <a:lnTo>
                    <a:pt x="22244" y="228044"/>
                  </a:lnTo>
                  <a:lnTo>
                    <a:pt x="24985" y="232638"/>
                  </a:lnTo>
                  <a:lnTo>
                    <a:pt x="27871" y="237143"/>
                  </a:lnTo>
                  <a:lnTo>
                    <a:pt x="30901" y="241553"/>
                  </a:lnTo>
                  <a:lnTo>
                    <a:pt x="34069" y="245864"/>
                  </a:lnTo>
                  <a:lnTo>
                    <a:pt x="37375" y="250071"/>
                  </a:lnTo>
                  <a:lnTo>
                    <a:pt x="40813" y="254171"/>
                  </a:lnTo>
                  <a:lnTo>
                    <a:pt x="44381" y="258158"/>
                  </a:lnTo>
                  <a:lnTo>
                    <a:pt x="48074" y="262029"/>
                  </a:lnTo>
                  <a:lnTo>
                    <a:pt x="51889" y="265780"/>
                  </a:lnTo>
                  <a:lnTo>
                    <a:pt x="55823" y="269407"/>
                  </a:lnTo>
                  <a:lnTo>
                    <a:pt x="59870" y="272906"/>
                  </a:lnTo>
                  <a:lnTo>
                    <a:pt x="64028" y="276273"/>
                  </a:lnTo>
                  <a:lnTo>
                    <a:pt x="68291" y="279506"/>
                  </a:lnTo>
                  <a:lnTo>
                    <a:pt x="72655" y="282601"/>
                  </a:lnTo>
                  <a:lnTo>
                    <a:pt x="77116" y="285555"/>
                  </a:lnTo>
                  <a:lnTo>
                    <a:pt x="81670" y="288364"/>
                  </a:lnTo>
                  <a:lnTo>
                    <a:pt x="86311" y="291027"/>
                  </a:lnTo>
                  <a:lnTo>
                    <a:pt x="91034" y="293539"/>
                  </a:lnTo>
                  <a:lnTo>
                    <a:pt x="95836" y="295899"/>
                  </a:lnTo>
                  <a:lnTo>
                    <a:pt x="100711" y="298104"/>
                  </a:lnTo>
                  <a:lnTo>
                    <a:pt x="105654" y="300152"/>
                  </a:lnTo>
                  <a:lnTo>
                    <a:pt x="110660" y="302040"/>
                  </a:lnTo>
                  <a:lnTo>
                    <a:pt x="115723" y="303768"/>
                  </a:lnTo>
                  <a:lnTo>
                    <a:pt x="120840" y="305332"/>
                  </a:lnTo>
                  <a:lnTo>
                    <a:pt x="126004" y="306732"/>
                  </a:lnTo>
                  <a:lnTo>
                    <a:pt x="131210" y="307966"/>
                  </a:lnTo>
                  <a:lnTo>
                    <a:pt x="136453" y="309033"/>
                  </a:lnTo>
                  <a:lnTo>
                    <a:pt x="141727" y="309932"/>
                  </a:lnTo>
                  <a:lnTo>
                    <a:pt x="147027" y="310661"/>
                  </a:lnTo>
                  <a:lnTo>
                    <a:pt x="152348" y="311220"/>
                  </a:lnTo>
                  <a:lnTo>
                    <a:pt x="157684" y="311609"/>
                  </a:lnTo>
                  <a:lnTo>
                    <a:pt x="163030" y="311827"/>
                  </a:lnTo>
                  <a:lnTo>
                    <a:pt x="168380" y="311873"/>
                  </a:lnTo>
                  <a:lnTo>
                    <a:pt x="173729" y="311748"/>
                  </a:lnTo>
                  <a:lnTo>
                    <a:pt x="179071" y="311453"/>
                  </a:lnTo>
                  <a:lnTo>
                    <a:pt x="184401" y="310986"/>
                  </a:lnTo>
                  <a:lnTo>
                    <a:pt x="189714" y="310349"/>
                  </a:lnTo>
                  <a:lnTo>
                    <a:pt x="195003" y="309542"/>
                  </a:lnTo>
                  <a:lnTo>
                    <a:pt x="200263" y="308567"/>
                  </a:lnTo>
                  <a:lnTo>
                    <a:pt x="205490" y="307424"/>
                  </a:lnTo>
                  <a:lnTo>
                    <a:pt x="210677" y="306114"/>
                  </a:lnTo>
                  <a:lnTo>
                    <a:pt x="215820" y="304638"/>
                  </a:lnTo>
                  <a:lnTo>
                    <a:pt x="167159" y="1447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23544" y="5399291"/>
              <a:ext cx="167166" cy="327095"/>
            </a:xfrm>
            <a:custGeom>
              <a:avLst/>
              <a:pathLst>
                <a:path w="167166" h="327095">
                  <a:moveTo>
                    <a:pt x="48661" y="327095"/>
                  </a:moveTo>
                  <a:lnTo>
                    <a:pt x="53750" y="325457"/>
                  </a:lnTo>
                  <a:lnTo>
                    <a:pt x="58783" y="323658"/>
                  </a:lnTo>
                  <a:lnTo>
                    <a:pt x="63757" y="321698"/>
                  </a:lnTo>
                  <a:lnTo>
                    <a:pt x="68666" y="319581"/>
                  </a:lnTo>
                  <a:lnTo>
                    <a:pt x="73504" y="317307"/>
                  </a:lnTo>
                  <a:lnTo>
                    <a:pt x="78267" y="314880"/>
                  </a:lnTo>
                  <a:lnTo>
                    <a:pt x="82950" y="312302"/>
                  </a:lnTo>
                  <a:lnTo>
                    <a:pt x="87548" y="309575"/>
                  </a:lnTo>
                  <a:lnTo>
                    <a:pt x="92057" y="306703"/>
                  </a:lnTo>
                  <a:lnTo>
                    <a:pt x="96471" y="303688"/>
                  </a:lnTo>
                  <a:lnTo>
                    <a:pt x="100787" y="300534"/>
                  </a:lnTo>
                  <a:lnTo>
                    <a:pt x="105000" y="297243"/>
                  </a:lnTo>
                  <a:lnTo>
                    <a:pt x="109106" y="293819"/>
                  </a:lnTo>
                  <a:lnTo>
                    <a:pt x="113099" y="290266"/>
                  </a:lnTo>
                  <a:lnTo>
                    <a:pt x="116978" y="286587"/>
                  </a:lnTo>
                  <a:lnTo>
                    <a:pt x="120736" y="282785"/>
                  </a:lnTo>
                  <a:lnTo>
                    <a:pt x="124371" y="278866"/>
                  </a:lnTo>
                  <a:lnTo>
                    <a:pt x="127879" y="274832"/>
                  </a:lnTo>
                  <a:lnTo>
                    <a:pt x="131256" y="270688"/>
                  </a:lnTo>
                  <a:lnTo>
                    <a:pt x="134499" y="266438"/>
                  </a:lnTo>
                  <a:lnTo>
                    <a:pt x="137605" y="262087"/>
                  </a:lnTo>
                  <a:lnTo>
                    <a:pt x="140569" y="257638"/>
                  </a:lnTo>
                  <a:lnTo>
                    <a:pt x="143390" y="253097"/>
                  </a:lnTo>
                  <a:lnTo>
                    <a:pt x="146065" y="248469"/>
                  </a:lnTo>
                  <a:lnTo>
                    <a:pt x="148589" y="243757"/>
                  </a:lnTo>
                  <a:lnTo>
                    <a:pt x="150962" y="238966"/>
                  </a:lnTo>
                  <a:lnTo>
                    <a:pt x="153181" y="234103"/>
                  </a:lnTo>
                  <a:lnTo>
                    <a:pt x="155243" y="229171"/>
                  </a:lnTo>
                  <a:lnTo>
                    <a:pt x="157146" y="224175"/>
                  </a:lnTo>
                  <a:lnTo>
                    <a:pt x="158888" y="219121"/>
                  </a:lnTo>
                  <a:lnTo>
                    <a:pt x="160468" y="214014"/>
                  </a:lnTo>
                  <a:lnTo>
                    <a:pt x="161884" y="208859"/>
                  </a:lnTo>
                  <a:lnTo>
                    <a:pt x="163135" y="203662"/>
                  </a:lnTo>
                  <a:lnTo>
                    <a:pt x="164218" y="198427"/>
                  </a:lnTo>
                  <a:lnTo>
                    <a:pt x="165134" y="193160"/>
                  </a:lnTo>
                  <a:lnTo>
                    <a:pt x="165880" y="187867"/>
                  </a:lnTo>
                  <a:lnTo>
                    <a:pt x="166457" y="182552"/>
                  </a:lnTo>
                  <a:lnTo>
                    <a:pt x="166864" y="177222"/>
                  </a:lnTo>
                  <a:lnTo>
                    <a:pt x="167100" y="171881"/>
                  </a:lnTo>
                  <a:lnTo>
                    <a:pt x="167166" y="166536"/>
                  </a:lnTo>
                  <a:lnTo>
                    <a:pt x="167060" y="161191"/>
                  </a:lnTo>
                  <a:lnTo>
                    <a:pt x="166784" y="155853"/>
                  </a:lnTo>
                  <a:lnTo>
                    <a:pt x="166337" y="150525"/>
                  </a:lnTo>
                  <a:lnTo>
                    <a:pt x="165719" y="145215"/>
                  </a:lnTo>
                  <a:lnTo>
                    <a:pt x="164933" y="139928"/>
                  </a:lnTo>
                  <a:lnTo>
                    <a:pt x="163977" y="134668"/>
                  </a:lnTo>
                  <a:lnTo>
                    <a:pt x="162855" y="129442"/>
                  </a:lnTo>
                  <a:lnTo>
                    <a:pt x="161565" y="124254"/>
                  </a:lnTo>
                  <a:lnTo>
                    <a:pt x="160110" y="119110"/>
                  </a:lnTo>
                  <a:lnTo>
                    <a:pt x="158492" y="114015"/>
                  </a:lnTo>
                  <a:lnTo>
                    <a:pt x="156711" y="108974"/>
                  </a:lnTo>
                  <a:lnTo>
                    <a:pt x="154770" y="103993"/>
                  </a:lnTo>
                  <a:lnTo>
                    <a:pt x="152671" y="99077"/>
                  </a:lnTo>
                  <a:lnTo>
                    <a:pt x="150416" y="94230"/>
                  </a:lnTo>
                  <a:lnTo>
                    <a:pt x="148007" y="89458"/>
                  </a:lnTo>
                  <a:lnTo>
                    <a:pt x="145447" y="84765"/>
                  </a:lnTo>
                  <a:lnTo>
                    <a:pt x="142737" y="80156"/>
                  </a:lnTo>
                  <a:lnTo>
                    <a:pt x="139882" y="75637"/>
                  </a:lnTo>
                  <a:lnTo>
                    <a:pt x="136884" y="71211"/>
                  </a:lnTo>
                  <a:lnTo>
                    <a:pt x="133746" y="66883"/>
                  </a:lnTo>
                  <a:lnTo>
                    <a:pt x="130471" y="62658"/>
                  </a:lnTo>
                  <a:lnTo>
                    <a:pt x="127063" y="58540"/>
                  </a:lnTo>
                  <a:lnTo>
                    <a:pt x="123525" y="54532"/>
                  </a:lnTo>
                  <a:lnTo>
                    <a:pt x="119860" y="50640"/>
                  </a:lnTo>
                  <a:lnTo>
                    <a:pt x="116073" y="46868"/>
                  </a:lnTo>
                  <a:lnTo>
                    <a:pt x="112167" y="43218"/>
                  </a:lnTo>
                  <a:lnTo>
                    <a:pt x="108146" y="39695"/>
                  </a:lnTo>
                  <a:lnTo>
                    <a:pt x="104015" y="36302"/>
                  </a:lnTo>
                  <a:lnTo>
                    <a:pt x="99778" y="33043"/>
                  </a:lnTo>
                  <a:lnTo>
                    <a:pt x="95438" y="29921"/>
                  </a:lnTo>
                  <a:lnTo>
                    <a:pt x="91001" y="26940"/>
                  </a:lnTo>
                  <a:lnTo>
                    <a:pt x="86471" y="24102"/>
                  </a:lnTo>
                  <a:lnTo>
                    <a:pt x="81852" y="21410"/>
                  </a:lnTo>
                  <a:lnTo>
                    <a:pt x="77150" y="18867"/>
                  </a:lnTo>
                  <a:lnTo>
                    <a:pt x="72368" y="16476"/>
                  </a:lnTo>
                  <a:lnTo>
                    <a:pt x="67513" y="14239"/>
                  </a:lnTo>
                  <a:lnTo>
                    <a:pt x="62589" y="12159"/>
                  </a:lnTo>
                  <a:lnTo>
                    <a:pt x="57600" y="10237"/>
                  </a:lnTo>
                  <a:lnTo>
                    <a:pt x="52553" y="8475"/>
                  </a:lnTo>
                  <a:lnTo>
                    <a:pt x="47452" y="6876"/>
                  </a:lnTo>
                  <a:lnTo>
                    <a:pt x="42303" y="5441"/>
                  </a:lnTo>
                  <a:lnTo>
                    <a:pt x="37110" y="4171"/>
                  </a:lnTo>
                  <a:lnTo>
                    <a:pt x="31879" y="3067"/>
                  </a:lnTo>
                  <a:lnTo>
                    <a:pt x="26616" y="2132"/>
                  </a:lnTo>
                  <a:lnTo>
                    <a:pt x="21325" y="1365"/>
                  </a:lnTo>
                  <a:lnTo>
                    <a:pt x="16013" y="768"/>
                  </a:lnTo>
                  <a:lnTo>
                    <a:pt x="10684" y="341"/>
                  </a:lnTo>
                  <a:lnTo>
                    <a:pt x="534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21119" y="5269756"/>
              <a:ext cx="24139" cy="167167"/>
            </a:xfrm>
            <a:custGeom>
              <a:avLst/>
              <a:pathLst>
                <a:path w="24139" h="167167">
                  <a:moveTo>
                    <a:pt x="24139" y="0"/>
                  </a:moveTo>
                  <a:lnTo>
                    <a:pt x="16067" y="194"/>
                  </a:lnTo>
                  <a:lnTo>
                    <a:pt x="8015" y="779"/>
                  </a:lnTo>
                  <a:lnTo>
                    <a:pt x="0" y="1752"/>
                  </a:lnTo>
                  <a:lnTo>
                    <a:pt x="2413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21119" y="5271508"/>
              <a:ext cx="24139" cy="165415"/>
            </a:xfrm>
            <a:custGeom>
              <a:avLst/>
              <a:pathLst>
                <a:path w="24139" h="165415">
                  <a:moveTo>
                    <a:pt x="0" y="0"/>
                  </a:moveTo>
                  <a:lnTo>
                    <a:pt x="24139" y="165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21119" y="5271508"/>
              <a:ext cx="24139" cy="165415"/>
            </a:xfrm>
            <a:custGeom>
              <a:avLst/>
              <a:pathLst>
                <a:path w="24139" h="165415">
                  <a:moveTo>
                    <a:pt x="0" y="0"/>
                  </a:moveTo>
                  <a:lnTo>
                    <a:pt x="24139" y="1654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21119" y="5271508"/>
              <a:ext cx="24139" cy="165415"/>
            </a:xfrm>
            <a:custGeom>
              <a:avLst/>
              <a:pathLst>
                <a:path w="24139" h="165415">
                  <a:moveTo>
                    <a:pt x="0" y="0"/>
                  </a:moveTo>
                  <a:lnTo>
                    <a:pt x="24139" y="1654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21119" y="5271508"/>
              <a:ext cx="24139" cy="165415"/>
            </a:xfrm>
            <a:custGeom>
              <a:avLst/>
              <a:pathLst>
                <a:path w="24139" h="165415">
                  <a:moveTo>
                    <a:pt x="0" y="0"/>
                  </a:moveTo>
                  <a:lnTo>
                    <a:pt x="24139" y="1654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95223" y="5271508"/>
              <a:ext cx="150034" cy="165415"/>
            </a:xfrm>
            <a:custGeom>
              <a:avLst/>
              <a:pathLst>
                <a:path w="150034" h="165415">
                  <a:moveTo>
                    <a:pt x="125895" y="0"/>
                  </a:moveTo>
                  <a:lnTo>
                    <a:pt x="120382" y="898"/>
                  </a:lnTo>
                  <a:lnTo>
                    <a:pt x="114901" y="1981"/>
                  </a:lnTo>
                  <a:lnTo>
                    <a:pt x="109460" y="3246"/>
                  </a:lnTo>
                  <a:lnTo>
                    <a:pt x="104064" y="4693"/>
                  </a:lnTo>
                  <a:lnTo>
                    <a:pt x="98719" y="6319"/>
                  </a:lnTo>
                  <a:lnTo>
                    <a:pt x="93431" y="8122"/>
                  </a:lnTo>
                  <a:lnTo>
                    <a:pt x="88207" y="10101"/>
                  </a:lnTo>
                  <a:lnTo>
                    <a:pt x="83052" y="12254"/>
                  </a:lnTo>
                  <a:lnTo>
                    <a:pt x="77972" y="14577"/>
                  </a:lnTo>
                  <a:lnTo>
                    <a:pt x="72972" y="17070"/>
                  </a:lnTo>
                  <a:lnTo>
                    <a:pt x="68058" y="19727"/>
                  </a:lnTo>
                  <a:lnTo>
                    <a:pt x="63236" y="22548"/>
                  </a:lnTo>
                  <a:lnTo>
                    <a:pt x="58511" y="25528"/>
                  </a:lnTo>
                  <a:lnTo>
                    <a:pt x="53887" y="28664"/>
                  </a:lnTo>
                  <a:lnTo>
                    <a:pt x="49372" y="31953"/>
                  </a:lnTo>
                  <a:lnTo>
                    <a:pt x="44968" y="35391"/>
                  </a:lnTo>
                  <a:lnTo>
                    <a:pt x="40683" y="38975"/>
                  </a:lnTo>
                  <a:lnTo>
                    <a:pt x="36519" y="42699"/>
                  </a:lnTo>
                  <a:lnTo>
                    <a:pt x="32482" y="46561"/>
                  </a:lnTo>
                  <a:lnTo>
                    <a:pt x="28576" y="50555"/>
                  </a:lnTo>
                  <a:lnTo>
                    <a:pt x="24806" y="54678"/>
                  </a:lnTo>
                  <a:lnTo>
                    <a:pt x="21176" y="58924"/>
                  </a:lnTo>
                  <a:lnTo>
                    <a:pt x="17689" y="63289"/>
                  </a:lnTo>
                  <a:lnTo>
                    <a:pt x="14351" y="67768"/>
                  </a:lnTo>
                  <a:lnTo>
                    <a:pt x="11164" y="72357"/>
                  </a:lnTo>
                  <a:lnTo>
                    <a:pt x="8132" y="77049"/>
                  </a:lnTo>
                  <a:lnTo>
                    <a:pt x="5258" y="81840"/>
                  </a:lnTo>
                  <a:lnTo>
                    <a:pt x="2547" y="86724"/>
                  </a:lnTo>
                  <a:lnTo>
                    <a:pt x="0" y="91696"/>
                  </a:lnTo>
                  <a:lnTo>
                    <a:pt x="150034" y="1654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104" y="5269756"/>
              <a:ext cx="334302" cy="334334"/>
            </a:xfrm>
            <a:custGeom>
              <a:avLst/>
              <a:pathLst>
                <a:path w="334302" h="334334">
                  <a:moveTo>
                    <a:pt x="17118" y="93448"/>
                  </a:moveTo>
                  <a:lnTo>
                    <a:pt x="14857" y="98242"/>
                  </a:lnTo>
                  <a:lnTo>
                    <a:pt x="12748" y="103106"/>
                  </a:lnTo>
                  <a:lnTo>
                    <a:pt x="10794" y="108034"/>
                  </a:lnTo>
                  <a:lnTo>
                    <a:pt x="8998" y="113021"/>
                  </a:lnTo>
                  <a:lnTo>
                    <a:pt x="7361" y="118063"/>
                  </a:lnTo>
                  <a:lnTo>
                    <a:pt x="5884" y="123154"/>
                  </a:lnTo>
                  <a:lnTo>
                    <a:pt x="4570" y="128290"/>
                  </a:lnTo>
                  <a:lnTo>
                    <a:pt x="3419" y="133464"/>
                  </a:lnTo>
                  <a:lnTo>
                    <a:pt x="2432" y="138673"/>
                  </a:lnTo>
                  <a:lnTo>
                    <a:pt x="1612" y="143910"/>
                  </a:lnTo>
                  <a:lnTo>
                    <a:pt x="958" y="149170"/>
                  </a:lnTo>
                  <a:lnTo>
                    <a:pt x="470" y="154449"/>
                  </a:lnTo>
                  <a:lnTo>
                    <a:pt x="151" y="159740"/>
                  </a:lnTo>
                  <a:lnTo>
                    <a:pt x="0" y="165039"/>
                  </a:lnTo>
                  <a:lnTo>
                    <a:pt x="16" y="170340"/>
                  </a:lnTo>
                  <a:lnTo>
                    <a:pt x="201" y="175638"/>
                  </a:lnTo>
                  <a:lnTo>
                    <a:pt x="553" y="180927"/>
                  </a:lnTo>
                  <a:lnTo>
                    <a:pt x="1073" y="186203"/>
                  </a:lnTo>
                  <a:lnTo>
                    <a:pt x="1760" y="191459"/>
                  </a:lnTo>
                  <a:lnTo>
                    <a:pt x="2614" y="196691"/>
                  </a:lnTo>
                  <a:lnTo>
                    <a:pt x="3633" y="201893"/>
                  </a:lnTo>
                  <a:lnTo>
                    <a:pt x="4816" y="207060"/>
                  </a:lnTo>
                  <a:lnTo>
                    <a:pt x="6162" y="212187"/>
                  </a:lnTo>
                  <a:lnTo>
                    <a:pt x="7671" y="217269"/>
                  </a:lnTo>
                  <a:lnTo>
                    <a:pt x="9340" y="222301"/>
                  </a:lnTo>
                  <a:lnTo>
                    <a:pt x="11167" y="227277"/>
                  </a:lnTo>
                  <a:lnTo>
                    <a:pt x="13151" y="232193"/>
                  </a:lnTo>
                  <a:lnTo>
                    <a:pt x="15291" y="237043"/>
                  </a:lnTo>
                  <a:lnTo>
                    <a:pt x="17582" y="241823"/>
                  </a:lnTo>
                  <a:lnTo>
                    <a:pt x="20025" y="246528"/>
                  </a:lnTo>
                  <a:lnTo>
                    <a:pt x="22615" y="251153"/>
                  </a:lnTo>
                  <a:lnTo>
                    <a:pt x="25351" y="255693"/>
                  </a:lnTo>
                  <a:lnTo>
                    <a:pt x="28229" y="260145"/>
                  </a:lnTo>
                  <a:lnTo>
                    <a:pt x="31247" y="264503"/>
                  </a:lnTo>
                  <a:lnTo>
                    <a:pt x="34401" y="268763"/>
                  </a:lnTo>
                  <a:lnTo>
                    <a:pt x="37689" y="272921"/>
                  </a:lnTo>
                  <a:lnTo>
                    <a:pt x="41108" y="276973"/>
                  </a:lnTo>
                  <a:lnTo>
                    <a:pt x="44653" y="280914"/>
                  </a:lnTo>
                  <a:lnTo>
                    <a:pt x="48321" y="284741"/>
                  </a:lnTo>
                  <a:lnTo>
                    <a:pt x="52108" y="288450"/>
                  </a:lnTo>
                  <a:lnTo>
                    <a:pt x="56012" y="292037"/>
                  </a:lnTo>
                  <a:lnTo>
                    <a:pt x="60027" y="295498"/>
                  </a:lnTo>
                  <a:lnTo>
                    <a:pt x="64150" y="298830"/>
                  </a:lnTo>
                  <a:lnTo>
                    <a:pt x="68376" y="302030"/>
                  </a:lnTo>
                  <a:lnTo>
                    <a:pt x="72702" y="305094"/>
                  </a:lnTo>
                  <a:lnTo>
                    <a:pt x="77123" y="308019"/>
                  </a:lnTo>
                  <a:lnTo>
                    <a:pt x="81634" y="310803"/>
                  </a:lnTo>
                  <a:lnTo>
                    <a:pt x="86231" y="313442"/>
                  </a:lnTo>
                  <a:lnTo>
                    <a:pt x="90910" y="315935"/>
                  </a:lnTo>
                  <a:lnTo>
                    <a:pt x="95665" y="318277"/>
                  </a:lnTo>
                  <a:lnTo>
                    <a:pt x="100492" y="320468"/>
                  </a:lnTo>
                  <a:lnTo>
                    <a:pt x="105386" y="322505"/>
                  </a:lnTo>
                  <a:lnTo>
                    <a:pt x="110343" y="324385"/>
                  </a:lnTo>
                  <a:lnTo>
                    <a:pt x="115356" y="326107"/>
                  </a:lnTo>
                  <a:lnTo>
                    <a:pt x="120422" y="327670"/>
                  </a:lnTo>
                  <a:lnTo>
                    <a:pt x="125534" y="329071"/>
                  </a:lnTo>
                  <a:lnTo>
                    <a:pt x="130689" y="330309"/>
                  </a:lnTo>
                  <a:lnTo>
                    <a:pt x="135880" y="331383"/>
                  </a:lnTo>
                  <a:lnTo>
                    <a:pt x="141102" y="332292"/>
                  </a:lnTo>
                  <a:lnTo>
                    <a:pt x="146351" y="333035"/>
                  </a:lnTo>
                  <a:lnTo>
                    <a:pt x="151621" y="333611"/>
                  </a:lnTo>
                  <a:lnTo>
                    <a:pt x="156906" y="334020"/>
                  </a:lnTo>
                  <a:lnTo>
                    <a:pt x="162201" y="334261"/>
                  </a:lnTo>
                  <a:lnTo>
                    <a:pt x="167502" y="334334"/>
                  </a:lnTo>
                  <a:lnTo>
                    <a:pt x="172802" y="334239"/>
                  </a:lnTo>
                  <a:lnTo>
                    <a:pt x="178097" y="333976"/>
                  </a:lnTo>
                  <a:lnTo>
                    <a:pt x="183380" y="333545"/>
                  </a:lnTo>
                  <a:lnTo>
                    <a:pt x="188647" y="332947"/>
                  </a:lnTo>
                  <a:lnTo>
                    <a:pt x="193893" y="332182"/>
                  </a:lnTo>
                  <a:lnTo>
                    <a:pt x="199111" y="331251"/>
                  </a:lnTo>
                  <a:lnTo>
                    <a:pt x="204298" y="330155"/>
                  </a:lnTo>
                  <a:lnTo>
                    <a:pt x="209447" y="328896"/>
                  </a:lnTo>
                  <a:lnTo>
                    <a:pt x="214554" y="327473"/>
                  </a:lnTo>
                  <a:lnTo>
                    <a:pt x="219613" y="325890"/>
                  </a:lnTo>
                  <a:lnTo>
                    <a:pt x="224619" y="324147"/>
                  </a:lnTo>
                  <a:lnTo>
                    <a:pt x="229567" y="322246"/>
                  </a:lnTo>
                  <a:lnTo>
                    <a:pt x="234453" y="320189"/>
                  </a:lnTo>
                  <a:lnTo>
                    <a:pt x="239271" y="317978"/>
                  </a:lnTo>
                  <a:lnTo>
                    <a:pt x="244017" y="315616"/>
                  </a:lnTo>
                  <a:lnTo>
                    <a:pt x="248685" y="313104"/>
                  </a:lnTo>
                  <a:lnTo>
                    <a:pt x="253271" y="310445"/>
                  </a:lnTo>
                  <a:lnTo>
                    <a:pt x="257771" y="307643"/>
                  </a:lnTo>
                  <a:lnTo>
                    <a:pt x="262179" y="304699"/>
                  </a:lnTo>
                  <a:lnTo>
                    <a:pt x="266492" y="301617"/>
                  </a:lnTo>
                  <a:lnTo>
                    <a:pt x="270705" y="298400"/>
                  </a:lnTo>
                  <a:lnTo>
                    <a:pt x="274814" y="295050"/>
                  </a:lnTo>
                  <a:lnTo>
                    <a:pt x="278815" y="291572"/>
                  </a:lnTo>
                  <a:lnTo>
                    <a:pt x="282703" y="287969"/>
                  </a:lnTo>
                  <a:lnTo>
                    <a:pt x="286475" y="284245"/>
                  </a:lnTo>
                  <a:lnTo>
                    <a:pt x="290127" y="280403"/>
                  </a:lnTo>
                  <a:lnTo>
                    <a:pt x="293656" y="276447"/>
                  </a:lnTo>
                  <a:lnTo>
                    <a:pt x="297057" y="272381"/>
                  </a:lnTo>
                  <a:lnTo>
                    <a:pt x="300328" y="268209"/>
                  </a:lnTo>
                  <a:lnTo>
                    <a:pt x="303465" y="263936"/>
                  </a:lnTo>
                  <a:lnTo>
                    <a:pt x="306464" y="259565"/>
                  </a:lnTo>
                  <a:lnTo>
                    <a:pt x="309324" y="255101"/>
                  </a:lnTo>
                  <a:lnTo>
                    <a:pt x="312041" y="250549"/>
                  </a:lnTo>
                  <a:lnTo>
                    <a:pt x="314612" y="245914"/>
                  </a:lnTo>
                  <a:lnTo>
                    <a:pt x="317034" y="241198"/>
                  </a:lnTo>
                  <a:lnTo>
                    <a:pt x="319306" y="236409"/>
                  </a:lnTo>
                  <a:lnTo>
                    <a:pt x="321425" y="231550"/>
                  </a:lnTo>
                  <a:lnTo>
                    <a:pt x="323389" y="226626"/>
                  </a:lnTo>
                  <a:lnTo>
                    <a:pt x="325196" y="221642"/>
                  </a:lnTo>
                  <a:lnTo>
                    <a:pt x="326844" y="216604"/>
                  </a:lnTo>
                  <a:lnTo>
                    <a:pt x="328331" y="211516"/>
                  </a:lnTo>
                  <a:lnTo>
                    <a:pt x="329656" y="206383"/>
                  </a:lnTo>
                  <a:lnTo>
                    <a:pt x="330818" y="201211"/>
                  </a:lnTo>
                  <a:lnTo>
                    <a:pt x="331815" y="196005"/>
                  </a:lnTo>
                  <a:lnTo>
                    <a:pt x="332646" y="190769"/>
                  </a:lnTo>
                  <a:lnTo>
                    <a:pt x="333311" y="185510"/>
                  </a:lnTo>
                  <a:lnTo>
                    <a:pt x="333809" y="180232"/>
                  </a:lnTo>
                  <a:lnTo>
                    <a:pt x="334140" y="174942"/>
                  </a:lnTo>
                  <a:lnTo>
                    <a:pt x="334302" y="169643"/>
                  </a:lnTo>
                  <a:lnTo>
                    <a:pt x="334297" y="164342"/>
                  </a:lnTo>
                  <a:lnTo>
                    <a:pt x="334123" y="159044"/>
                  </a:lnTo>
                  <a:lnTo>
                    <a:pt x="333782" y="153754"/>
                  </a:lnTo>
                  <a:lnTo>
                    <a:pt x="333273" y="148477"/>
                  </a:lnTo>
                  <a:lnTo>
                    <a:pt x="332597" y="143220"/>
                  </a:lnTo>
                  <a:lnTo>
                    <a:pt x="331754" y="137986"/>
                  </a:lnTo>
                  <a:lnTo>
                    <a:pt x="330746" y="132782"/>
                  </a:lnTo>
                  <a:lnTo>
                    <a:pt x="329574" y="127612"/>
                  </a:lnTo>
                  <a:lnTo>
                    <a:pt x="328238" y="122482"/>
                  </a:lnTo>
                  <a:lnTo>
                    <a:pt x="326740" y="117397"/>
                  </a:lnTo>
                  <a:lnTo>
                    <a:pt x="325082" y="112362"/>
                  </a:lnTo>
                  <a:lnTo>
                    <a:pt x="323265" y="107382"/>
                  </a:lnTo>
                  <a:lnTo>
                    <a:pt x="321291" y="102463"/>
                  </a:lnTo>
                  <a:lnTo>
                    <a:pt x="319162" y="97608"/>
                  </a:lnTo>
                  <a:lnTo>
                    <a:pt x="316880" y="92823"/>
                  </a:lnTo>
                  <a:lnTo>
                    <a:pt x="314447" y="88113"/>
                  </a:lnTo>
                  <a:lnTo>
                    <a:pt x="311867" y="83483"/>
                  </a:lnTo>
                  <a:lnTo>
                    <a:pt x="309140" y="78936"/>
                  </a:lnTo>
                  <a:lnTo>
                    <a:pt x="306271" y="74479"/>
                  </a:lnTo>
                  <a:lnTo>
                    <a:pt x="303263" y="70114"/>
                  </a:lnTo>
                  <a:lnTo>
                    <a:pt x="300117" y="65848"/>
                  </a:lnTo>
                  <a:lnTo>
                    <a:pt x="296838" y="61683"/>
                  </a:lnTo>
                  <a:lnTo>
                    <a:pt x="293428" y="57624"/>
                  </a:lnTo>
                  <a:lnTo>
                    <a:pt x="289891" y="53675"/>
                  </a:lnTo>
                  <a:lnTo>
                    <a:pt x="286231" y="49840"/>
                  </a:lnTo>
                  <a:lnTo>
                    <a:pt x="282451" y="46124"/>
                  </a:lnTo>
                  <a:lnTo>
                    <a:pt x="278555" y="42529"/>
                  </a:lnTo>
                  <a:lnTo>
                    <a:pt x="274547" y="39059"/>
                  </a:lnTo>
                  <a:lnTo>
                    <a:pt x="270431" y="35719"/>
                  </a:lnTo>
                  <a:lnTo>
                    <a:pt x="266212" y="32510"/>
                  </a:lnTo>
                  <a:lnTo>
                    <a:pt x="261892" y="29437"/>
                  </a:lnTo>
                  <a:lnTo>
                    <a:pt x="257478" y="26502"/>
                  </a:lnTo>
                  <a:lnTo>
                    <a:pt x="252972" y="23709"/>
                  </a:lnTo>
                  <a:lnTo>
                    <a:pt x="248380" y="21060"/>
                  </a:lnTo>
                  <a:lnTo>
                    <a:pt x="243707" y="18558"/>
                  </a:lnTo>
                  <a:lnTo>
                    <a:pt x="238957" y="16206"/>
                  </a:lnTo>
                  <a:lnTo>
                    <a:pt x="234134" y="14005"/>
                  </a:lnTo>
                  <a:lnTo>
                    <a:pt x="229244" y="11958"/>
                  </a:lnTo>
                  <a:lnTo>
                    <a:pt x="224292" y="10068"/>
                  </a:lnTo>
                  <a:lnTo>
                    <a:pt x="219282" y="8335"/>
                  </a:lnTo>
                  <a:lnTo>
                    <a:pt x="214220" y="6762"/>
                  </a:lnTo>
                  <a:lnTo>
                    <a:pt x="209110" y="5350"/>
                  </a:lnTo>
                  <a:lnTo>
                    <a:pt x="203958" y="4101"/>
                  </a:lnTo>
                  <a:lnTo>
                    <a:pt x="198769" y="3016"/>
                  </a:lnTo>
                  <a:lnTo>
                    <a:pt x="193549" y="2097"/>
                  </a:lnTo>
                  <a:lnTo>
                    <a:pt x="188302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4079" y="5018213"/>
              <a:ext cx="46959" cy="167167"/>
            </a:xfrm>
            <a:custGeom>
              <a:avLst/>
              <a:pathLst>
                <a:path w="46959" h="167167">
                  <a:moveTo>
                    <a:pt x="46959" y="0"/>
                  </a:moveTo>
                  <a:lnTo>
                    <a:pt x="41010" y="105"/>
                  </a:lnTo>
                  <a:lnTo>
                    <a:pt x="35069" y="423"/>
                  </a:lnTo>
                  <a:lnTo>
                    <a:pt x="29143" y="952"/>
                  </a:lnTo>
                  <a:lnTo>
                    <a:pt x="23239" y="1691"/>
                  </a:lnTo>
                  <a:lnTo>
                    <a:pt x="17366" y="2640"/>
                  </a:lnTo>
                  <a:lnTo>
                    <a:pt x="11530" y="3797"/>
                  </a:lnTo>
                  <a:lnTo>
                    <a:pt x="5738" y="5161"/>
                  </a:lnTo>
                  <a:lnTo>
                    <a:pt x="0" y="6731"/>
                  </a:lnTo>
                  <a:lnTo>
                    <a:pt x="469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4079" y="5024944"/>
              <a:ext cx="46959" cy="160436"/>
            </a:xfrm>
            <a:custGeom>
              <a:avLst/>
              <a:pathLst>
                <a:path w="46959" h="160436">
                  <a:moveTo>
                    <a:pt x="0" y="0"/>
                  </a:moveTo>
                  <a:lnTo>
                    <a:pt x="46959" y="1604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4079" y="5024944"/>
              <a:ext cx="46959" cy="160436"/>
            </a:xfrm>
            <a:custGeom>
              <a:avLst/>
              <a:pathLst>
                <a:path w="46959" h="160436">
                  <a:moveTo>
                    <a:pt x="0" y="0"/>
                  </a:moveTo>
                  <a:lnTo>
                    <a:pt x="46959" y="1604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4079" y="5024944"/>
              <a:ext cx="46959" cy="160436"/>
            </a:xfrm>
            <a:custGeom>
              <a:avLst/>
              <a:pathLst>
                <a:path w="46959" h="160436">
                  <a:moveTo>
                    <a:pt x="0" y="0"/>
                  </a:moveTo>
                  <a:lnTo>
                    <a:pt x="46959" y="1604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72" y="5024944"/>
              <a:ext cx="167166" cy="218848"/>
            </a:xfrm>
            <a:custGeom>
              <a:avLst/>
              <a:pathLst>
                <a:path w="167166" h="218848">
                  <a:moveTo>
                    <a:pt x="120207" y="0"/>
                  </a:moveTo>
                  <a:lnTo>
                    <a:pt x="115064" y="1595"/>
                  </a:lnTo>
                  <a:lnTo>
                    <a:pt x="109975" y="3356"/>
                  </a:lnTo>
                  <a:lnTo>
                    <a:pt x="104945" y="5280"/>
                  </a:lnTo>
                  <a:lnTo>
                    <a:pt x="99979" y="7364"/>
                  </a:lnTo>
                  <a:lnTo>
                    <a:pt x="95084" y="9608"/>
                  </a:lnTo>
                  <a:lnTo>
                    <a:pt x="90263" y="12008"/>
                  </a:lnTo>
                  <a:lnTo>
                    <a:pt x="85522" y="14562"/>
                  </a:lnTo>
                  <a:lnTo>
                    <a:pt x="80866" y="17268"/>
                  </a:lnTo>
                  <a:lnTo>
                    <a:pt x="76299" y="20122"/>
                  </a:lnTo>
                  <a:lnTo>
                    <a:pt x="71827" y="23121"/>
                  </a:lnTo>
                  <a:lnTo>
                    <a:pt x="67453" y="26263"/>
                  </a:lnTo>
                  <a:lnTo>
                    <a:pt x="63183" y="29545"/>
                  </a:lnTo>
                  <a:lnTo>
                    <a:pt x="59021" y="32962"/>
                  </a:lnTo>
                  <a:lnTo>
                    <a:pt x="54971" y="36512"/>
                  </a:lnTo>
                  <a:lnTo>
                    <a:pt x="51038" y="40190"/>
                  </a:lnTo>
                  <a:lnTo>
                    <a:pt x="47225" y="43993"/>
                  </a:lnTo>
                  <a:lnTo>
                    <a:pt x="43536" y="47916"/>
                  </a:lnTo>
                  <a:lnTo>
                    <a:pt x="39976" y="51957"/>
                  </a:lnTo>
                  <a:lnTo>
                    <a:pt x="36548" y="56110"/>
                  </a:lnTo>
                  <a:lnTo>
                    <a:pt x="33256" y="60371"/>
                  </a:lnTo>
                  <a:lnTo>
                    <a:pt x="30102" y="64737"/>
                  </a:lnTo>
                  <a:lnTo>
                    <a:pt x="27091" y="69201"/>
                  </a:lnTo>
                  <a:lnTo>
                    <a:pt x="24225" y="73760"/>
                  </a:lnTo>
                  <a:lnTo>
                    <a:pt x="21507" y="78410"/>
                  </a:lnTo>
                  <a:lnTo>
                    <a:pt x="18940" y="83144"/>
                  </a:lnTo>
                  <a:lnTo>
                    <a:pt x="16528" y="87958"/>
                  </a:lnTo>
                  <a:lnTo>
                    <a:pt x="14271" y="92848"/>
                  </a:lnTo>
                  <a:lnTo>
                    <a:pt x="12174" y="97808"/>
                  </a:lnTo>
                  <a:lnTo>
                    <a:pt x="10237" y="102833"/>
                  </a:lnTo>
                  <a:lnTo>
                    <a:pt x="8463" y="107917"/>
                  </a:lnTo>
                  <a:lnTo>
                    <a:pt x="6854" y="113057"/>
                  </a:lnTo>
                  <a:lnTo>
                    <a:pt x="5411" y="118245"/>
                  </a:lnTo>
                  <a:lnTo>
                    <a:pt x="4136" y="123477"/>
                  </a:lnTo>
                  <a:lnTo>
                    <a:pt x="3030" y="128747"/>
                  </a:lnTo>
                  <a:lnTo>
                    <a:pt x="2094" y="134051"/>
                  </a:lnTo>
                  <a:lnTo>
                    <a:pt x="1330" y="139381"/>
                  </a:lnTo>
                  <a:lnTo>
                    <a:pt x="738" y="144734"/>
                  </a:lnTo>
                  <a:lnTo>
                    <a:pt x="319" y="150103"/>
                  </a:lnTo>
                  <a:lnTo>
                    <a:pt x="72" y="155482"/>
                  </a:lnTo>
                  <a:lnTo>
                    <a:pt x="0" y="160867"/>
                  </a:lnTo>
                  <a:lnTo>
                    <a:pt x="100" y="166251"/>
                  </a:lnTo>
                  <a:lnTo>
                    <a:pt x="374" y="171630"/>
                  </a:lnTo>
                  <a:lnTo>
                    <a:pt x="821" y="176996"/>
                  </a:lnTo>
                  <a:lnTo>
                    <a:pt x="1441" y="182346"/>
                  </a:lnTo>
                  <a:lnTo>
                    <a:pt x="2233" y="187672"/>
                  </a:lnTo>
                  <a:lnTo>
                    <a:pt x="3196" y="192971"/>
                  </a:lnTo>
                  <a:lnTo>
                    <a:pt x="4329" y="198236"/>
                  </a:lnTo>
                  <a:lnTo>
                    <a:pt x="5631" y="203461"/>
                  </a:lnTo>
                  <a:lnTo>
                    <a:pt x="7100" y="208642"/>
                  </a:lnTo>
                  <a:lnTo>
                    <a:pt x="8736" y="213773"/>
                  </a:lnTo>
                  <a:lnTo>
                    <a:pt x="10536" y="218848"/>
                  </a:lnTo>
                  <a:lnTo>
                    <a:pt x="167166" y="1604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64409" y="5018213"/>
              <a:ext cx="323783" cy="334332"/>
            </a:xfrm>
            <a:custGeom>
              <a:avLst/>
              <a:pathLst>
                <a:path w="323783" h="334332">
                  <a:moveTo>
                    <a:pt x="0" y="225579"/>
                  </a:moveTo>
                  <a:lnTo>
                    <a:pt x="1935" y="230528"/>
                  </a:lnTo>
                  <a:lnTo>
                    <a:pt x="4028" y="235413"/>
                  </a:lnTo>
                  <a:lnTo>
                    <a:pt x="6274" y="240230"/>
                  </a:lnTo>
                  <a:lnTo>
                    <a:pt x="8672" y="244972"/>
                  </a:lnTo>
                  <a:lnTo>
                    <a:pt x="11220" y="249635"/>
                  </a:lnTo>
                  <a:lnTo>
                    <a:pt x="13915" y="254216"/>
                  </a:lnTo>
                  <a:lnTo>
                    <a:pt x="16754" y="258708"/>
                  </a:lnTo>
                  <a:lnTo>
                    <a:pt x="19734" y="263108"/>
                  </a:lnTo>
                  <a:lnTo>
                    <a:pt x="22853" y="267411"/>
                  </a:lnTo>
                  <a:lnTo>
                    <a:pt x="26107" y="271612"/>
                  </a:lnTo>
                  <a:lnTo>
                    <a:pt x="29493" y="275709"/>
                  </a:lnTo>
                  <a:lnTo>
                    <a:pt x="33007" y="279695"/>
                  </a:lnTo>
                  <a:lnTo>
                    <a:pt x="36647" y="283567"/>
                  </a:lnTo>
                  <a:lnTo>
                    <a:pt x="40407" y="287322"/>
                  </a:lnTo>
                  <a:lnTo>
                    <a:pt x="44285" y="290956"/>
                  </a:lnTo>
                  <a:lnTo>
                    <a:pt x="48277" y="294464"/>
                  </a:lnTo>
                  <a:lnTo>
                    <a:pt x="52378" y="297844"/>
                  </a:lnTo>
                  <a:lnTo>
                    <a:pt x="56584" y="301092"/>
                  </a:lnTo>
                  <a:lnTo>
                    <a:pt x="60892" y="304204"/>
                  </a:lnTo>
                  <a:lnTo>
                    <a:pt x="65296" y="307178"/>
                  </a:lnTo>
                  <a:lnTo>
                    <a:pt x="69793" y="310011"/>
                  </a:lnTo>
                  <a:lnTo>
                    <a:pt x="74377" y="312699"/>
                  </a:lnTo>
                  <a:lnTo>
                    <a:pt x="79044" y="315240"/>
                  </a:lnTo>
                  <a:lnTo>
                    <a:pt x="83790" y="317631"/>
                  </a:lnTo>
                  <a:lnTo>
                    <a:pt x="88610" y="319870"/>
                  </a:lnTo>
                  <a:lnTo>
                    <a:pt x="93498" y="321955"/>
                  </a:lnTo>
                  <a:lnTo>
                    <a:pt x="98450" y="323884"/>
                  </a:lnTo>
                  <a:lnTo>
                    <a:pt x="103461" y="325654"/>
                  </a:lnTo>
                  <a:lnTo>
                    <a:pt x="108525" y="327264"/>
                  </a:lnTo>
                  <a:lnTo>
                    <a:pt x="113638" y="328712"/>
                  </a:lnTo>
                  <a:lnTo>
                    <a:pt x="118795" y="329997"/>
                  </a:lnTo>
                  <a:lnTo>
                    <a:pt x="123990" y="331117"/>
                  </a:lnTo>
                  <a:lnTo>
                    <a:pt x="129218" y="332072"/>
                  </a:lnTo>
                  <a:lnTo>
                    <a:pt x="134473" y="332860"/>
                  </a:lnTo>
                  <a:lnTo>
                    <a:pt x="139751" y="333480"/>
                  </a:lnTo>
                  <a:lnTo>
                    <a:pt x="145046" y="333933"/>
                  </a:lnTo>
                  <a:lnTo>
                    <a:pt x="150353" y="334217"/>
                  </a:lnTo>
                  <a:lnTo>
                    <a:pt x="155666" y="334332"/>
                  </a:lnTo>
                  <a:lnTo>
                    <a:pt x="160980" y="334278"/>
                  </a:lnTo>
                  <a:lnTo>
                    <a:pt x="166290" y="334055"/>
                  </a:lnTo>
                  <a:lnTo>
                    <a:pt x="171589" y="333664"/>
                  </a:lnTo>
                  <a:lnTo>
                    <a:pt x="176874" y="333104"/>
                  </a:lnTo>
                  <a:lnTo>
                    <a:pt x="182138" y="332377"/>
                  </a:lnTo>
                  <a:lnTo>
                    <a:pt x="187377" y="331482"/>
                  </a:lnTo>
                  <a:lnTo>
                    <a:pt x="192584" y="330422"/>
                  </a:lnTo>
                  <a:lnTo>
                    <a:pt x="197755" y="329197"/>
                  </a:lnTo>
                  <a:lnTo>
                    <a:pt x="202885" y="327808"/>
                  </a:lnTo>
                  <a:lnTo>
                    <a:pt x="207968" y="326256"/>
                  </a:lnTo>
                  <a:lnTo>
                    <a:pt x="212999" y="324544"/>
                  </a:lnTo>
                  <a:lnTo>
                    <a:pt x="217972" y="322673"/>
                  </a:lnTo>
                  <a:lnTo>
                    <a:pt x="222884" y="320644"/>
                  </a:lnTo>
                  <a:lnTo>
                    <a:pt x="227729" y="318461"/>
                  </a:lnTo>
                  <a:lnTo>
                    <a:pt x="232502" y="316124"/>
                  </a:lnTo>
                  <a:lnTo>
                    <a:pt x="237199" y="313637"/>
                  </a:lnTo>
                  <a:lnTo>
                    <a:pt x="241814" y="311002"/>
                  </a:lnTo>
                  <a:lnTo>
                    <a:pt x="246343" y="308222"/>
                  </a:lnTo>
                  <a:lnTo>
                    <a:pt x="250781" y="305299"/>
                  </a:lnTo>
                  <a:lnTo>
                    <a:pt x="255124" y="302236"/>
                  </a:lnTo>
                  <a:lnTo>
                    <a:pt x="259368" y="299037"/>
                  </a:lnTo>
                  <a:lnTo>
                    <a:pt x="263507" y="295705"/>
                  </a:lnTo>
                  <a:lnTo>
                    <a:pt x="267539" y="292243"/>
                  </a:lnTo>
                  <a:lnTo>
                    <a:pt x="271459" y="288654"/>
                  </a:lnTo>
                  <a:lnTo>
                    <a:pt x="275262" y="284943"/>
                  </a:lnTo>
                  <a:lnTo>
                    <a:pt x="278946" y="281113"/>
                  </a:lnTo>
                  <a:lnTo>
                    <a:pt x="282506" y="277167"/>
                  </a:lnTo>
                  <a:lnTo>
                    <a:pt x="285939" y="273110"/>
                  </a:lnTo>
                  <a:lnTo>
                    <a:pt x="289241" y="268947"/>
                  </a:lnTo>
                  <a:lnTo>
                    <a:pt x="292409" y="264680"/>
                  </a:lnTo>
                  <a:lnTo>
                    <a:pt x="295440" y="260315"/>
                  </a:lnTo>
                  <a:lnTo>
                    <a:pt x="298331" y="255855"/>
                  </a:lnTo>
                  <a:lnTo>
                    <a:pt x="301079" y="251306"/>
                  </a:lnTo>
                  <a:lnTo>
                    <a:pt x="303680" y="246672"/>
                  </a:lnTo>
                  <a:lnTo>
                    <a:pt x="306133" y="241958"/>
                  </a:lnTo>
                  <a:lnTo>
                    <a:pt x="308435" y="237168"/>
                  </a:lnTo>
                  <a:lnTo>
                    <a:pt x="310583" y="232307"/>
                  </a:lnTo>
                  <a:lnTo>
                    <a:pt x="312576" y="227381"/>
                  </a:lnTo>
                  <a:lnTo>
                    <a:pt x="314411" y="222394"/>
                  </a:lnTo>
                  <a:lnTo>
                    <a:pt x="316087" y="217350"/>
                  </a:lnTo>
                  <a:lnTo>
                    <a:pt x="317601" y="212257"/>
                  </a:lnTo>
                  <a:lnTo>
                    <a:pt x="318953" y="207117"/>
                  </a:lnTo>
                  <a:lnTo>
                    <a:pt x="320141" y="201937"/>
                  </a:lnTo>
                  <a:lnTo>
                    <a:pt x="321164" y="196722"/>
                  </a:lnTo>
                  <a:lnTo>
                    <a:pt x="322020" y="191478"/>
                  </a:lnTo>
                  <a:lnTo>
                    <a:pt x="322709" y="186208"/>
                  </a:lnTo>
                  <a:lnTo>
                    <a:pt x="323230" y="180919"/>
                  </a:lnTo>
                  <a:lnTo>
                    <a:pt x="323583" y="175617"/>
                  </a:lnTo>
                  <a:lnTo>
                    <a:pt x="323768" y="170306"/>
                  </a:lnTo>
                  <a:lnTo>
                    <a:pt x="323783" y="164992"/>
                  </a:lnTo>
                  <a:lnTo>
                    <a:pt x="323629" y="159680"/>
                  </a:lnTo>
                  <a:lnTo>
                    <a:pt x="323307" y="154375"/>
                  </a:lnTo>
                  <a:lnTo>
                    <a:pt x="322816" y="149083"/>
                  </a:lnTo>
                  <a:lnTo>
                    <a:pt x="322157" y="143810"/>
                  </a:lnTo>
                  <a:lnTo>
                    <a:pt x="321331" y="138560"/>
                  </a:lnTo>
                  <a:lnTo>
                    <a:pt x="320339" y="133340"/>
                  </a:lnTo>
                  <a:lnTo>
                    <a:pt x="319181" y="128153"/>
                  </a:lnTo>
                  <a:lnTo>
                    <a:pt x="317858" y="123006"/>
                  </a:lnTo>
                  <a:lnTo>
                    <a:pt x="316373" y="117903"/>
                  </a:lnTo>
                  <a:lnTo>
                    <a:pt x="314727" y="112851"/>
                  </a:lnTo>
                  <a:lnTo>
                    <a:pt x="312920" y="107853"/>
                  </a:lnTo>
                  <a:lnTo>
                    <a:pt x="310956" y="102915"/>
                  </a:lnTo>
                  <a:lnTo>
                    <a:pt x="308836" y="98042"/>
                  </a:lnTo>
                  <a:lnTo>
                    <a:pt x="306562" y="93239"/>
                  </a:lnTo>
                  <a:lnTo>
                    <a:pt x="304136" y="88510"/>
                  </a:lnTo>
                  <a:lnTo>
                    <a:pt x="301561" y="83862"/>
                  </a:lnTo>
                  <a:lnTo>
                    <a:pt x="298840" y="79297"/>
                  </a:lnTo>
                  <a:lnTo>
                    <a:pt x="295975" y="74821"/>
                  </a:lnTo>
                  <a:lnTo>
                    <a:pt x="292969" y="70438"/>
                  </a:lnTo>
                  <a:lnTo>
                    <a:pt x="289826" y="66153"/>
                  </a:lnTo>
                  <a:lnTo>
                    <a:pt x="286548" y="61971"/>
                  </a:lnTo>
                  <a:lnTo>
                    <a:pt x="283138" y="57894"/>
                  </a:lnTo>
                  <a:lnTo>
                    <a:pt x="279601" y="53928"/>
                  </a:lnTo>
                  <a:lnTo>
                    <a:pt x="275939" y="50077"/>
                  </a:lnTo>
                  <a:lnTo>
                    <a:pt x="272157" y="46344"/>
                  </a:lnTo>
                  <a:lnTo>
                    <a:pt x="268258" y="42732"/>
                  </a:lnTo>
                  <a:lnTo>
                    <a:pt x="264247" y="39247"/>
                  </a:lnTo>
                  <a:lnTo>
                    <a:pt x="260126" y="35891"/>
                  </a:lnTo>
                  <a:lnTo>
                    <a:pt x="255901" y="32667"/>
                  </a:lnTo>
                  <a:lnTo>
                    <a:pt x="251576" y="29580"/>
                  </a:lnTo>
                  <a:lnTo>
                    <a:pt x="247154" y="26632"/>
                  </a:lnTo>
                  <a:lnTo>
                    <a:pt x="242642" y="23825"/>
                  </a:lnTo>
                  <a:lnTo>
                    <a:pt x="238042" y="21164"/>
                  </a:lnTo>
                  <a:lnTo>
                    <a:pt x="233360" y="18650"/>
                  </a:lnTo>
                  <a:lnTo>
                    <a:pt x="228600" y="16286"/>
                  </a:lnTo>
                  <a:lnTo>
                    <a:pt x="223768" y="14074"/>
                  </a:lnTo>
                  <a:lnTo>
                    <a:pt x="218868" y="12017"/>
                  </a:lnTo>
                  <a:lnTo>
                    <a:pt x="213905" y="10118"/>
                  </a:lnTo>
                  <a:lnTo>
                    <a:pt x="208884" y="8376"/>
                  </a:lnTo>
                  <a:lnTo>
                    <a:pt x="203810" y="6796"/>
                  </a:lnTo>
                  <a:lnTo>
                    <a:pt x="198689" y="5377"/>
                  </a:lnTo>
                  <a:lnTo>
                    <a:pt x="193525" y="4122"/>
                  </a:lnTo>
                  <a:lnTo>
                    <a:pt x="188324" y="3031"/>
                  </a:lnTo>
                  <a:lnTo>
                    <a:pt x="183090" y="2107"/>
                  </a:lnTo>
                  <a:lnTo>
                    <a:pt x="177830" y="1349"/>
                  </a:lnTo>
                  <a:lnTo>
                    <a:pt x="172549" y="759"/>
                  </a:lnTo>
                  <a:lnTo>
                    <a:pt x="167251" y="337"/>
                  </a:lnTo>
                  <a:lnTo>
                    <a:pt x="161943" y="84"/>
                  </a:lnTo>
                  <a:lnTo>
                    <a:pt x="156630" y="0"/>
                  </a:lnTo>
                  <a:lnTo>
                    <a:pt x="15663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9274" y="4659281"/>
              <a:ext cx="103960" cy="167167"/>
            </a:xfrm>
            <a:custGeom>
              <a:avLst/>
              <a:pathLst>
                <a:path w="103960" h="167167">
                  <a:moveTo>
                    <a:pt x="103960" y="0"/>
                  </a:moveTo>
                  <a:lnTo>
                    <a:pt x="98352" y="94"/>
                  </a:lnTo>
                  <a:lnTo>
                    <a:pt x="92749" y="376"/>
                  </a:lnTo>
                  <a:lnTo>
                    <a:pt x="87159" y="846"/>
                  </a:lnTo>
                  <a:lnTo>
                    <a:pt x="81588" y="1503"/>
                  </a:lnTo>
                  <a:lnTo>
                    <a:pt x="76043" y="2347"/>
                  </a:lnTo>
                  <a:lnTo>
                    <a:pt x="70528" y="3377"/>
                  </a:lnTo>
                  <a:lnTo>
                    <a:pt x="65052" y="4591"/>
                  </a:lnTo>
                  <a:lnTo>
                    <a:pt x="59619" y="5988"/>
                  </a:lnTo>
                  <a:lnTo>
                    <a:pt x="54236" y="7566"/>
                  </a:lnTo>
                  <a:lnTo>
                    <a:pt x="48909" y="9324"/>
                  </a:lnTo>
                  <a:lnTo>
                    <a:pt x="43644" y="11260"/>
                  </a:lnTo>
                  <a:lnTo>
                    <a:pt x="38447" y="13372"/>
                  </a:lnTo>
                  <a:lnTo>
                    <a:pt x="33324" y="15656"/>
                  </a:lnTo>
                  <a:lnTo>
                    <a:pt x="28280" y="18112"/>
                  </a:lnTo>
                  <a:lnTo>
                    <a:pt x="23322" y="20735"/>
                  </a:lnTo>
                  <a:lnTo>
                    <a:pt x="18454" y="23523"/>
                  </a:lnTo>
                  <a:lnTo>
                    <a:pt x="13683" y="26473"/>
                  </a:lnTo>
                  <a:lnTo>
                    <a:pt x="9013" y="29581"/>
                  </a:lnTo>
                  <a:lnTo>
                    <a:pt x="4450" y="32844"/>
                  </a:lnTo>
                  <a:lnTo>
                    <a:pt x="0" y="36258"/>
                  </a:lnTo>
                  <a:lnTo>
                    <a:pt x="1039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19274" y="4695540"/>
              <a:ext cx="103960" cy="130908"/>
            </a:xfrm>
            <a:custGeom>
              <a:avLst/>
              <a:pathLst>
                <a:path w="103960" h="130908">
                  <a:moveTo>
                    <a:pt x="0" y="0"/>
                  </a:moveTo>
                  <a:lnTo>
                    <a:pt x="103960" y="13090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19274" y="4695540"/>
              <a:ext cx="103960" cy="130908"/>
            </a:xfrm>
            <a:custGeom>
              <a:avLst/>
              <a:pathLst>
                <a:path w="103960" h="130908">
                  <a:moveTo>
                    <a:pt x="0" y="0"/>
                  </a:moveTo>
                  <a:lnTo>
                    <a:pt x="103960" y="13090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68" y="4695540"/>
              <a:ext cx="243375" cy="298072"/>
            </a:xfrm>
            <a:custGeom>
              <a:avLst/>
              <a:pathLst>
                <a:path w="243375" h="298072">
                  <a:moveTo>
                    <a:pt x="63205" y="0"/>
                  </a:moveTo>
                  <a:lnTo>
                    <a:pt x="59070" y="3392"/>
                  </a:lnTo>
                  <a:lnTo>
                    <a:pt x="55046" y="6916"/>
                  </a:lnTo>
                  <a:lnTo>
                    <a:pt x="51136" y="10566"/>
                  </a:lnTo>
                  <a:lnTo>
                    <a:pt x="47346" y="14340"/>
                  </a:lnTo>
                  <a:lnTo>
                    <a:pt x="43678" y="18233"/>
                  </a:lnTo>
                  <a:lnTo>
                    <a:pt x="40136" y="22241"/>
                  </a:lnTo>
                  <a:lnTo>
                    <a:pt x="36725" y="26361"/>
                  </a:lnTo>
                  <a:lnTo>
                    <a:pt x="33447" y="30588"/>
                  </a:lnTo>
                  <a:lnTo>
                    <a:pt x="30306" y="34917"/>
                  </a:lnTo>
                  <a:lnTo>
                    <a:pt x="27305" y="39345"/>
                  </a:lnTo>
                  <a:lnTo>
                    <a:pt x="24447" y="43866"/>
                  </a:lnTo>
                  <a:lnTo>
                    <a:pt x="21736" y="48476"/>
                  </a:lnTo>
                  <a:lnTo>
                    <a:pt x="19173" y="53171"/>
                  </a:lnTo>
                  <a:lnTo>
                    <a:pt x="16762" y="57946"/>
                  </a:lnTo>
                  <a:lnTo>
                    <a:pt x="14504" y="62795"/>
                  </a:lnTo>
                  <a:lnTo>
                    <a:pt x="12403" y="67714"/>
                  </a:lnTo>
                  <a:lnTo>
                    <a:pt x="10461" y="72697"/>
                  </a:lnTo>
                  <a:lnTo>
                    <a:pt x="8679" y="77740"/>
                  </a:lnTo>
                  <a:lnTo>
                    <a:pt x="7059" y="82838"/>
                  </a:lnTo>
                  <a:lnTo>
                    <a:pt x="5603" y="87985"/>
                  </a:lnTo>
                  <a:lnTo>
                    <a:pt x="4313" y="93175"/>
                  </a:lnTo>
                  <a:lnTo>
                    <a:pt x="3189" y="98405"/>
                  </a:lnTo>
                  <a:lnTo>
                    <a:pt x="2233" y="103667"/>
                  </a:lnTo>
                  <a:lnTo>
                    <a:pt x="1446" y="108958"/>
                  </a:lnTo>
                  <a:lnTo>
                    <a:pt x="828" y="114271"/>
                  </a:lnTo>
                  <a:lnTo>
                    <a:pt x="381" y="119601"/>
                  </a:lnTo>
                  <a:lnTo>
                    <a:pt x="105" y="124943"/>
                  </a:lnTo>
                  <a:lnTo>
                    <a:pt x="0" y="130290"/>
                  </a:lnTo>
                  <a:lnTo>
                    <a:pt x="65" y="135639"/>
                  </a:lnTo>
                  <a:lnTo>
                    <a:pt x="302" y="140982"/>
                  </a:lnTo>
                  <a:lnTo>
                    <a:pt x="710" y="146315"/>
                  </a:lnTo>
                  <a:lnTo>
                    <a:pt x="1288" y="151633"/>
                  </a:lnTo>
                  <a:lnTo>
                    <a:pt x="2036" y="156929"/>
                  </a:lnTo>
                  <a:lnTo>
                    <a:pt x="2953" y="162199"/>
                  </a:lnTo>
                  <a:lnTo>
                    <a:pt x="4038" y="167436"/>
                  </a:lnTo>
                  <a:lnTo>
                    <a:pt x="5290" y="172636"/>
                  </a:lnTo>
                  <a:lnTo>
                    <a:pt x="6708" y="177794"/>
                  </a:lnTo>
                  <a:lnTo>
                    <a:pt x="8290" y="182903"/>
                  </a:lnTo>
                  <a:lnTo>
                    <a:pt x="10035" y="187959"/>
                  </a:lnTo>
                  <a:lnTo>
                    <a:pt x="11940" y="192957"/>
                  </a:lnTo>
                  <a:lnTo>
                    <a:pt x="14005" y="197891"/>
                  </a:lnTo>
                  <a:lnTo>
                    <a:pt x="16226" y="202757"/>
                  </a:lnTo>
                  <a:lnTo>
                    <a:pt x="18602" y="207549"/>
                  </a:lnTo>
                  <a:lnTo>
                    <a:pt x="21130" y="212263"/>
                  </a:lnTo>
                  <a:lnTo>
                    <a:pt x="23808" y="216893"/>
                  </a:lnTo>
                  <a:lnTo>
                    <a:pt x="26632" y="221435"/>
                  </a:lnTo>
                  <a:lnTo>
                    <a:pt x="29600" y="225885"/>
                  </a:lnTo>
                  <a:lnTo>
                    <a:pt x="32709" y="230237"/>
                  </a:lnTo>
                  <a:lnTo>
                    <a:pt x="35956" y="234488"/>
                  </a:lnTo>
                  <a:lnTo>
                    <a:pt x="39337" y="238633"/>
                  </a:lnTo>
                  <a:lnTo>
                    <a:pt x="42848" y="242667"/>
                  </a:lnTo>
                  <a:lnTo>
                    <a:pt x="46487" y="246587"/>
                  </a:lnTo>
                  <a:lnTo>
                    <a:pt x="50250" y="250389"/>
                  </a:lnTo>
                  <a:lnTo>
                    <a:pt x="54132" y="254068"/>
                  </a:lnTo>
                  <a:lnTo>
                    <a:pt x="58130" y="257621"/>
                  </a:lnTo>
                  <a:lnTo>
                    <a:pt x="62240" y="261045"/>
                  </a:lnTo>
                  <a:lnTo>
                    <a:pt x="66457" y="264335"/>
                  </a:lnTo>
                  <a:lnTo>
                    <a:pt x="70777" y="267489"/>
                  </a:lnTo>
                  <a:lnTo>
                    <a:pt x="75196" y="270502"/>
                  </a:lnTo>
                  <a:lnTo>
                    <a:pt x="79709" y="273373"/>
                  </a:lnTo>
                  <a:lnTo>
                    <a:pt x="84312" y="276098"/>
                  </a:lnTo>
                  <a:lnTo>
                    <a:pt x="88999" y="278675"/>
                  </a:lnTo>
                  <a:lnTo>
                    <a:pt x="93766" y="281100"/>
                  </a:lnTo>
                  <a:lnTo>
                    <a:pt x="98609" y="283371"/>
                  </a:lnTo>
                  <a:lnTo>
                    <a:pt x="103522" y="285486"/>
                  </a:lnTo>
                  <a:lnTo>
                    <a:pt x="108500" y="287443"/>
                  </a:lnTo>
                  <a:lnTo>
                    <a:pt x="113538" y="289240"/>
                  </a:lnTo>
                  <a:lnTo>
                    <a:pt x="118630" y="290875"/>
                  </a:lnTo>
                  <a:lnTo>
                    <a:pt x="123773" y="292346"/>
                  </a:lnTo>
                  <a:lnTo>
                    <a:pt x="128960" y="293651"/>
                  </a:lnTo>
                  <a:lnTo>
                    <a:pt x="134186" y="294790"/>
                  </a:lnTo>
                  <a:lnTo>
                    <a:pt x="139446" y="295761"/>
                  </a:lnTo>
                  <a:lnTo>
                    <a:pt x="144734" y="296564"/>
                  </a:lnTo>
                  <a:lnTo>
                    <a:pt x="150045" y="297197"/>
                  </a:lnTo>
                  <a:lnTo>
                    <a:pt x="155374" y="297659"/>
                  </a:lnTo>
                  <a:lnTo>
                    <a:pt x="160715" y="297951"/>
                  </a:lnTo>
                  <a:lnTo>
                    <a:pt x="166062" y="298072"/>
                  </a:lnTo>
                  <a:lnTo>
                    <a:pt x="171411" y="298022"/>
                  </a:lnTo>
                  <a:lnTo>
                    <a:pt x="176755" y="297800"/>
                  </a:lnTo>
                  <a:lnTo>
                    <a:pt x="182089" y="297408"/>
                  </a:lnTo>
                  <a:lnTo>
                    <a:pt x="187408" y="296845"/>
                  </a:lnTo>
                  <a:lnTo>
                    <a:pt x="192707" y="296113"/>
                  </a:lnTo>
                  <a:lnTo>
                    <a:pt x="197979" y="295211"/>
                  </a:lnTo>
                  <a:lnTo>
                    <a:pt x="203219" y="294141"/>
                  </a:lnTo>
                  <a:lnTo>
                    <a:pt x="208423" y="292904"/>
                  </a:lnTo>
                  <a:lnTo>
                    <a:pt x="213585" y="291502"/>
                  </a:lnTo>
                  <a:lnTo>
                    <a:pt x="218699" y="289934"/>
                  </a:lnTo>
                  <a:lnTo>
                    <a:pt x="223760" y="288204"/>
                  </a:lnTo>
                  <a:lnTo>
                    <a:pt x="228763" y="286313"/>
                  </a:lnTo>
                  <a:lnTo>
                    <a:pt x="233703" y="284263"/>
                  </a:lnTo>
                  <a:lnTo>
                    <a:pt x="238576" y="282056"/>
                  </a:lnTo>
                  <a:lnTo>
                    <a:pt x="243375" y="279694"/>
                  </a:lnTo>
                  <a:lnTo>
                    <a:pt x="167166" y="1309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67165" cy="315953"/>
            </a:xfrm>
            <a:custGeom>
              <a:avLst/>
              <a:pathLst>
                <a:path w="167165" h="315953">
                  <a:moveTo>
                    <a:pt x="76208" y="315953"/>
                  </a:moveTo>
                  <a:lnTo>
                    <a:pt x="80951" y="313426"/>
                  </a:lnTo>
                  <a:lnTo>
                    <a:pt x="85610" y="310749"/>
                  </a:lnTo>
                  <a:lnTo>
                    <a:pt x="90181" y="307923"/>
                  </a:lnTo>
                  <a:lnTo>
                    <a:pt x="94659" y="304952"/>
                  </a:lnTo>
                  <a:lnTo>
                    <a:pt x="99038" y="301838"/>
                  </a:lnTo>
                  <a:lnTo>
                    <a:pt x="103316" y="298585"/>
                  </a:lnTo>
                  <a:lnTo>
                    <a:pt x="107486" y="295196"/>
                  </a:lnTo>
                  <a:lnTo>
                    <a:pt x="111546" y="291675"/>
                  </a:lnTo>
                  <a:lnTo>
                    <a:pt x="115490" y="288026"/>
                  </a:lnTo>
                  <a:lnTo>
                    <a:pt x="119315" y="284251"/>
                  </a:lnTo>
                  <a:lnTo>
                    <a:pt x="123017" y="280356"/>
                  </a:lnTo>
                  <a:lnTo>
                    <a:pt x="126591" y="276343"/>
                  </a:lnTo>
                  <a:lnTo>
                    <a:pt x="130035" y="272218"/>
                  </a:lnTo>
                  <a:lnTo>
                    <a:pt x="133344" y="267984"/>
                  </a:lnTo>
                  <a:lnTo>
                    <a:pt x="136516" y="263646"/>
                  </a:lnTo>
                  <a:lnTo>
                    <a:pt x="139546" y="259208"/>
                  </a:lnTo>
                  <a:lnTo>
                    <a:pt x="142433" y="254675"/>
                  </a:lnTo>
                  <a:lnTo>
                    <a:pt x="145172" y="250052"/>
                  </a:lnTo>
                  <a:lnTo>
                    <a:pt x="147761" y="245343"/>
                  </a:lnTo>
                  <a:lnTo>
                    <a:pt x="150197" y="240553"/>
                  </a:lnTo>
                  <a:lnTo>
                    <a:pt x="152478" y="235688"/>
                  </a:lnTo>
                  <a:lnTo>
                    <a:pt x="154602" y="230752"/>
                  </a:lnTo>
                  <a:lnTo>
                    <a:pt x="156566" y="225750"/>
                  </a:lnTo>
                  <a:lnTo>
                    <a:pt x="158368" y="220687"/>
                  </a:lnTo>
                  <a:lnTo>
                    <a:pt x="160006" y="215569"/>
                  </a:lnTo>
                  <a:lnTo>
                    <a:pt x="161479" y="210401"/>
                  </a:lnTo>
                  <a:lnTo>
                    <a:pt x="162786" y="205189"/>
                  </a:lnTo>
                  <a:lnTo>
                    <a:pt x="163924" y="199937"/>
                  </a:lnTo>
                  <a:lnTo>
                    <a:pt x="164892" y="194651"/>
                  </a:lnTo>
                  <a:lnTo>
                    <a:pt x="165690" y="189337"/>
                  </a:lnTo>
                  <a:lnTo>
                    <a:pt x="166317" y="184000"/>
                  </a:lnTo>
                  <a:lnTo>
                    <a:pt x="166772" y="178645"/>
                  </a:lnTo>
                  <a:lnTo>
                    <a:pt x="167055" y="173279"/>
                  </a:lnTo>
                  <a:lnTo>
                    <a:pt x="167165" y="167906"/>
                  </a:lnTo>
                  <a:lnTo>
                    <a:pt x="167103" y="162533"/>
                  </a:lnTo>
                  <a:lnTo>
                    <a:pt x="166867" y="157164"/>
                  </a:lnTo>
                  <a:lnTo>
                    <a:pt x="166460" y="151806"/>
                  </a:lnTo>
                  <a:lnTo>
                    <a:pt x="165880" y="146464"/>
                  </a:lnTo>
                  <a:lnTo>
                    <a:pt x="165129" y="141143"/>
                  </a:lnTo>
                  <a:lnTo>
                    <a:pt x="164207" y="135849"/>
                  </a:lnTo>
                  <a:lnTo>
                    <a:pt x="163116" y="130587"/>
                  </a:lnTo>
                  <a:lnTo>
                    <a:pt x="161856" y="125363"/>
                  </a:lnTo>
                  <a:lnTo>
                    <a:pt x="160428" y="120182"/>
                  </a:lnTo>
                  <a:lnTo>
                    <a:pt x="158835" y="115050"/>
                  </a:lnTo>
                  <a:lnTo>
                    <a:pt x="157078" y="109972"/>
                  </a:lnTo>
                  <a:lnTo>
                    <a:pt x="155158" y="104952"/>
                  </a:lnTo>
                  <a:lnTo>
                    <a:pt x="153079" y="99997"/>
                  </a:lnTo>
                  <a:lnTo>
                    <a:pt x="150841" y="95112"/>
                  </a:lnTo>
                  <a:lnTo>
                    <a:pt x="148447" y="90301"/>
                  </a:lnTo>
                  <a:lnTo>
                    <a:pt x="145899" y="85569"/>
                  </a:lnTo>
                  <a:lnTo>
                    <a:pt x="143201" y="80922"/>
                  </a:lnTo>
                  <a:lnTo>
                    <a:pt x="140355" y="76364"/>
                  </a:lnTo>
                  <a:lnTo>
                    <a:pt x="137364" y="71899"/>
                  </a:lnTo>
                  <a:lnTo>
                    <a:pt x="134231" y="67533"/>
                  </a:lnTo>
                  <a:lnTo>
                    <a:pt x="130959" y="63270"/>
                  </a:lnTo>
                  <a:lnTo>
                    <a:pt x="127552" y="59115"/>
                  </a:lnTo>
                  <a:lnTo>
                    <a:pt x="124013" y="55071"/>
                  </a:lnTo>
                  <a:lnTo>
                    <a:pt x="120346" y="51143"/>
                  </a:lnTo>
                  <a:lnTo>
                    <a:pt x="116555" y="47335"/>
                  </a:lnTo>
                  <a:lnTo>
                    <a:pt x="112643" y="43650"/>
                  </a:lnTo>
                  <a:lnTo>
                    <a:pt x="108615" y="40093"/>
                  </a:lnTo>
                  <a:lnTo>
                    <a:pt x="104474" y="36668"/>
                  </a:lnTo>
                  <a:lnTo>
                    <a:pt x="100226" y="33377"/>
                  </a:lnTo>
                  <a:lnTo>
                    <a:pt x="95874" y="30225"/>
                  </a:lnTo>
                  <a:lnTo>
                    <a:pt x="91423" y="27214"/>
                  </a:lnTo>
                  <a:lnTo>
                    <a:pt x="86877" y="24348"/>
                  </a:lnTo>
                  <a:lnTo>
                    <a:pt x="82242" y="21629"/>
                  </a:lnTo>
                  <a:lnTo>
                    <a:pt x="77521" y="19061"/>
                  </a:lnTo>
                  <a:lnTo>
                    <a:pt x="72721" y="16646"/>
                  </a:lnTo>
                  <a:lnTo>
                    <a:pt x="67845" y="14386"/>
                  </a:lnTo>
                  <a:lnTo>
                    <a:pt x="62900" y="12285"/>
                  </a:lnTo>
                  <a:lnTo>
                    <a:pt x="57889" y="10343"/>
                  </a:lnTo>
                  <a:lnTo>
                    <a:pt x="52819" y="8563"/>
                  </a:lnTo>
                  <a:lnTo>
                    <a:pt x="47693" y="6948"/>
                  </a:lnTo>
                  <a:lnTo>
                    <a:pt x="42519" y="5497"/>
                  </a:lnTo>
                  <a:lnTo>
                    <a:pt x="37301" y="4214"/>
                  </a:lnTo>
                  <a:lnTo>
                    <a:pt x="32044" y="3100"/>
                  </a:lnTo>
                  <a:lnTo>
                    <a:pt x="26754" y="2154"/>
                  </a:lnTo>
                  <a:lnTo>
                    <a:pt x="21436" y="1380"/>
                  </a:lnTo>
                  <a:lnTo>
                    <a:pt x="16096" y="776"/>
                  </a:lnTo>
                  <a:lnTo>
                    <a:pt x="10740" y="345"/>
                  </a:lnTo>
                  <a:lnTo>
                    <a:pt x="5373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600761" y="4213821"/>
              <a:ext cx="127711" cy="167167"/>
            </a:xfrm>
            <a:custGeom>
              <a:avLst/>
              <a:pathLst>
                <a:path w="127711" h="167167">
                  <a:moveTo>
                    <a:pt x="127711" y="0"/>
                  </a:moveTo>
                  <a:lnTo>
                    <a:pt x="122121" y="93"/>
                  </a:lnTo>
                  <a:lnTo>
                    <a:pt x="116539" y="373"/>
                  </a:lnTo>
                  <a:lnTo>
                    <a:pt x="110968" y="840"/>
                  </a:lnTo>
                  <a:lnTo>
                    <a:pt x="105417" y="1493"/>
                  </a:lnTo>
                  <a:lnTo>
                    <a:pt x="99890" y="2331"/>
                  </a:lnTo>
                  <a:lnTo>
                    <a:pt x="94394" y="3353"/>
                  </a:lnTo>
                  <a:lnTo>
                    <a:pt x="88936" y="4559"/>
                  </a:lnTo>
                  <a:lnTo>
                    <a:pt x="83521" y="5946"/>
                  </a:lnTo>
                  <a:lnTo>
                    <a:pt x="78156" y="7513"/>
                  </a:lnTo>
                  <a:lnTo>
                    <a:pt x="72845" y="9259"/>
                  </a:lnTo>
                  <a:lnTo>
                    <a:pt x="67597" y="11182"/>
                  </a:lnTo>
                  <a:lnTo>
                    <a:pt x="62415" y="13279"/>
                  </a:lnTo>
                  <a:lnTo>
                    <a:pt x="57307" y="15548"/>
                  </a:lnTo>
                  <a:lnTo>
                    <a:pt x="52277" y="17987"/>
                  </a:lnTo>
                  <a:lnTo>
                    <a:pt x="47331" y="20592"/>
                  </a:lnTo>
                  <a:lnTo>
                    <a:pt x="42476" y="23362"/>
                  </a:lnTo>
                  <a:lnTo>
                    <a:pt x="37715" y="26292"/>
                  </a:lnTo>
                  <a:lnTo>
                    <a:pt x="33056" y="29379"/>
                  </a:lnTo>
                  <a:lnTo>
                    <a:pt x="28502" y="32621"/>
                  </a:lnTo>
                  <a:lnTo>
                    <a:pt x="24059" y="36013"/>
                  </a:lnTo>
                  <a:lnTo>
                    <a:pt x="19732" y="39552"/>
                  </a:lnTo>
                  <a:lnTo>
                    <a:pt x="15525" y="43234"/>
                  </a:lnTo>
                  <a:lnTo>
                    <a:pt x="11445" y="47054"/>
                  </a:lnTo>
                  <a:lnTo>
                    <a:pt x="7494" y="51008"/>
                  </a:lnTo>
                  <a:lnTo>
                    <a:pt x="3677" y="55092"/>
                  </a:lnTo>
                  <a:lnTo>
                    <a:pt x="0" y="59302"/>
                  </a:lnTo>
                  <a:lnTo>
                    <a:pt x="12771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600761" y="4273123"/>
              <a:ext cx="127711" cy="107864"/>
            </a:xfrm>
            <a:custGeom>
              <a:avLst/>
              <a:pathLst>
                <a:path w="127711" h="107864">
                  <a:moveTo>
                    <a:pt x="0" y="0"/>
                  </a:moveTo>
                  <a:lnTo>
                    <a:pt x="127711" y="1078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4" y="4273123"/>
              <a:ext cx="333869" cy="275030"/>
            </a:xfrm>
            <a:custGeom>
              <a:avLst/>
              <a:pathLst>
                <a:path w="333869" h="275030">
                  <a:moveTo>
                    <a:pt x="39456" y="0"/>
                  </a:moveTo>
                  <a:lnTo>
                    <a:pt x="36077" y="4132"/>
                  </a:lnTo>
                  <a:lnTo>
                    <a:pt x="32832" y="8371"/>
                  </a:lnTo>
                  <a:lnTo>
                    <a:pt x="29723" y="12711"/>
                  </a:lnTo>
                  <a:lnTo>
                    <a:pt x="26755" y="17148"/>
                  </a:lnTo>
                  <a:lnTo>
                    <a:pt x="23930" y="21677"/>
                  </a:lnTo>
                  <a:lnTo>
                    <a:pt x="21251" y="26295"/>
                  </a:lnTo>
                  <a:lnTo>
                    <a:pt x="18721" y="30995"/>
                  </a:lnTo>
                  <a:lnTo>
                    <a:pt x="16343" y="35774"/>
                  </a:lnTo>
                  <a:lnTo>
                    <a:pt x="14118" y="40627"/>
                  </a:lnTo>
                  <a:lnTo>
                    <a:pt x="12049" y="45548"/>
                  </a:lnTo>
                  <a:lnTo>
                    <a:pt x="10138" y="50532"/>
                  </a:lnTo>
                  <a:lnTo>
                    <a:pt x="8388" y="55576"/>
                  </a:lnTo>
                  <a:lnTo>
                    <a:pt x="6799" y="60672"/>
                  </a:lnTo>
                  <a:lnTo>
                    <a:pt x="5374" y="65816"/>
                  </a:lnTo>
                  <a:lnTo>
                    <a:pt x="4114" y="71004"/>
                  </a:lnTo>
                  <a:lnTo>
                    <a:pt x="3020" y="76229"/>
                  </a:lnTo>
                  <a:lnTo>
                    <a:pt x="2094" y="81486"/>
                  </a:lnTo>
                  <a:lnTo>
                    <a:pt x="1336" y="86770"/>
                  </a:lnTo>
                  <a:lnTo>
                    <a:pt x="747" y="92076"/>
                  </a:lnTo>
                  <a:lnTo>
                    <a:pt x="327" y="97398"/>
                  </a:lnTo>
                  <a:lnTo>
                    <a:pt x="78" y="102730"/>
                  </a:lnTo>
                  <a:lnTo>
                    <a:pt x="0" y="108068"/>
                  </a:lnTo>
                  <a:lnTo>
                    <a:pt x="91" y="113405"/>
                  </a:lnTo>
                  <a:lnTo>
                    <a:pt x="353" y="118737"/>
                  </a:lnTo>
                  <a:lnTo>
                    <a:pt x="786" y="124058"/>
                  </a:lnTo>
                  <a:lnTo>
                    <a:pt x="1387" y="129362"/>
                  </a:lnTo>
                  <a:lnTo>
                    <a:pt x="2158" y="134644"/>
                  </a:lnTo>
                  <a:lnTo>
                    <a:pt x="3098" y="139899"/>
                  </a:lnTo>
                  <a:lnTo>
                    <a:pt x="4204" y="145121"/>
                  </a:lnTo>
                  <a:lnTo>
                    <a:pt x="5477" y="150306"/>
                  </a:lnTo>
                  <a:lnTo>
                    <a:pt x="6914" y="155447"/>
                  </a:lnTo>
                  <a:lnTo>
                    <a:pt x="8515" y="160539"/>
                  </a:lnTo>
                  <a:lnTo>
                    <a:pt x="10278" y="165578"/>
                  </a:lnTo>
                  <a:lnTo>
                    <a:pt x="12201" y="170558"/>
                  </a:lnTo>
                  <a:lnTo>
                    <a:pt x="14282" y="175474"/>
                  </a:lnTo>
                  <a:lnTo>
                    <a:pt x="16518" y="180321"/>
                  </a:lnTo>
                  <a:lnTo>
                    <a:pt x="18909" y="185094"/>
                  </a:lnTo>
                  <a:lnTo>
                    <a:pt x="21450" y="189789"/>
                  </a:lnTo>
                  <a:lnTo>
                    <a:pt x="24140" y="194400"/>
                  </a:lnTo>
                  <a:lnTo>
                    <a:pt x="26976" y="198922"/>
                  </a:lnTo>
                  <a:lnTo>
                    <a:pt x="29955" y="203352"/>
                  </a:lnTo>
                  <a:lnTo>
                    <a:pt x="33074" y="207685"/>
                  </a:lnTo>
                  <a:lnTo>
                    <a:pt x="36329" y="211915"/>
                  </a:lnTo>
                  <a:lnTo>
                    <a:pt x="39718" y="216040"/>
                  </a:lnTo>
                  <a:lnTo>
                    <a:pt x="43237" y="220054"/>
                  </a:lnTo>
                  <a:lnTo>
                    <a:pt x="46883" y="223954"/>
                  </a:lnTo>
                  <a:lnTo>
                    <a:pt x="50651" y="227735"/>
                  </a:lnTo>
                  <a:lnTo>
                    <a:pt x="54538" y="231394"/>
                  </a:lnTo>
                  <a:lnTo>
                    <a:pt x="58539" y="234927"/>
                  </a:lnTo>
                  <a:lnTo>
                    <a:pt x="62652" y="238331"/>
                  </a:lnTo>
                  <a:lnTo>
                    <a:pt x="66871" y="241602"/>
                  </a:lnTo>
                  <a:lnTo>
                    <a:pt x="71192" y="244736"/>
                  </a:lnTo>
                  <a:lnTo>
                    <a:pt x="75611" y="247731"/>
                  </a:lnTo>
                  <a:lnTo>
                    <a:pt x="80124" y="250583"/>
                  </a:lnTo>
                  <a:lnTo>
                    <a:pt x="84725" y="253289"/>
                  </a:lnTo>
                  <a:lnTo>
                    <a:pt x="89410" y="255847"/>
                  </a:lnTo>
                  <a:lnTo>
                    <a:pt x="94175" y="258254"/>
                  </a:lnTo>
                  <a:lnTo>
                    <a:pt x="99014" y="260508"/>
                  </a:lnTo>
                  <a:lnTo>
                    <a:pt x="103923" y="262607"/>
                  </a:lnTo>
                  <a:lnTo>
                    <a:pt x="108896" y="264547"/>
                  </a:lnTo>
                  <a:lnTo>
                    <a:pt x="113928" y="266328"/>
                  </a:lnTo>
                  <a:lnTo>
                    <a:pt x="119015" y="267947"/>
                  </a:lnTo>
                  <a:lnTo>
                    <a:pt x="124151" y="269403"/>
                  </a:lnTo>
                  <a:lnTo>
                    <a:pt x="129331" y="270694"/>
                  </a:lnTo>
                  <a:lnTo>
                    <a:pt x="134549" y="271819"/>
                  </a:lnTo>
                  <a:lnTo>
                    <a:pt x="139801" y="272777"/>
                  </a:lnTo>
                  <a:lnTo>
                    <a:pt x="145080" y="273566"/>
                  </a:lnTo>
                  <a:lnTo>
                    <a:pt x="150382" y="274187"/>
                  </a:lnTo>
                  <a:lnTo>
                    <a:pt x="155701" y="274638"/>
                  </a:lnTo>
                  <a:lnTo>
                    <a:pt x="161032" y="274919"/>
                  </a:lnTo>
                  <a:lnTo>
                    <a:pt x="166369" y="275030"/>
                  </a:lnTo>
                  <a:lnTo>
                    <a:pt x="171707" y="274970"/>
                  </a:lnTo>
                  <a:lnTo>
                    <a:pt x="177040" y="274740"/>
                  </a:lnTo>
                  <a:lnTo>
                    <a:pt x="182364" y="274340"/>
                  </a:lnTo>
                  <a:lnTo>
                    <a:pt x="187671" y="273770"/>
                  </a:lnTo>
                  <a:lnTo>
                    <a:pt x="192958" y="273030"/>
                  </a:lnTo>
                  <a:lnTo>
                    <a:pt x="198219" y="272123"/>
                  </a:lnTo>
                  <a:lnTo>
                    <a:pt x="203448" y="271047"/>
                  </a:lnTo>
                  <a:lnTo>
                    <a:pt x="208639" y="269806"/>
                  </a:lnTo>
                  <a:lnTo>
                    <a:pt x="213789" y="268399"/>
                  </a:lnTo>
                  <a:lnTo>
                    <a:pt x="218891" y="266829"/>
                  </a:lnTo>
                  <a:lnTo>
                    <a:pt x="223940" y="265096"/>
                  </a:lnTo>
                  <a:lnTo>
                    <a:pt x="228932" y="263203"/>
                  </a:lnTo>
                  <a:lnTo>
                    <a:pt x="233860" y="261152"/>
                  </a:lnTo>
                  <a:lnTo>
                    <a:pt x="238720" y="258944"/>
                  </a:lnTo>
                  <a:lnTo>
                    <a:pt x="243508" y="256582"/>
                  </a:lnTo>
                  <a:lnTo>
                    <a:pt x="248217" y="254069"/>
                  </a:lnTo>
                  <a:lnTo>
                    <a:pt x="252844" y="251407"/>
                  </a:lnTo>
                  <a:lnTo>
                    <a:pt x="257384" y="248598"/>
                  </a:lnTo>
                  <a:lnTo>
                    <a:pt x="261831" y="245645"/>
                  </a:lnTo>
                  <a:lnTo>
                    <a:pt x="266182" y="242553"/>
                  </a:lnTo>
                  <a:lnTo>
                    <a:pt x="270432" y="239322"/>
                  </a:lnTo>
                  <a:lnTo>
                    <a:pt x="274577" y="235958"/>
                  </a:lnTo>
                  <a:lnTo>
                    <a:pt x="278612" y="232463"/>
                  </a:lnTo>
                  <a:lnTo>
                    <a:pt x="282534" y="228841"/>
                  </a:lnTo>
                  <a:lnTo>
                    <a:pt x="286338" y="225096"/>
                  </a:lnTo>
                  <a:lnTo>
                    <a:pt x="290020" y="221231"/>
                  </a:lnTo>
                  <a:lnTo>
                    <a:pt x="293577" y="217251"/>
                  </a:lnTo>
                  <a:lnTo>
                    <a:pt x="297005" y="213159"/>
                  </a:lnTo>
                  <a:lnTo>
                    <a:pt x="300301" y="208959"/>
                  </a:lnTo>
                  <a:lnTo>
                    <a:pt x="303461" y="204657"/>
                  </a:lnTo>
                  <a:lnTo>
                    <a:pt x="306482" y="200256"/>
                  </a:lnTo>
                  <a:lnTo>
                    <a:pt x="309361" y="195760"/>
                  </a:lnTo>
                  <a:lnTo>
                    <a:pt x="312095" y="191175"/>
                  </a:lnTo>
                  <a:lnTo>
                    <a:pt x="314681" y="186505"/>
                  </a:lnTo>
                  <a:lnTo>
                    <a:pt x="317117" y="181755"/>
                  </a:lnTo>
                  <a:lnTo>
                    <a:pt x="319400" y="176930"/>
                  </a:lnTo>
                  <a:lnTo>
                    <a:pt x="321528" y="172034"/>
                  </a:lnTo>
                  <a:lnTo>
                    <a:pt x="323498" y="167072"/>
                  </a:lnTo>
                  <a:lnTo>
                    <a:pt x="325309" y="162051"/>
                  </a:lnTo>
                  <a:lnTo>
                    <a:pt x="326958" y="156974"/>
                  </a:lnTo>
                  <a:lnTo>
                    <a:pt x="328445" y="151847"/>
                  </a:lnTo>
                  <a:lnTo>
                    <a:pt x="329767" y="146675"/>
                  </a:lnTo>
                  <a:lnTo>
                    <a:pt x="330923" y="141463"/>
                  </a:lnTo>
                  <a:lnTo>
                    <a:pt x="331912" y="136217"/>
                  </a:lnTo>
                  <a:lnTo>
                    <a:pt x="332734" y="130943"/>
                  </a:lnTo>
                  <a:lnTo>
                    <a:pt x="333386" y="125645"/>
                  </a:lnTo>
                  <a:lnTo>
                    <a:pt x="333869" y="120328"/>
                  </a:lnTo>
                  <a:lnTo>
                    <a:pt x="167167" y="1078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67158" cy="179631"/>
            </a:xfrm>
            <a:custGeom>
              <a:avLst/>
              <a:pathLst>
                <a:path w="167158" h="179631">
                  <a:moveTo>
                    <a:pt x="166702" y="179631"/>
                  </a:moveTo>
                  <a:lnTo>
                    <a:pt x="167017" y="174247"/>
                  </a:lnTo>
                  <a:lnTo>
                    <a:pt x="167158" y="168855"/>
                  </a:lnTo>
                  <a:lnTo>
                    <a:pt x="167126" y="163462"/>
                  </a:lnTo>
                  <a:lnTo>
                    <a:pt x="166919" y="158073"/>
                  </a:lnTo>
                  <a:lnTo>
                    <a:pt x="166539" y="152694"/>
                  </a:lnTo>
                  <a:lnTo>
                    <a:pt x="165986" y="147329"/>
                  </a:lnTo>
                  <a:lnTo>
                    <a:pt x="165259" y="141985"/>
                  </a:lnTo>
                  <a:lnTo>
                    <a:pt x="164361" y="136667"/>
                  </a:lnTo>
                  <a:lnTo>
                    <a:pt x="163292" y="131381"/>
                  </a:lnTo>
                  <a:lnTo>
                    <a:pt x="162052" y="126132"/>
                  </a:lnTo>
                  <a:lnTo>
                    <a:pt x="160644" y="120926"/>
                  </a:lnTo>
                  <a:lnTo>
                    <a:pt x="159069" y="115768"/>
                  </a:lnTo>
                  <a:lnTo>
                    <a:pt x="157328" y="110664"/>
                  </a:lnTo>
                  <a:lnTo>
                    <a:pt x="155424" y="105618"/>
                  </a:lnTo>
                  <a:lnTo>
                    <a:pt x="153357" y="100637"/>
                  </a:lnTo>
                  <a:lnTo>
                    <a:pt x="151132" y="95724"/>
                  </a:lnTo>
                  <a:lnTo>
                    <a:pt x="148748" y="90886"/>
                  </a:lnTo>
                  <a:lnTo>
                    <a:pt x="146210" y="86128"/>
                  </a:lnTo>
                  <a:lnTo>
                    <a:pt x="143520" y="81453"/>
                  </a:lnTo>
                  <a:lnTo>
                    <a:pt x="140680" y="76868"/>
                  </a:lnTo>
                  <a:lnTo>
                    <a:pt x="137694" y="72377"/>
                  </a:lnTo>
                  <a:lnTo>
                    <a:pt x="134565" y="67985"/>
                  </a:lnTo>
                  <a:lnTo>
                    <a:pt x="131296" y="63696"/>
                  </a:lnTo>
                  <a:lnTo>
                    <a:pt x="127890" y="59514"/>
                  </a:lnTo>
                  <a:lnTo>
                    <a:pt x="124350" y="55445"/>
                  </a:lnTo>
                  <a:lnTo>
                    <a:pt x="120682" y="51492"/>
                  </a:lnTo>
                  <a:lnTo>
                    <a:pt x="116888" y="47659"/>
                  </a:lnTo>
                  <a:lnTo>
                    <a:pt x="112972" y="43951"/>
                  </a:lnTo>
                  <a:lnTo>
                    <a:pt x="108938" y="40371"/>
                  </a:lnTo>
                  <a:lnTo>
                    <a:pt x="104791" y="36923"/>
                  </a:lnTo>
                  <a:lnTo>
                    <a:pt x="100536" y="33610"/>
                  </a:lnTo>
                  <a:lnTo>
                    <a:pt x="96175" y="30436"/>
                  </a:lnTo>
                  <a:lnTo>
                    <a:pt x="91714" y="27405"/>
                  </a:lnTo>
                  <a:lnTo>
                    <a:pt x="87158" y="24519"/>
                  </a:lnTo>
                  <a:lnTo>
                    <a:pt x="82511" y="21782"/>
                  </a:lnTo>
                  <a:lnTo>
                    <a:pt x="77779" y="19196"/>
                  </a:lnTo>
                  <a:lnTo>
                    <a:pt x="72965" y="16764"/>
                  </a:lnTo>
                  <a:lnTo>
                    <a:pt x="68075" y="14489"/>
                  </a:lnTo>
                  <a:lnTo>
                    <a:pt x="63115" y="12372"/>
                  </a:lnTo>
                  <a:lnTo>
                    <a:pt x="58089" y="10417"/>
                  </a:lnTo>
                  <a:lnTo>
                    <a:pt x="53002" y="8625"/>
                  </a:lnTo>
                  <a:lnTo>
                    <a:pt x="47860" y="6997"/>
                  </a:lnTo>
                  <a:lnTo>
                    <a:pt x="42669" y="5537"/>
                  </a:lnTo>
                  <a:lnTo>
                    <a:pt x="37433" y="4245"/>
                  </a:lnTo>
                  <a:lnTo>
                    <a:pt x="32158" y="3122"/>
                  </a:lnTo>
                  <a:lnTo>
                    <a:pt x="26849" y="2170"/>
                  </a:lnTo>
                  <a:lnTo>
                    <a:pt x="21513" y="1390"/>
                  </a:lnTo>
                  <a:lnTo>
                    <a:pt x="16154" y="782"/>
                  </a:lnTo>
                  <a:lnTo>
                    <a:pt x="10779" y="347"/>
                  </a:lnTo>
                  <a:lnTo>
                    <a:pt x="539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844" y="3707720"/>
              <a:ext cx="167167" cy="167167"/>
            </a:xfrm>
            <a:custGeom>
              <a:avLst/>
              <a:pathLst>
                <a:path w="167167" h="167167">
                  <a:moveTo>
                    <a:pt x="167167" y="0"/>
                  </a:moveTo>
                  <a:lnTo>
                    <a:pt x="161705" y="89"/>
                  </a:lnTo>
                  <a:lnTo>
                    <a:pt x="156248" y="356"/>
                  </a:lnTo>
                  <a:lnTo>
                    <a:pt x="150804" y="802"/>
                  </a:lnTo>
                  <a:lnTo>
                    <a:pt x="145377" y="1426"/>
                  </a:lnTo>
                  <a:lnTo>
                    <a:pt x="139973" y="2226"/>
                  </a:lnTo>
                  <a:lnTo>
                    <a:pt x="134598" y="3203"/>
                  </a:lnTo>
                  <a:lnTo>
                    <a:pt x="129258" y="4354"/>
                  </a:lnTo>
                  <a:lnTo>
                    <a:pt x="123959" y="5680"/>
                  </a:lnTo>
                  <a:lnTo>
                    <a:pt x="118706" y="7178"/>
                  </a:lnTo>
                  <a:lnTo>
                    <a:pt x="113504" y="8847"/>
                  </a:lnTo>
                  <a:lnTo>
                    <a:pt x="108360" y="10685"/>
                  </a:lnTo>
                  <a:lnTo>
                    <a:pt x="103278" y="12690"/>
                  </a:lnTo>
                  <a:lnTo>
                    <a:pt x="98265" y="14860"/>
                  </a:lnTo>
                  <a:lnTo>
                    <a:pt x="93325" y="17192"/>
                  </a:lnTo>
                  <a:lnTo>
                    <a:pt x="88465" y="19685"/>
                  </a:lnTo>
                  <a:lnTo>
                    <a:pt x="83688" y="22335"/>
                  </a:lnTo>
                  <a:lnTo>
                    <a:pt x="79000" y="25140"/>
                  </a:lnTo>
                  <a:lnTo>
                    <a:pt x="74407" y="28097"/>
                  </a:lnTo>
                  <a:lnTo>
                    <a:pt x="69912" y="31202"/>
                  </a:lnTo>
                  <a:lnTo>
                    <a:pt x="65522" y="34452"/>
                  </a:lnTo>
                  <a:lnTo>
                    <a:pt x="61240" y="37844"/>
                  </a:lnTo>
                  <a:lnTo>
                    <a:pt x="57071" y="41374"/>
                  </a:lnTo>
                  <a:lnTo>
                    <a:pt x="53019" y="45038"/>
                  </a:lnTo>
                  <a:lnTo>
                    <a:pt x="49090" y="48833"/>
                  </a:lnTo>
                  <a:lnTo>
                    <a:pt x="45286" y="52755"/>
                  </a:lnTo>
                  <a:lnTo>
                    <a:pt x="41613" y="56798"/>
                  </a:lnTo>
                  <a:lnTo>
                    <a:pt x="38074" y="60959"/>
                  </a:lnTo>
                  <a:lnTo>
                    <a:pt x="34673" y="65234"/>
                  </a:lnTo>
                  <a:lnTo>
                    <a:pt x="31413" y="69617"/>
                  </a:lnTo>
                  <a:lnTo>
                    <a:pt x="28298" y="74105"/>
                  </a:lnTo>
                  <a:lnTo>
                    <a:pt x="25332" y="78692"/>
                  </a:lnTo>
                  <a:lnTo>
                    <a:pt x="22517" y="83374"/>
                  </a:lnTo>
                  <a:lnTo>
                    <a:pt x="19856" y="88145"/>
                  </a:lnTo>
                  <a:lnTo>
                    <a:pt x="17353" y="93000"/>
                  </a:lnTo>
                  <a:lnTo>
                    <a:pt x="15009" y="97935"/>
                  </a:lnTo>
                  <a:lnTo>
                    <a:pt x="12828" y="102943"/>
                  </a:lnTo>
                  <a:lnTo>
                    <a:pt x="10812" y="108020"/>
                  </a:lnTo>
                  <a:lnTo>
                    <a:pt x="8963" y="113160"/>
                  </a:lnTo>
                  <a:lnTo>
                    <a:pt x="7283" y="118358"/>
                  </a:lnTo>
                  <a:lnTo>
                    <a:pt x="5774" y="123608"/>
                  </a:lnTo>
                  <a:lnTo>
                    <a:pt x="4437" y="128905"/>
                  </a:lnTo>
                  <a:lnTo>
                    <a:pt x="3274" y="134242"/>
                  </a:lnTo>
                  <a:lnTo>
                    <a:pt x="2285" y="139615"/>
                  </a:lnTo>
                  <a:lnTo>
                    <a:pt x="1473" y="145017"/>
                  </a:lnTo>
                  <a:lnTo>
                    <a:pt x="838" y="150443"/>
                  </a:lnTo>
                  <a:lnTo>
                    <a:pt x="380" y="155886"/>
                  </a:lnTo>
                  <a:lnTo>
                    <a:pt x="101" y="161342"/>
                  </a:lnTo>
                  <a:lnTo>
                    <a:pt x="0" y="16680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44" y="3707739"/>
              <a:ext cx="334334" cy="334298"/>
            </a:xfrm>
            <a:custGeom>
              <a:avLst/>
              <a:pathLst>
                <a:path w="334334" h="334298">
                  <a:moveTo>
                    <a:pt x="0" y="166785"/>
                  </a:moveTo>
                  <a:lnTo>
                    <a:pt x="72" y="172092"/>
                  </a:lnTo>
                  <a:lnTo>
                    <a:pt x="313" y="177395"/>
                  </a:lnTo>
                  <a:lnTo>
                    <a:pt x="723" y="182687"/>
                  </a:lnTo>
                  <a:lnTo>
                    <a:pt x="1300" y="187964"/>
                  </a:lnTo>
                  <a:lnTo>
                    <a:pt x="2045" y="193219"/>
                  </a:lnTo>
                  <a:lnTo>
                    <a:pt x="2956" y="198448"/>
                  </a:lnTo>
                  <a:lnTo>
                    <a:pt x="4032" y="203646"/>
                  </a:lnTo>
                  <a:lnTo>
                    <a:pt x="5273" y="208807"/>
                  </a:lnTo>
                  <a:lnTo>
                    <a:pt x="6677" y="213926"/>
                  </a:lnTo>
                  <a:lnTo>
                    <a:pt x="8243" y="218998"/>
                  </a:lnTo>
                  <a:lnTo>
                    <a:pt x="9970" y="224017"/>
                  </a:lnTo>
                  <a:lnTo>
                    <a:pt x="11854" y="228979"/>
                  </a:lnTo>
                  <a:lnTo>
                    <a:pt x="13896" y="233879"/>
                  </a:lnTo>
                  <a:lnTo>
                    <a:pt x="16092" y="238711"/>
                  </a:lnTo>
                  <a:lnTo>
                    <a:pt x="18440" y="243472"/>
                  </a:lnTo>
                  <a:lnTo>
                    <a:pt x="20938" y="248155"/>
                  </a:lnTo>
                  <a:lnTo>
                    <a:pt x="23583" y="252757"/>
                  </a:lnTo>
                  <a:lnTo>
                    <a:pt x="26374" y="257272"/>
                  </a:lnTo>
                  <a:lnTo>
                    <a:pt x="29306" y="261697"/>
                  </a:lnTo>
                  <a:lnTo>
                    <a:pt x="32377" y="266026"/>
                  </a:lnTo>
                  <a:lnTo>
                    <a:pt x="35585" y="270256"/>
                  </a:lnTo>
                  <a:lnTo>
                    <a:pt x="38924" y="274381"/>
                  </a:lnTo>
                  <a:lnTo>
                    <a:pt x="42394" y="278399"/>
                  </a:lnTo>
                  <a:lnTo>
                    <a:pt x="45989" y="282304"/>
                  </a:lnTo>
                  <a:lnTo>
                    <a:pt x="49706" y="286093"/>
                  </a:lnTo>
                  <a:lnTo>
                    <a:pt x="53541" y="289762"/>
                  </a:lnTo>
                  <a:lnTo>
                    <a:pt x="57491" y="293308"/>
                  </a:lnTo>
                  <a:lnTo>
                    <a:pt x="61552" y="296726"/>
                  </a:lnTo>
                  <a:lnTo>
                    <a:pt x="65719" y="300014"/>
                  </a:lnTo>
                  <a:lnTo>
                    <a:pt x="69989" y="303168"/>
                  </a:lnTo>
                  <a:lnTo>
                    <a:pt x="74356" y="306185"/>
                  </a:lnTo>
                  <a:lnTo>
                    <a:pt x="78817" y="309061"/>
                  </a:lnTo>
                  <a:lnTo>
                    <a:pt x="83367" y="311795"/>
                  </a:lnTo>
                  <a:lnTo>
                    <a:pt x="88002" y="314382"/>
                  </a:lnTo>
                  <a:lnTo>
                    <a:pt x="92716" y="316822"/>
                  </a:lnTo>
                  <a:lnTo>
                    <a:pt x="97506" y="319110"/>
                  </a:lnTo>
                  <a:lnTo>
                    <a:pt x="102365" y="321245"/>
                  </a:lnTo>
                  <a:lnTo>
                    <a:pt x="107290" y="323224"/>
                  </a:lnTo>
                  <a:lnTo>
                    <a:pt x="112276" y="325047"/>
                  </a:lnTo>
                  <a:lnTo>
                    <a:pt x="117316" y="326710"/>
                  </a:lnTo>
                  <a:lnTo>
                    <a:pt x="122407" y="328212"/>
                  </a:lnTo>
                  <a:lnTo>
                    <a:pt x="127544" y="329552"/>
                  </a:lnTo>
                  <a:lnTo>
                    <a:pt x="132720" y="330728"/>
                  </a:lnTo>
                  <a:lnTo>
                    <a:pt x="137930" y="331739"/>
                  </a:lnTo>
                  <a:lnTo>
                    <a:pt x="143171" y="332584"/>
                  </a:lnTo>
                  <a:lnTo>
                    <a:pt x="148435" y="333263"/>
                  </a:lnTo>
                  <a:lnTo>
                    <a:pt x="153719" y="333774"/>
                  </a:lnTo>
                  <a:lnTo>
                    <a:pt x="159016" y="334117"/>
                  </a:lnTo>
                  <a:lnTo>
                    <a:pt x="164321" y="334291"/>
                  </a:lnTo>
                  <a:lnTo>
                    <a:pt x="169629" y="334298"/>
                  </a:lnTo>
                  <a:lnTo>
                    <a:pt x="174934" y="334135"/>
                  </a:lnTo>
                  <a:lnTo>
                    <a:pt x="180232" y="333804"/>
                  </a:lnTo>
                  <a:lnTo>
                    <a:pt x="185516" y="333305"/>
                  </a:lnTo>
                  <a:lnTo>
                    <a:pt x="190782" y="332639"/>
                  </a:lnTo>
                  <a:lnTo>
                    <a:pt x="196025" y="331806"/>
                  </a:lnTo>
                  <a:lnTo>
                    <a:pt x="201238" y="330807"/>
                  </a:lnTo>
                  <a:lnTo>
                    <a:pt x="206416" y="329642"/>
                  </a:lnTo>
                  <a:lnTo>
                    <a:pt x="211556" y="328314"/>
                  </a:lnTo>
                  <a:lnTo>
                    <a:pt x="216650" y="326824"/>
                  </a:lnTo>
                  <a:lnTo>
                    <a:pt x="221695" y="325172"/>
                  </a:lnTo>
                  <a:lnTo>
                    <a:pt x="226684" y="323362"/>
                  </a:lnTo>
                  <a:lnTo>
                    <a:pt x="231614" y="321393"/>
                  </a:lnTo>
                  <a:lnTo>
                    <a:pt x="236478" y="319269"/>
                  </a:lnTo>
                  <a:lnTo>
                    <a:pt x="241273" y="316992"/>
                  </a:lnTo>
                  <a:lnTo>
                    <a:pt x="245993" y="314564"/>
                  </a:lnTo>
                  <a:lnTo>
                    <a:pt x="250634" y="311987"/>
                  </a:lnTo>
                  <a:lnTo>
                    <a:pt x="255190" y="309264"/>
                  </a:lnTo>
                  <a:lnTo>
                    <a:pt x="259657" y="306398"/>
                  </a:lnTo>
                  <a:lnTo>
                    <a:pt x="264032" y="303391"/>
                  </a:lnTo>
                  <a:lnTo>
                    <a:pt x="268309" y="300247"/>
                  </a:lnTo>
                  <a:lnTo>
                    <a:pt x="272483" y="296969"/>
                  </a:lnTo>
                  <a:lnTo>
                    <a:pt x="276552" y="293560"/>
                  </a:lnTo>
                  <a:lnTo>
                    <a:pt x="280510" y="290023"/>
                  </a:lnTo>
                  <a:lnTo>
                    <a:pt x="284354" y="286363"/>
                  </a:lnTo>
                  <a:lnTo>
                    <a:pt x="288080" y="282582"/>
                  </a:lnTo>
                  <a:lnTo>
                    <a:pt x="291684" y="278685"/>
                  </a:lnTo>
                  <a:lnTo>
                    <a:pt x="295162" y="274675"/>
                  </a:lnTo>
                  <a:lnTo>
                    <a:pt x="298511" y="270557"/>
                  </a:lnTo>
                  <a:lnTo>
                    <a:pt x="301728" y="266335"/>
                  </a:lnTo>
                  <a:lnTo>
                    <a:pt x="304810" y="262013"/>
                  </a:lnTo>
                  <a:lnTo>
                    <a:pt x="307752" y="257595"/>
                  </a:lnTo>
                  <a:lnTo>
                    <a:pt x="310553" y="253086"/>
                  </a:lnTo>
                  <a:lnTo>
                    <a:pt x="313209" y="248491"/>
                  </a:lnTo>
                  <a:lnTo>
                    <a:pt x="315718" y="243813"/>
                  </a:lnTo>
                  <a:lnTo>
                    <a:pt x="318077" y="239058"/>
                  </a:lnTo>
                  <a:lnTo>
                    <a:pt x="320284" y="234231"/>
                  </a:lnTo>
                  <a:lnTo>
                    <a:pt x="322336" y="229336"/>
                  </a:lnTo>
                  <a:lnTo>
                    <a:pt x="324233" y="224378"/>
                  </a:lnTo>
                  <a:lnTo>
                    <a:pt x="325970" y="219362"/>
                  </a:lnTo>
                  <a:lnTo>
                    <a:pt x="327548" y="214294"/>
                  </a:lnTo>
                  <a:lnTo>
                    <a:pt x="328964" y="209179"/>
                  </a:lnTo>
                  <a:lnTo>
                    <a:pt x="330217" y="204021"/>
                  </a:lnTo>
                  <a:lnTo>
                    <a:pt x="331305" y="198825"/>
                  </a:lnTo>
                  <a:lnTo>
                    <a:pt x="332228" y="193598"/>
                  </a:lnTo>
                  <a:lnTo>
                    <a:pt x="332985" y="188344"/>
                  </a:lnTo>
                  <a:lnTo>
                    <a:pt x="333574" y="183069"/>
                  </a:lnTo>
                  <a:lnTo>
                    <a:pt x="333996" y="177778"/>
                  </a:lnTo>
                  <a:lnTo>
                    <a:pt x="334249" y="172476"/>
                  </a:lnTo>
                  <a:lnTo>
                    <a:pt x="334334" y="167169"/>
                  </a:lnTo>
                  <a:lnTo>
                    <a:pt x="334250" y="161861"/>
                  </a:lnTo>
                  <a:lnTo>
                    <a:pt x="333998" y="156559"/>
                  </a:lnTo>
                  <a:lnTo>
                    <a:pt x="333578" y="151268"/>
                  </a:lnTo>
                  <a:lnTo>
                    <a:pt x="332990" y="145993"/>
                  </a:lnTo>
                  <a:lnTo>
                    <a:pt x="332235" y="140739"/>
                  </a:lnTo>
                  <a:lnTo>
                    <a:pt x="331313" y="135511"/>
                  </a:lnTo>
                  <a:lnTo>
                    <a:pt x="330226" y="130316"/>
                  </a:lnTo>
                  <a:lnTo>
                    <a:pt x="328974" y="125157"/>
                  </a:lnTo>
                  <a:lnTo>
                    <a:pt x="327560" y="120041"/>
                  </a:lnTo>
                  <a:lnTo>
                    <a:pt x="325983" y="114973"/>
                  </a:lnTo>
                  <a:lnTo>
                    <a:pt x="324247" y="109957"/>
                  </a:lnTo>
                  <a:lnTo>
                    <a:pt x="322352" y="104999"/>
                  </a:lnTo>
                  <a:lnTo>
                    <a:pt x="320300" y="100103"/>
                  </a:lnTo>
                  <a:lnTo>
                    <a:pt x="318094" y="95275"/>
                  </a:lnTo>
                  <a:lnTo>
                    <a:pt x="315736" y="90520"/>
                  </a:lnTo>
                  <a:lnTo>
                    <a:pt x="313229" y="85841"/>
                  </a:lnTo>
                  <a:lnTo>
                    <a:pt x="310574" y="81245"/>
                  </a:lnTo>
                  <a:lnTo>
                    <a:pt x="307774" y="76735"/>
                  </a:lnTo>
                  <a:lnTo>
                    <a:pt x="304833" y="72317"/>
                  </a:lnTo>
                  <a:lnTo>
                    <a:pt x="301753" y="67994"/>
                  </a:lnTo>
                  <a:lnTo>
                    <a:pt x="298537" y="63771"/>
                  </a:lnTo>
                  <a:lnTo>
                    <a:pt x="295188" y="59652"/>
                  </a:lnTo>
                  <a:lnTo>
                    <a:pt x="291711" y="55642"/>
                  </a:lnTo>
                  <a:lnTo>
                    <a:pt x="288108" y="51744"/>
                  </a:lnTo>
                  <a:lnTo>
                    <a:pt x="284383" y="47963"/>
                  </a:lnTo>
                  <a:lnTo>
                    <a:pt x="280540" y="44301"/>
                  </a:lnTo>
                  <a:lnTo>
                    <a:pt x="276583" y="40764"/>
                  </a:lnTo>
                  <a:lnTo>
                    <a:pt x="272515" y="37354"/>
                  </a:lnTo>
                  <a:lnTo>
                    <a:pt x="268341" y="34074"/>
                  </a:lnTo>
                  <a:lnTo>
                    <a:pt x="264065" y="30929"/>
                  </a:lnTo>
                  <a:lnTo>
                    <a:pt x="259692" y="27922"/>
                  </a:lnTo>
                  <a:lnTo>
                    <a:pt x="255225" y="25054"/>
                  </a:lnTo>
                  <a:lnTo>
                    <a:pt x="250669" y="22330"/>
                  </a:lnTo>
                  <a:lnTo>
                    <a:pt x="246029" y="19752"/>
                  </a:lnTo>
                  <a:lnTo>
                    <a:pt x="241310" y="17322"/>
                  </a:lnTo>
                  <a:lnTo>
                    <a:pt x="236516" y="15044"/>
                  </a:lnTo>
                  <a:lnTo>
                    <a:pt x="231652" y="12919"/>
                  </a:lnTo>
                  <a:lnTo>
                    <a:pt x="226722" y="10949"/>
                  </a:lnTo>
                  <a:lnTo>
                    <a:pt x="221733" y="9137"/>
                  </a:lnTo>
                  <a:lnTo>
                    <a:pt x="216689" y="7485"/>
                  </a:lnTo>
                  <a:lnTo>
                    <a:pt x="211595" y="5993"/>
                  </a:lnTo>
                  <a:lnTo>
                    <a:pt x="206456" y="4664"/>
                  </a:lnTo>
                  <a:lnTo>
                    <a:pt x="201278" y="3498"/>
                  </a:lnTo>
                  <a:lnTo>
                    <a:pt x="196065" y="2498"/>
                  </a:lnTo>
                  <a:lnTo>
                    <a:pt x="190823" y="1663"/>
                  </a:lnTo>
                  <a:lnTo>
                    <a:pt x="185557" y="995"/>
                  </a:lnTo>
                  <a:lnTo>
                    <a:pt x="180273" y="495"/>
                  </a:lnTo>
                  <a:lnTo>
                    <a:pt x="174975" y="163"/>
                  </a:lnTo>
                  <a:lnTo>
                    <a:pt x="169670" y="0"/>
                  </a:lnTo>
                  <a:lnTo>
                    <a:pt x="167167" y="167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2503" cy="167167"/>
            </a:xfrm>
            <a:custGeom>
              <a:avLst/>
              <a:pathLst>
                <a:path w="2503" h="167167">
                  <a:moveTo>
                    <a:pt x="2503" y="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2025-06-05T14:09:30Z</dcterms:modified>
  <cp:category/>
</cp:coreProperties>
</file>