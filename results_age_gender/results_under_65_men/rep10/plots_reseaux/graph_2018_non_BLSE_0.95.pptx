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4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2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8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23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9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24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2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9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64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0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2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0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2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3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5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7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3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7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7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80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9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22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297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906" y="3170392"/>
              <a:ext cx="872" cy="167167"/>
            </a:xfrm>
            <a:custGeom>
              <a:avLst/>
              <a:pathLst>
                <a:path w="872" h="167167">
                  <a:moveTo>
                    <a:pt x="872" y="0"/>
                  </a:moveTo>
                  <a:lnTo>
                    <a:pt x="0" y="2"/>
                  </a:lnTo>
                  <a:lnTo>
                    <a:pt x="87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906" y="3170394"/>
              <a:ext cx="872" cy="167165"/>
            </a:xfrm>
            <a:custGeom>
              <a:avLst/>
              <a:pathLst>
                <a:path w="872" h="167165">
                  <a:moveTo>
                    <a:pt x="0" y="0"/>
                  </a:moveTo>
                  <a:lnTo>
                    <a:pt x="872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22" y="3170394"/>
              <a:ext cx="334312" cy="334331"/>
            </a:xfrm>
            <a:custGeom>
              <a:avLst/>
              <a:pathLst>
                <a:path w="334312" h="334331">
                  <a:moveTo>
                    <a:pt x="166284" y="0"/>
                  </a:moveTo>
                  <a:lnTo>
                    <a:pt x="160982" y="111"/>
                  </a:lnTo>
                  <a:lnTo>
                    <a:pt x="155687" y="391"/>
                  </a:lnTo>
                  <a:lnTo>
                    <a:pt x="150403" y="839"/>
                  </a:lnTo>
                  <a:lnTo>
                    <a:pt x="145136" y="1454"/>
                  </a:lnTo>
                  <a:lnTo>
                    <a:pt x="139890" y="2236"/>
                  </a:lnTo>
                  <a:lnTo>
                    <a:pt x="134673" y="3184"/>
                  </a:lnTo>
                  <a:lnTo>
                    <a:pt x="129488" y="4297"/>
                  </a:lnTo>
                  <a:lnTo>
                    <a:pt x="124341" y="5573"/>
                  </a:lnTo>
                  <a:lnTo>
                    <a:pt x="119237" y="7013"/>
                  </a:lnTo>
                  <a:lnTo>
                    <a:pt x="114181" y="8613"/>
                  </a:lnTo>
                  <a:lnTo>
                    <a:pt x="109179" y="10373"/>
                  </a:lnTo>
                  <a:lnTo>
                    <a:pt x="104235" y="12291"/>
                  </a:lnTo>
                  <a:lnTo>
                    <a:pt x="99354" y="14365"/>
                  </a:lnTo>
                  <a:lnTo>
                    <a:pt x="94542" y="16592"/>
                  </a:lnTo>
                  <a:lnTo>
                    <a:pt x="89802" y="18971"/>
                  </a:lnTo>
                  <a:lnTo>
                    <a:pt x="85141" y="21499"/>
                  </a:lnTo>
                  <a:lnTo>
                    <a:pt x="80562" y="24174"/>
                  </a:lnTo>
                  <a:lnTo>
                    <a:pt x="76070" y="26993"/>
                  </a:lnTo>
                  <a:lnTo>
                    <a:pt x="71670" y="29952"/>
                  </a:lnTo>
                  <a:lnTo>
                    <a:pt x="67365" y="33050"/>
                  </a:lnTo>
                  <a:lnTo>
                    <a:pt x="63162" y="36283"/>
                  </a:lnTo>
                  <a:lnTo>
                    <a:pt x="59063" y="39647"/>
                  </a:lnTo>
                  <a:lnTo>
                    <a:pt x="55072" y="43140"/>
                  </a:lnTo>
                  <a:lnTo>
                    <a:pt x="51195" y="46758"/>
                  </a:lnTo>
                  <a:lnTo>
                    <a:pt x="47434" y="50496"/>
                  </a:lnTo>
                  <a:lnTo>
                    <a:pt x="43794" y="54353"/>
                  </a:lnTo>
                  <a:lnTo>
                    <a:pt x="40278" y="58322"/>
                  </a:lnTo>
                  <a:lnTo>
                    <a:pt x="36889" y="62401"/>
                  </a:lnTo>
                  <a:lnTo>
                    <a:pt x="33632" y="66586"/>
                  </a:lnTo>
                  <a:lnTo>
                    <a:pt x="30509" y="70872"/>
                  </a:lnTo>
                  <a:lnTo>
                    <a:pt x="27523" y="75255"/>
                  </a:lnTo>
                  <a:lnTo>
                    <a:pt x="24678" y="79730"/>
                  </a:lnTo>
                  <a:lnTo>
                    <a:pt x="21977" y="84293"/>
                  </a:lnTo>
                  <a:lnTo>
                    <a:pt x="19421" y="88940"/>
                  </a:lnTo>
                  <a:lnTo>
                    <a:pt x="17014" y="93665"/>
                  </a:lnTo>
                  <a:lnTo>
                    <a:pt x="14758" y="98464"/>
                  </a:lnTo>
                  <a:lnTo>
                    <a:pt x="12656" y="103333"/>
                  </a:lnTo>
                  <a:lnTo>
                    <a:pt x="10709" y="108265"/>
                  </a:lnTo>
                  <a:lnTo>
                    <a:pt x="8920" y="113257"/>
                  </a:lnTo>
                  <a:lnTo>
                    <a:pt x="7289" y="118304"/>
                  </a:lnTo>
                  <a:lnTo>
                    <a:pt x="5820" y="123399"/>
                  </a:lnTo>
                  <a:lnTo>
                    <a:pt x="4513" y="128538"/>
                  </a:lnTo>
                  <a:lnTo>
                    <a:pt x="3370" y="133717"/>
                  </a:lnTo>
                  <a:lnTo>
                    <a:pt x="2391" y="138928"/>
                  </a:lnTo>
                  <a:lnTo>
                    <a:pt x="1578" y="144169"/>
                  </a:lnTo>
                  <a:lnTo>
                    <a:pt x="932" y="149432"/>
                  </a:lnTo>
                  <a:lnTo>
                    <a:pt x="454" y="154714"/>
                  </a:lnTo>
                  <a:lnTo>
                    <a:pt x="142" y="160008"/>
                  </a:lnTo>
                  <a:lnTo>
                    <a:pt x="0" y="165309"/>
                  </a:lnTo>
                  <a:lnTo>
                    <a:pt x="25" y="170612"/>
                  </a:lnTo>
                  <a:lnTo>
                    <a:pt x="218" y="175911"/>
                  </a:lnTo>
                  <a:lnTo>
                    <a:pt x="580" y="181202"/>
                  </a:lnTo>
                  <a:lnTo>
                    <a:pt x="1109" y="186478"/>
                  </a:lnTo>
                  <a:lnTo>
                    <a:pt x="1805" y="191735"/>
                  </a:lnTo>
                  <a:lnTo>
                    <a:pt x="2667" y="196968"/>
                  </a:lnTo>
                  <a:lnTo>
                    <a:pt x="3695" y="202170"/>
                  </a:lnTo>
                  <a:lnTo>
                    <a:pt x="4888" y="207337"/>
                  </a:lnTo>
                  <a:lnTo>
                    <a:pt x="6244" y="212464"/>
                  </a:lnTo>
                  <a:lnTo>
                    <a:pt x="7762" y="217545"/>
                  </a:lnTo>
                  <a:lnTo>
                    <a:pt x="9440" y="222575"/>
                  </a:lnTo>
                  <a:lnTo>
                    <a:pt x="11277" y="227550"/>
                  </a:lnTo>
                  <a:lnTo>
                    <a:pt x="13271" y="232464"/>
                  </a:lnTo>
                  <a:lnTo>
                    <a:pt x="15419" y="237312"/>
                  </a:lnTo>
                  <a:lnTo>
                    <a:pt x="17720" y="242090"/>
                  </a:lnTo>
                  <a:lnTo>
                    <a:pt x="20172" y="246792"/>
                  </a:lnTo>
                  <a:lnTo>
                    <a:pt x="22772" y="251414"/>
                  </a:lnTo>
                  <a:lnTo>
                    <a:pt x="25517" y="255951"/>
                  </a:lnTo>
                  <a:lnTo>
                    <a:pt x="28404" y="260399"/>
                  </a:lnTo>
                  <a:lnTo>
                    <a:pt x="31431" y="264754"/>
                  </a:lnTo>
                  <a:lnTo>
                    <a:pt x="34595" y="269009"/>
                  </a:lnTo>
                  <a:lnTo>
                    <a:pt x="37892" y="273163"/>
                  </a:lnTo>
                  <a:lnTo>
                    <a:pt x="41319" y="277210"/>
                  </a:lnTo>
                  <a:lnTo>
                    <a:pt x="44873" y="281146"/>
                  </a:lnTo>
                  <a:lnTo>
                    <a:pt x="48550" y="284967"/>
                  </a:lnTo>
                  <a:lnTo>
                    <a:pt x="52346" y="288670"/>
                  </a:lnTo>
                  <a:lnTo>
                    <a:pt x="56258" y="292250"/>
                  </a:lnTo>
                  <a:lnTo>
                    <a:pt x="60281" y="295705"/>
                  </a:lnTo>
                  <a:lnTo>
                    <a:pt x="64412" y="299030"/>
                  </a:lnTo>
                  <a:lnTo>
                    <a:pt x="68646" y="302223"/>
                  </a:lnTo>
                  <a:lnTo>
                    <a:pt x="72980" y="305279"/>
                  </a:lnTo>
                  <a:lnTo>
                    <a:pt x="77408" y="308197"/>
                  </a:lnTo>
                  <a:lnTo>
                    <a:pt x="81926" y="310973"/>
                  </a:lnTo>
                  <a:lnTo>
                    <a:pt x="86531" y="313604"/>
                  </a:lnTo>
                  <a:lnTo>
                    <a:pt x="91216" y="316087"/>
                  </a:lnTo>
                  <a:lnTo>
                    <a:pt x="95978" y="318421"/>
                  </a:lnTo>
                  <a:lnTo>
                    <a:pt x="100812" y="320603"/>
                  </a:lnTo>
                  <a:lnTo>
                    <a:pt x="105712" y="322630"/>
                  </a:lnTo>
                  <a:lnTo>
                    <a:pt x="110674" y="324501"/>
                  </a:lnTo>
                  <a:lnTo>
                    <a:pt x="115693" y="326213"/>
                  </a:lnTo>
                  <a:lnTo>
                    <a:pt x="120763" y="327765"/>
                  </a:lnTo>
                  <a:lnTo>
                    <a:pt x="125881" y="329156"/>
                  </a:lnTo>
                  <a:lnTo>
                    <a:pt x="131040" y="330384"/>
                  </a:lnTo>
                  <a:lnTo>
                    <a:pt x="136235" y="331447"/>
                  </a:lnTo>
                  <a:lnTo>
                    <a:pt x="141461" y="332345"/>
                  </a:lnTo>
                  <a:lnTo>
                    <a:pt x="146714" y="333077"/>
                  </a:lnTo>
                  <a:lnTo>
                    <a:pt x="151986" y="333642"/>
                  </a:lnTo>
                  <a:lnTo>
                    <a:pt x="157274" y="334040"/>
                  </a:lnTo>
                  <a:lnTo>
                    <a:pt x="162572" y="334269"/>
                  </a:lnTo>
                  <a:lnTo>
                    <a:pt x="167875" y="334331"/>
                  </a:lnTo>
                  <a:lnTo>
                    <a:pt x="173177" y="334224"/>
                  </a:lnTo>
                  <a:lnTo>
                    <a:pt x="178473" y="333949"/>
                  </a:lnTo>
                  <a:lnTo>
                    <a:pt x="183757" y="333506"/>
                  </a:lnTo>
                  <a:lnTo>
                    <a:pt x="189025" y="332896"/>
                  </a:lnTo>
                  <a:lnTo>
                    <a:pt x="194271" y="332119"/>
                  </a:lnTo>
                  <a:lnTo>
                    <a:pt x="199489" y="331175"/>
                  </a:lnTo>
                  <a:lnTo>
                    <a:pt x="204675" y="330067"/>
                  </a:lnTo>
                  <a:lnTo>
                    <a:pt x="209823" y="328795"/>
                  </a:lnTo>
                  <a:lnTo>
                    <a:pt x="214929" y="327361"/>
                  </a:lnTo>
                  <a:lnTo>
                    <a:pt x="219986" y="325765"/>
                  </a:lnTo>
                  <a:lnTo>
                    <a:pt x="224990" y="324009"/>
                  </a:lnTo>
                  <a:lnTo>
                    <a:pt x="229936" y="322096"/>
                  </a:lnTo>
                  <a:lnTo>
                    <a:pt x="234818" y="320027"/>
                  </a:lnTo>
                  <a:lnTo>
                    <a:pt x="239633" y="317804"/>
                  </a:lnTo>
                  <a:lnTo>
                    <a:pt x="244374" y="315429"/>
                  </a:lnTo>
                  <a:lnTo>
                    <a:pt x="249038" y="312905"/>
                  </a:lnTo>
                  <a:lnTo>
                    <a:pt x="253620" y="310235"/>
                  </a:lnTo>
                  <a:lnTo>
                    <a:pt x="258114" y="307420"/>
                  </a:lnTo>
                  <a:lnTo>
                    <a:pt x="262517" y="304465"/>
                  </a:lnTo>
                  <a:lnTo>
                    <a:pt x="266824" y="301371"/>
                  </a:lnTo>
                  <a:lnTo>
                    <a:pt x="271031" y="298142"/>
                  </a:lnTo>
                  <a:lnTo>
                    <a:pt x="275133" y="294781"/>
                  </a:lnTo>
                  <a:lnTo>
                    <a:pt x="279127" y="291292"/>
                  </a:lnTo>
                  <a:lnTo>
                    <a:pt x="283007" y="287678"/>
                  </a:lnTo>
                  <a:lnTo>
                    <a:pt x="286772" y="283943"/>
                  </a:lnTo>
                  <a:lnTo>
                    <a:pt x="290416" y="280090"/>
                  </a:lnTo>
                  <a:lnTo>
                    <a:pt x="293935" y="276124"/>
                  </a:lnTo>
                  <a:lnTo>
                    <a:pt x="297328" y="272048"/>
                  </a:lnTo>
                  <a:lnTo>
                    <a:pt x="300589" y="267866"/>
                  </a:lnTo>
                  <a:lnTo>
                    <a:pt x="303716" y="263583"/>
                  </a:lnTo>
                  <a:lnTo>
                    <a:pt x="306705" y="259203"/>
                  </a:lnTo>
                  <a:lnTo>
                    <a:pt x="309554" y="254731"/>
                  </a:lnTo>
                  <a:lnTo>
                    <a:pt x="312260" y="250170"/>
                  </a:lnTo>
                  <a:lnTo>
                    <a:pt x="314820" y="245526"/>
                  </a:lnTo>
                  <a:lnTo>
                    <a:pt x="317231" y="240803"/>
                  </a:lnTo>
                  <a:lnTo>
                    <a:pt x="319492" y="236005"/>
                  </a:lnTo>
                  <a:lnTo>
                    <a:pt x="321598" y="231139"/>
                  </a:lnTo>
                  <a:lnTo>
                    <a:pt x="323550" y="226208"/>
                  </a:lnTo>
                  <a:lnTo>
                    <a:pt x="325344" y="221218"/>
                  </a:lnTo>
                  <a:lnTo>
                    <a:pt x="326979" y="216173"/>
                  </a:lnTo>
                  <a:lnTo>
                    <a:pt x="328453" y="211079"/>
                  </a:lnTo>
                  <a:lnTo>
                    <a:pt x="329765" y="205941"/>
                  </a:lnTo>
                  <a:lnTo>
                    <a:pt x="330913" y="200764"/>
                  </a:lnTo>
                  <a:lnTo>
                    <a:pt x="331896" y="195553"/>
                  </a:lnTo>
                  <a:lnTo>
                    <a:pt x="332714" y="190313"/>
                  </a:lnTo>
                  <a:lnTo>
                    <a:pt x="333365" y="185050"/>
                  </a:lnTo>
                  <a:lnTo>
                    <a:pt x="333848" y="179769"/>
                  </a:lnTo>
                  <a:lnTo>
                    <a:pt x="334164" y="174476"/>
                  </a:lnTo>
                  <a:lnTo>
                    <a:pt x="334312" y="169175"/>
                  </a:lnTo>
                  <a:lnTo>
                    <a:pt x="334292" y="163872"/>
                  </a:lnTo>
                  <a:lnTo>
                    <a:pt x="334103" y="158572"/>
                  </a:lnTo>
                  <a:lnTo>
                    <a:pt x="333747" y="153281"/>
                  </a:lnTo>
                  <a:lnTo>
                    <a:pt x="333222" y="148004"/>
                  </a:lnTo>
                  <a:lnTo>
                    <a:pt x="332531" y="142746"/>
                  </a:lnTo>
                  <a:lnTo>
                    <a:pt x="331673" y="137513"/>
                  </a:lnTo>
                  <a:lnTo>
                    <a:pt x="330650" y="132310"/>
                  </a:lnTo>
                  <a:lnTo>
                    <a:pt x="329462" y="127142"/>
                  </a:lnTo>
                  <a:lnTo>
                    <a:pt x="328111" y="122014"/>
                  </a:lnTo>
                  <a:lnTo>
                    <a:pt x="326598" y="116931"/>
                  </a:lnTo>
                  <a:lnTo>
                    <a:pt x="324924" y="111899"/>
                  </a:lnTo>
                  <a:lnTo>
                    <a:pt x="323092" y="106923"/>
                  </a:lnTo>
                  <a:lnTo>
                    <a:pt x="321103" y="102007"/>
                  </a:lnTo>
                  <a:lnTo>
                    <a:pt x="318959" y="97157"/>
                  </a:lnTo>
                  <a:lnTo>
                    <a:pt x="316662" y="92377"/>
                  </a:lnTo>
                  <a:lnTo>
                    <a:pt x="314214" y="87673"/>
                  </a:lnTo>
                  <a:lnTo>
                    <a:pt x="311619" y="83048"/>
                  </a:lnTo>
                  <a:lnTo>
                    <a:pt x="308878" y="78508"/>
                  </a:lnTo>
                  <a:lnTo>
                    <a:pt x="305995" y="74058"/>
                  </a:lnTo>
                  <a:lnTo>
                    <a:pt x="302972" y="69701"/>
                  </a:lnTo>
                  <a:lnTo>
                    <a:pt x="299812" y="65442"/>
                  </a:lnTo>
                  <a:lnTo>
                    <a:pt x="296519" y="61286"/>
                  </a:lnTo>
                  <a:lnTo>
                    <a:pt x="293095" y="57236"/>
                  </a:lnTo>
                  <a:lnTo>
                    <a:pt x="289545" y="53296"/>
                  </a:lnTo>
                  <a:lnTo>
                    <a:pt x="285872" y="49472"/>
                  </a:lnTo>
                  <a:lnTo>
                    <a:pt x="282079" y="45765"/>
                  </a:lnTo>
                  <a:lnTo>
                    <a:pt x="278171" y="42181"/>
                  </a:lnTo>
                  <a:lnTo>
                    <a:pt x="274150" y="38723"/>
                  </a:lnTo>
                  <a:lnTo>
                    <a:pt x="270023" y="35394"/>
                  </a:lnTo>
                  <a:lnTo>
                    <a:pt x="265791" y="32197"/>
                  </a:lnTo>
                  <a:lnTo>
                    <a:pt x="261461" y="29137"/>
                  </a:lnTo>
                  <a:lnTo>
                    <a:pt x="257035" y="26215"/>
                  </a:lnTo>
                  <a:lnTo>
                    <a:pt x="252519" y="23435"/>
                  </a:lnTo>
                  <a:lnTo>
                    <a:pt x="247917" y="20800"/>
                  </a:lnTo>
                  <a:lnTo>
                    <a:pt x="243234" y="18312"/>
                  </a:lnTo>
                  <a:lnTo>
                    <a:pt x="238475" y="15974"/>
                  </a:lnTo>
                  <a:lnTo>
                    <a:pt x="233643" y="13788"/>
                  </a:lnTo>
                  <a:lnTo>
                    <a:pt x="228745" y="11756"/>
                  </a:lnTo>
                  <a:lnTo>
                    <a:pt x="223784" y="9881"/>
                  </a:lnTo>
                  <a:lnTo>
                    <a:pt x="218767" y="8164"/>
                  </a:lnTo>
                  <a:lnTo>
                    <a:pt x="213698" y="6607"/>
                  </a:lnTo>
                  <a:lnTo>
                    <a:pt x="208582" y="5211"/>
                  </a:lnTo>
                  <a:lnTo>
                    <a:pt x="203424" y="3979"/>
                  </a:lnTo>
                  <a:lnTo>
                    <a:pt x="198230" y="2911"/>
                  </a:lnTo>
                  <a:lnTo>
                    <a:pt x="193004" y="2008"/>
                  </a:lnTo>
                  <a:lnTo>
                    <a:pt x="187752" y="1271"/>
                  </a:lnTo>
                  <a:lnTo>
                    <a:pt x="182480" y="701"/>
                  </a:lnTo>
                  <a:lnTo>
                    <a:pt x="16715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5323" cy="167167"/>
            </a:xfrm>
            <a:custGeom>
              <a:avLst/>
              <a:pathLst>
                <a:path w="15323" h="167167">
                  <a:moveTo>
                    <a:pt x="15323" y="70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4009" y="2633064"/>
              <a:ext cx="25002" cy="167167"/>
            </a:xfrm>
            <a:custGeom>
              <a:avLst/>
              <a:pathLst>
                <a:path w="25002" h="167167">
                  <a:moveTo>
                    <a:pt x="25002" y="0"/>
                  </a:moveTo>
                  <a:lnTo>
                    <a:pt x="16640" y="209"/>
                  </a:lnTo>
                  <a:lnTo>
                    <a:pt x="8299" y="836"/>
                  </a:lnTo>
                  <a:lnTo>
                    <a:pt x="0" y="1880"/>
                  </a:lnTo>
                  <a:lnTo>
                    <a:pt x="250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4009" y="2634944"/>
              <a:ext cx="25002" cy="165287"/>
            </a:xfrm>
            <a:custGeom>
              <a:avLst/>
              <a:pathLst>
                <a:path w="25002" h="165287">
                  <a:moveTo>
                    <a:pt x="0" y="0"/>
                  </a:moveTo>
                  <a:lnTo>
                    <a:pt x="25002" y="1652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44" y="2634944"/>
              <a:ext cx="334320" cy="332446"/>
            </a:xfrm>
            <a:custGeom>
              <a:avLst/>
              <a:pathLst>
                <a:path w="334320" h="332446">
                  <a:moveTo>
                    <a:pt x="142165" y="0"/>
                  </a:moveTo>
                  <a:lnTo>
                    <a:pt x="136957" y="872"/>
                  </a:lnTo>
                  <a:lnTo>
                    <a:pt x="131778" y="1908"/>
                  </a:lnTo>
                  <a:lnTo>
                    <a:pt x="126635" y="3107"/>
                  </a:lnTo>
                  <a:lnTo>
                    <a:pt x="121533" y="4468"/>
                  </a:lnTo>
                  <a:lnTo>
                    <a:pt x="116476" y="5990"/>
                  </a:lnTo>
                  <a:lnTo>
                    <a:pt x="111470" y="7671"/>
                  </a:lnTo>
                  <a:lnTo>
                    <a:pt x="106519" y="9509"/>
                  </a:lnTo>
                  <a:lnTo>
                    <a:pt x="101629" y="11502"/>
                  </a:lnTo>
                  <a:lnTo>
                    <a:pt x="96804" y="13649"/>
                  </a:lnTo>
                  <a:lnTo>
                    <a:pt x="92050" y="15947"/>
                  </a:lnTo>
                  <a:lnTo>
                    <a:pt x="87370" y="18394"/>
                  </a:lnTo>
                  <a:lnTo>
                    <a:pt x="82770" y="20988"/>
                  </a:lnTo>
                  <a:lnTo>
                    <a:pt x="78254" y="23726"/>
                  </a:lnTo>
                  <a:lnTo>
                    <a:pt x="73827" y="26605"/>
                  </a:lnTo>
                  <a:lnTo>
                    <a:pt x="69493" y="29622"/>
                  </a:lnTo>
                  <a:lnTo>
                    <a:pt x="65257" y="32775"/>
                  </a:lnTo>
                  <a:lnTo>
                    <a:pt x="61122" y="36060"/>
                  </a:lnTo>
                  <a:lnTo>
                    <a:pt x="57093" y="39474"/>
                  </a:lnTo>
                  <a:lnTo>
                    <a:pt x="53174" y="43014"/>
                  </a:lnTo>
                  <a:lnTo>
                    <a:pt x="49369" y="46675"/>
                  </a:lnTo>
                  <a:lnTo>
                    <a:pt x="45681" y="50455"/>
                  </a:lnTo>
                  <a:lnTo>
                    <a:pt x="42115" y="54350"/>
                  </a:lnTo>
                  <a:lnTo>
                    <a:pt x="38673" y="58355"/>
                  </a:lnTo>
                  <a:lnTo>
                    <a:pt x="35360" y="62467"/>
                  </a:lnTo>
                  <a:lnTo>
                    <a:pt x="32178" y="66682"/>
                  </a:lnTo>
                  <a:lnTo>
                    <a:pt x="29131" y="70995"/>
                  </a:lnTo>
                  <a:lnTo>
                    <a:pt x="26221" y="75402"/>
                  </a:lnTo>
                  <a:lnTo>
                    <a:pt x="23452" y="79899"/>
                  </a:lnTo>
                  <a:lnTo>
                    <a:pt x="20827" y="84481"/>
                  </a:lnTo>
                  <a:lnTo>
                    <a:pt x="18348" y="89144"/>
                  </a:lnTo>
                  <a:lnTo>
                    <a:pt x="16017" y="93882"/>
                  </a:lnTo>
                  <a:lnTo>
                    <a:pt x="13837" y="98692"/>
                  </a:lnTo>
                  <a:lnTo>
                    <a:pt x="11810" y="103568"/>
                  </a:lnTo>
                  <a:lnTo>
                    <a:pt x="9938" y="108506"/>
                  </a:lnTo>
                  <a:lnTo>
                    <a:pt x="8223" y="113501"/>
                  </a:lnTo>
                  <a:lnTo>
                    <a:pt x="6666" y="118547"/>
                  </a:lnTo>
                  <a:lnTo>
                    <a:pt x="5270" y="123640"/>
                  </a:lnTo>
                  <a:lnTo>
                    <a:pt x="4036" y="128775"/>
                  </a:lnTo>
                  <a:lnTo>
                    <a:pt x="2964" y="133946"/>
                  </a:lnTo>
                  <a:lnTo>
                    <a:pt x="2056" y="139148"/>
                  </a:lnTo>
                  <a:lnTo>
                    <a:pt x="1312" y="144376"/>
                  </a:lnTo>
                  <a:lnTo>
                    <a:pt x="735" y="149625"/>
                  </a:lnTo>
                  <a:lnTo>
                    <a:pt x="323" y="154890"/>
                  </a:lnTo>
                  <a:lnTo>
                    <a:pt x="78" y="160165"/>
                  </a:lnTo>
                  <a:lnTo>
                    <a:pt x="0" y="165446"/>
                  </a:lnTo>
                  <a:lnTo>
                    <a:pt x="88" y="170726"/>
                  </a:lnTo>
                  <a:lnTo>
                    <a:pt x="343" y="176000"/>
                  </a:lnTo>
                  <a:lnTo>
                    <a:pt x="765" y="181264"/>
                  </a:lnTo>
                  <a:lnTo>
                    <a:pt x="1352" y="186513"/>
                  </a:lnTo>
                  <a:lnTo>
                    <a:pt x="2106" y="191739"/>
                  </a:lnTo>
                  <a:lnTo>
                    <a:pt x="3024" y="196940"/>
                  </a:lnTo>
                  <a:lnTo>
                    <a:pt x="4105" y="202109"/>
                  </a:lnTo>
                  <a:lnTo>
                    <a:pt x="5350" y="207241"/>
                  </a:lnTo>
                  <a:lnTo>
                    <a:pt x="6756" y="212331"/>
                  </a:lnTo>
                  <a:lnTo>
                    <a:pt x="8322" y="217375"/>
                  </a:lnTo>
                  <a:lnTo>
                    <a:pt x="10046" y="222366"/>
                  </a:lnTo>
                  <a:lnTo>
                    <a:pt x="11927" y="227300"/>
                  </a:lnTo>
                  <a:lnTo>
                    <a:pt x="13964" y="232173"/>
                  </a:lnTo>
                  <a:lnTo>
                    <a:pt x="16153" y="236979"/>
                  </a:lnTo>
                  <a:lnTo>
                    <a:pt x="18493" y="241713"/>
                  </a:lnTo>
                  <a:lnTo>
                    <a:pt x="20981" y="246371"/>
                  </a:lnTo>
                  <a:lnTo>
                    <a:pt x="23615" y="250948"/>
                  </a:lnTo>
                  <a:lnTo>
                    <a:pt x="26392" y="255439"/>
                  </a:lnTo>
                  <a:lnTo>
                    <a:pt x="29310" y="259841"/>
                  </a:lnTo>
                  <a:lnTo>
                    <a:pt x="32366" y="264148"/>
                  </a:lnTo>
                  <a:lnTo>
                    <a:pt x="35555" y="268357"/>
                  </a:lnTo>
                  <a:lnTo>
                    <a:pt x="38877" y="272462"/>
                  </a:lnTo>
                  <a:lnTo>
                    <a:pt x="42326" y="276461"/>
                  </a:lnTo>
                  <a:lnTo>
                    <a:pt x="45900" y="280349"/>
                  </a:lnTo>
                  <a:lnTo>
                    <a:pt x="49595" y="284122"/>
                  </a:lnTo>
                  <a:lnTo>
                    <a:pt x="53407" y="287776"/>
                  </a:lnTo>
                  <a:lnTo>
                    <a:pt x="57333" y="291308"/>
                  </a:lnTo>
                  <a:lnTo>
                    <a:pt x="61368" y="294715"/>
                  </a:lnTo>
                  <a:lnTo>
                    <a:pt x="65509" y="297992"/>
                  </a:lnTo>
                  <a:lnTo>
                    <a:pt x="69752" y="301137"/>
                  </a:lnTo>
                  <a:lnTo>
                    <a:pt x="74091" y="304146"/>
                  </a:lnTo>
                  <a:lnTo>
                    <a:pt x="78524" y="307016"/>
                  </a:lnTo>
                  <a:lnTo>
                    <a:pt x="83045" y="309746"/>
                  </a:lnTo>
                  <a:lnTo>
                    <a:pt x="87649" y="312331"/>
                  </a:lnTo>
                  <a:lnTo>
                    <a:pt x="92334" y="314769"/>
                  </a:lnTo>
                  <a:lnTo>
                    <a:pt x="97093" y="317058"/>
                  </a:lnTo>
                  <a:lnTo>
                    <a:pt x="101922" y="319196"/>
                  </a:lnTo>
                  <a:lnTo>
                    <a:pt x="106816" y="321180"/>
                  </a:lnTo>
                  <a:lnTo>
                    <a:pt x="111770" y="323008"/>
                  </a:lnTo>
                  <a:lnTo>
                    <a:pt x="116779" y="324679"/>
                  </a:lnTo>
                  <a:lnTo>
                    <a:pt x="121839" y="326191"/>
                  </a:lnTo>
                  <a:lnTo>
                    <a:pt x="126944" y="327543"/>
                  </a:lnTo>
                  <a:lnTo>
                    <a:pt x="132089" y="328732"/>
                  </a:lnTo>
                  <a:lnTo>
                    <a:pt x="137269" y="329759"/>
                  </a:lnTo>
                  <a:lnTo>
                    <a:pt x="142479" y="330621"/>
                  </a:lnTo>
                  <a:lnTo>
                    <a:pt x="147714" y="331318"/>
                  </a:lnTo>
                  <a:lnTo>
                    <a:pt x="152968" y="331850"/>
                  </a:lnTo>
                  <a:lnTo>
                    <a:pt x="158236" y="332215"/>
                  </a:lnTo>
                  <a:lnTo>
                    <a:pt x="163513" y="332414"/>
                  </a:lnTo>
                  <a:lnTo>
                    <a:pt x="168794" y="332446"/>
                  </a:lnTo>
                  <a:lnTo>
                    <a:pt x="174073" y="332311"/>
                  </a:lnTo>
                  <a:lnTo>
                    <a:pt x="179345" y="332010"/>
                  </a:lnTo>
                  <a:lnTo>
                    <a:pt x="184606" y="331542"/>
                  </a:lnTo>
                  <a:lnTo>
                    <a:pt x="189848" y="330908"/>
                  </a:lnTo>
                  <a:lnTo>
                    <a:pt x="195068" y="330109"/>
                  </a:lnTo>
                  <a:lnTo>
                    <a:pt x="200261" y="329146"/>
                  </a:lnTo>
                  <a:lnTo>
                    <a:pt x="205420" y="328019"/>
                  </a:lnTo>
                  <a:lnTo>
                    <a:pt x="210541" y="326729"/>
                  </a:lnTo>
                  <a:lnTo>
                    <a:pt x="215618" y="325279"/>
                  </a:lnTo>
                  <a:lnTo>
                    <a:pt x="220648" y="323668"/>
                  </a:lnTo>
                  <a:lnTo>
                    <a:pt x="225624" y="321900"/>
                  </a:lnTo>
                  <a:lnTo>
                    <a:pt x="230542" y="319975"/>
                  </a:lnTo>
                  <a:lnTo>
                    <a:pt x="235396" y="317896"/>
                  </a:lnTo>
                  <a:lnTo>
                    <a:pt x="240182" y="315665"/>
                  </a:lnTo>
                  <a:lnTo>
                    <a:pt x="244896" y="313284"/>
                  </a:lnTo>
                  <a:lnTo>
                    <a:pt x="249532" y="310755"/>
                  </a:lnTo>
                  <a:lnTo>
                    <a:pt x="254085" y="308081"/>
                  </a:lnTo>
                  <a:lnTo>
                    <a:pt x="258552" y="305264"/>
                  </a:lnTo>
                  <a:lnTo>
                    <a:pt x="262928" y="302308"/>
                  </a:lnTo>
                  <a:lnTo>
                    <a:pt x="267208" y="299214"/>
                  </a:lnTo>
                  <a:lnTo>
                    <a:pt x="271389" y="295988"/>
                  </a:lnTo>
                  <a:lnTo>
                    <a:pt x="275465" y="292631"/>
                  </a:lnTo>
                  <a:lnTo>
                    <a:pt x="279433" y="289146"/>
                  </a:lnTo>
                  <a:lnTo>
                    <a:pt x="283290" y="285538"/>
                  </a:lnTo>
                  <a:lnTo>
                    <a:pt x="287030" y="281810"/>
                  </a:lnTo>
                  <a:lnTo>
                    <a:pt x="290651" y="277966"/>
                  </a:lnTo>
                  <a:lnTo>
                    <a:pt x="294148" y="274010"/>
                  </a:lnTo>
                  <a:lnTo>
                    <a:pt x="297519" y="269945"/>
                  </a:lnTo>
                  <a:lnTo>
                    <a:pt x="300760" y="265775"/>
                  </a:lnTo>
                  <a:lnTo>
                    <a:pt x="303867" y="261505"/>
                  </a:lnTo>
                  <a:lnTo>
                    <a:pt x="306838" y="257139"/>
                  </a:lnTo>
                  <a:lnTo>
                    <a:pt x="309670" y="252682"/>
                  </a:lnTo>
                  <a:lnTo>
                    <a:pt x="312359" y="248137"/>
                  </a:lnTo>
                  <a:lnTo>
                    <a:pt x="314904" y="243510"/>
                  </a:lnTo>
                  <a:lnTo>
                    <a:pt x="317301" y="238804"/>
                  </a:lnTo>
                  <a:lnTo>
                    <a:pt x="319548" y="234025"/>
                  </a:lnTo>
                  <a:lnTo>
                    <a:pt x="321643" y="229178"/>
                  </a:lnTo>
                  <a:lnTo>
                    <a:pt x="323584" y="224266"/>
                  </a:lnTo>
                  <a:lnTo>
                    <a:pt x="325369" y="219296"/>
                  </a:lnTo>
                  <a:lnTo>
                    <a:pt x="326996" y="214272"/>
                  </a:lnTo>
                  <a:lnTo>
                    <a:pt x="328464" y="209200"/>
                  </a:lnTo>
                  <a:lnTo>
                    <a:pt x="329770" y="204083"/>
                  </a:lnTo>
                  <a:lnTo>
                    <a:pt x="330914" y="198928"/>
                  </a:lnTo>
                  <a:lnTo>
                    <a:pt x="331895" y="193739"/>
                  </a:lnTo>
                  <a:lnTo>
                    <a:pt x="332712" y="188521"/>
                  </a:lnTo>
                  <a:lnTo>
                    <a:pt x="333363" y="183281"/>
                  </a:lnTo>
                  <a:lnTo>
                    <a:pt x="333848" y="178022"/>
                  </a:lnTo>
                  <a:lnTo>
                    <a:pt x="334168" y="172751"/>
                  </a:lnTo>
                  <a:lnTo>
                    <a:pt x="334320" y="167472"/>
                  </a:lnTo>
                  <a:lnTo>
                    <a:pt x="334306" y="162191"/>
                  </a:lnTo>
                  <a:lnTo>
                    <a:pt x="334124" y="156914"/>
                  </a:lnTo>
                  <a:lnTo>
                    <a:pt x="333777" y="151644"/>
                  </a:lnTo>
                  <a:lnTo>
                    <a:pt x="333263" y="146388"/>
                  </a:lnTo>
                  <a:lnTo>
                    <a:pt x="332583" y="141152"/>
                  </a:lnTo>
                  <a:lnTo>
                    <a:pt x="331738" y="135939"/>
                  </a:lnTo>
                  <a:lnTo>
                    <a:pt x="330729" y="130755"/>
                  </a:lnTo>
                  <a:lnTo>
                    <a:pt x="329557" y="125606"/>
                  </a:lnTo>
                  <a:lnTo>
                    <a:pt x="328222" y="120497"/>
                  </a:lnTo>
                  <a:lnTo>
                    <a:pt x="326727" y="115432"/>
                  </a:lnTo>
                  <a:lnTo>
                    <a:pt x="325073" y="110417"/>
                  </a:lnTo>
                  <a:lnTo>
                    <a:pt x="323261" y="105456"/>
                  </a:lnTo>
                  <a:lnTo>
                    <a:pt x="321293" y="100556"/>
                  </a:lnTo>
                  <a:lnTo>
                    <a:pt x="319172" y="95720"/>
                  </a:lnTo>
                  <a:lnTo>
                    <a:pt x="316898" y="90953"/>
                  </a:lnTo>
                  <a:lnTo>
                    <a:pt x="314476" y="86261"/>
                  </a:lnTo>
                  <a:lnTo>
                    <a:pt x="311906" y="81647"/>
                  </a:lnTo>
                  <a:lnTo>
                    <a:pt x="309192" y="77117"/>
                  </a:lnTo>
                  <a:lnTo>
                    <a:pt x="306336" y="72675"/>
                  </a:lnTo>
                  <a:lnTo>
                    <a:pt x="303341" y="68326"/>
                  </a:lnTo>
                  <a:lnTo>
                    <a:pt x="300211" y="64073"/>
                  </a:lnTo>
                  <a:lnTo>
                    <a:pt x="296947" y="59921"/>
                  </a:lnTo>
                  <a:lnTo>
                    <a:pt x="293555" y="55874"/>
                  </a:lnTo>
                  <a:lnTo>
                    <a:pt x="290036" y="51937"/>
                  </a:lnTo>
                  <a:lnTo>
                    <a:pt x="286394" y="48112"/>
                  </a:lnTo>
                  <a:lnTo>
                    <a:pt x="282633" y="44405"/>
                  </a:lnTo>
                  <a:lnTo>
                    <a:pt x="278758" y="40818"/>
                  </a:lnTo>
                  <a:lnTo>
                    <a:pt x="274770" y="37355"/>
                  </a:lnTo>
                  <a:lnTo>
                    <a:pt x="270676" y="34020"/>
                  </a:lnTo>
                  <a:lnTo>
                    <a:pt x="266478" y="30816"/>
                  </a:lnTo>
                  <a:lnTo>
                    <a:pt x="262181" y="27747"/>
                  </a:lnTo>
                  <a:lnTo>
                    <a:pt x="257789" y="24814"/>
                  </a:lnTo>
                  <a:lnTo>
                    <a:pt x="253307" y="22022"/>
                  </a:lnTo>
                  <a:lnTo>
                    <a:pt x="248739" y="19372"/>
                  </a:lnTo>
                  <a:lnTo>
                    <a:pt x="244089" y="16869"/>
                  </a:lnTo>
                  <a:lnTo>
                    <a:pt x="239363" y="14513"/>
                  </a:lnTo>
                  <a:lnTo>
                    <a:pt x="234564" y="12308"/>
                  </a:lnTo>
                  <a:lnTo>
                    <a:pt x="229699" y="10255"/>
                  </a:lnTo>
                  <a:lnTo>
                    <a:pt x="224771" y="8358"/>
                  </a:lnTo>
                  <a:lnTo>
                    <a:pt x="219785" y="6616"/>
                  </a:lnTo>
                  <a:lnTo>
                    <a:pt x="167167" y="165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52618" cy="167167"/>
            </a:xfrm>
            <a:custGeom>
              <a:avLst/>
              <a:pathLst>
                <a:path w="52618" h="167167">
                  <a:moveTo>
                    <a:pt x="52618" y="8497"/>
                  </a:moveTo>
                  <a:lnTo>
                    <a:pt x="46940" y="6725"/>
                  </a:lnTo>
                  <a:lnTo>
                    <a:pt x="41204" y="5157"/>
                  </a:lnTo>
                  <a:lnTo>
                    <a:pt x="35415" y="3794"/>
                  </a:lnTo>
                  <a:lnTo>
                    <a:pt x="29581" y="2638"/>
                  </a:lnTo>
                  <a:lnTo>
                    <a:pt x="23710" y="1689"/>
                  </a:lnTo>
                  <a:lnTo>
                    <a:pt x="17808" y="951"/>
                  </a:lnTo>
                  <a:lnTo>
                    <a:pt x="11885" y="423"/>
                  </a:lnTo>
                  <a:lnTo>
                    <a:pt x="5946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238" y="2126963"/>
              <a:ext cx="5233" cy="167167"/>
            </a:xfrm>
            <a:custGeom>
              <a:avLst/>
              <a:pathLst>
                <a:path w="5233" h="167167">
                  <a:moveTo>
                    <a:pt x="5233" y="0"/>
                  </a:moveTo>
                  <a:lnTo>
                    <a:pt x="0" y="81"/>
                  </a:lnTo>
                  <a:lnTo>
                    <a:pt x="52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238" y="2127045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9" y="2127045"/>
              <a:ext cx="334314" cy="334250"/>
            </a:xfrm>
            <a:custGeom>
              <a:avLst/>
              <a:pathLst>
                <a:path w="334314" h="334250">
                  <a:moveTo>
                    <a:pt x="161918" y="0"/>
                  </a:moveTo>
                  <a:lnTo>
                    <a:pt x="156609" y="250"/>
                  </a:lnTo>
                  <a:lnTo>
                    <a:pt x="151312" y="670"/>
                  </a:lnTo>
                  <a:lnTo>
                    <a:pt x="146030" y="1257"/>
                  </a:lnTo>
                  <a:lnTo>
                    <a:pt x="140769" y="2013"/>
                  </a:lnTo>
                  <a:lnTo>
                    <a:pt x="135535" y="2935"/>
                  </a:lnTo>
                  <a:lnTo>
                    <a:pt x="130333" y="4023"/>
                  </a:lnTo>
                  <a:lnTo>
                    <a:pt x="125169" y="5275"/>
                  </a:lnTo>
                  <a:lnTo>
                    <a:pt x="120047" y="6692"/>
                  </a:lnTo>
                  <a:lnTo>
                    <a:pt x="114972" y="8270"/>
                  </a:lnTo>
                  <a:lnTo>
                    <a:pt x="109950" y="10009"/>
                  </a:lnTo>
                  <a:lnTo>
                    <a:pt x="104986" y="11907"/>
                  </a:lnTo>
                  <a:lnTo>
                    <a:pt x="100085" y="13961"/>
                  </a:lnTo>
                  <a:lnTo>
                    <a:pt x="95251" y="16170"/>
                  </a:lnTo>
                  <a:lnTo>
                    <a:pt x="90490" y="18532"/>
                  </a:lnTo>
                  <a:lnTo>
                    <a:pt x="85807" y="21044"/>
                  </a:lnTo>
                  <a:lnTo>
                    <a:pt x="81206" y="23703"/>
                  </a:lnTo>
                  <a:lnTo>
                    <a:pt x="76692" y="26508"/>
                  </a:lnTo>
                  <a:lnTo>
                    <a:pt x="72269" y="29454"/>
                  </a:lnTo>
                  <a:lnTo>
                    <a:pt x="67942" y="32540"/>
                  </a:lnTo>
                  <a:lnTo>
                    <a:pt x="63715" y="35762"/>
                  </a:lnTo>
                  <a:lnTo>
                    <a:pt x="59593" y="39116"/>
                  </a:lnTo>
                  <a:lnTo>
                    <a:pt x="55580" y="42599"/>
                  </a:lnTo>
                  <a:lnTo>
                    <a:pt x="51679" y="46209"/>
                  </a:lnTo>
                  <a:lnTo>
                    <a:pt x="47895" y="49941"/>
                  </a:lnTo>
                  <a:lnTo>
                    <a:pt x="44232" y="53791"/>
                  </a:lnTo>
                  <a:lnTo>
                    <a:pt x="40693" y="57755"/>
                  </a:lnTo>
                  <a:lnTo>
                    <a:pt x="37281" y="61830"/>
                  </a:lnTo>
                  <a:lnTo>
                    <a:pt x="34001" y="66011"/>
                  </a:lnTo>
                  <a:lnTo>
                    <a:pt x="30856" y="70295"/>
                  </a:lnTo>
                  <a:lnTo>
                    <a:pt x="27848" y="74676"/>
                  </a:lnTo>
                  <a:lnTo>
                    <a:pt x="24981" y="79151"/>
                  </a:lnTo>
                  <a:lnTo>
                    <a:pt x="22258" y="83715"/>
                  </a:lnTo>
                  <a:lnTo>
                    <a:pt x="19681" y="88363"/>
                  </a:lnTo>
                  <a:lnTo>
                    <a:pt x="17253" y="93090"/>
                  </a:lnTo>
                  <a:lnTo>
                    <a:pt x="14976" y="97892"/>
                  </a:lnTo>
                  <a:lnTo>
                    <a:pt x="12854" y="102765"/>
                  </a:lnTo>
                  <a:lnTo>
                    <a:pt x="10887" y="107702"/>
                  </a:lnTo>
                  <a:lnTo>
                    <a:pt x="9079" y="112699"/>
                  </a:lnTo>
                  <a:lnTo>
                    <a:pt x="7430" y="117751"/>
                  </a:lnTo>
                  <a:lnTo>
                    <a:pt x="5942" y="122853"/>
                  </a:lnTo>
                  <a:lnTo>
                    <a:pt x="4618" y="128000"/>
                  </a:lnTo>
                  <a:lnTo>
                    <a:pt x="3458" y="133186"/>
                  </a:lnTo>
                  <a:lnTo>
                    <a:pt x="2463" y="138407"/>
                  </a:lnTo>
                  <a:lnTo>
                    <a:pt x="1634" y="143656"/>
                  </a:lnTo>
                  <a:lnTo>
                    <a:pt x="973" y="148929"/>
                  </a:lnTo>
                  <a:lnTo>
                    <a:pt x="480" y="154221"/>
                  </a:lnTo>
                  <a:lnTo>
                    <a:pt x="155" y="159525"/>
                  </a:lnTo>
                  <a:lnTo>
                    <a:pt x="0" y="164837"/>
                  </a:lnTo>
                  <a:lnTo>
                    <a:pt x="13" y="170152"/>
                  </a:lnTo>
                  <a:lnTo>
                    <a:pt x="194" y="175463"/>
                  </a:lnTo>
                  <a:lnTo>
                    <a:pt x="545" y="180766"/>
                  </a:lnTo>
                  <a:lnTo>
                    <a:pt x="1064" y="186055"/>
                  </a:lnTo>
                  <a:lnTo>
                    <a:pt x="1751" y="191325"/>
                  </a:lnTo>
                  <a:lnTo>
                    <a:pt x="2605" y="196570"/>
                  </a:lnTo>
                  <a:lnTo>
                    <a:pt x="3626" y="201786"/>
                  </a:lnTo>
                  <a:lnTo>
                    <a:pt x="4811" y="206966"/>
                  </a:lnTo>
                  <a:lnTo>
                    <a:pt x="6161" y="212106"/>
                  </a:lnTo>
                  <a:lnTo>
                    <a:pt x="7673" y="217201"/>
                  </a:lnTo>
                  <a:lnTo>
                    <a:pt x="9347" y="222245"/>
                  </a:lnTo>
                  <a:lnTo>
                    <a:pt x="11180" y="227233"/>
                  </a:lnTo>
                  <a:lnTo>
                    <a:pt x="13171" y="232161"/>
                  </a:lnTo>
                  <a:lnTo>
                    <a:pt x="15317" y="237022"/>
                  </a:lnTo>
                  <a:lnTo>
                    <a:pt x="17617" y="241813"/>
                  </a:lnTo>
                  <a:lnTo>
                    <a:pt x="20068" y="246529"/>
                  </a:lnTo>
                  <a:lnTo>
                    <a:pt x="22668" y="251164"/>
                  </a:lnTo>
                  <a:lnTo>
                    <a:pt x="25413" y="255714"/>
                  </a:lnTo>
                  <a:lnTo>
                    <a:pt x="28302" y="260175"/>
                  </a:lnTo>
                  <a:lnTo>
                    <a:pt x="31332" y="264542"/>
                  </a:lnTo>
                  <a:lnTo>
                    <a:pt x="34498" y="268810"/>
                  </a:lnTo>
                  <a:lnTo>
                    <a:pt x="37799" y="272975"/>
                  </a:lnTo>
                  <a:lnTo>
                    <a:pt x="41230" y="277033"/>
                  </a:lnTo>
                  <a:lnTo>
                    <a:pt x="44788" y="280980"/>
                  </a:lnTo>
                  <a:lnTo>
                    <a:pt x="48471" y="284812"/>
                  </a:lnTo>
                  <a:lnTo>
                    <a:pt x="52273" y="288525"/>
                  </a:lnTo>
                  <a:lnTo>
                    <a:pt x="56191" y="292116"/>
                  </a:lnTo>
                  <a:lnTo>
                    <a:pt x="60222" y="295580"/>
                  </a:lnTo>
                  <a:lnTo>
                    <a:pt x="64360" y="298914"/>
                  </a:lnTo>
                  <a:lnTo>
                    <a:pt x="68602" y="302115"/>
                  </a:lnTo>
                  <a:lnTo>
                    <a:pt x="72944" y="305179"/>
                  </a:lnTo>
                  <a:lnTo>
                    <a:pt x="77382" y="308104"/>
                  </a:lnTo>
                  <a:lnTo>
                    <a:pt x="81910" y="310886"/>
                  </a:lnTo>
                  <a:lnTo>
                    <a:pt x="86524" y="313523"/>
                  </a:lnTo>
                  <a:lnTo>
                    <a:pt x="91219" y="316012"/>
                  </a:lnTo>
                  <a:lnTo>
                    <a:pt x="95992" y="318350"/>
                  </a:lnTo>
                  <a:lnTo>
                    <a:pt x="100836" y="320536"/>
                  </a:lnTo>
                  <a:lnTo>
                    <a:pt x="105747" y="322566"/>
                  </a:lnTo>
                  <a:lnTo>
                    <a:pt x="110720" y="324440"/>
                  </a:lnTo>
                  <a:lnTo>
                    <a:pt x="115751" y="326154"/>
                  </a:lnTo>
                  <a:lnTo>
                    <a:pt x="120833" y="327707"/>
                  </a:lnTo>
                  <a:lnTo>
                    <a:pt x="125962" y="329098"/>
                  </a:lnTo>
                  <a:lnTo>
                    <a:pt x="131133" y="330326"/>
                  </a:lnTo>
                  <a:lnTo>
                    <a:pt x="136340" y="331388"/>
                  </a:lnTo>
                  <a:lnTo>
                    <a:pt x="141578" y="332285"/>
                  </a:lnTo>
                  <a:lnTo>
                    <a:pt x="146842" y="333014"/>
                  </a:lnTo>
                  <a:lnTo>
                    <a:pt x="152127" y="333576"/>
                  </a:lnTo>
                  <a:lnTo>
                    <a:pt x="157427" y="333969"/>
                  </a:lnTo>
                  <a:lnTo>
                    <a:pt x="162737" y="334194"/>
                  </a:lnTo>
                  <a:lnTo>
                    <a:pt x="168051" y="334250"/>
                  </a:lnTo>
                  <a:lnTo>
                    <a:pt x="173364" y="334137"/>
                  </a:lnTo>
                  <a:lnTo>
                    <a:pt x="178671" y="333855"/>
                  </a:lnTo>
                  <a:lnTo>
                    <a:pt x="183966" y="333405"/>
                  </a:lnTo>
                  <a:lnTo>
                    <a:pt x="189245" y="332786"/>
                  </a:lnTo>
                  <a:lnTo>
                    <a:pt x="194501" y="332000"/>
                  </a:lnTo>
                  <a:lnTo>
                    <a:pt x="199729" y="331047"/>
                  </a:lnTo>
                  <a:lnTo>
                    <a:pt x="204924" y="329929"/>
                  </a:lnTo>
                  <a:lnTo>
                    <a:pt x="210082" y="328646"/>
                  </a:lnTo>
                  <a:lnTo>
                    <a:pt x="215195" y="327200"/>
                  </a:lnTo>
                  <a:lnTo>
                    <a:pt x="220261" y="325592"/>
                  </a:lnTo>
                  <a:lnTo>
                    <a:pt x="225272" y="323823"/>
                  </a:lnTo>
                  <a:lnTo>
                    <a:pt x="230225" y="321897"/>
                  </a:lnTo>
                  <a:lnTo>
                    <a:pt x="235114" y="319814"/>
                  </a:lnTo>
                  <a:lnTo>
                    <a:pt x="239935" y="317576"/>
                  </a:lnTo>
                  <a:lnTo>
                    <a:pt x="244682" y="315187"/>
                  </a:lnTo>
                  <a:lnTo>
                    <a:pt x="249350" y="312647"/>
                  </a:lnTo>
                  <a:lnTo>
                    <a:pt x="253936" y="309961"/>
                  </a:lnTo>
                  <a:lnTo>
                    <a:pt x="258433" y="307130"/>
                  </a:lnTo>
                  <a:lnTo>
                    <a:pt x="262839" y="304158"/>
                  </a:lnTo>
                  <a:lnTo>
                    <a:pt x="267148" y="301047"/>
                  </a:lnTo>
                  <a:lnTo>
                    <a:pt x="271355" y="297801"/>
                  </a:lnTo>
                  <a:lnTo>
                    <a:pt x="275458" y="294422"/>
                  </a:lnTo>
                  <a:lnTo>
                    <a:pt x="279451" y="290915"/>
                  </a:lnTo>
                  <a:lnTo>
                    <a:pt x="283330" y="287283"/>
                  </a:lnTo>
                  <a:lnTo>
                    <a:pt x="287092" y="283529"/>
                  </a:lnTo>
                  <a:lnTo>
                    <a:pt x="290733" y="279658"/>
                  </a:lnTo>
                  <a:lnTo>
                    <a:pt x="294249" y="275673"/>
                  </a:lnTo>
                  <a:lnTo>
                    <a:pt x="297636" y="271578"/>
                  </a:lnTo>
                  <a:lnTo>
                    <a:pt x="300892" y="267377"/>
                  </a:lnTo>
                  <a:lnTo>
                    <a:pt x="304012" y="263075"/>
                  </a:lnTo>
                  <a:lnTo>
                    <a:pt x="306995" y="258676"/>
                  </a:lnTo>
                  <a:lnTo>
                    <a:pt x="309835" y="254185"/>
                  </a:lnTo>
                  <a:lnTo>
                    <a:pt x="312532" y="249605"/>
                  </a:lnTo>
                  <a:lnTo>
                    <a:pt x="315081" y="244942"/>
                  </a:lnTo>
                  <a:lnTo>
                    <a:pt x="317482" y="240201"/>
                  </a:lnTo>
                  <a:lnTo>
                    <a:pt x="319730" y="235385"/>
                  </a:lnTo>
                  <a:lnTo>
                    <a:pt x="321824" y="230501"/>
                  </a:lnTo>
                  <a:lnTo>
                    <a:pt x="323761" y="225552"/>
                  </a:lnTo>
                  <a:lnTo>
                    <a:pt x="325541" y="220545"/>
                  </a:lnTo>
                  <a:lnTo>
                    <a:pt x="327160" y="215483"/>
                  </a:lnTo>
                  <a:lnTo>
                    <a:pt x="328618" y="210372"/>
                  </a:lnTo>
                  <a:lnTo>
                    <a:pt x="329912" y="205218"/>
                  </a:lnTo>
                  <a:lnTo>
                    <a:pt x="331042" y="200025"/>
                  </a:lnTo>
                  <a:lnTo>
                    <a:pt x="332006" y="194799"/>
                  </a:lnTo>
                  <a:lnTo>
                    <a:pt x="332804" y="189544"/>
                  </a:lnTo>
                  <a:lnTo>
                    <a:pt x="333434" y="184267"/>
                  </a:lnTo>
                  <a:lnTo>
                    <a:pt x="333896" y="178973"/>
                  </a:lnTo>
                  <a:lnTo>
                    <a:pt x="334190" y="173667"/>
                  </a:lnTo>
                  <a:lnTo>
                    <a:pt x="334314" y="168354"/>
                  </a:lnTo>
                  <a:lnTo>
                    <a:pt x="334270" y="163040"/>
                  </a:lnTo>
                  <a:lnTo>
                    <a:pt x="334057" y="157729"/>
                  </a:lnTo>
                  <a:lnTo>
                    <a:pt x="333676" y="152429"/>
                  </a:lnTo>
                  <a:lnTo>
                    <a:pt x="333126" y="147143"/>
                  </a:lnTo>
                  <a:lnTo>
                    <a:pt x="167152" y="167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5973" cy="167167"/>
            </a:xfrm>
            <a:custGeom>
              <a:avLst/>
              <a:pathLst>
                <a:path w="165973" h="167167">
                  <a:moveTo>
                    <a:pt x="165973" y="147225"/>
                  </a:moveTo>
                  <a:lnTo>
                    <a:pt x="165244" y="141884"/>
                  </a:lnTo>
                  <a:lnTo>
                    <a:pt x="164343" y="136569"/>
                  </a:lnTo>
                  <a:lnTo>
                    <a:pt x="163271" y="131286"/>
                  </a:lnTo>
                  <a:lnTo>
                    <a:pt x="162029" y="126040"/>
                  </a:lnTo>
                  <a:lnTo>
                    <a:pt x="160619" y="120837"/>
                  </a:lnTo>
                  <a:lnTo>
                    <a:pt x="159041" y="115682"/>
                  </a:lnTo>
                  <a:lnTo>
                    <a:pt x="157298" y="110581"/>
                  </a:lnTo>
                  <a:lnTo>
                    <a:pt x="155392" y="105538"/>
                  </a:lnTo>
                  <a:lnTo>
                    <a:pt x="153324" y="100560"/>
                  </a:lnTo>
                  <a:lnTo>
                    <a:pt x="151097" y="95651"/>
                  </a:lnTo>
                  <a:lnTo>
                    <a:pt x="148712" y="90816"/>
                  </a:lnTo>
                  <a:lnTo>
                    <a:pt x="146173" y="86060"/>
                  </a:lnTo>
                  <a:lnTo>
                    <a:pt x="143482" y="81389"/>
                  </a:lnTo>
                  <a:lnTo>
                    <a:pt x="140641" y="76808"/>
                  </a:lnTo>
                  <a:lnTo>
                    <a:pt x="137655" y="72320"/>
                  </a:lnTo>
                  <a:lnTo>
                    <a:pt x="134525" y="67931"/>
                  </a:lnTo>
                  <a:lnTo>
                    <a:pt x="131255" y="63645"/>
                  </a:lnTo>
                  <a:lnTo>
                    <a:pt x="127849" y="59466"/>
                  </a:lnTo>
                  <a:lnTo>
                    <a:pt x="124310" y="55400"/>
                  </a:lnTo>
                  <a:lnTo>
                    <a:pt x="120642" y="51450"/>
                  </a:lnTo>
                  <a:lnTo>
                    <a:pt x="116848" y="47620"/>
                  </a:lnTo>
                  <a:lnTo>
                    <a:pt x="112932" y="43915"/>
                  </a:lnTo>
                  <a:lnTo>
                    <a:pt x="108899" y="40337"/>
                  </a:lnTo>
                  <a:lnTo>
                    <a:pt x="104753" y="36892"/>
                  </a:lnTo>
                  <a:lnTo>
                    <a:pt x="100498" y="33582"/>
                  </a:lnTo>
                  <a:lnTo>
                    <a:pt x="96139" y="30411"/>
                  </a:lnTo>
                  <a:lnTo>
                    <a:pt x="91679" y="27382"/>
                  </a:lnTo>
                  <a:lnTo>
                    <a:pt x="87125" y="24499"/>
                  </a:lnTo>
                  <a:lnTo>
                    <a:pt x="82479" y="21764"/>
                  </a:lnTo>
                  <a:lnTo>
                    <a:pt x="77748" y="19180"/>
                  </a:lnTo>
                  <a:lnTo>
                    <a:pt x="72936" y="16750"/>
                  </a:lnTo>
                  <a:lnTo>
                    <a:pt x="68048" y="14476"/>
                  </a:lnTo>
                  <a:lnTo>
                    <a:pt x="63089" y="12362"/>
                  </a:lnTo>
                  <a:lnTo>
                    <a:pt x="58065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539" y="1681503"/>
              <a:ext cx="5695" cy="167167"/>
            </a:xfrm>
            <a:custGeom>
              <a:avLst/>
              <a:pathLst>
                <a:path w="5695" h="167167">
                  <a:moveTo>
                    <a:pt x="5695" y="0"/>
                  </a:moveTo>
                  <a:lnTo>
                    <a:pt x="0" y="97"/>
                  </a:lnTo>
                  <a:lnTo>
                    <a:pt x="569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7539" y="1681600"/>
              <a:ext cx="5695" cy="167070"/>
            </a:xfrm>
            <a:custGeom>
              <a:avLst/>
              <a:pathLst>
                <a:path w="5695" h="167070">
                  <a:moveTo>
                    <a:pt x="0" y="0"/>
                  </a:moveTo>
                  <a:lnTo>
                    <a:pt x="5695" y="1670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1" y="1681600"/>
              <a:ext cx="334308" cy="334236"/>
            </a:xfrm>
            <a:custGeom>
              <a:avLst/>
              <a:pathLst>
                <a:path w="334308" h="334236">
                  <a:moveTo>
                    <a:pt x="161457" y="0"/>
                  </a:moveTo>
                  <a:lnTo>
                    <a:pt x="156158" y="264"/>
                  </a:lnTo>
                  <a:lnTo>
                    <a:pt x="150869" y="697"/>
                  </a:lnTo>
                  <a:lnTo>
                    <a:pt x="145597" y="1298"/>
                  </a:lnTo>
                  <a:lnTo>
                    <a:pt x="140346" y="2066"/>
                  </a:lnTo>
                  <a:lnTo>
                    <a:pt x="135123" y="3000"/>
                  </a:lnTo>
                  <a:lnTo>
                    <a:pt x="129931" y="4099"/>
                  </a:lnTo>
                  <a:lnTo>
                    <a:pt x="124778" y="5362"/>
                  </a:lnTo>
                  <a:lnTo>
                    <a:pt x="119667" y="6789"/>
                  </a:lnTo>
                  <a:lnTo>
                    <a:pt x="114603" y="8377"/>
                  </a:lnTo>
                  <a:lnTo>
                    <a:pt x="109593" y="10125"/>
                  </a:lnTo>
                  <a:lnTo>
                    <a:pt x="104641" y="12031"/>
                  </a:lnTo>
                  <a:lnTo>
                    <a:pt x="99752" y="14093"/>
                  </a:lnTo>
                  <a:lnTo>
                    <a:pt x="94930" y="16309"/>
                  </a:lnTo>
                  <a:lnTo>
                    <a:pt x="90182" y="18677"/>
                  </a:lnTo>
                  <a:lnTo>
                    <a:pt x="85511" y="21195"/>
                  </a:lnTo>
                  <a:lnTo>
                    <a:pt x="80922" y="23860"/>
                  </a:lnTo>
                  <a:lnTo>
                    <a:pt x="76420" y="26669"/>
                  </a:lnTo>
                  <a:lnTo>
                    <a:pt x="72010" y="29619"/>
                  </a:lnTo>
                  <a:lnTo>
                    <a:pt x="67695" y="32708"/>
                  </a:lnTo>
                  <a:lnTo>
                    <a:pt x="63481" y="35932"/>
                  </a:lnTo>
                  <a:lnTo>
                    <a:pt x="59371" y="39289"/>
                  </a:lnTo>
                  <a:lnTo>
                    <a:pt x="55369" y="42774"/>
                  </a:lnTo>
                  <a:lnTo>
                    <a:pt x="51481" y="46385"/>
                  </a:lnTo>
                  <a:lnTo>
                    <a:pt x="47709" y="50117"/>
                  </a:lnTo>
                  <a:lnTo>
                    <a:pt x="44057" y="53967"/>
                  </a:lnTo>
                  <a:lnTo>
                    <a:pt x="40529" y="57931"/>
                  </a:lnTo>
                  <a:lnTo>
                    <a:pt x="37129" y="62004"/>
                  </a:lnTo>
                  <a:lnTo>
                    <a:pt x="33860" y="66184"/>
                  </a:lnTo>
                  <a:lnTo>
                    <a:pt x="30725" y="70466"/>
                  </a:lnTo>
                  <a:lnTo>
                    <a:pt x="27728" y="74844"/>
                  </a:lnTo>
                  <a:lnTo>
                    <a:pt x="24871" y="79316"/>
                  </a:lnTo>
                  <a:lnTo>
                    <a:pt x="22157" y="83876"/>
                  </a:lnTo>
                  <a:lnTo>
                    <a:pt x="19590" y="88520"/>
                  </a:lnTo>
                  <a:lnTo>
                    <a:pt x="17171" y="93243"/>
                  </a:lnTo>
                  <a:lnTo>
                    <a:pt x="14903" y="98040"/>
                  </a:lnTo>
                  <a:lnTo>
                    <a:pt x="12789" y="102907"/>
                  </a:lnTo>
                  <a:lnTo>
                    <a:pt x="10831" y="107839"/>
                  </a:lnTo>
                  <a:lnTo>
                    <a:pt x="9029" y="112830"/>
                  </a:lnTo>
                  <a:lnTo>
                    <a:pt x="7388" y="117876"/>
                  </a:lnTo>
                  <a:lnTo>
                    <a:pt x="5907" y="122972"/>
                  </a:lnTo>
                  <a:lnTo>
                    <a:pt x="4588" y="128112"/>
                  </a:lnTo>
                  <a:lnTo>
                    <a:pt x="3434" y="133291"/>
                  </a:lnTo>
                  <a:lnTo>
                    <a:pt x="2444" y="138504"/>
                  </a:lnTo>
                  <a:lnTo>
                    <a:pt x="1620" y="143746"/>
                  </a:lnTo>
                  <a:lnTo>
                    <a:pt x="964" y="149012"/>
                  </a:lnTo>
                  <a:lnTo>
                    <a:pt x="474" y="154296"/>
                  </a:lnTo>
                  <a:lnTo>
                    <a:pt x="153" y="159592"/>
                  </a:lnTo>
                  <a:lnTo>
                    <a:pt x="0" y="164896"/>
                  </a:lnTo>
                  <a:lnTo>
                    <a:pt x="15" y="170203"/>
                  </a:lnTo>
                  <a:lnTo>
                    <a:pt x="198" y="175506"/>
                  </a:lnTo>
                  <a:lnTo>
                    <a:pt x="550" y="180801"/>
                  </a:lnTo>
                  <a:lnTo>
                    <a:pt x="1070" y="186081"/>
                  </a:lnTo>
                  <a:lnTo>
                    <a:pt x="1757" y="191343"/>
                  </a:lnTo>
                  <a:lnTo>
                    <a:pt x="2611" y="196580"/>
                  </a:lnTo>
                  <a:lnTo>
                    <a:pt x="3630" y="201788"/>
                  </a:lnTo>
                  <a:lnTo>
                    <a:pt x="4815" y="206960"/>
                  </a:lnTo>
                  <a:lnTo>
                    <a:pt x="6162" y="212093"/>
                  </a:lnTo>
                  <a:lnTo>
                    <a:pt x="7672" y="217180"/>
                  </a:lnTo>
                  <a:lnTo>
                    <a:pt x="9343" y="222216"/>
                  </a:lnTo>
                  <a:lnTo>
                    <a:pt x="11173" y="227197"/>
                  </a:lnTo>
                  <a:lnTo>
                    <a:pt x="13160" y="232117"/>
                  </a:lnTo>
                  <a:lnTo>
                    <a:pt x="15302" y="236972"/>
                  </a:lnTo>
                  <a:lnTo>
                    <a:pt x="17597" y="241756"/>
                  </a:lnTo>
                  <a:lnTo>
                    <a:pt x="20043" y="246465"/>
                  </a:lnTo>
                  <a:lnTo>
                    <a:pt x="22637" y="251095"/>
                  </a:lnTo>
                  <a:lnTo>
                    <a:pt x="25377" y="255639"/>
                  </a:lnTo>
                  <a:lnTo>
                    <a:pt x="28259" y="260094"/>
                  </a:lnTo>
                  <a:lnTo>
                    <a:pt x="31282" y="264456"/>
                  </a:lnTo>
                  <a:lnTo>
                    <a:pt x="34441" y="268719"/>
                  </a:lnTo>
                  <a:lnTo>
                    <a:pt x="37734" y="272880"/>
                  </a:lnTo>
                  <a:lnTo>
                    <a:pt x="41158" y="276934"/>
                  </a:lnTo>
                  <a:lnTo>
                    <a:pt x="44708" y="280878"/>
                  </a:lnTo>
                  <a:lnTo>
                    <a:pt x="48382" y="284707"/>
                  </a:lnTo>
                  <a:lnTo>
                    <a:pt x="52175" y="288417"/>
                  </a:lnTo>
                  <a:lnTo>
                    <a:pt x="56085" y="292005"/>
                  </a:lnTo>
                  <a:lnTo>
                    <a:pt x="60106" y="295467"/>
                  </a:lnTo>
                  <a:lnTo>
                    <a:pt x="64235" y="298800"/>
                  </a:lnTo>
                  <a:lnTo>
                    <a:pt x="68468" y="302000"/>
                  </a:lnTo>
                  <a:lnTo>
                    <a:pt x="72800" y="305064"/>
                  </a:lnTo>
                  <a:lnTo>
                    <a:pt x="77227" y="307990"/>
                  </a:lnTo>
                  <a:lnTo>
                    <a:pt x="81745" y="310773"/>
                  </a:lnTo>
                  <a:lnTo>
                    <a:pt x="86349" y="313411"/>
                  </a:lnTo>
                  <a:lnTo>
                    <a:pt x="91035" y="315902"/>
                  </a:lnTo>
                  <a:lnTo>
                    <a:pt x="95797" y="318243"/>
                  </a:lnTo>
                  <a:lnTo>
                    <a:pt x="100631" y="320431"/>
                  </a:lnTo>
                  <a:lnTo>
                    <a:pt x="105532" y="322465"/>
                  </a:lnTo>
                  <a:lnTo>
                    <a:pt x="110495" y="324343"/>
                  </a:lnTo>
                  <a:lnTo>
                    <a:pt x="115515" y="326062"/>
                  </a:lnTo>
                  <a:lnTo>
                    <a:pt x="120587" y="327621"/>
                  </a:lnTo>
                  <a:lnTo>
                    <a:pt x="125706" y="329018"/>
                  </a:lnTo>
                  <a:lnTo>
                    <a:pt x="130867" y="330252"/>
                  </a:lnTo>
                  <a:lnTo>
                    <a:pt x="136065" y="331321"/>
                  </a:lnTo>
                  <a:lnTo>
                    <a:pt x="141293" y="332225"/>
                  </a:lnTo>
                  <a:lnTo>
                    <a:pt x="146548" y="332963"/>
                  </a:lnTo>
                  <a:lnTo>
                    <a:pt x="151824" y="333533"/>
                  </a:lnTo>
                  <a:lnTo>
                    <a:pt x="157115" y="333936"/>
                  </a:lnTo>
                  <a:lnTo>
                    <a:pt x="162416" y="334170"/>
                  </a:lnTo>
                  <a:lnTo>
                    <a:pt x="167722" y="334236"/>
                  </a:lnTo>
                  <a:lnTo>
                    <a:pt x="173027" y="334134"/>
                  </a:lnTo>
                  <a:lnTo>
                    <a:pt x="178327" y="333863"/>
                  </a:lnTo>
                  <a:lnTo>
                    <a:pt x="183615" y="333425"/>
                  </a:lnTo>
                  <a:lnTo>
                    <a:pt x="188887" y="332818"/>
                  </a:lnTo>
                  <a:lnTo>
                    <a:pt x="194136" y="332045"/>
                  </a:lnTo>
                  <a:lnTo>
                    <a:pt x="199359" y="331106"/>
                  </a:lnTo>
                  <a:lnTo>
                    <a:pt x="204549" y="330001"/>
                  </a:lnTo>
                  <a:lnTo>
                    <a:pt x="209701" y="328732"/>
                  </a:lnTo>
                  <a:lnTo>
                    <a:pt x="214811" y="327300"/>
                  </a:lnTo>
                  <a:lnTo>
                    <a:pt x="219872" y="325707"/>
                  </a:lnTo>
                  <a:lnTo>
                    <a:pt x="224881" y="323953"/>
                  </a:lnTo>
                  <a:lnTo>
                    <a:pt x="229831" y="322042"/>
                  </a:lnTo>
                  <a:lnTo>
                    <a:pt x="234718" y="319975"/>
                  </a:lnTo>
                  <a:lnTo>
                    <a:pt x="239537" y="317753"/>
                  </a:lnTo>
                  <a:lnTo>
                    <a:pt x="244283" y="315380"/>
                  </a:lnTo>
                  <a:lnTo>
                    <a:pt x="248951" y="312857"/>
                  </a:lnTo>
                  <a:lnTo>
                    <a:pt x="253537" y="310188"/>
                  </a:lnTo>
                  <a:lnTo>
                    <a:pt x="258036" y="307374"/>
                  </a:lnTo>
                  <a:lnTo>
                    <a:pt x="262443" y="304419"/>
                  </a:lnTo>
                  <a:lnTo>
                    <a:pt x="266755" y="301325"/>
                  </a:lnTo>
                  <a:lnTo>
                    <a:pt x="270966" y="298096"/>
                  </a:lnTo>
                  <a:lnTo>
                    <a:pt x="275072" y="294735"/>
                  </a:lnTo>
                  <a:lnTo>
                    <a:pt x="279069" y="291246"/>
                  </a:lnTo>
                  <a:lnTo>
                    <a:pt x="282954" y="287631"/>
                  </a:lnTo>
                  <a:lnTo>
                    <a:pt x="286722" y="283895"/>
                  </a:lnTo>
                  <a:lnTo>
                    <a:pt x="290370" y="280041"/>
                  </a:lnTo>
                  <a:lnTo>
                    <a:pt x="293893" y="276073"/>
                  </a:lnTo>
                  <a:lnTo>
                    <a:pt x="297289" y="271996"/>
                  </a:lnTo>
                  <a:lnTo>
                    <a:pt x="300554" y="267813"/>
                  </a:lnTo>
                  <a:lnTo>
                    <a:pt x="303684" y="263528"/>
                  </a:lnTo>
                  <a:lnTo>
                    <a:pt x="306677" y="259146"/>
                  </a:lnTo>
                  <a:lnTo>
                    <a:pt x="309529" y="254671"/>
                  </a:lnTo>
                  <a:lnTo>
                    <a:pt x="312238" y="250108"/>
                  </a:lnTo>
                  <a:lnTo>
                    <a:pt x="314800" y="245462"/>
                  </a:lnTo>
                  <a:lnTo>
                    <a:pt x="317214" y="240736"/>
                  </a:lnTo>
                  <a:lnTo>
                    <a:pt x="319476" y="235936"/>
                  </a:lnTo>
                  <a:lnTo>
                    <a:pt x="321585" y="231067"/>
                  </a:lnTo>
                  <a:lnTo>
                    <a:pt x="323539" y="226133"/>
                  </a:lnTo>
                  <a:lnTo>
                    <a:pt x="325334" y="221140"/>
                  </a:lnTo>
                  <a:lnTo>
                    <a:pt x="326971" y="216092"/>
                  </a:lnTo>
                  <a:lnTo>
                    <a:pt x="328446" y="210995"/>
                  </a:lnTo>
                  <a:lnTo>
                    <a:pt x="329759" y="205854"/>
                  </a:lnTo>
                  <a:lnTo>
                    <a:pt x="330908" y="200673"/>
                  </a:lnTo>
                  <a:lnTo>
                    <a:pt x="331892" y="195459"/>
                  </a:lnTo>
                  <a:lnTo>
                    <a:pt x="332710" y="190216"/>
                  </a:lnTo>
                  <a:lnTo>
                    <a:pt x="333361" y="184950"/>
                  </a:lnTo>
                  <a:lnTo>
                    <a:pt x="333845" y="179665"/>
                  </a:lnTo>
                  <a:lnTo>
                    <a:pt x="334161" y="174369"/>
                  </a:lnTo>
                  <a:lnTo>
                    <a:pt x="334308" y="169064"/>
                  </a:lnTo>
                  <a:lnTo>
                    <a:pt x="334287" y="163758"/>
                  </a:lnTo>
                  <a:lnTo>
                    <a:pt x="334098" y="158455"/>
                  </a:lnTo>
                  <a:lnTo>
                    <a:pt x="333741" y="153161"/>
                  </a:lnTo>
                  <a:lnTo>
                    <a:pt x="333215" y="147880"/>
                  </a:lnTo>
                  <a:lnTo>
                    <a:pt x="332522" y="142619"/>
                  </a:lnTo>
                  <a:lnTo>
                    <a:pt x="331663" y="137383"/>
                  </a:lnTo>
                  <a:lnTo>
                    <a:pt x="330638" y="132177"/>
                  </a:lnTo>
                  <a:lnTo>
                    <a:pt x="329448" y="127005"/>
                  </a:lnTo>
                  <a:lnTo>
                    <a:pt x="328095" y="121875"/>
                  </a:lnTo>
                  <a:lnTo>
                    <a:pt x="326579" y="116789"/>
                  </a:lnTo>
                  <a:lnTo>
                    <a:pt x="324903" y="111755"/>
                  </a:lnTo>
                  <a:lnTo>
                    <a:pt x="323068" y="106776"/>
                  </a:lnTo>
                  <a:lnTo>
                    <a:pt x="321076" y="101857"/>
                  </a:lnTo>
                  <a:lnTo>
                    <a:pt x="318929" y="97005"/>
                  </a:lnTo>
                  <a:lnTo>
                    <a:pt x="316628" y="92223"/>
                  </a:lnTo>
                  <a:lnTo>
                    <a:pt x="314177" y="87517"/>
                  </a:lnTo>
                  <a:lnTo>
                    <a:pt x="311578" y="82890"/>
                  </a:lnTo>
                  <a:lnTo>
                    <a:pt x="308834" y="78349"/>
                  </a:lnTo>
                  <a:lnTo>
                    <a:pt x="305947" y="73897"/>
                  </a:lnTo>
                  <a:lnTo>
                    <a:pt x="302920" y="69539"/>
                  </a:lnTo>
                  <a:lnTo>
                    <a:pt x="299756" y="65279"/>
                  </a:lnTo>
                  <a:lnTo>
                    <a:pt x="296458" y="61121"/>
                  </a:lnTo>
                  <a:lnTo>
                    <a:pt x="293030" y="57071"/>
                  </a:lnTo>
                  <a:lnTo>
                    <a:pt x="289476" y="53131"/>
                  </a:lnTo>
                  <a:lnTo>
                    <a:pt x="285798" y="49306"/>
                  </a:lnTo>
                  <a:lnTo>
                    <a:pt x="282000" y="45600"/>
                  </a:lnTo>
                  <a:lnTo>
                    <a:pt x="278087" y="42016"/>
                  </a:lnTo>
                  <a:lnTo>
                    <a:pt x="274062" y="38558"/>
                  </a:lnTo>
                  <a:lnTo>
                    <a:pt x="269929" y="35229"/>
                  </a:lnTo>
                  <a:lnTo>
                    <a:pt x="265693" y="32034"/>
                  </a:lnTo>
                  <a:lnTo>
                    <a:pt x="261358" y="28974"/>
                  </a:lnTo>
                  <a:lnTo>
                    <a:pt x="256927" y="26054"/>
                  </a:lnTo>
                  <a:lnTo>
                    <a:pt x="252406" y="23276"/>
                  </a:lnTo>
                  <a:lnTo>
                    <a:pt x="247800" y="20642"/>
                  </a:lnTo>
                  <a:lnTo>
                    <a:pt x="243111" y="18156"/>
                  </a:lnTo>
                  <a:lnTo>
                    <a:pt x="238347" y="15821"/>
                  </a:lnTo>
                  <a:lnTo>
                    <a:pt x="167153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71194" cy="167167"/>
            </a:xfrm>
            <a:custGeom>
              <a:avLst/>
              <a:pathLst>
                <a:path w="71194" h="167167">
                  <a:moveTo>
                    <a:pt x="71194" y="15918"/>
                  </a:moveTo>
                  <a:lnTo>
                    <a:pt x="66035" y="13595"/>
                  </a:lnTo>
                  <a:lnTo>
                    <a:pt x="60801" y="11449"/>
                  </a:lnTo>
                  <a:lnTo>
                    <a:pt x="55498" y="9481"/>
                  </a:lnTo>
                  <a:lnTo>
                    <a:pt x="50131" y="7693"/>
                  </a:lnTo>
                  <a:lnTo>
                    <a:pt x="44706" y="6089"/>
                  </a:lnTo>
                  <a:lnTo>
                    <a:pt x="39231" y="4668"/>
                  </a:lnTo>
                  <a:lnTo>
                    <a:pt x="33710" y="3434"/>
                  </a:lnTo>
                  <a:lnTo>
                    <a:pt x="28151" y="2387"/>
                  </a:lnTo>
                  <a:lnTo>
                    <a:pt x="22559" y="1529"/>
                  </a:lnTo>
                  <a:lnTo>
                    <a:pt x="16942" y="860"/>
                  </a:lnTo>
                  <a:lnTo>
                    <a:pt x="11305" y="382"/>
                  </a:lnTo>
                  <a:lnTo>
                    <a:pt x="565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1" y="1322571"/>
              <a:ext cx="167167" cy="319849"/>
            </a:xfrm>
            <a:custGeom>
              <a:avLst/>
              <a:pathLst>
                <a:path w="167167" h="319849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0" y="770"/>
                  </a:lnTo>
                  <a:lnTo>
                    <a:pt x="145810" y="1369"/>
                  </a:lnTo>
                  <a:lnTo>
                    <a:pt x="140512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4" y="5456"/>
                  </a:lnTo>
                  <a:lnTo>
                    <a:pt x="119648" y="6896"/>
                  </a:lnTo>
                  <a:lnTo>
                    <a:pt x="114540" y="8499"/>
                  </a:lnTo>
                  <a:lnTo>
                    <a:pt x="109486" y="10266"/>
                  </a:lnTo>
                  <a:lnTo>
                    <a:pt x="104492" y="12193"/>
                  </a:lnTo>
                  <a:lnTo>
                    <a:pt x="99562" y="14280"/>
                  </a:lnTo>
                  <a:lnTo>
                    <a:pt x="94701" y="16523"/>
                  </a:lnTo>
                  <a:lnTo>
                    <a:pt x="89914" y="18921"/>
                  </a:lnTo>
                  <a:lnTo>
                    <a:pt x="85207" y="21470"/>
                  </a:lnTo>
                  <a:lnTo>
                    <a:pt x="80584" y="24169"/>
                  </a:lnTo>
                  <a:lnTo>
                    <a:pt x="76049" y="27015"/>
                  </a:lnTo>
                  <a:lnTo>
                    <a:pt x="71608" y="30005"/>
                  </a:lnTo>
                  <a:lnTo>
                    <a:pt x="67265" y="33135"/>
                  </a:lnTo>
                  <a:lnTo>
                    <a:pt x="63024" y="36403"/>
                  </a:lnTo>
                  <a:lnTo>
                    <a:pt x="58891" y="39804"/>
                  </a:lnTo>
                  <a:lnTo>
                    <a:pt x="54868" y="43337"/>
                  </a:lnTo>
                  <a:lnTo>
                    <a:pt x="50960" y="46996"/>
                  </a:lnTo>
                  <a:lnTo>
                    <a:pt x="47172" y="50779"/>
                  </a:lnTo>
                  <a:lnTo>
                    <a:pt x="43507" y="54681"/>
                  </a:lnTo>
                  <a:lnTo>
                    <a:pt x="39968" y="58698"/>
                  </a:lnTo>
                  <a:lnTo>
                    <a:pt x="36560" y="62827"/>
                  </a:lnTo>
                  <a:lnTo>
                    <a:pt x="33286" y="67062"/>
                  </a:lnTo>
                  <a:lnTo>
                    <a:pt x="30149" y="71401"/>
                  </a:lnTo>
                  <a:lnTo>
                    <a:pt x="27153" y="75837"/>
                  </a:lnTo>
                  <a:lnTo>
                    <a:pt x="24301" y="80367"/>
                  </a:lnTo>
                  <a:lnTo>
                    <a:pt x="21594" y="84986"/>
                  </a:lnTo>
                  <a:lnTo>
                    <a:pt x="19038" y="89690"/>
                  </a:lnTo>
                  <a:lnTo>
                    <a:pt x="16633" y="94473"/>
                  </a:lnTo>
                  <a:lnTo>
                    <a:pt x="14382" y="99330"/>
                  </a:lnTo>
                  <a:lnTo>
                    <a:pt x="12288" y="104257"/>
                  </a:lnTo>
                  <a:lnTo>
                    <a:pt x="10353" y="109249"/>
                  </a:lnTo>
                  <a:lnTo>
                    <a:pt x="8579" y="114300"/>
                  </a:lnTo>
                  <a:lnTo>
                    <a:pt x="6968" y="119405"/>
                  </a:lnTo>
                  <a:lnTo>
                    <a:pt x="5520" y="124559"/>
                  </a:lnTo>
                  <a:lnTo>
                    <a:pt x="4239" y="129757"/>
                  </a:lnTo>
                  <a:lnTo>
                    <a:pt x="3125" y="134993"/>
                  </a:lnTo>
                  <a:lnTo>
                    <a:pt x="2179" y="140263"/>
                  </a:lnTo>
                  <a:lnTo>
                    <a:pt x="1402" y="145559"/>
                  </a:lnTo>
                  <a:lnTo>
                    <a:pt x="795" y="150878"/>
                  </a:lnTo>
                  <a:lnTo>
                    <a:pt x="359" y="156214"/>
                  </a:lnTo>
                  <a:lnTo>
                    <a:pt x="93" y="161561"/>
                  </a:lnTo>
                  <a:lnTo>
                    <a:pt x="0" y="166914"/>
                  </a:lnTo>
                  <a:lnTo>
                    <a:pt x="77" y="172267"/>
                  </a:lnTo>
                  <a:lnTo>
                    <a:pt x="326" y="177614"/>
                  </a:lnTo>
                  <a:lnTo>
                    <a:pt x="746" y="182951"/>
                  </a:lnTo>
                  <a:lnTo>
                    <a:pt x="1337" y="188272"/>
                  </a:lnTo>
                  <a:lnTo>
                    <a:pt x="2098" y="193571"/>
                  </a:lnTo>
                  <a:lnTo>
                    <a:pt x="3028" y="198843"/>
                  </a:lnTo>
                  <a:lnTo>
                    <a:pt x="4126" y="204083"/>
                  </a:lnTo>
                  <a:lnTo>
                    <a:pt x="5392" y="209285"/>
                  </a:lnTo>
                  <a:lnTo>
                    <a:pt x="6824" y="214443"/>
                  </a:lnTo>
                  <a:lnTo>
                    <a:pt x="8420" y="219553"/>
                  </a:lnTo>
                  <a:lnTo>
                    <a:pt x="10179" y="224610"/>
                  </a:lnTo>
                  <a:lnTo>
                    <a:pt x="12098" y="229607"/>
                  </a:lnTo>
                  <a:lnTo>
                    <a:pt x="14177" y="234540"/>
                  </a:lnTo>
                  <a:lnTo>
                    <a:pt x="16413" y="239405"/>
                  </a:lnTo>
                  <a:lnTo>
                    <a:pt x="18803" y="244195"/>
                  </a:lnTo>
                  <a:lnTo>
                    <a:pt x="21346" y="248906"/>
                  </a:lnTo>
                  <a:lnTo>
                    <a:pt x="24038" y="253533"/>
                  </a:lnTo>
                  <a:lnTo>
                    <a:pt x="26877" y="258072"/>
                  </a:lnTo>
                  <a:lnTo>
                    <a:pt x="29860" y="262518"/>
                  </a:lnTo>
                  <a:lnTo>
                    <a:pt x="32983" y="266865"/>
                  </a:lnTo>
                  <a:lnTo>
                    <a:pt x="36245" y="271111"/>
                  </a:lnTo>
                  <a:lnTo>
                    <a:pt x="39640" y="275250"/>
                  </a:lnTo>
                  <a:lnTo>
                    <a:pt x="43166" y="279278"/>
                  </a:lnTo>
                  <a:lnTo>
                    <a:pt x="46820" y="283191"/>
                  </a:lnTo>
                  <a:lnTo>
                    <a:pt x="50597" y="286985"/>
                  </a:lnTo>
                  <a:lnTo>
                    <a:pt x="54493" y="290656"/>
                  </a:lnTo>
                  <a:lnTo>
                    <a:pt x="58505" y="294201"/>
                  </a:lnTo>
                  <a:lnTo>
                    <a:pt x="62629" y="297615"/>
                  </a:lnTo>
                  <a:lnTo>
                    <a:pt x="66859" y="300896"/>
                  </a:lnTo>
                  <a:lnTo>
                    <a:pt x="71193" y="304039"/>
                  </a:lnTo>
                  <a:lnTo>
                    <a:pt x="75625" y="307042"/>
                  </a:lnTo>
                  <a:lnTo>
                    <a:pt x="80151" y="309901"/>
                  </a:lnTo>
                  <a:lnTo>
                    <a:pt x="84766" y="312615"/>
                  </a:lnTo>
                  <a:lnTo>
                    <a:pt x="89465" y="315179"/>
                  </a:lnTo>
                  <a:lnTo>
                    <a:pt x="94245" y="317591"/>
                  </a:lnTo>
                  <a:lnTo>
                    <a:pt x="99099" y="31984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2970" y="1489739"/>
              <a:ext cx="68068" cy="152681"/>
            </a:xfrm>
            <a:custGeom>
              <a:avLst/>
              <a:pathLst>
                <a:path w="68068" h="152681">
                  <a:moveTo>
                    <a:pt x="0" y="152681"/>
                  </a:moveTo>
                  <a:lnTo>
                    <a:pt x="680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2970" y="1322582"/>
              <a:ext cx="235230" cy="334322"/>
            </a:xfrm>
            <a:custGeom>
              <a:avLst/>
              <a:pathLst>
                <a:path w="235230" h="334322">
                  <a:moveTo>
                    <a:pt x="0" y="319838"/>
                  </a:moveTo>
                  <a:lnTo>
                    <a:pt x="4916" y="321936"/>
                  </a:lnTo>
                  <a:lnTo>
                    <a:pt x="9897" y="323876"/>
                  </a:lnTo>
                  <a:lnTo>
                    <a:pt x="14938" y="325656"/>
                  </a:lnTo>
                  <a:lnTo>
                    <a:pt x="20032" y="327274"/>
                  </a:lnTo>
                  <a:lnTo>
                    <a:pt x="25176" y="328728"/>
                  </a:lnTo>
                  <a:lnTo>
                    <a:pt x="30364" y="330016"/>
                  </a:lnTo>
                  <a:lnTo>
                    <a:pt x="35591" y="331138"/>
                  </a:lnTo>
                  <a:lnTo>
                    <a:pt x="40850" y="332093"/>
                  </a:lnTo>
                  <a:lnTo>
                    <a:pt x="46138" y="332879"/>
                  </a:lnTo>
                  <a:lnTo>
                    <a:pt x="51448" y="333495"/>
                  </a:lnTo>
                  <a:lnTo>
                    <a:pt x="56774" y="333942"/>
                  </a:lnTo>
                  <a:lnTo>
                    <a:pt x="62113" y="334218"/>
                  </a:lnTo>
                  <a:lnTo>
                    <a:pt x="67457" y="334322"/>
                  </a:lnTo>
                  <a:lnTo>
                    <a:pt x="72802" y="334257"/>
                  </a:lnTo>
                  <a:lnTo>
                    <a:pt x="78143" y="334020"/>
                  </a:lnTo>
                  <a:lnTo>
                    <a:pt x="83473" y="333612"/>
                  </a:lnTo>
                  <a:lnTo>
                    <a:pt x="88787" y="333035"/>
                  </a:lnTo>
                  <a:lnTo>
                    <a:pt x="94080" y="332287"/>
                  </a:lnTo>
                  <a:lnTo>
                    <a:pt x="99346" y="331371"/>
                  </a:lnTo>
                  <a:lnTo>
                    <a:pt x="104581" y="330287"/>
                  </a:lnTo>
                  <a:lnTo>
                    <a:pt x="109778" y="329036"/>
                  </a:lnTo>
                  <a:lnTo>
                    <a:pt x="114932" y="327620"/>
                  </a:lnTo>
                  <a:lnTo>
                    <a:pt x="120039" y="326040"/>
                  </a:lnTo>
                  <a:lnTo>
                    <a:pt x="125092" y="324297"/>
                  </a:lnTo>
                  <a:lnTo>
                    <a:pt x="130087" y="322393"/>
                  </a:lnTo>
                  <a:lnTo>
                    <a:pt x="135019" y="320331"/>
                  </a:lnTo>
                  <a:lnTo>
                    <a:pt x="139882" y="318112"/>
                  </a:lnTo>
                  <a:lnTo>
                    <a:pt x="144672" y="315738"/>
                  </a:lnTo>
                  <a:lnTo>
                    <a:pt x="149384" y="313213"/>
                  </a:lnTo>
                  <a:lnTo>
                    <a:pt x="154012" y="310539"/>
                  </a:lnTo>
                  <a:lnTo>
                    <a:pt x="158552" y="307717"/>
                  </a:lnTo>
                  <a:lnTo>
                    <a:pt x="163000" y="304753"/>
                  </a:lnTo>
                  <a:lnTo>
                    <a:pt x="167351" y="301647"/>
                  </a:lnTo>
                  <a:lnTo>
                    <a:pt x="171600" y="298404"/>
                  </a:lnTo>
                  <a:lnTo>
                    <a:pt x="175744" y="295026"/>
                  </a:lnTo>
                  <a:lnTo>
                    <a:pt x="179777" y="291518"/>
                  </a:lnTo>
                  <a:lnTo>
                    <a:pt x="183696" y="287883"/>
                  </a:lnTo>
                  <a:lnTo>
                    <a:pt x="187497" y="284124"/>
                  </a:lnTo>
                  <a:lnTo>
                    <a:pt x="191176" y="280246"/>
                  </a:lnTo>
                  <a:lnTo>
                    <a:pt x="194729" y="276252"/>
                  </a:lnTo>
                  <a:lnTo>
                    <a:pt x="198152" y="272147"/>
                  </a:lnTo>
                  <a:lnTo>
                    <a:pt x="201442" y="267934"/>
                  </a:lnTo>
                  <a:lnTo>
                    <a:pt x="204596" y="263618"/>
                  </a:lnTo>
                  <a:lnTo>
                    <a:pt x="207611" y="259203"/>
                  </a:lnTo>
                  <a:lnTo>
                    <a:pt x="210482" y="254695"/>
                  </a:lnTo>
                  <a:lnTo>
                    <a:pt x="213208" y="250096"/>
                  </a:lnTo>
                  <a:lnTo>
                    <a:pt x="215786" y="245413"/>
                  </a:lnTo>
                  <a:lnTo>
                    <a:pt x="218213" y="240650"/>
                  </a:lnTo>
                  <a:lnTo>
                    <a:pt x="220486" y="235812"/>
                  </a:lnTo>
                  <a:lnTo>
                    <a:pt x="222603" y="230904"/>
                  </a:lnTo>
                  <a:lnTo>
                    <a:pt x="224562" y="225930"/>
                  </a:lnTo>
                  <a:lnTo>
                    <a:pt x="226361" y="220897"/>
                  </a:lnTo>
                  <a:lnTo>
                    <a:pt x="227999" y="215808"/>
                  </a:lnTo>
                  <a:lnTo>
                    <a:pt x="229472" y="210670"/>
                  </a:lnTo>
                  <a:lnTo>
                    <a:pt x="230781" y="205487"/>
                  </a:lnTo>
                  <a:lnTo>
                    <a:pt x="231924" y="200265"/>
                  </a:lnTo>
                  <a:lnTo>
                    <a:pt x="232898" y="195009"/>
                  </a:lnTo>
                  <a:lnTo>
                    <a:pt x="233705" y="189725"/>
                  </a:lnTo>
                  <a:lnTo>
                    <a:pt x="234342" y="184417"/>
                  </a:lnTo>
                  <a:lnTo>
                    <a:pt x="234808" y="179092"/>
                  </a:lnTo>
                  <a:lnTo>
                    <a:pt x="235105" y="173755"/>
                  </a:lnTo>
                  <a:lnTo>
                    <a:pt x="235230" y="168411"/>
                  </a:lnTo>
                  <a:lnTo>
                    <a:pt x="235185" y="163065"/>
                  </a:lnTo>
                  <a:lnTo>
                    <a:pt x="234969" y="157724"/>
                  </a:lnTo>
                  <a:lnTo>
                    <a:pt x="234582" y="152393"/>
                  </a:lnTo>
                  <a:lnTo>
                    <a:pt x="234025" y="147076"/>
                  </a:lnTo>
                  <a:lnTo>
                    <a:pt x="233298" y="141780"/>
                  </a:lnTo>
                  <a:lnTo>
                    <a:pt x="232402" y="136511"/>
                  </a:lnTo>
                  <a:lnTo>
                    <a:pt x="231338" y="131272"/>
                  </a:lnTo>
                  <a:lnTo>
                    <a:pt x="230107" y="126070"/>
                  </a:lnTo>
                  <a:lnTo>
                    <a:pt x="228711" y="120910"/>
                  </a:lnTo>
                  <a:lnTo>
                    <a:pt x="227150" y="115798"/>
                  </a:lnTo>
                  <a:lnTo>
                    <a:pt x="225427" y="110738"/>
                  </a:lnTo>
                  <a:lnTo>
                    <a:pt x="223542" y="105735"/>
                  </a:lnTo>
                  <a:lnTo>
                    <a:pt x="221499" y="100796"/>
                  </a:lnTo>
                  <a:lnTo>
                    <a:pt x="219299" y="95924"/>
                  </a:lnTo>
                  <a:lnTo>
                    <a:pt x="216944" y="91125"/>
                  </a:lnTo>
                  <a:lnTo>
                    <a:pt x="214437" y="86404"/>
                  </a:lnTo>
                  <a:lnTo>
                    <a:pt x="211780" y="81765"/>
                  </a:lnTo>
                  <a:lnTo>
                    <a:pt x="208977" y="77214"/>
                  </a:lnTo>
                  <a:lnTo>
                    <a:pt x="206029" y="72755"/>
                  </a:lnTo>
                  <a:lnTo>
                    <a:pt x="202940" y="68392"/>
                  </a:lnTo>
                  <a:lnTo>
                    <a:pt x="199713" y="64130"/>
                  </a:lnTo>
                  <a:lnTo>
                    <a:pt x="196352" y="59974"/>
                  </a:lnTo>
                  <a:lnTo>
                    <a:pt x="192859" y="55927"/>
                  </a:lnTo>
                  <a:lnTo>
                    <a:pt x="189239" y="51994"/>
                  </a:lnTo>
                  <a:lnTo>
                    <a:pt x="185495" y="48178"/>
                  </a:lnTo>
                  <a:lnTo>
                    <a:pt x="181631" y="44485"/>
                  </a:lnTo>
                  <a:lnTo>
                    <a:pt x="177651" y="40916"/>
                  </a:lnTo>
                  <a:lnTo>
                    <a:pt x="173559" y="37477"/>
                  </a:lnTo>
                  <a:lnTo>
                    <a:pt x="169358" y="34171"/>
                  </a:lnTo>
                  <a:lnTo>
                    <a:pt x="165055" y="31000"/>
                  </a:lnTo>
                  <a:lnTo>
                    <a:pt x="160652" y="27969"/>
                  </a:lnTo>
                  <a:lnTo>
                    <a:pt x="156154" y="25080"/>
                  </a:lnTo>
                  <a:lnTo>
                    <a:pt x="151567" y="22336"/>
                  </a:lnTo>
                  <a:lnTo>
                    <a:pt x="146894" y="19740"/>
                  </a:lnTo>
                  <a:lnTo>
                    <a:pt x="142140" y="17295"/>
                  </a:lnTo>
                  <a:lnTo>
                    <a:pt x="137311" y="15004"/>
                  </a:lnTo>
                  <a:lnTo>
                    <a:pt x="132410" y="12868"/>
                  </a:lnTo>
                  <a:lnTo>
                    <a:pt x="127445" y="10889"/>
                  </a:lnTo>
                  <a:lnTo>
                    <a:pt x="122418" y="9071"/>
                  </a:lnTo>
                  <a:lnTo>
                    <a:pt x="117336" y="7414"/>
                  </a:lnTo>
                  <a:lnTo>
                    <a:pt x="112203" y="5920"/>
                  </a:lnTo>
                  <a:lnTo>
                    <a:pt x="107025" y="4592"/>
                  </a:lnTo>
                  <a:lnTo>
                    <a:pt x="101808" y="3429"/>
                  </a:lnTo>
                  <a:lnTo>
                    <a:pt x="96556" y="2434"/>
                  </a:lnTo>
                  <a:lnTo>
                    <a:pt x="91274" y="1607"/>
                  </a:lnTo>
                  <a:lnTo>
                    <a:pt x="85969" y="950"/>
                  </a:lnTo>
                  <a:lnTo>
                    <a:pt x="80646" y="463"/>
                  </a:lnTo>
                  <a:lnTo>
                    <a:pt x="75310" y="146"/>
                  </a:lnTo>
                  <a:lnTo>
                    <a:pt x="69966" y="0"/>
                  </a:lnTo>
                  <a:lnTo>
                    <a:pt x="68068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1898" cy="167167"/>
            </a:xfrm>
            <a:custGeom>
              <a:avLst/>
              <a:pathLst>
                <a:path w="1898" h="167167">
                  <a:moveTo>
                    <a:pt x="1898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3" y="1071028"/>
              <a:ext cx="167165" cy="278634"/>
            </a:xfrm>
            <a:custGeom>
              <a:avLst/>
              <a:pathLst>
                <a:path w="167165" h="278634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4" y="767"/>
                  </a:lnTo>
                  <a:lnTo>
                    <a:pt x="145856" y="1363"/>
                  </a:lnTo>
                  <a:lnTo>
                    <a:pt x="140570" y="2129"/>
                  </a:lnTo>
                  <a:lnTo>
                    <a:pt x="135311" y="3063"/>
                  </a:lnTo>
                  <a:lnTo>
                    <a:pt x="130084" y="4164"/>
                  </a:lnTo>
                  <a:lnTo>
                    <a:pt x="124895" y="5432"/>
                  </a:lnTo>
                  <a:lnTo>
                    <a:pt x="119749" y="6865"/>
                  </a:lnTo>
                  <a:lnTo>
                    <a:pt x="114652" y="8462"/>
                  </a:lnTo>
                  <a:lnTo>
                    <a:pt x="109609" y="10220"/>
                  </a:lnTo>
                  <a:lnTo>
                    <a:pt x="104624" y="12139"/>
                  </a:lnTo>
                  <a:lnTo>
                    <a:pt x="99703" y="14217"/>
                  </a:lnTo>
                  <a:lnTo>
                    <a:pt x="94851" y="16450"/>
                  </a:lnTo>
                  <a:lnTo>
                    <a:pt x="90072" y="18837"/>
                  </a:lnTo>
                  <a:lnTo>
                    <a:pt x="85373" y="21376"/>
                  </a:lnTo>
                  <a:lnTo>
                    <a:pt x="80757" y="24064"/>
                  </a:lnTo>
                  <a:lnTo>
                    <a:pt x="76229" y="26897"/>
                  </a:lnTo>
                  <a:lnTo>
                    <a:pt x="71794" y="29874"/>
                  </a:lnTo>
                  <a:lnTo>
                    <a:pt x="67456" y="32991"/>
                  </a:lnTo>
                  <a:lnTo>
                    <a:pt x="63220" y="36245"/>
                  </a:lnTo>
                  <a:lnTo>
                    <a:pt x="59090" y="39633"/>
                  </a:lnTo>
                  <a:lnTo>
                    <a:pt x="55071" y="43151"/>
                  </a:lnTo>
                  <a:lnTo>
                    <a:pt x="51166" y="46796"/>
                  </a:lnTo>
                  <a:lnTo>
                    <a:pt x="47380" y="50563"/>
                  </a:lnTo>
                  <a:lnTo>
                    <a:pt x="43715" y="54450"/>
                  </a:lnTo>
                  <a:lnTo>
                    <a:pt x="40177" y="58451"/>
                  </a:lnTo>
                  <a:lnTo>
                    <a:pt x="36769" y="62564"/>
                  </a:lnTo>
                  <a:lnTo>
                    <a:pt x="33493" y="66783"/>
                  </a:lnTo>
                  <a:lnTo>
                    <a:pt x="30354" y="71105"/>
                  </a:lnTo>
                  <a:lnTo>
                    <a:pt x="27355" y="75525"/>
                  </a:lnTo>
                  <a:lnTo>
                    <a:pt x="24499" y="80039"/>
                  </a:lnTo>
                  <a:lnTo>
                    <a:pt x="21788" y="84641"/>
                  </a:lnTo>
                  <a:lnTo>
                    <a:pt x="19226" y="89328"/>
                  </a:lnTo>
                  <a:lnTo>
                    <a:pt x="16814" y="94094"/>
                  </a:lnTo>
                  <a:lnTo>
                    <a:pt x="14556" y="98935"/>
                  </a:lnTo>
                  <a:lnTo>
                    <a:pt x="12454" y="103845"/>
                  </a:lnTo>
                  <a:lnTo>
                    <a:pt x="10510" y="108820"/>
                  </a:lnTo>
                  <a:lnTo>
                    <a:pt x="8726" y="113855"/>
                  </a:lnTo>
                  <a:lnTo>
                    <a:pt x="7104" y="118944"/>
                  </a:lnTo>
                  <a:lnTo>
                    <a:pt x="5645" y="124083"/>
                  </a:lnTo>
                  <a:lnTo>
                    <a:pt x="4351" y="129265"/>
                  </a:lnTo>
                  <a:lnTo>
                    <a:pt x="3223" y="134486"/>
                  </a:lnTo>
                  <a:lnTo>
                    <a:pt x="2263" y="139740"/>
                  </a:lnTo>
                  <a:lnTo>
                    <a:pt x="1471" y="145023"/>
                  </a:lnTo>
                  <a:lnTo>
                    <a:pt x="848" y="150328"/>
                  </a:lnTo>
                  <a:lnTo>
                    <a:pt x="395" y="155650"/>
                  </a:lnTo>
                  <a:lnTo>
                    <a:pt x="112" y="160984"/>
                  </a:lnTo>
                  <a:lnTo>
                    <a:pt x="0" y="166324"/>
                  </a:lnTo>
                  <a:lnTo>
                    <a:pt x="58" y="171666"/>
                  </a:lnTo>
                  <a:lnTo>
                    <a:pt x="287" y="177002"/>
                  </a:lnTo>
                  <a:lnTo>
                    <a:pt x="686" y="182329"/>
                  </a:lnTo>
                  <a:lnTo>
                    <a:pt x="1256" y="187640"/>
                  </a:lnTo>
                  <a:lnTo>
                    <a:pt x="1995" y="192930"/>
                  </a:lnTo>
                  <a:lnTo>
                    <a:pt x="2902" y="198194"/>
                  </a:lnTo>
                  <a:lnTo>
                    <a:pt x="3977" y="203426"/>
                  </a:lnTo>
                  <a:lnTo>
                    <a:pt x="5219" y="208621"/>
                  </a:lnTo>
                  <a:lnTo>
                    <a:pt x="6626" y="213774"/>
                  </a:lnTo>
                  <a:lnTo>
                    <a:pt x="8197" y="218879"/>
                  </a:lnTo>
                  <a:lnTo>
                    <a:pt x="9930" y="223931"/>
                  </a:lnTo>
                  <a:lnTo>
                    <a:pt x="11824" y="228926"/>
                  </a:lnTo>
                  <a:lnTo>
                    <a:pt x="13876" y="233857"/>
                  </a:lnTo>
                  <a:lnTo>
                    <a:pt x="16085" y="238721"/>
                  </a:lnTo>
                  <a:lnTo>
                    <a:pt x="18448" y="243511"/>
                  </a:lnTo>
                  <a:lnTo>
                    <a:pt x="20964" y="248223"/>
                  </a:lnTo>
                  <a:lnTo>
                    <a:pt x="23628" y="252853"/>
                  </a:lnTo>
                  <a:lnTo>
                    <a:pt x="26439" y="257395"/>
                  </a:lnTo>
                  <a:lnTo>
                    <a:pt x="29393" y="261845"/>
                  </a:lnTo>
                  <a:lnTo>
                    <a:pt x="32488" y="266198"/>
                  </a:lnTo>
                  <a:lnTo>
                    <a:pt x="35721" y="270450"/>
                  </a:lnTo>
                  <a:lnTo>
                    <a:pt x="39088" y="274597"/>
                  </a:lnTo>
                  <a:lnTo>
                    <a:pt x="42586" y="27863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0679" y="1238196"/>
              <a:ext cx="124579" cy="111467"/>
            </a:xfrm>
            <a:custGeom>
              <a:avLst/>
              <a:pathLst>
                <a:path w="124579" h="111467">
                  <a:moveTo>
                    <a:pt x="0" y="111467"/>
                  </a:moveTo>
                  <a:lnTo>
                    <a:pt x="1245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0679" y="1120564"/>
              <a:ext cx="291729" cy="284789"/>
            </a:xfrm>
            <a:custGeom>
              <a:avLst/>
              <a:pathLst>
                <a:path w="291729" h="284789">
                  <a:moveTo>
                    <a:pt x="0" y="229099"/>
                  </a:moveTo>
                  <a:lnTo>
                    <a:pt x="3621" y="233018"/>
                  </a:lnTo>
                  <a:lnTo>
                    <a:pt x="7365" y="236820"/>
                  </a:lnTo>
                  <a:lnTo>
                    <a:pt x="11229" y="240501"/>
                  </a:lnTo>
                  <a:lnTo>
                    <a:pt x="15208" y="244056"/>
                  </a:lnTo>
                  <a:lnTo>
                    <a:pt x="19299" y="247482"/>
                  </a:lnTo>
                  <a:lnTo>
                    <a:pt x="23497" y="250776"/>
                  </a:lnTo>
                  <a:lnTo>
                    <a:pt x="27798" y="253935"/>
                  </a:lnTo>
                  <a:lnTo>
                    <a:pt x="32198" y="256954"/>
                  </a:lnTo>
                  <a:lnTo>
                    <a:pt x="36692" y="259832"/>
                  </a:lnTo>
                  <a:lnTo>
                    <a:pt x="41275" y="262564"/>
                  </a:lnTo>
                  <a:lnTo>
                    <a:pt x="45943" y="265149"/>
                  </a:lnTo>
                  <a:lnTo>
                    <a:pt x="50692" y="267584"/>
                  </a:lnTo>
                  <a:lnTo>
                    <a:pt x="55516" y="269866"/>
                  </a:lnTo>
                  <a:lnTo>
                    <a:pt x="60410" y="271993"/>
                  </a:lnTo>
                  <a:lnTo>
                    <a:pt x="65369" y="273962"/>
                  </a:lnTo>
                  <a:lnTo>
                    <a:pt x="70389" y="275772"/>
                  </a:lnTo>
                  <a:lnTo>
                    <a:pt x="75464" y="277421"/>
                  </a:lnTo>
                  <a:lnTo>
                    <a:pt x="80589" y="278907"/>
                  </a:lnTo>
                  <a:lnTo>
                    <a:pt x="85759" y="280229"/>
                  </a:lnTo>
                  <a:lnTo>
                    <a:pt x="90968" y="281385"/>
                  </a:lnTo>
                  <a:lnTo>
                    <a:pt x="96212" y="282375"/>
                  </a:lnTo>
                  <a:lnTo>
                    <a:pt x="101484" y="283196"/>
                  </a:lnTo>
                  <a:lnTo>
                    <a:pt x="106780" y="283849"/>
                  </a:lnTo>
                  <a:lnTo>
                    <a:pt x="112095" y="284332"/>
                  </a:lnTo>
                  <a:lnTo>
                    <a:pt x="117422" y="284646"/>
                  </a:lnTo>
                  <a:lnTo>
                    <a:pt x="122756" y="284789"/>
                  </a:lnTo>
                  <a:lnTo>
                    <a:pt x="128092" y="284762"/>
                  </a:lnTo>
                  <a:lnTo>
                    <a:pt x="133425" y="284565"/>
                  </a:lnTo>
                  <a:lnTo>
                    <a:pt x="138748" y="284198"/>
                  </a:lnTo>
                  <a:lnTo>
                    <a:pt x="144057" y="283661"/>
                  </a:lnTo>
                  <a:lnTo>
                    <a:pt x="149346" y="282954"/>
                  </a:lnTo>
                  <a:lnTo>
                    <a:pt x="154610" y="282080"/>
                  </a:lnTo>
                  <a:lnTo>
                    <a:pt x="159844" y="281037"/>
                  </a:lnTo>
                  <a:lnTo>
                    <a:pt x="165041" y="279828"/>
                  </a:lnTo>
                  <a:lnTo>
                    <a:pt x="170197" y="278454"/>
                  </a:lnTo>
                  <a:lnTo>
                    <a:pt x="175307" y="276916"/>
                  </a:lnTo>
                  <a:lnTo>
                    <a:pt x="180365" y="275216"/>
                  </a:lnTo>
                  <a:lnTo>
                    <a:pt x="185366" y="273355"/>
                  </a:lnTo>
                  <a:lnTo>
                    <a:pt x="190306" y="271336"/>
                  </a:lnTo>
                  <a:lnTo>
                    <a:pt x="195178" y="269160"/>
                  </a:lnTo>
                  <a:lnTo>
                    <a:pt x="199978" y="266829"/>
                  </a:lnTo>
                  <a:lnTo>
                    <a:pt x="204702" y="264347"/>
                  </a:lnTo>
                  <a:lnTo>
                    <a:pt x="209344" y="261715"/>
                  </a:lnTo>
                  <a:lnTo>
                    <a:pt x="213899" y="258936"/>
                  </a:lnTo>
                  <a:lnTo>
                    <a:pt x="218364" y="256013"/>
                  </a:lnTo>
                  <a:lnTo>
                    <a:pt x="222733" y="252949"/>
                  </a:lnTo>
                  <a:lnTo>
                    <a:pt x="227002" y="249747"/>
                  </a:lnTo>
                  <a:lnTo>
                    <a:pt x="231166" y="246411"/>
                  </a:lnTo>
                  <a:lnTo>
                    <a:pt x="235222" y="242943"/>
                  </a:lnTo>
                  <a:lnTo>
                    <a:pt x="239165" y="239348"/>
                  </a:lnTo>
                  <a:lnTo>
                    <a:pt x="242992" y="235629"/>
                  </a:lnTo>
                  <a:lnTo>
                    <a:pt x="246698" y="231789"/>
                  </a:lnTo>
                  <a:lnTo>
                    <a:pt x="250279" y="227834"/>
                  </a:lnTo>
                  <a:lnTo>
                    <a:pt x="253732" y="223765"/>
                  </a:lnTo>
                  <a:lnTo>
                    <a:pt x="257054" y="219589"/>
                  </a:lnTo>
                  <a:lnTo>
                    <a:pt x="260241" y="215309"/>
                  </a:lnTo>
                  <a:lnTo>
                    <a:pt x="263289" y="210929"/>
                  </a:lnTo>
                  <a:lnTo>
                    <a:pt x="266196" y="206455"/>
                  </a:lnTo>
                  <a:lnTo>
                    <a:pt x="268959" y="201889"/>
                  </a:lnTo>
                  <a:lnTo>
                    <a:pt x="271575" y="197238"/>
                  </a:lnTo>
                  <a:lnTo>
                    <a:pt x="274041" y="192506"/>
                  </a:lnTo>
                  <a:lnTo>
                    <a:pt x="276354" y="187697"/>
                  </a:lnTo>
                  <a:lnTo>
                    <a:pt x="278513" y="182817"/>
                  </a:lnTo>
                  <a:lnTo>
                    <a:pt x="280515" y="177871"/>
                  </a:lnTo>
                  <a:lnTo>
                    <a:pt x="282358" y="172863"/>
                  </a:lnTo>
                  <a:lnTo>
                    <a:pt x="284041" y="167799"/>
                  </a:lnTo>
                  <a:lnTo>
                    <a:pt x="285561" y="162684"/>
                  </a:lnTo>
                  <a:lnTo>
                    <a:pt x="286917" y="157523"/>
                  </a:lnTo>
                  <a:lnTo>
                    <a:pt x="288107" y="152322"/>
                  </a:lnTo>
                  <a:lnTo>
                    <a:pt x="289131" y="147085"/>
                  </a:lnTo>
                  <a:lnTo>
                    <a:pt x="289987" y="141818"/>
                  </a:lnTo>
                  <a:lnTo>
                    <a:pt x="290675" y="136526"/>
                  </a:lnTo>
                  <a:lnTo>
                    <a:pt x="291193" y="131215"/>
                  </a:lnTo>
                  <a:lnTo>
                    <a:pt x="291542" y="125890"/>
                  </a:lnTo>
                  <a:lnTo>
                    <a:pt x="291721" y="120557"/>
                  </a:lnTo>
                  <a:lnTo>
                    <a:pt x="291729" y="115221"/>
                  </a:lnTo>
                  <a:lnTo>
                    <a:pt x="291567" y="109887"/>
                  </a:lnTo>
                  <a:lnTo>
                    <a:pt x="291234" y="104561"/>
                  </a:lnTo>
                  <a:lnTo>
                    <a:pt x="290732" y="99249"/>
                  </a:lnTo>
                  <a:lnTo>
                    <a:pt x="290061" y="93955"/>
                  </a:lnTo>
                  <a:lnTo>
                    <a:pt x="289221" y="88685"/>
                  </a:lnTo>
                  <a:lnTo>
                    <a:pt x="288213" y="83445"/>
                  </a:lnTo>
                  <a:lnTo>
                    <a:pt x="287039" y="78240"/>
                  </a:lnTo>
                  <a:lnTo>
                    <a:pt x="285699" y="73075"/>
                  </a:lnTo>
                  <a:lnTo>
                    <a:pt x="284194" y="67955"/>
                  </a:lnTo>
                  <a:lnTo>
                    <a:pt x="282528" y="62886"/>
                  </a:lnTo>
                  <a:lnTo>
                    <a:pt x="280700" y="57872"/>
                  </a:lnTo>
                  <a:lnTo>
                    <a:pt x="278713" y="52920"/>
                  </a:lnTo>
                  <a:lnTo>
                    <a:pt x="276569" y="48033"/>
                  </a:lnTo>
                  <a:lnTo>
                    <a:pt x="274270" y="43218"/>
                  </a:lnTo>
                  <a:lnTo>
                    <a:pt x="271819" y="38478"/>
                  </a:lnTo>
                  <a:lnTo>
                    <a:pt x="269217" y="33819"/>
                  </a:lnTo>
                  <a:lnTo>
                    <a:pt x="266469" y="29245"/>
                  </a:lnTo>
                  <a:lnTo>
                    <a:pt x="263575" y="24761"/>
                  </a:lnTo>
                  <a:lnTo>
                    <a:pt x="260540" y="20372"/>
                  </a:lnTo>
                  <a:lnTo>
                    <a:pt x="257367" y="16082"/>
                  </a:lnTo>
                  <a:lnTo>
                    <a:pt x="254058" y="11896"/>
                  </a:lnTo>
                  <a:lnTo>
                    <a:pt x="250617" y="7817"/>
                  </a:lnTo>
                  <a:lnTo>
                    <a:pt x="247048" y="3850"/>
                  </a:lnTo>
                  <a:lnTo>
                    <a:pt x="243354" y="0"/>
                  </a:lnTo>
                  <a:lnTo>
                    <a:pt x="124579" y="1176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18775" cy="167167"/>
            </a:xfrm>
            <a:custGeom>
              <a:avLst/>
              <a:pathLst>
                <a:path w="118775" h="167167">
                  <a:moveTo>
                    <a:pt x="118775" y="49535"/>
                  </a:moveTo>
                  <a:lnTo>
                    <a:pt x="114838" y="45688"/>
                  </a:lnTo>
                  <a:lnTo>
                    <a:pt x="110777" y="41974"/>
                  </a:lnTo>
                  <a:lnTo>
                    <a:pt x="106595" y="38395"/>
                  </a:lnTo>
                  <a:lnTo>
                    <a:pt x="102298" y="34955"/>
                  </a:lnTo>
                  <a:lnTo>
                    <a:pt x="97890" y="31659"/>
                  </a:lnTo>
                  <a:lnTo>
                    <a:pt x="93376" y="28510"/>
                  </a:lnTo>
                  <a:lnTo>
                    <a:pt x="88761" y="25511"/>
                  </a:lnTo>
                  <a:lnTo>
                    <a:pt x="84049" y="22666"/>
                  </a:lnTo>
                  <a:lnTo>
                    <a:pt x="79247" y="19977"/>
                  </a:lnTo>
                  <a:lnTo>
                    <a:pt x="74358" y="17448"/>
                  </a:lnTo>
                  <a:lnTo>
                    <a:pt x="69389" y="15081"/>
                  </a:lnTo>
                  <a:lnTo>
                    <a:pt x="64345" y="12879"/>
                  </a:lnTo>
                  <a:lnTo>
                    <a:pt x="59231" y="10845"/>
                  </a:lnTo>
                  <a:lnTo>
                    <a:pt x="54053" y="8980"/>
                  </a:lnTo>
                  <a:lnTo>
                    <a:pt x="48816" y="7286"/>
                  </a:lnTo>
                  <a:lnTo>
                    <a:pt x="43526" y="5766"/>
                  </a:lnTo>
                  <a:lnTo>
                    <a:pt x="38189" y="4420"/>
                  </a:lnTo>
                  <a:lnTo>
                    <a:pt x="32810" y="3251"/>
                  </a:lnTo>
                  <a:lnTo>
                    <a:pt x="27396" y="2260"/>
                  </a:lnTo>
                  <a:lnTo>
                    <a:pt x="21953" y="1447"/>
                  </a:lnTo>
                  <a:lnTo>
                    <a:pt x="16485" y="814"/>
                  </a:lnTo>
                  <a:lnTo>
                    <a:pt x="11000" y="362"/>
                  </a:lnTo>
                  <a:lnTo>
                    <a:pt x="550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293" y="941493"/>
              <a:ext cx="80250" cy="167167"/>
            </a:xfrm>
            <a:custGeom>
              <a:avLst/>
              <a:pathLst>
                <a:path w="80250" h="167167">
                  <a:moveTo>
                    <a:pt x="80250" y="0"/>
                  </a:moveTo>
                  <a:lnTo>
                    <a:pt x="74273" y="106"/>
                  </a:lnTo>
                  <a:lnTo>
                    <a:pt x="68303" y="427"/>
                  </a:lnTo>
                  <a:lnTo>
                    <a:pt x="62348" y="961"/>
                  </a:lnTo>
                  <a:lnTo>
                    <a:pt x="56416" y="1707"/>
                  </a:lnTo>
                  <a:lnTo>
                    <a:pt x="50515" y="2665"/>
                  </a:lnTo>
                  <a:lnTo>
                    <a:pt x="44651" y="3834"/>
                  </a:lnTo>
                  <a:lnTo>
                    <a:pt x="38834" y="5211"/>
                  </a:lnTo>
                  <a:lnTo>
                    <a:pt x="33069" y="6796"/>
                  </a:lnTo>
                  <a:lnTo>
                    <a:pt x="27364" y="8586"/>
                  </a:lnTo>
                  <a:lnTo>
                    <a:pt x="21728" y="10578"/>
                  </a:lnTo>
                  <a:lnTo>
                    <a:pt x="16166" y="12771"/>
                  </a:lnTo>
                  <a:lnTo>
                    <a:pt x="10686" y="15161"/>
                  </a:lnTo>
                  <a:lnTo>
                    <a:pt x="5295" y="17746"/>
                  </a:lnTo>
                  <a:lnTo>
                    <a:pt x="0" y="20522"/>
                  </a:lnTo>
                  <a:lnTo>
                    <a:pt x="802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3293" y="962015"/>
              <a:ext cx="80250" cy="146644"/>
            </a:xfrm>
            <a:custGeom>
              <a:avLst/>
              <a:pathLst>
                <a:path w="80250" h="146644">
                  <a:moveTo>
                    <a:pt x="0" y="0"/>
                  </a:moveTo>
                  <a:lnTo>
                    <a:pt x="80250" y="146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8" y="948031"/>
              <a:ext cx="334329" cy="327777"/>
            </a:xfrm>
            <a:custGeom>
              <a:avLst/>
              <a:pathLst>
                <a:path w="334329" h="327777">
                  <a:moveTo>
                    <a:pt x="86914" y="13984"/>
                  </a:moveTo>
                  <a:lnTo>
                    <a:pt x="82318" y="16594"/>
                  </a:lnTo>
                  <a:lnTo>
                    <a:pt x="77807" y="19349"/>
                  </a:lnTo>
                  <a:lnTo>
                    <a:pt x="73385" y="22244"/>
                  </a:lnTo>
                  <a:lnTo>
                    <a:pt x="69057" y="25278"/>
                  </a:lnTo>
                  <a:lnTo>
                    <a:pt x="64827" y="28448"/>
                  </a:lnTo>
                  <a:lnTo>
                    <a:pt x="60699" y="31749"/>
                  </a:lnTo>
                  <a:lnTo>
                    <a:pt x="56678" y="35179"/>
                  </a:lnTo>
                  <a:lnTo>
                    <a:pt x="52767" y="38735"/>
                  </a:lnTo>
                  <a:lnTo>
                    <a:pt x="48971" y="42413"/>
                  </a:lnTo>
                  <a:lnTo>
                    <a:pt x="45292" y="46208"/>
                  </a:lnTo>
                  <a:lnTo>
                    <a:pt x="41736" y="50118"/>
                  </a:lnTo>
                  <a:lnTo>
                    <a:pt x="38305" y="54139"/>
                  </a:lnTo>
                  <a:lnTo>
                    <a:pt x="35003" y="58266"/>
                  </a:lnTo>
                  <a:lnTo>
                    <a:pt x="31833" y="62496"/>
                  </a:lnTo>
                  <a:lnTo>
                    <a:pt x="28798" y="66823"/>
                  </a:lnTo>
                  <a:lnTo>
                    <a:pt x="25901" y="71244"/>
                  </a:lnTo>
                  <a:lnTo>
                    <a:pt x="23146" y="75755"/>
                  </a:lnTo>
                  <a:lnTo>
                    <a:pt x="20535" y="80351"/>
                  </a:lnTo>
                  <a:lnTo>
                    <a:pt x="18070" y="85026"/>
                  </a:lnTo>
                  <a:lnTo>
                    <a:pt x="15755" y="89778"/>
                  </a:lnTo>
                  <a:lnTo>
                    <a:pt x="13590" y="94600"/>
                  </a:lnTo>
                  <a:lnTo>
                    <a:pt x="11580" y="99488"/>
                  </a:lnTo>
                  <a:lnTo>
                    <a:pt x="9724" y="104438"/>
                  </a:lnTo>
                  <a:lnTo>
                    <a:pt x="8027" y="109443"/>
                  </a:lnTo>
                  <a:lnTo>
                    <a:pt x="6488" y="114500"/>
                  </a:lnTo>
                  <a:lnTo>
                    <a:pt x="5110" y="119602"/>
                  </a:lnTo>
                  <a:lnTo>
                    <a:pt x="3894" y="124746"/>
                  </a:lnTo>
                  <a:lnTo>
                    <a:pt x="2841" y="129926"/>
                  </a:lnTo>
                  <a:lnTo>
                    <a:pt x="1953" y="135136"/>
                  </a:lnTo>
                  <a:lnTo>
                    <a:pt x="1229" y="140372"/>
                  </a:lnTo>
                  <a:lnTo>
                    <a:pt x="672" y="145628"/>
                  </a:lnTo>
                  <a:lnTo>
                    <a:pt x="281" y="150899"/>
                  </a:lnTo>
                  <a:lnTo>
                    <a:pt x="57" y="156180"/>
                  </a:lnTo>
                  <a:lnTo>
                    <a:pt x="0" y="161466"/>
                  </a:lnTo>
                  <a:lnTo>
                    <a:pt x="110" y="166750"/>
                  </a:lnTo>
                  <a:lnTo>
                    <a:pt x="387" y="172028"/>
                  </a:lnTo>
                  <a:lnTo>
                    <a:pt x="830" y="177295"/>
                  </a:lnTo>
                  <a:lnTo>
                    <a:pt x="1440" y="182546"/>
                  </a:lnTo>
                  <a:lnTo>
                    <a:pt x="2216" y="187774"/>
                  </a:lnTo>
                  <a:lnTo>
                    <a:pt x="3157" y="192975"/>
                  </a:lnTo>
                  <a:lnTo>
                    <a:pt x="4261" y="198144"/>
                  </a:lnTo>
                  <a:lnTo>
                    <a:pt x="5529" y="203275"/>
                  </a:lnTo>
                  <a:lnTo>
                    <a:pt x="6958" y="208364"/>
                  </a:lnTo>
                  <a:lnTo>
                    <a:pt x="8547" y="213405"/>
                  </a:lnTo>
                  <a:lnTo>
                    <a:pt x="10295" y="218393"/>
                  </a:lnTo>
                  <a:lnTo>
                    <a:pt x="12199" y="223324"/>
                  </a:lnTo>
                  <a:lnTo>
                    <a:pt x="14259" y="228192"/>
                  </a:lnTo>
                  <a:lnTo>
                    <a:pt x="16471" y="232992"/>
                  </a:lnTo>
                  <a:lnTo>
                    <a:pt x="18834" y="237720"/>
                  </a:lnTo>
                  <a:lnTo>
                    <a:pt x="21346" y="242371"/>
                  </a:lnTo>
                  <a:lnTo>
                    <a:pt x="24003" y="246940"/>
                  </a:lnTo>
                  <a:lnTo>
                    <a:pt x="26803" y="251423"/>
                  </a:lnTo>
                  <a:lnTo>
                    <a:pt x="29744" y="255815"/>
                  </a:lnTo>
                  <a:lnTo>
                    <a:pt x="32822" y="260112"/>
                  </a:lnTo>
                  <a:lnTo>
                    <a:pt x="36034" y="264309"/>
                  </a:lnTo>
                  <a:lnTo>
                    <a:pt x="39377" y="268403"/>
                  </a:lnTo>
                  <a:lnTo>
                    <a:pt x="42848" y="272389"/>
                  </a:lnTo>
                  <a:lnTo>
                    <a:pt x="46444" y="276264"/>
                  </a:lnTo>
                  <a:lnTo>
                    <a:pt x="50160" y="280022"/>
                  </a:lnTo>
                  <a:lnTo>
                    <a:pt x="53993" y="283662"/>
                  </a:lnTo>
                  <a:lnTo>
                    <a:pt x="57939" y="287178"/>
                  </a:lnTo>
                  <a:lnTo>
                    <a:pt x="61995" y="290568"/>
                  </a:lnTo>
                  <a:lnTo>
                    <a:pt x="66155" y="293828"/>
                  </a:lnTo>
                  <a:lnTo>
                    <a:pt x="70417" y="296955"/>
                  </a:lnTo>
                  <a:lnTo>
                    <a:pt x="74775" y="299945"/>
                  </a:lnTo>
                  <a:lnTo>
                    <a:pt x="79226" y="302796"/>
                  </a:lnTo>
                  <a:lnTo>
                    <a:pt x="83764" y="305505"/>
                  </a:lnTo>
                  <a:lnTo>
                    <a:pt x="88386" y="308070"/>
                  </a:lnTo>
                  <a:lnTo>
                    <a:pt x="93087" y="310487"/>
                  </a:lnTo>
                  <a:lnTo>
                    <a:pt x="97861" y="312754"/>
                  </a:lnTo>
                  <a:lnTo>
                    <a:pt x="102705" y="314869"/>
                  </a:lnTo>
                  <a:lnTo>
                    <a:pt x="107614" y="316829"/>
                  </a:lnTo>
                  <a:lnTo>
                    <a:pt x="112582" y="318634"/>
                  </a:lnTo>
                  <a:lnTo>
                    <a:pt x="117604" y="320281"/>
                  </a:lnTo>
                  <a:lnTo>
                    <a:pt x="122676" y="321768"/>
                  </a:lnTo>
                  <a:lnTo>
                    <a:pt x="127793" y="323094"/>
                  </a:lnTo>
                  <a:lnTo>
                    <a:pt x="132949" y="324257"/>
                  </a:lnTo>
                  <a:lnTo>
                    <a:pt x="138139" y="325257"/>
                  </a:lnTo>
                  <a:lnTo>
                    <a:pt x="143358" y="326092"/>
                  </a:lnTo>
                  <a:lnTo>
                    <a:pt x="148601" y="326762"/>
                  </a:lnTo>
                  <a:lnTo>
                    <a:pt x="153863" y="327266"/>
                  </a:lnTo>
                  <a:lnTo>
                    <a:pt x="159138" y="327603"/>
                  </a:lnTo>
                  <a:lnTo>
                    <a:pt x="164420" y="327774"/>
                  </a:lnTo>
                  <a:lnTo>
                    <a:pt x="169706" y="327777"/>
                  </a:lnTo>
                  <a:lnTo>
                    <a:pt x="174989" y="327613"/>
                  </a:lnTo>
                  <a:lnTo>
                    <a:pt x="180264" y="327282"/>
                  </a:lnTo>
                  <a:lnTo>
                    <a:pt x="185526" y="326785"/>
                  </a:lnTo>
                  <a:lnTo>
                    <a:pt x="190770" y="326121"/>
                  </a:lnTo>
                  <a:lnTo>
                    <a:pt x="195990" y="325292"/>
                  </a:lnTo>
                  <a:lnTo>
                    <a:pt x="201182" y="324299"/>
                  </a:lnTo>
                  <a:lnTo>
                    <a:pt x="206339" y="323141"/>
                  </a:lnTo>
                  <a:lnTo>
                    <a:pt x="211457" y="321822"/>
                  </a:lnTo>
                  <a:lnTo>
                    <a:pt x="216531" y="320341"/>
                  </a:lnTo>
                  <a:lnTo>
                    <a:pt x="221556" y="318700"/>
                  </a:lnTo>
                  <a:lnTo>
                    <a:pt x="226526" y="316902"/>
                  </a:lnTo>
                  <a:lnTo>
                    <a:pt x="231437" y="314947"/>
                  </a:lnTo>
                  <a:lnTo>
                    <a:pt x="236283" y="312838"/>
                  </a:lnTo>
                  <a:lnTo>
                    <a:pt x="241061" y="310577"/>
                  </a:lnTo>
                  <a:lnTo>
                    <a:pt x="245764" y="308165"/>
                  </a:lnTo>
                  <a:lnTo>
                    <a:pt x="250389" y="305607"/>
                  </a:lnTo>
                  <a:lnTo>
                    <a:pt x="254931" y="302903"/>
                  </a:lnTo>
                  <a:lnTo>
                    <a:pt x="259385" y="300057"/>
                  </a:lnTo>
                  <a:lnTo>
                    <a:pt x="263747" y="297072"/>
                  </a:lnTo>
                  <a:lnTo>
                    <a:pt x="268013" y="293951"/>
                  </a:lnTo>
                  <a:lnTo>
                    <a:pt x="272177" y="290696"/>
                  </a:lnTo>
                  <a:lnTo>
                    <a:pt x="276237" y="287311"/>
                  </a:lnTo>
                  <a:lnTo>
                    <a:pt x="280187" y="283799"/>
                  </a:lnTo>
                  <a:lnTo>
                    <a:pt x="284025" y="280164"/>
                  </a:lnTo>
                  <a:lnTo>
                    <a:pt x="287745" y="276410"/>
                  </a:lnTo>
                  <a:lnTo>
                    <a:pt x="291345" y="272540"/>
                  </a:lnTo>
                  <a:lnTo>
                    <a:pt x="294821" y="268558"/>
                  </a:lnTo>
                  <a:lnTo>
                    <a:pt x="298170" y="264469"/>
                  </a:lnTo>
                  <a:lnTo>
                    <a:pt x="301387" y="260275"/>
                  </a:lnTo>
                  <a:lnTo>
                    <a:pt x="304470" y="255982"/>
                  </a:lnTo>
                  <a:lnTo>
                    <a:pt x="307416" y="251593"/>
                  </a:lnTo>
                  <a:lnTo>
                    <a:pt x="310222" y="247114"/>
                  </a:lnTo>
                  <a:lnTo>
                    <a:pt x="312884" y="242548"/>
                  </a:lnTo>
                  <a:lnTo>
                    <a:pt x="315401" y="237900"/>
                  </a:lnTo>
                  <a:lnTo>
                    <a:pt x="317770" y="233175"/>
                  </a:lnTo>
                  <a:lnTo>
                    <a:pt x="319988" y="228378"/>
                  </a:lnTo>
                  <a:lnTo>
                    <a:pt x="322054" y="223512"/>
                  </a:lnTo>
                  <a:lnTo>
                    <a:pt x="323965" y="218584"/>
                  </a:lnTo>
                  <a:lnTo>
                    <a:pt x="325718" y="213598"/>
                  </a:lnTo>
                  <a:lnTo>
                    <a:pt x="327314" y="208559"/>
                  </a:lnTo>
                  <a:lnTo>
                    <a:pt x="328749" y="203472"/>
                  </a:lnTo>
                  <a:lnTo>
                    <a:pt x="330023" y="198342"/>
                  </a:lnTo>
                  <a:lnTo>
                    <a:pt x="331134" y="193174"/>
                  </a:lnTo>
                  <a:lnTo>
                    <a:pt x="332080" y="187974"/>
                  </a:lnTo>
                  <a:lnTo>
                    <a:pt x="332863" y="182747"/>
                  </a:lnTo>
                  <a:lnTo>
                    <a:pt x="333479" y="177497"/>
                  </a:lnTo>
                  <a:lnTo>
                    <a:pt x="333929" y="172231"/>
                  </a:lnTo>
                  <a:lnTo>
                    <a:pt x="334213" y="166953"/>
                  </a:lnTo>
                  <a:lnTo>
                    <a:pt x="334329" y="161669"/>
                  </a:lnTo>
                  <a:lnTo>
                    <a:pt x="334278" y="156383"/>
                  </a:lnTo>
                  <a:lnTo>
                    <a:pt x="334061" y="151102"/>
                  </a:lnTo>
                  <a:lnTo>
                    <a:pt x="333676" y="145831"/>
                  </a:lnTo>
                  <a:lnTo>
                    <a:pt x="333125" y="140574"/>
                  </a:lnTo>
                  <a:lnTo>
                    <a:pt x="332408" y="135337"/>
                  </a:lnTo>
                  <a:lnTo>
                    <a:pt x="331526" y="130126"/>
                  </a:lnTo>
                  <a:lnTo>
                    <a:pt x="330479" y="124945"/>
                  </a:lnTo>
                  <a:lnTo>
                    <a:pt x="329270" y="119800"/>
                  </a:lnTo>
                  <a:lnTo>
                    <a:pt x="327898" y="114695"/>
                  </a:lnTo>
                  <a:lnTo>
                    <a:pt x="326365" y="109637"/>
                  </a:lnTo>
                  <a:lnTo>
                    <a:pt x="324673" y="104629"/>
                  </a:lnTo>
                  <a:lnTo>
                    <a:pt x="322824" y="99677"/>
                  </a:lnTo>
                  <a:lnTo>
                    <a:pt x="320820" y="94787"/>
                  </a:lnTo>
                  <a:lnTo>
                    <a:pt x="318661" y="89962"/>
                  </a:lnTo>
                  <a:lnTo>
                    <a:pt x="316351" y="85208"/>
                  </a:lnTo>
                  <a:lnTo>
                    <a:pt x="313892" y="80529"/>
                  </a:lnTo>
                  <a:lnTo>
                    <a:pt x="311287" y="75930"/>
                  </a:lnTo>
                  <a:lnTo>
                    <a:pt x="308537" y="71416"/>
                  </a:lnTo>
                  <a:lnTo>
                    <a:pt x="305646" y="66991"/>
                  </a:lnTo>
                  <a:lnTo>
                    <a:pt x="302616" y="62660"/>
                  </a:lnTo>
                  <a:lnTo>
                    <a:pt x="299451" y="58427"/>
                  </a:lnTo>
                  <a:lnTo>
                    <a:pt x="296154" y="54296"/>
                  </a:lnTo>
                  <a:lnTo>
                    <a:pt x="292728" y="50271"/>
                  </a:lnTo>
                  <a:lnTo>
                    <a:pt x="289176" y="46357"/>
                  </a:lnTo>
                  <a:lnTo>
                    <a:pt x="285503" y="42556"/>
                  </a:lnTo>
                  <a:lnTo>
                    <a:pt x="281711" y="38874"/>
                  </a:lnTo>
                  <a:lnTo>
                    <a:pt x="277804" y="35314"/>
                  </a:lnTo>
                  <a:lnTo>
                    <a:pt x="273787" y="31879"/>
                  </a:lnTo>
                  <a:lnTo>
                    <a:pt x="269664" y="28572"/>
                  </a:lnTo>
                  <a:lnTo>
                    <a:pt x="265437" y="25398"/>
                  </a:lnTo>
                  <a:lnTo>
                    <a:pt x="261113" y="22358"/>
                  </a:lnTo>
                  <a:lnTo>
                    <a:pt x="256695" y="19457"/>
                  </a:lnTo>
                  <a:lnTo>
                    <a:pt x="252187" y="16697"/>
                  </a:lnTo>
                  <a:lnTo>
                    <a:pt x="247594" y="14081"/>
                  </a:lnTo>
                  <a:lnTo>
                    <a:pt x="242921" y="11612"/>
                  </a:lnTo>
                  <a:lnTo>
                    <a:pt x="238172" y="9292"/>
                  </a:lnTo>
                  <a:lnTo>
                    <a:pt x="233352" y="7122"/>
                  </a:lnTo>
                  <a:lnTo>
                    <a:pt x="228466" y="5107"/>
                  </a:lnTo>
                  <a:lnTo>
                    <a:pt x="223518" y="3246"/>
                  </a:lnTo>
                  <a:lnTo>
                    <a:pt x="218515" y="1543"/>
                  </a:lnTo>
                  <a:lnTo>
                    <a:pt x="213459" y="0"/>
                  </a:lnTo>
                  <a:lnTo>
                    <a:pt x="167165" y="1606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46294" cy="167167"/>
            </a:xfrm>
            <a:custGeom>
              <a:avLst/>
              <a:pathLst>
                <a:path w="46294" h="167167">
                  <a:moveTo>
                    <a:pt x="46294" y="6538"/>
                  </a:moveTo>
                  <a:lnTo>
                    <a:pt x="39820" y="4811"/>
                  </a:lnTo>
                  <a:lnTo>
                    <a:pt x="33281" y="3346"/>
                  </a:lnTo>
                  <a:lnTo>
                    <a:pt x="26689" y="2144"/>
                  </a:lnTo>
                  <a:lnTo>
                    <a:pt x="20054" y="1207"/>
                  </a:lnTo>
                  <a:lnTo>
                    <a:pt x="13387" y="536"/>
                  </a:lnTo>
                  <a:lnTo>
                    <a:pt x="6699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7166" y="941493"/>
              <a:ext cx="49049" cy="167167"/>
            </a:xfrm>
            <a:custGeom>
              <a:avLst/>
              <a:pathLst>
                <a:path w="49049" h="167167">
                  <a:moveTo>
                    <a:pt x="49049" y="0"/>
                  </a:moveTo>
                  <a:lnTo>
                    <a:pt x="42827" y="115"/>
                  </a:lnTo>
                  <a:lnTo>
                    <a:pt x="36615" y="463"/>
                  </a:lnTo>
                  <a:lnTo>
                    <a:pt x="30419" y="1041"/>
                  </a:lnTo>
                  <a:lnTo>
                    <a:pt x="24250" y="1849"/>
                  </a:lnTo>
                  <a:lnTo>
                    <a:pt x="18114" y="2887"/>
                  </a:lnTo>
                  <a:lnTo>
                    <a:pt x="12022" y="4152"/>
                  </a:lnTo>
                  <a:lnTo>
                    <a:pt x="5981" y="5643"/>
                  </a:lnTo>
                  <a:lnTo>
                    <a:pt x="0" y="7357"/>
                  </a:lnTo>
                  <a:lnTo>
                    <a:pt x="490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7166" y="948851"/>
              <a:ext cx="49049" cy="159809"/>
            </a:xfrm>
            <a:custGeom>
              <a:avLst/>
              <a:pathLst>
                <a:path w="49049" h="159809">
                  <a:moveTo>
                    <a:pt x="0" y="0"/>
                  </a:moveTo>
                  <a:lnTo>
                    <a:pt x="49049" y="1598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61" y="948851"/>
              <a:ext cx="167154" cy="324379"/>
            </a:xfrm>
            <a:custGeom>
              <a:avLst/>
              <a:pathLst>
                <a:path w="167154" h="324379">
                  <a:moveTo>
                    <a:pt x="118105" y="0"/>
                  </a:moveTo>
                  <a:lnTo>
                    <a:pt x="112995" y="1658"/>
                  </a:lnTo>
                  <a:lnTo>
                    <a:pt x="107942" y="3480"/>
                  </a:lnTo>
                  <a:lnTo>
                    <a:pt x="102950" y="5463"/>
                  </a:lnTo>
                  <a:lnTo>
                    <a:pt x="98024" y="7606"/>
                  </a:lnTo>
                  <a:lnTo>
                    <a:pt x="93169" y="9905"/>
                  </a:lnTo>
                  <a:lnTo>
                    <a:pt x="88391" y="12360"/>
                  </a:lnTo>
                  <a:lnTo>
                    <a:pt x="83694" y="14967"/>
                  </a:lnTo>
                  <a:lnTo>
                    <a:pt x="79083" y="17723"/>
                  </a:lnTo>
                  <a:lnTo>
                    <a:pt x="74563" y="20626"/>
                  </a:lnTo>
                  <a:lnTo>
                    <a:pt x="70139" y="23673"/>
                  </a:lnTo>
                  <a:lnTo>
                    <a:pt x="65815" y="26860"/>
                  </a:lnTo>
                  <a:lnTo>
                    <a:pt x="61596" y="30185"/>
                  </a:lnTo>
                  <a:lnTo>
                    <a:pt x="57485" y="33644"/>
                  </a:lnTo>
                  <a:lnTo>
                    <a:pt x="53488" y="37232"/>
                  </a:lnTo>
                  <a:lnTo>
                    <a:pt x="49609" y="40948"/>
                  </a:lnTo>
                  <a:lnTo>
                    <a:pt x="45850" y="44786"/>
                  </a:lnTo>
                  <a:lnTo>
                    <a:pt x="42217" y="48743"/>
                  </a:lnTo>
                  <a:lnTo>
                    <a:pt x="38713" y="52814"/>
                  </a:lnTo>
                  <a:lnTo>
                    <a:pt x="35342" y="56997"/>
                  </a:lnTo>
                  <a:lnTo>
                    <a:pt x="32106" y="61285"/>
                  </a:lnTo>
                  <a:lnTo>
                    <a:pt x="29010" y="65675"/>
                  </a:lnTo>
                  <a:lnTo>
                    <a:pt x="26057" y="70162"/>
                  </a:lnTo>
                  <a:lnTo>
                    <a:pt x="23250" y="74742"/>
                  </a:lnTo>
                  <a:lnTo>
                    <a:pt x="20591" y="79409"/>
                  </a:lnTo>
                  <a:lnTo>
                    <a:pt x="18083" y="84160"/>
                  </a:lnTo>
                  <a:lnTo>
                    <a:pt x="15729" y="88989"/>
                  </a:lnTo>
                  <a:lnTo>
                    <a:pt x="13532" y="93891"/>
                  </a:lnTo>
                  <a:lnTo>
                    <a:pt x="11493" y="98861"/>
                  </a:lnTo>
                  <a:lnTo>
                    <a:pt x="9616" y="103893"/>
                  </a:lnTo>
                  <a:lnTo>
                    <a:pt x="7900" y="108984"/>
                  </a:lnTo>
                  <a:lnTo>
                    <a:pt x="6349" y="114127"/>
                  </a:lnTo>
                  <a:lnTo>
                    <a:pt x="4965" y="119317"/>
                  </a:lnTo>
                  <a:lnTo>
                    <a:pt x="3747" y="124550"/>
                  </a:lnTo>
                  <a:lnTo>
                    <a:pt x="2699" y="129818"/>
                  </a:lnTo>
                  <a:lnTo>
                    <a:pt x="1820" y="135117"/>
                  </a:lnTo>
                  <a:lnTo>
                    <a:pt x="1112" y="140442"/>
                  </a:lnTo>
                  <a:lnTo>
                    <a:pt x="576" y="145787"/>
                  </a:lnTo>
                  <a:lnTo>
                    <a:pt x="211" y="151147"/>
                  </a:lnTo>
                  <a:lnTo>
                    <a:pt x="19" y="156515"/>
                  </a:lnTo>
                  <a:lnTo>
                    <a:pt x="0" y="161887"/>
                  </a:lnTo>
                  <a:lnTo>
                    <a:pt x="153" y="167257"/>
                  </a:lnTo>
                  <a:lnTo>
                    <a:pt x="478" y="172619"/>
                  </a:lnTo>
                  <a:lnTo>
                    <a:pt x="976" y="177967"/>
                  </a:lnTo>
                  <a:lnTo>
                    <a:pt x="1645" y="183297"/>
                  </a:lnTo>
                  <a:lnTo>
                    <a:pt x="2485" y="188603"/>
                  </a:lnTo>
                  <a:lnTo>
                    <a:pt x="3495" y="193879"/>
                  </a:lnTo>
                  <a:lnTo>
                    <a:pt x="4674" y="199120"/>
                  </a:lnTo>
                  <a:lnTo>
                    <a:pt x="6021" y="204320"/>
                  </a:lnTo>
                  <a:lnTo>
                    <a:pt x="7535" y="209474"/>
                  </a:lnTo>
                  <a:lnTo>
                    <a:pt x="9213" y="214577"/>
                  </a:lnTo>
                  <a:lnTo>
                    <a:pt x="11054" y="219624"/>
                  </a:lnTo>
                  <a:lnTo>
                    <a:pt x="13057" y="224608"/>
                  </a:lnTo>
                  <a:lnTo>
                    <a:pt x="15218" y="229526"/>
                  </a:lnTo>
                  <a:lnTo>
                    <a:pt x="17537" y="234372"/>
                  </a:lnTo>
                  <a:lnTo>
                    <a:pt x="20010" y="239140"/>
                  </a:lnTo>
                  <a:lnTo>
                    <a:pt x="22634" y="243827"/>
                  </a:lnTo>
                  <a:lnTo>
                    <a:pt x="25409" y="248427"/>
                  </a:lnTo>
                  <a:lnTo>
                    <a:pt x="28329" y="252936"/>
                  </a:lnTo>
                  <a:lnTo>
                    <a:pt x="31393" y="257348"/>
                  </a:lnTo>
                  <a:lnTo>
                    <a:pt x="34597" y="261660"/>
                  </a:lnTo>
                  <a:lnTo>
                    <a:pt x="37938" y="265867"/>
                  </a:lnTo>
                  <a:lnTo>
                    <a:pt x="41412" y="269963"/>
                  </a:lnTo>
                  <a:lnTo>
                    <a:pt x="45017" y="273947"/>
                  </a:lnTo>
                  <a:lnTo>
                    <a:pt x="48747" y="277812"/>
                  </a:lnTo>
                  <a:lnTo>
                    <a:pt x="52599" y="281556"/>
                  </a:lnTo>
                  <a:lnTo>
                    <a:pt x="56570" y="285173"/>
                  </a:lnTo>
                  <a:lnTo>
                    <a:pt x="60655" y="288662"/>
                  </a:lnTo>
                  <a:lnTo>
                    <a:pt x="64850" y="292017"/>
                  </a:lnTo>
                  <a:lnTo>
                    <a:pt x="69151" y="295236"/>
                  </a:lnTo>
                  <a:lnTo>
                    <a:pt x="73553" y="298315"/>
                  </a:lnTo>
                  <a:lnTo>
                    <a:pt x="78052" y="301251"/>
                  </a:lnTo>
                  <a:lnTo>
                    <a:pt x="82642" y="304041"/>
                  </a:lnTo>
                  <a:lnTo>
                    <a:pt x="87320" y="306681"/>
                  </a:lnTo>
                  <a:lnTo>
                    <a:pt x="92080" y="309171"/>
                  </a:lnTo>
                  <a:lnTo>
                    <a:pt x="96918" y="311506"/>
                  </a:lnTo>
                  <a:lnTo>
                    <a:pt x="101828" y="313684"/>
                  </a:lnTo>
                  <a:lnTo>
                    <a:pt x="106806" y="315704"/>
                  </a:lnTo>
                  <a:lnTo>
                    <a:pt x="111846" y="317562"/>
                  </a:lnTo>
                  <a:lnTo>
                    <a:pt x="116943" y="319258"/>
                  </a:lnTo>
                  <a:lnTo>
                    <a:pt x="122092" y="320789"/>
                  </a:lnTo>
                  <a:lnTo>
                    <a:pt x="127288" y="322153"/>
                  </a:lnTo>
                  <a:lnTo>
                    <a:pt x="132525" y="323350"/>
                  </a:lnTo>
                  <a:lnTo>
                    <a:pt x="137797" y="324379"/>
                  </a:lnTo>
                  <a:lnTo>
                    <a:pt x="167154" y="1598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56859" y="941493"/>
              <a:ext cx="196519" cy="334316"/>
            </a:xfrm>
            <a:custGeom>
              <a:avLst/>
              <a:pathLst>
                <a:path w="196519" h="334316">
                  <a:moveTo>
                    <a:pt x="0" y="331736"/>
                  </a:moveTo>
                  <a:lnTo>
                    <a:pt x="5264" y="332589"/>
                  </a:lnTo>
                  <a:lnTo>
                    <a:pt x="10553" y="333274"/>
                  </a:lnTo>
                  <a:lnTo>
                    <a:pt x="15862" y="333789"/>
                  </a:lnTo>
                  <a:lnTo>
                    <a:pt x="21184" y="334134"/>
                  </a:lnTo>
                  <a:lnTo>
                    <a:pt x="26514" y="334310"/>
                  </a:lnTo>
                  <a:lnTo>
                    <a:pt x="31847" y="334316"/>
                  </a:lnTo>
                  <a:lnTo>
                    <a:pt x="37178" y="334151"/>
                  </a:lnTo>
                  <a:lnTo>
                    <a:pt x="42501" y="333817"/>
                  </a:lnTo>
                  <a:lnTo>
                    <a:pt x="47810" y="333313"/>
                  </a:lnTo>
                  <a:lnTo>
                    <a:pt x="53101" y="332639"/>
                  </a:lnTo>
                  <a:lnTo>
                    <a:pt x="58367" y="331798"/>
                  </a:lnTo>
                  <a:lnTo>
                    <a:pt x="63604" y="330789"/>
                  </a:lnTo>
                  <a:lnTo>
                    <a:pt x="68806" y="329613"/>
                  </a:lnTo>
                  <a:lnTo>
                    <a:pt x="73968" y="328272"/>
                  </a:lnTo>
                  <a:lnTo>
                    <a:pt x="79084" y="326767"/>
                  </a:lnTo>
                  <a:lnTo>
                    <a:pt x="84150" y="325099"/>
                  </a:lnTo>
                  <a:lnTo>
                    <a:pt x="89160" y="323271"/>
                  </a:lnTo>
                  <a:lnTo>
                    <a:pt x="94110" y="321284"/>
                  </a:lnTo>
                  <a:lnTo>
                    <a:pt x="98993" y="319140"/>
                  </a:lnTo>
                  <a:lnTo>
                    <a:pt x="103805" y="316841"/>
                  </a:lnTo>
                  <a:lnTo>
                    <a:pt x="108542" y="314390"/>
                  </a:lnTo>
                  <a:lnTo>
                    <a:pt x="113198" y="311789"/>
                  </a:lnTo>
                  <a:lnTo>
                    <a:pt x="117769" y="309041"/>
                  </a:lnTo>
                  <a:lnTo>
                    <a:pt x="122249" y="306148"/>
                  </a:lnTo>
                  <a:lnTo>
                    <a:pt x="126636" y="303114"/>
                  </a:lnTo>
                  <a:lnTo>
                    <a:pt x="130923" y="299942"/>
                  </a:lnTo>
                  <a:lnTo>
                    <a:pt x="135107" y="296634"/>
                  </a:lnTo>
                  <a:lnTo>
                    <a:pt x="139183" y="293195"/>
                  </a:lnTo>
                  <a:lnTo>
                    <a:pt x="143147" y="289628"/>
                  </a:lnTo>
                  <a:lnTo>
                    <a:pt x="146996" y="285935"/>
                  </a:lnTo>
                  <a:lnTo>
                    <a:pt x="150724" y="282122"/>
                  </a:lnTo>
                  <a:lnTo>
                    <a:pt x="154330" y="278192"/>
                  </a:lnTo>
                  <a:lnTo>
                    <a:pt x="157808" y="274149"/>
                  </a:lnTo>
                  <a:lnTo>
                    <a:pt x="161155" y="269997"/>
                  </a:lnTo>
                  <a:lnTo>
                    <a:pt x="164368" y="265740"/>
                  </a:lnTo>
                  <a:lnTo>
                    <a:pt x="167444" y="261383"/>
                  </a:lnTo>
                  <a:lnTo>
                    <a:pt x="170379" y="256931"/>
                  </a:lnTo>
                  <a:lnTo>
                    <a:pt x="173171" y="252386"/>
                  </a:lnTo>
                  <a:lnTo>
                    <a:pt x="175816" y="247755"/>
                  </a:lnTo>
                  <a:lnTo>
                    <a:pt x="178312" y="243042"/>
                  </a:lnTo>
                  <a:lnTo>
                    <a:pt x="180657" y="238252"/>
                  </a:lnTo>
                  <a:lnTo>
                    <a:pt x="182847" y="233389"/>
                  </a:lnTo>
                  <a:lnTo>
                    <a:pt x="184882" y="228459"/>
                  </a:lnTo>
                  <a:lnTo>
                    <a:pt x="186758" y="223467"/>
                  </a:lnTo>
                  <a:lnTo>
                    <a:pt x="188474" y="218417"/>
                  </a:lnTo>
                  <a:lnTo>
                    <a:pt x="190028" y="213315"/>
                  </a:lnTo>
                  <a:lnTo>
                    <a:pt x="191418" y="208167"/>
                  </a:lnTo>
                  <a:lnTo>
                    <a:pt x="192643" y="202976"/>
                  </a:lnTo>
                  <a:lnTo>
                    <a:pt x="193703" y="197749"/>
                  </a:lnTo>
                  <a:lnTo>
                    <a:pt x="194594" y="192491"/>
                  </a:lnTo>
                  <a:lnTo>
                    <a:pt x="195318" y="187207"/>
                  </a:lnTo>
                  <a:lnTo>
                    <a:pt x="195873" y="181903"/>
                  </a:lnTo>
                  <a:lnTo>
                    <a:pt x="196258" y="176583"/>
                  </a:lnTo>
                  <a:lnTo>
                    <a:pt x="196474" y="171254"/>
                  </a:lnTo>
                  <a:lnTo>
                    <a:pt x="196519" y="165921"/>
                  </a:lnTo>
                  <a:lnTo>
                    <a:pt x="196394" y="160590"/>
                  </a:lnTo>
                  <a:lnTo>
                    <a:pt x="196099" y="155265"/>
                  </a:lnTo>
                  <a:lnTo>
                    <a:pt x="195635" y="149952"/>
                  </a:lnTo>
                  <a:lnTo>
                    <a:pt x="195001" y="144656"/>
                  </a:lnTo>
                  <a:lnTo>
                    <a:pt x="194199" y="139384"/>
                  </a:lnTo>
                  <a:lnTo>
                    <a:pt x="193229" y="134139"/>
                  </a:lnTo>
                  <a:lnTo>
                    <a:pt x="192092" y="128929"/>
                  </a:lnTo>
                  <a:lnTo>
                    <a:pt x="190789" y="123757"/>
                  </a:lnTo>
                  <a:lnTo>
                    <a:pt x="189322" y="118629"/>
                  </a:lnTo>
                  <a:lnTo>
                    <a:pt x="187692" y="113551"/>
                  </a:lnTo>
                  <a:lnTo>
                    <a:pt x="185901" y="108528"/>
                  </a:lnTo>
                  <a:lnTo>
                    <a:pt x="183951" y="103564"/>
                  </a:lnTo>
                  <a:lnTo>
                    <a:pt x="181844" y="98665"/>
                  </a:lnTo>
                  <a:lnTo>
                    <a:pt x="179581" y="93835"/>
                  </a:lnTo>
                  <a:lnTo>
                    <a:pt x="177165" y="89080"/>
                  </a:lnTo>
                  <a:lnTo>
                    <a:pt x="174599" y="84405"/>
                  </a:lnTo>
                  <a:lnTo>
                    <a:pt x="171885" y="79814"/>
                  </a:lnTo>
                  <a:lnTo>
                    <a:pt x="169026" y="75312"/>
                  </a:lnTo>
                  <a:lnTo>
                    <a:pt x="166025" y="70903"/>
                  </a:lnTo>
                  <a:lnTo>
                    <a:pt x="162884" y="66593"/>
                  </a:lnTo>
                  <a:lnTo>
                    <a:pt x="159608" y="62384"/>
                  </a:lnTo>
                  <a:lnTo>
                    <a:pt x="156199" y="58283"/>
                  </a:lnTo>
                  <a:lnTo>
                    <a:pt x="152661" y="54292"/>
                  </a:lnTo>
                  <a:lnTo>
                    <a:pt x="148998" y="50416"/>
                  </a:lnTo>
                  <a:lnTo>
                    <a:pt x="145213" y="46659"/>
                  </a:lnTo>
                  <a:lnTo>
                    <a:pt x="141310" y="43024"/>
                  </a:lnTo>
                  <a:lnTo>
                    <a:pt x="137293" y="39516"/>
                  </a:lnTo>
                  <a:lnTo>
                    <a:pt x="133166" y="36138"/>
                  </a:lnTo>
                  <a:lnTo>
                    <a:pt x="128933" y="32893"/>
                  </a:lnTo>
                  <a:lnTo>
                    <a:pt x="124599" y="29785"/>
                  </a:lnTo>
                  <a:lnTo>
                    <a:pt x="120168" y="26817"/>
                  </a:lnTo>
                  <a:lnTo>
                    <a:pt x="115645" y="23991"/>
                  </a:lnTo>
                  <a:lnTo>
                    <a:pt x="111034" y="21312"/>
                  </a:lnTo>
                  <a:lnTo>
                    <a:pt x="106339" y="18780"/>
                  </a:lnTo>
                  <a:lnTo>
                    <a:pt x="101567" y="16400"/>
                  </a:lnTo>
                  <a:lnTo>
                    <a:pt x="96721" y="14173"/>
                  </a:lnTo>
                  <a:lnTo>
                    <a:pt x="91806" y="12102"/>
                  </a:lnTo>
                  <a:lnTo>
                    <a:pt x="86828" y="10189"/>
                  </a:lnTo>
                  <a:lnTo>
                    <a:pt x="81791" y="8436"/>
                  </a:lnTo>
                  <a:lnTo>
                    <a:pt x="76701" y="6844"/>
                  </a:lnTo>
                  <a:lnTo>
                    <a:pt x="71562" y="5415"/>
                  </a:lnTo>
                  <a:lnTo>
                    <a:pt x="66381" y="4151"/>
                  </a:lnTo>
                  <a:lnTo>
                    <a:pt x="61162" y="3053"/>
                  </a:lnTo>
                  <a:lnTo>
                    <a:pt x="55911" y="2122"/>
                  </a:lnTo>
                  <a:lnTo>
                    <a:pt x="50632" y="1359"/>
                  </a:lnTo>
                  <a:lnTo>
                    <a:pt x="45332" y="765"/>
                  </a:lnTo>
                  <a:lnTo>
                    <a:pt x="40016" y="340"/>
                  </a:lnTo>
                  <a:lnTo>
                    <a:pt x="34689" y="85"/>
                  </a:lnTo>
                  <a:lnTo>
                    <a:pt x="29356" y="0"/>
                  </a:lnTo>
                  <a:lnTo>
                    <a:pt x="293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844" y="1071028"/>
              <a:ext cx="166657" cy="167167"/>
            </a:xfrm>
            <a:custGeom>
              <a:avLst/>
              <a:pathLst>
                <a:path w="166657" h="167167">
                  <a:moveTo>
                    <a:pt x="166657" y="0"/>
                  </a:moveTo>
                  <a:lnTo>
                    <a:pt x="161233" y="88"/>
                  </a:lnTo>
                  <a:lnTo>
                    <a:pt x="155816" y="351"/>
                  </a:lnTo>
                  <a:lnTo>
                    <a:pt x="150409" y="791"/>
                  </a:lnTo>
                  <a:lnTo>
                    <a:pt x="145020" y="1406"/>
                  </a:lnTo>
                  <a:lnTo>
                    <a:pt x="139654" y="2195"/>
                  </a:lnTo>
                  <a:lnTo>
                    <a:pt x="134315" y="3158"/>
                  </a:lnTo>
                  <a:lnTo>
                    <a:pt x="129011" y="4293"/>
                  </a:lnTo>
                  <a:lnTo>
                    <a:pt x="123747" y="5601"/>
                  </a:lnTo>
                  <a:lnTo>
                    <a:pt x="118528" y="7078"/>
                  </a:lnTo>
                  <a:lnTo>
                    <a:pt x="113359" y="8723"/>
                  </a:lnTo>
                  <a:lnTo>
                    <a:pt x="108247" y="10536"/>
                  </a:lnTo>
                  <a:lnTo>
                    <a:pt x="103196" y="12514"/>
                  </a:lnTo>
                  <a:lnTo>
                    <a:pt x="98212" y="14654"/>
                  </a:lnTo>
                  <a:lnTo>
                    <a:pt x="93300" y="16955"/>
                  </a:lnTo>
                  <a:lnTo>
                    <a:pt x="88465" y="19414"/>
                  </a:lnTo>
                  <a:lnTo>
                    <a:pt x="83713" y="22028"/>
                  </a:lnTo>
                  <a:lnTo>
                    <a:pt x="79048" y="24796"/>
                  </a:lnTo>
                  <a:lnTo>
                    <a:pt x="74475" y="27713"/>
                  </a:lnTo>
                  <a:lnTo>
                    <a:pt x="69999" y="30777"/>
                  </a:lnTo>
                  <a:lnTo>
                    <a:pt x="65625" y="33985"/>
                  </a:lnTo>
                  <a:lnTo>
                    <a:pt x="61357" y="37333"/>
                  </a:lnTo>
                  <a:lnTo>
                    <a:pt x="57200" y="40818"/>
                  </a:lnTo>
                  <a:lnTo>
                    <a:pt x="53159" y="44435"/>
                  </a:lnTo>
                  <a:lnTo>
                    <a:pt x="49236" y="48182"/>
                  </a:lnTo>
                  <a:lnTo>
                    <a:pt x="45438" y="52054"/>
                  </a:lnTo>
                  <a:lnTo>
                    <a:pt x="41767" y="56048"/>
                  </a:lnTo>
                  <a:lnTo>
                    <a:pt x="38228" y="60158"/>
                  </a:lnTo>
                  <a:lnTo>
                    <a:pt x="34824" y="64381"/>
                  </a:lnTo>
                  <a:lnTo>
                    <a:pt x="31558" y="68712"/>
                  </a:lnTo>
                  <a:lnTo>
                    <a:pt x="28435" y="73147"/>
                  </a:lnTo>
                  <a:lnTo>
                    <a:pt x="25458" y="77681"/>
                  </a:lnTo>
                  <a:lnTo>
                    <a:pt x="22629" y="82309"/>
                  </a:lnTo>
                  <a:lnTo>
                    <a:pt x="19952" y="87027"/>
                  </a:lnTo>
                  <a:lnTo>
                    <a:pt x="17429" y="91828"/>
                  </a:lnTo>
                  <a:lnTo>
                    <a:pt x="15063" y="96710"/>
                  </a:lnTo>
                  <a:lnTo>
                    <a:pt x="12857" y="101665"/>
                  </a:lnTo>
                  <a:lnTo>
                    <a:pt x="10813" y="106689"/>
                  </a:lnTo>
                  <a:lnTo>
                    <a:pt x="8933" y="111777"/>
                  </a:lnTo>
                  <a:lnTo>
                    <a:pt x="7219" y="116923"/>
                  </a:lnTo>
                  <a:lnTo>
                    <a:pt x="5673" y="122123"/>
                  </a:lnTo>
                  <a:lnTo>
                    <a:pt x="4296" y="127369"/>
                  </a:lnTo>
                  <a:lnTo>
                    <a:pt x="3090" y="132658"/>
                  </a:lnTo>
                  <a:lnTo>
                    <a:pt x="2057" y="137983"/>
                  </a:lnTo>
                  <a:lnTo>
                    <a:pt x="1197" y="143338"/>
                  </a:lnTo>
                  <a:lnTo>
                    <a:pt x="511" y="148719"/>
                  </a:lnTo>
                  <a:lnTo>
                    <a:pt x="0" y="154119"/>
                  </a:lnTo>
                  <a:lnTo>
                    <a:pt x="1666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844" y="1225148"/>
              <a:ext cx="166657" cy="13048"/>
            </a:xfrm>
            <a:custGeom>
              <a:avLst/>
              <a:pathLst>
                <a:path w="166657" h="13048">
                  <a:moveTo>
                    <a:pt x="0" y="0"/>
                  </a:moveTo>
                  <a:lnTo>
                    <a:pt x="166657" y="13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51" y="1074490"/>
              <a:ext cx="334316" cy="330868"/>
            </a:xfrm>
            <a:custGeom>
              <a:avLst/>
              <a:pathLst>
                <a:path w="334316" h="330868">
                  <a:moveTo>
                    <a:pt x="492" y="150658"/>
                  </a:moveTo>
                  <a:lnTo>
                    <a:pt x="161" y="155972"/>
                  </a:lnTo>
                  <a:lnTo>
                    <a:pt x="0" y="161294"/>
                  </a:lnTo>
                  <a:lnTo>
                    <a:pt x="7" y="166618"/>
                  </a:lnTo>
                  <a:lnTo>
                    <a:pt x="185" y="171939"/>
                  </a:lnTo>
                  <a:lnTo>
                    <a:pt x="532" y="177252"/>
                  </a:lnTo>
                  <a:lnTo>
                    <a:pt x="1048" y="182552"/>
                  </a:lnTo>
                  <a:lnTo>
                    <a:pt x="1732" y="187832"/>
                  </a:lnTo>
                  <a:lnTo>
                    <a:pt x="2585" y="193088"/>
                  </a:lnTo>
                  <a:lnTo>
                    <a:pt x="3604" y="198314"/>
                  </a:lnTo>
                  <a:lnTo>
                    <a:pt x="4789" y="203504"/>
                  </a:lnTo>
                  <a:lnTo>
                    <a:pt x="6139" y="208655"/>
                  </a:lnTo>
                  <a:lnTo>
                    <a:pt x="7652" y="213760"/>
                  </a:lnTo>
                  <a:lnTo>
                    <a:pt x="9327" y="218814"/>
                  </a:lnTo>
                  <a:lnTo>
                    <a:pt x="11162" y="223812"/>
                  </a:lnTo>
                  <a:lnTo>
                    <a:pt x="13155" y="228749"/>
                  </a:lnTo>
                  <a:lnTo>
                    <a:pt x="15305" y="233620"/>
                  </a:lnTo>
                  <a:lnTo>
                    <a:pt x="17608" y="238420"/>
                  </a:lnTo>
                  <a:lnTo>
                    <a:pt x="20063" y="243145"/>
                  </a:lnTo>
                  <a:lnTo>
                    <a:pt x="22668" y="247789"/>
                  </a:lnTo>
                  <a:lnTo>
                    <a:pt x="25419" y="252347"/>
                  </a:lnTo>
                  <a:lnTo>
                    <a:pt x="28314" y="256816"/>
                  </a:lnTo>
                  <a:lnTo>
                    <a:pt x="31349" y="261190"/>
                  </a:lnTo>
                  <a:lnTo>
                    <a:pt x="34523" y="265466"/>
                  </a:lnTo>
                  <a:lnTo>
                    <a:pt x="37831" y="269638"/>
                  </a:lnTo>
                  <a:lnTo>
                    <a:pt x="41270" y="273702"/>
                  </a:lnTo>
                  <a:lnTo>
                    <a:pt x="44837" y="277655"/>
                  </a:lnTo>
                  <a:lnTo>
                    <a:pt x="48528" y="281493"/>
                  </a:lnTo>
                  <a:lnTo>
                    <a:pt x="52339" y="285211"/>
                  </a:lnTo>
                  <a:lnTo>
                    <a:pt x="56267" y="288805"/>
                  </a:lnTo>
                  <a:lnTo>
                    <a:pt x="60307" y="292273"/>
                  </a:lnTo>
                  <a:lnTo>
                    <a:pt x="64456" y="295610"/>
                  </a:lnTo>
                  <a:lnTo>
                    <a:pt x="68708" y="298814"/>
                  </a:lnTo>
                  <a:lnTo>
                    <a:pt x="73061" y="301881"/>
                  </a:lnTo>
                  <a:lnTo>
                    <a:pt x="77509" y="304807"/>
                  </a:lnTo>
                  <a:lnTo>
                    <a:pt x="82048" y="307590"/>
                  </a:lnTo>
                  <a:lnTo>
                    <a:pt x="86674" y="310227"/>
                  </a:lnTo>
                  <a:lnTo>
                    <a:pt x="91381" y="312716"/>
                  </a:lnTo>
                  <a:lnTo>
                    <a:pt x="96164" y="315053"/>
                  </a:lnTo>
                  <a:lnTo>
                    <a:pt x="101020" y="317237"/>
                  </a:lnTo>
                  <a:lnTo>
                    <a:pt x="105943" y="319265"/>
                  </a:lnTo>
                  <a:lnTo>
                    <a:pt x="110928" y="321135"/>
                  </a:lnTo>
                  <a:lnTo>
                    <a:pt x="115971" y="322846"/>
                  </a:lnTo>
                  <a:lnTo>
                    <a:pt x="121065" y="324395"/>
                  </a:lnTo>
                  <a:lnTo>
                    <a:pt x="126205" y="325781"/>
                  </a:lnTo>
                  <a:lnTo>
                    <a:pt x="131388" y="327003"/>
                  </a:lnTo>
                  <a:lnTo>
                    <a:pt x="136606" y="328059"/>
                  </a:lnTo>
                  <a:lnTo>
                    <a:pt x="141856" y="328948"/>
                  </a:lnTo>
                  <a:lnTo>
                    <a:pt x="147131" y="329670"/>
                  </a:lnTo>
                  <a:lnTo>
                    <a:pt x="152427" y="330223"/>
                  </a:lnTo>
                  <a:lnTo>
                    <a:pt x="157737" y="330608"/>
                  </a:lnTo>
                  <a:lnTo>
                    <a:pt x="163057" y="330823"/>
                  </a:lnTo>
                  <a:lnTo>
                    <a:pt x="168381" y="330868"/>
                  </a:lnTo>
                  <a:lnTo>
                    <a:pt x="173704" y="330744"/>
                  </a:lnTo>
                  <a:lnTo>
                    <a:pt x="179020" y="330451"/>
                  </a:lnTo>
                  <a:lnTo>
                    <a:pt x="184325" y="329988"/>
                  </a:lnTo>
                  <a:lnTo>
                    <a:pt x="189611" y="329357"/>
                  </a:lnTo>
                  <a:lnTo>
                    <a:pt x="194876" y="328558"/>
                  </a:lnTo>
                  <a:lnTo>
                    <a:pt x="200111" y="327591"/>
                  </a:lnTo>
                  <a:lnTo>
                    <a:pt x="205314" y="326458"/>
                  </a:lnTo>
                  <a:lnTo>
                    <a:pt x="210478" y="325160"/>
                  </a:lnTo>
                  <a:lnTo>
                    <a:pt x="215597" y="323699"/>
                  </a:lnTo>
                  <a:lnTo>
                    <a:pt x="220668" y="322075"/>
                  </a:lnTo>
                  <a:lnTo>
                    <a:pt x="225684" y="320290"/>
                  </a:lnTo>
                  <a:lnTo>
                    <a:pt x="230641" y="318346"/>
                  </a:lnTo>
                  <a:lnTo>
                    <a:pt x="235534" y="316246"/>
                  </a:lnTo>
                  <a:lnTo>
                    <a:pt x="240357" y="313991"/>
                  </a:lnTo>
                  <a:lnTo>
                    <a:pt x="245106" y="311583"/>
                  </a:lnTo>
                  <a:lnTo>
                    <a:pt x="249776" y="309025"/>
                  </a:lnTo>
                  <a:lnTo>
                    <a:pt x="254362" y="306320"/>
                  </a:lnTo>
                  <a:lnTo>
                    <a:pt x="258859" y="303471"/>
                  </a:lnTo>
                  <a:lnTo>
                    <a:pt x="263264" y="300479"/>
                  </a:lnTo>
                  <a:lnTo>
                    <a:pt x="267571" y="297349"/>
                  </a:lnTo>
                  <a:lnTo>
                    <a:pt x="271776" y="294083"/>
                  </a:lnTo>
                  <a:lnTo>
                    <a:pt x="275875" y="290685"/>
                  </a:lnTo>
                  <a:lnTo>
                    <a:pt x="279864" y="287158"/>
                  </a:lnTo>
                  <a:lnTo>
                    <a:pt x="283738" y="283506"/>
                  </a:lnTo>
                  <a:lnTo>
                    <a:pt x="287494" y="279732"/>
                  </a:lnTo>
                  <a:lnTo>
                    <a:pt x="291128" y="275841"/>
                  </a:lnTo>
                  <a:lnTo>
                    <a:pt x="294636" y="271835"/>
                  </a:lnTo>
                  <a:lnTo>
                    <a:pt x="298015" y="267721"/>
                  </a:lnTo>
                  <a:lnTo>
                    <a:pt x="301261" y="263500"/>
                  </a:lnTo>
                  <a:lnTo>
                    <a:pt x="304371" y="259179"/>
                  </a:lnTo>
                  <a:lnTo>
                    <a:pt x="307342" y="254760"/>
                  </a:lnTo>
                  <a:lnTo>
                    <a:pt x="310171" y="250249"/>
                  </a:lnTo>
                  <a:lnTo>
                    <a:pt x="312855" y="245651"/>
                  </a:lnTo>
                  <a:lnTo>
                    <a:pt x="315390" y="240969"/>
                  </a:lnTo>
                  <a:lnTo>
                    <a:pt x="317776" y="236209"/>
                  </a:lnTo>
                  <a:lnTo>
                    <a:pt x="320008" y="231375"/>
                  </a:lnTo>
                  <a:lnTo>
                    <a:pt x="322086" y="226473"/>
                  </a:lnTo>
                  <a:lnTo>
                    <a:pt x="324006" y="221507"/>
                  </a:lnTo>
                  <a:lnTo>
                    <a:pt x="325767" y="216482"/>
                  </a:lnTo>
                  <a:lnTo>
                    <a:pt x="327368" y="211404"/>
                  </a:lnTo>
                  <a:lnTo>
                    <a:pt x="328805" y="206277"/>
                  </a:lnTo>
                  <a:lnTo>
                    <a:pt x="330079" y="201108"/>
                  </a:lnTo>
                  <a:lnTo>
                    <a:pt x="331188" y="195900"/>
                  </a:lnTo>
                  <a:lnTo>
                    <a:pt x="332130" y="190659"/>
                  </a:lnTo>
                  <a:lnTo>
                    <a:pt x="332904" y="185392"/>
                  </a:lnTo>
                  <a:lnTo>
                    <a:pt x="333511" y="180102"/>
                  </a:lnTo>
                  <a:lnTo>
                    <a:pt x="333949" y="174796"/>
                  </a:lnTo>
                  <a:lnTo>
                    <a:pt x="334217" y="169478"/>
                  </a:lnTo>
                  <a:lnTo>
                    <a:pt x="334316" y="164155"/>
                  </a:lnTo>
                  <a:lnTo>
                    <a:pt x="334246" y="158831"/>
                  </a:lnTo>
                  <a:lnTo>
                    <a:pt x="334006" y="153512"/>
                  </a:lnTo>
                  <a:lnTo>
                    <a:pt x="333597" y="148203"/>
                  </a:lnTo>
                  <a:lnTo>
                    <a:pt x="333018" y="142910"/>
                  </a:lnTo>
                  <a:lnTo>
                    <a:pt x="332272" y="137638"/>
                  </a:lnTo>
                  <a:lnTo>
                    <a:pt x="331358" y="132393"/>
                  </a:lnTo>
                  <a:lnTo>
                    <a:pt x="330278" y="127180"/>
                  </a:lnTo>
                  <a:lnTo>
                    <a:pt x="329032" y="122003"/>
                  </a:lnTo>
                  <a:lnTo>
                    <a:pt x="327622" y="116869"/>
                  </a:lnTo>
                  <a:lnTo>
                    <a:pt x="326049" y="111782"/>
                  </a:lnTo>
                  <a:lnTo>
                    <a:pt x="324314" y="106748"/>
                  </a:lnTo>
                  <a:lnTo>
                    <a:pt x="322421" y="101772"/>
                  </a:lnTo>
                  <a:lnTo>
                    <a:pt x="320370" y="96858"/>
                  </a:lnTo>
                  <a:lnTo>
                    <a:pt x="318163" y="92013"/>
                  </a:lnTo>
                  <a:lnTo>
                    <a:pt x="315803" y="87240"/>
                  </a:lnTo>
                  <a:lnTo>
                    <a:pt x="313293" y="82545"/>
                  </a:lnTo>
                  <a:lnTo>
                    <a:pt x="310634" y="77932"/>
                  </a:lnTo>
                  <a:lnTo>
                    <a:pt x="307830" y="73406"/>
                  </a:lnTo>
                  <a:lnTo>
                    <a:pt x="304882" y="68971"/>
                  </a:lnTo>
                  <a:lnTo>
                    <a:pt x="301796" y="64633"/>
                  </a:lnTo>
                  <a:lnTo>
                    <a:pt x="298572" y="60395"/>
                  </a:lnTo>
                  <a:lnTo>
                    <a:pt x="295215" y="56262"/>
                  </a:lnTo>
                  <a:lnTo>
                    <a:pt x="291729" y="52238"/>
                  </a:lnTo>
                  <a:lnTo>
                    <a:pt x="288116" y="48327"/>
                  </a:lnTo>
                  <a:lnTo>
                    <a:pt x="284380" y="44534"/>
                  </a:lnTo>
                  <a:lnTo>
                    <a:pt x="280525" y="40861"/>
                  </a:lnTo>
                  <a:lnTo>
                    <a:pt x="276556" y="37312"/>
                  </a:lnTo>
                  <a:lnTo>
                    <a:pt x="272475" y="33892"/>
                  </a:lnTo>
                  <a:lnTo>
                    <a:pt x="268287" y="30604"/>
                  </a:lnTo>
                  <a:lnTo>
                    <a:pt x="263997" y="27450"/>
                  </a:lnTo>
                  <a:lnTo>
                    <a:pt x="259609" y="24435"/>
                  </a:lnTo>
                  <a:lnTo>
                    <a:pt x="255127" y="21561"/>
                  </a:lnTo>
                  <a:lnTo>
                    <a:pt x="250555" y="18832"/>
                  </a:lnTo>
                  <a:lnTo>
                    <a:pt x="245899" y="16249"/>
                  </a:lnTo>
                  <a:lnTo>
                    <a:pt x="241163" y="13816"/>
                  </a:lnTo>
                  <a:lnTo>
                    <a:pt x="236352" y="11535"/>
                  </a:lnTo>
                  <a:lnTo>
                    <a:pt x="231471" y="9408"/>
                  </a:lnTo>
                  <a:lnTo>
                    <a:pt x="226525" y="7438"/>
                  </a:lnTo>
                  <a:lnTo>
                    <a:pt x="221518" y="5626"/>
                  </a:lnTo>
                  <a:lnTo>
                    <a:pt x="216456" y="3975"/>
                  </a:lnTo>
                  <a:lnTo>
                    <a:pt x="211344" y="2486"/>
                  </a:lnTo>
                  <a:lnTo>
                    <a:pt x="206188" y="1160"/>
                  </a:lnTo>
                  <a:lnTo>
                    <a:pt x="200991" y="0"/>
                  </a:lnTo>
                  <a:lnTo>
                    <a:pt x="167150" y="163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33841" cy="167167"/>
            </a:xfrm>
            <a:custGeom>
              <a:avLst/>
              <a:pathLst>
                <a:path w="33841" h="167167">
                  <a:moveTo>
                    <a:pt x="33841" y="3461"/>
                  </a:moveTo>
                  <a:lnTo>
                    <a:pt x="27141" y="2218"/>
                  </a:lnTo>
                  <a:lnTo>
                    <a:pt x="20395" y="1248"/>
                  </a:lnTo>
                  <a:lnTo>
                    <a:pt x="13615" y="555"/>
                  </a:lnTo>
                  <a:lnTo>
                    <a:pt x="6813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5305" y="1322571"/>
              <a:ext cx="73415" cy="167167"/>
            </a:xfrm>
            <a:custGeom>
              <a:avLst/>
              <a:pathLst>
                <a:path w="73415" h="167167">
                  <a:moveTo>
                    <a:pt x="73415" y="0"/>
                  </a:moveTo>
                  <a:lnTo>
                    <a:pt x="67569" y="102"/>
                  </a:lnTo>
                  <a:lnTo>
                    <a:pt x="61731" y="408"/>
                  </a:lnTo>
                  <a:lnTo>
                    <a:pt x="55907" y="919"/>
                  </a:lnTo>
                  <a:lnTo>
                    <a:pt x="50104" y="1633"/>
                  </a:lnTo>
                  <a:lnTo>
                    <a:pt x="44330" y="2549"/>
                  </a:lnTo>
                  <a:lnTo>
                    <a:pt x="38591" y="3667"/>
                  </a:lnTo>
                  <a:lnTo>
                    <a:pt x="32895" y="4984"/>
                  </a:lnTo>
                  <a:lnTo>
                    <a:pt x="27249" y="6501"/>
                  </a:lnTo>
                  <a:lnTo>
                    <a:pt x="21659" y="8213"/>
                  </a:lnTo>
                  <a:lnTo>
                    <a:pt x="16132" y="10120"/>
                  </a:lnTo>
                  <a:lnTo>
                    <a:pt x="10676" y="12219"/>
                  </a:lnTo>
                  <a:lnTo>
                    <a:pt x="5296" y="14508"/>
                  </a:lnTo>
                  <a:lnTo>
                    <a:pt x="0" y="16983"/>
                  </a:lnTo>
                  <a:lnTo>
                    <a:pt x="7341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5305" y="1339555"/>
              <a:ext cx="73415" cy="150183"/>
            </a:xfrm>
            <a:custGeom>
              <a:avLst/>
              <a:pathLst>
                <a:path w="73415" h="150183">
                  <a:moveTo>
                    <a:pt x="0" y="0"/>
                  </a:moveTo>
                  <a:lnTo>
                    <a:pt x="73415" y="1501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4" y="1339555"/>
              <a:ext cx="334333" cy="317335"/>
            </a:xfrm>
            <a:custGeom>
              <a:avLst/>
              <a:pathLst>
                <a:path w="334333" h="317335">
                  <a:moveTo>
                    <a:pt x="93750" y="0"/>
                  </a:moveTo>
                  <a:lnTo>
                    <a:pt x="89016" y="2408"/>
                  </a:lnTo>
                  <a:lnTo>
                    <a:pt x="84361" y="4965"/>
                  </a:lnTo>
                  <a:lnTo>
                    <a:pt x="79790" y="7669"/>
                  </a:lnTo>
                  <a:lnTo>
                    <a:pt x="75306" y="10517"/>
                  </a:lnTo>
                  <a:lnTo>
                    <a:pt x="70915" y="13505"/>
                  </a:lnTo>
                  <a:lnTo>
                    <a:pt x="66622" y="16632"/>
                  </a:lnTo>
                  <a:lnTo>
                    <a:pt x="62430" y="19894"/>
                  </a:lnTo>
                  <a:lnTo>
                    <a:pt x="58344" y="23287"/>
                  </a:lnTo>
                  <a:lnTo>
                    <a:pt x="54367" y="26808"/>
                  </a:lnTo>
                  <a:lnTo>
                    <a:pt x="50505" y="30454"/>
                  </a:lnTo>
                  <a:lnTo>
                    <a:pt x="46760" y="34220"/>
                  </a:lnTo>
                  <a:lnTo>
                    <a:pt x="43137" y="38104"/>
                  </a:lnTo>
                  <a:lnTo>
                    <a:pt x="39639" y="42101"/>
                  </a:lnTo>
                  <a:lnTo>
                    <a:pt x="36269" y="46207"/>
                  </a:lnTo>
                  <a:lnTo>
                    <a:pt x="33032" y="50418"/>
                  </a:lnTo>
                  <a:lnTo>
                    <a:pt x="29930" y="54729"/>
                  </a:lnTo>
                  <a:lnTo>
                    <a:pt x="26967" y="59137"/>
                  </a:lnTo>
                  <a:lnTo>
                    <a:pt x="24146" y="63637"/>
                  </a:lnTo>
                  <a:lnTo>
                    <a:pt x="21468" y="68224"/>
                  </a:lnTo>
                  <a:lnTo>
                    <a:pt x="18938" y="72894"/>
                  </a:lnTo>
                  <a:lnTo>
                    <a:pt x="16558" y="77642"/>
                  </a:lnTo>
                  <a:lnTo>
                    <a:pt x="14329" y="82464"/>
                  </a:lnTo>
                  <a:lnTo>
                    <a:pt x="12255" y="87353"/>
                  </a:lnTo>
                  <a:lnTo>
                    <a:pt x="10337" y="92306"/>
                  </a:lnTo>
                  <a:lnTo>
                    <a:pt x="8577" y="97318"/>
                  </a:lnTo>
                  <a:lnTo>
                    <a:pt x="6978" y="102383"/>
                  </a:lnTo>
                  <a:lnTo>
                    <a:pt x="5540" y="107496"/>
                  </a:lnTo>
                  <a:lnTo>
                    <a:pt x="4266" y="112652"/>
                  </a:lnTo>
                  <a:lnTo>
                    <a:pt x="3156" y="117846"/>
                  </a:lnTo>
                  <a:lnTo>
                    <a:pt x="2211" y="123073"/>
                  </a:lnTo>
                  <a:lnTo>
                    <a:pt x="1433" y="128327"/>
                  </a:lnTo>
                  <a:lnTo>
                    <a:pt x="822" y="133603"/>
                  </a:lnTo>
                  <a:lnTo>
                    <a:pt x="380" y="138896"/>
                  </a:lnTo>
                  <a:lnTo>
                    <a:pt x="105" y="144200"/>
                  </a:lnTo>
                  <a:lnTo>
                    <a:pt x="0" y="149511"/>
                  </a:lnTo>
                  <a:lnTo>
                    <a:pt x="63" y="154822"/>
                  </a:lnTo>
                  <a:lnTo>
                    <a:pt x="294" y="160128"/>
                  </a:lnTo>
                  <a:lnTo>
                    <a:pt x="694" y="165424"/>
                  </a:lnTo>
                  <a:lnTo>
                    <a:pt x="1263" y="170705"/>
                  </a:lnTo>
                  <a:lnTo>
                    <a:pt x="1998" y="175965"/>
                  </a:lnTo>
                  <a:lnTo>
                    <a:pt x="2901" y="181199"/>
                  </a:lnTo>
                  <a:lnTo>
                    <a:pt x="3969" y="186402"/>
                  </a:lnTo>
                  <a:lnTo>
                    <a:pt x="5202" y="191569"/>
                  </a:lnTo>
                  <a:lnTo>
                    <a:pt x="6598" y="196693"/>
                  </a:lnTo>
                  <a:lnTo>
                    <a:pt x="8157" y="201771"/>
                  </a:lnTo>
                  <a:lnTo>
                    <a:pt x="9876" y="206796"/>
                  </a:lnTo>
                  <a:lnTo>
                    <a:pt x="11754" y="211764"/>
                  </a:lnTo>
                  <a:lnTo>
                    <a:pt x="13789" y="216671"/>
                  </a:lnTo>
                  <a:lnTo>
                    <a:pt x="15979" y="221510"/>
                  </a:lnTo>
                  <a:lnTo>
                    <a:pt x="18321" y="226277"/>
                  </a:lnTo>
                  <a:lnTo>
                    <a:pt x="20813" y="230967"/>
                  </a:lnTo>
                  <a:lnTo>
                    <a:pt x="23454" y="235575"/>
                  </a:lnTo>
                  <a:lnTo>
                    <a:pt x="26239" y="240098"/>
                  </a:lnTo>
                  <a:lnTo>
                    <a:pt x="29167" y="244530"/>
                  </a:lnTo>
                  <a:lnTo>
                    <a:pt x="32234" y="248866"/>
                  </a:lnTo>
                  <a:lnTo>
                    <a:pt x="35437" y="253103"/>
                  </a:lnTo>
                  <a:lnTo>
                    <a:pt x="38773" y="257236"/>
                  </a:lnTo>
                  <a:lnTo>
                    <a:pt x="42239" y="261261"/>
                  </a:lnTo>
                  <a:lnTo>
                    <a:pt x="45830" y="265173"/>
                  </a:lnTo>
                  <a:lnTo>
                    <a:pt x="49545" y="268970"/>
                  </a:lnTo>
                  <a:lnTo>
                    <a:pt x="53378" y="272647"/>
                  </a:lnTo>
                  <a:lnTo>
                    <a:pt x="57326" y="276200"/>
                  </a:lnTo>
                  <a:lnTo>
                    <a:pt x="61385" y="279626"/>
                  </a:lnTo>
                  <a:lnTo>
                    <a:pt x="65550" y="282921"/>
                  </a:lnTo>
                  <a:lnTo>
                    <a:pt x="69818" y="286082"/>
                  </a:lnTo>
                  <a:lnTo>
                    <a:pt x="74185" y="289106"/>
                  </a:lnTo>
                  <a:lnTo>
                    <a:pt x="78645" y="291990"/>
                  </a:lnTo>
                  <a:lnTo>
                    <a:pt x="83195" y="294730"/>
                  </a:lnTo>
                  <a:lnTo>
                    <a:pt x="87829" y="297325"/>
                  </a:lnTo>
                  <a:lnTo>
                    <a:pt x="92544" y="299771"/>
                  </a:lnTo>
                  <a:lnTo>
                    <a:pt x="97334" y="302066"/>
                  </a:lnTo>
                  <a:lnTo>
                    <a:pt x="102194" y="304208"/>
                  </a:lnTo>
                  <a:lnTo>
                    <a:pt x="107120" y="306195"/>
                  </a:lnTo>
                  <a:lnTo>
                    <a:pt x="112107" y="308023"/>
                  </a:lnTo>
                  <a:lnTo>
                    <a:pt x="117149" y="309693"/>
                  </a:lnTo>
                  <a:lnTo>
                    <a:pt x="122242" y="311201"/>
                  </a:lnTo>
                  <a:lnTo>
                    <a:pt x="127380" y="312547"/>
                  </a:lnTo>
                  <a:lnTo>
                    <a:pt x="132558" y="313729"/>
                  </a:lnTo>
                  <a:lnTo>
                    <a:pt x="137771" y="314746"/>
                  </a:lnTo>
                  <a:lnTo>
                    <a:pt x="143014" y="315597"/>
                  </a:lnTo>
                  <a:lnTo>
                    <a:pt x="148281" y="316281"/>
                  </a:lnTo>
                  <a:lnTo>
                    <a:pt x="153567" y="316797"/>
                  </a:lnTo>
                  <a:lnTo>
                    <a:pt x="158867" y="317145"/>
                  </a:lnTo>
                  <a:lnTo>
                    <a:pt x="164176" y="317324"/>
                  </a:lnTo>
                  <a:lnTo>
                    <a:pt x="169487" y="317335"/>
                  </a:lnTo>
                  <a:lnTo>
                    <a:pt x="174796" y="317176"/>
                  </a:lnTo>
                  <a:lnTo>
                    <a:pt x="180097" y="316850"/>
                  </a:lnTo>
                  <a:lnTo>
                    <a:pt x="185386" y="316355"/>
                  </a:lnTo>
                  <a:lnTo>
                    <a:pt x="190656" y="315692"/>
                  </a:lnTo>
                  <a:lnTo>
                    <a:pt x="195902" y="314862"/>
                  </a:lnTo>
                  <a:lnTo>
                    <a:pt x="201119" y="313866"/>
                  </a:lnTo>
                  <a:lnTo>
                    <a:pt x="206302" y="312705"/>
                  </a:lnTo>
                  <a:lnTo>
                    <a:pt x="211445" y="311380"/>
                  </a:lnTo>
                  <a:lnTo>
                    <a:pt x="216544" y="309892"/>
                  </a:lnTo>
                  <a:lnTo>
                    <a:pt x="221593" y="308242"/>
                  </a:lnTo>
                  <a:lnTo>
                    <a:pt x="226587" y="306433"/>
                  </a:lnTo>
                  <a:lnTo>
                    <a:pt x="231520" y="304467"/>
                  </a:lnTo>
                  <a:lnTo>
                    <a:pt x="236389" y="302344"/>
                  </a:lnTo>
                  <a:lnTo>
                    <a:pt x="241188" y="300069"/>
                  </a:lnTo>
                  <a:lnTo>
                    <a:pt x="245913" y="297641"/>
                  </a:lnTo>
                  <a:lnTo>
                    <a:pt x="250558" y="295065"/>
                  </a:lnTo>
                  <a:lnTo>
                    <a:pt x="255118" y="292343"/>
                  </a:lnTo>
                  <a:lnTo>
                    <a:pt x="259590" y="289477"/>
                  </a:lnTo>
                  <a:lnTo>
                    <a:pt x="263969" y="286470"/>
                  </a:lnTo>
                  <a:lnTo>
                    <a:pt x="268249" y="283326"/>
                  </a:lnTo>
                  <a:lnTo>
                    <a:pt x="272428" y="280048"/>
                  </a:lnTo>
                  <a:lnTo>
                    <a:pt x="276501" y="276638"/>
                  </a:lnTo>
                  <a:lnTo>
                    <a:pt x="280463" y="273101"/>
                  </a:lnTo>
                  <a:lnTo>
                    <a:pt x="284311" y="269439"/>
                  </a:lnTo>
                  <a:lnTo>
                    <a:pt x="288040" y="265658"/>
                  </a:lnTo>
                  <a:lnTo>
                    <a:pt x="291647" y="261759"/>
                  </a:lnTo>
                  <a:lnTo>
                    <a:pt x="295129" y="257748"/>
                  </a:lnTo>
                  <a:lnTo>
                    <a:pt x="298482" y="253629"/>
                  </a:lnTo>
                  <a:lnTo>
                    <a:pt x="301702" y="249405"/>
                  </a:lnTo>
                  <a:lnTo>
                    <a:pt x="304786" y="245081"/>
                  </a:lnTo>
                  <a:lnTo>
                    <a:pt x="307732" y="240661"/>
                  </a:lnTo>
                  <a:lnTo>
                    <a:pt x="310535" y="236149"/>
                  </a:lnTo>
                  <a:lnTo>
                    <a:pt x="313194" y="231551"/>
                  </a:lnTo>
                  <a:lnTo>
                    <a:pt x="315705" y="226871"/>
                  </a:lnTo>
                  <a:lnTo>
                    <a:pt x="318066" y="222114"/>
                  </a:lnTo>
                  <a:lnTo>
                    <a:pt x="320275" y="217283"/>
                  </a:lnTo>
                  <a:lnTo>
                    <a:pt x="322330" y="212385"/>
                  </a:lnTo>
                  <a:lnTo>
                    <a:pt x="324227" y="207425"/>
                  </a:lnTo>
                  <a:lnTo>
                    <a:pt x="325967" y="202406"/>
                  </a:lnTo>
                  <a:lnTo>
                    <a:pt x="327545" y="197335"/>
                  </a:lnTo>
                  <a:lnTo>
                    <a:pt x="328962" y="192216"/>
                  </a:lnTo>
                  <a:lnTo>
                    <a:pt x="330216" y="187055"/>
                  </a:lnTo>
                  <a:lnTo>
                    <a:pt x="331305" y="181856"/>
                  </a:lnTo>
                  <a:lnTo>
                    <a:pt x="332228" y="176626"/>
                  </a:lnTo>
                  <a:lnTo>
                    <a:pt x="332985" y="171368"/>
                  </a:lnTo>
                  <a:lnTo>
                    <a:pt x="333575" y="166090"/>
                  </a:lnTo>
                  <a:lnTo>
                    <a:pt x="333996" y="160795"/>
                  </a:lnTo>
                  <a:lnTo>
                    <a:pt x="334249" y="155490"/>
                  </a:lnTo>
                  <a:lnTo>
                    <a:pt x="334333" y="150179"/>
                  </a:lnTo>
                  <a:lnTo>
                    <a:pt x="334249" y="144868"/>
                  </a:lnTo>
                  <a:lnTo>
                    <a:pt x="333995" y="139563"/>
                  </a:lnTo>
                  <a:lnTo>
                    <a:pt x="333574" y="134268"/>
                  </a:lnTo>
                  <a:lnTo>
                    <a:pt x="332984" y="128990"/>
                  </a:lnTo>
                  <a:lnTo>
                    <a:pt x="332227" y="123733"/>
                  </a:lnTo>
                  <a:lnTo>
                    <a:pt x="331304" y="118502"/>
                  </a:lnTo>
                  <a:lnTo>
                    <a:pt x="330214" y="113304"/>
                  </a:lnTo>
                  <a:lnTo>
                    <a:pt x="328960" y="108142"/>
                  </a:lnTo>
                  <a:lnTo>
                    <a:pt x="327543" y="103024"/>
                  </a:lnTo>
                  <a:lnTo>
                    <a:pt x="325964" y="97952"/>
                  </a:lnTo>
                  <a:lnTo>
                    <a:pt x="324224" y="92934"/>
                  </a:lnTo>
                  <a:lnTo>
                    <a:pt x="322326" y="87973"/>
                  </a:lnTo>
                  <a:lnTo>
                    <a:pt x="320272" y="83075"/>
                  </a:lnTo>
                  <a:lnTo>
                    <a:pt x="318062" y="78245"/>
                  </a:lnTo>
                  <a:lnTo>
                    <a:pt x="315701" y="73488"/>
                  </a:lnTo>
                  <a:lnTo>
                    <a:pt x="313189" y="68808"/>
                  </a:lnTo>
                  <a:lnTo>
                    <a:pt x="310531" y="64210"/>
                  </a:lnTo>
                  <a:lnTo>
                    <a:pt x="307727" y="59699"/>
                  </a:lnTo>
                  <a:lnTo>
                    <a:pt x="304781" y="55279"/>
                  </a:lnTo>
                  <a:lnTo>
                    <a:pt x="301697" y="50955"/>
                  </a:lnTo>
                  <a:lnTo>
                    <a:pt x="298477" y="46731"/>
                  </a:lnTo>
                  <a:lnTo>
                    <a:pt x="295124" y="42612"/>
                  </a:lnTo>
                  <a:lnTo>
                    <a:pt x="291642" y="38601"/>
                  </a:lnTo>
                  <a:lnTo>
                    <a:pt x="288034" y="34703"/>
                  </a:lnTo>
                  <a:lnTo>
                    <a:pt x="284304" y="30921"/>
                  </a:lnTo>
                  <a:lnTo>
                    <a:pt x="280456" y="27260"/>
                  </a:lnTo>
                  <a:lnTo>
                    <a:pt x="276494" y="23723"/>
                  </a:lnTo>
                  <a:lnTo>
                    <a:pt x="167166" y="1501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9328" cy="167167"/>
            </a:xfrm>
            <a:custGeom>
              <a:avLst/>
              <a:pathLst>
                <a:path w="109328" h="167167">
                  <a:moveTo>
                    <a:pt x="109328" y="40707"/>
                  </a:moveTo>
                  <a:lnTo>
                    <a:pt x="104973" y="37069"/>
                  </a:lnTo>
                  <a:lnTo>
                    <a:pt x="100497" y="33581"/>
                  </a:lnTo>
                  <a:lnTo>
                    <a:pt x="95905" y="30247"/>
                  </a:lnTo>
                  <a:lnTo>
                    <a:pt x="91203" y="27071"/>
                  </a:lnTo>
                  <a:lnTo>
                    <a:pt x="86396" y="24056"/>
                  </a:lnTo>
                  <a:lnTo>
                    <a:pt x="81489" y="21207"/>
                  </a:lnTo>
                  <a:lnTo>
                    <a:pt x="76488" y="18525"/>
                  </a:lnTo>
                  <a:lnTo>
                    <a:pt x="71399" y="16015"/>
                  </a:lnTo>
                  <a:lnTo>
                    <a:pt x="66228" y="13678"/>
                  </a:lnTo>
                  <a:lnTo>
                    <a:pt x="60980" y="11519"/>
                  </a:lnTo>
                  <a:lnTo>
                    <a:pt x="55663" y="9539"/>
                  </a:lnTo>
                  <a:lnTo>
                    <a:pt x="50281" y="7741"/>
                  </a:lnTo>
                  <a:lnTo>
                    <a:pt x="44841" y="6126"/>
                  </a:lnTo>
                  <a:lnTo>
                    <a:pt x="39350" y="4697"/>
                  </a:lnTo>
                  <a:lnTo>
                    <a:pt x="33813" y="3455"/>
                  </a:lnTo>
                  <a:lnTo>
                    <a:pt x="28237" y="2402"/>
                  </a:lnTo>
                  <a:lnTo>
                    <a:pt x="22629" y="1538"/>
                  </a:lnTo>
                  <a:lnTo>
                    <a:pt x="16994" y="866"/>
                  </a:lnTo>
                  <a:lnTo>
                    <a:pt x="11340" y="385"/>
                  </a:lnTo>
                  <a:lnTo>
                    <a:pt x="567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291" y="1681503"/>
              <a:ext cx="3233" cy="167167"/>
            </a:xfrm>
            <a:custGeom>
              <a:avLst/>
              <a:pathLst>
                <a:path w="3233" h="167167">
                  <a:moveTo>
                    <a:pt x="3233" y="0"/>
                  </a:moveTo>
                  <a:lnTo>
                    <a:pt x="0" y="31"/>
                  </a:lnTo>
                  <a:lnTo>
                    <a:pt x="32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291" y="1681534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54297" y="1681534"/>
              <a:ext cx="132227" cy="167136"/>
            </a:xfrm>
            <a:custGeom>
              <a:avLst/>
              <a:pathLst>
                <a:path w="132227" h="167136">
                  <a:moveTo>
                    <a:pt x="128994" y="0"/>
                  </a:moveTo>
                  <a:lnTo>
                    <a:pt x="123468" y="198"/>
                  </a:lnTo>
                  <a:lnTo>
                    <a:pt x="117952" y="579"/>
                  </a:lnTo>
                  <a:lnTo>
                    <a:pt x="112452" y="1142"/>
                  </a:lnTo>
                  <a:lnTo>
                    <a:pt x="106973" y="1887"/>
                  </a:lnTo>
                  <a:lnTo>
                    <a:pt x="101522" y="2812"/>
                  </a:lnTo>
                  <a:lnTo>
                    <a:pt x="96104" y="3918"/>
                  </a:lnTo>
                  <a:lnTo>
                    <a:pt x="90726" y="5202"/>
                  </a:lnTo>
                  <a:lnTo>
                    <a:pt x="85394" y="6663"/>
                  </a:lnTo>
                  <a:lnTo>
                    <a:pt x="80112" y="8299"/>
                  </a:lnTo>
                  <a:lnTo>
                    <a:pt x="74888" y="10110"/>
                  </a:lnTo>
                  <a:lnTo>
                    <a:pt x="69726" y="12092"/>
                  </a:lnTo>
                  <a:lnTo>
                    <a:pt x="64633" y="14243"/>
                  </a:lnTo>
                  <a:lnTo>
                    <a:pt x="59614" y="16563"/>
                  </a:lnTo>
                  <a:lnTo>
                    <a:pt x="54674" y="19046"/>
                  </a:lnTo>
                  <a:lnTo>
                    <a:pt x="49819" y="21692"/>
                  </a:lnTo>
                  <a:lnTo>
                    <a:pt x="45054" y="24497"/>
                  </a:lnTo>
                  <a:lnTo>
                    <a:pt x="40384" y="27458"/>
                  </a:lnTo>
                  <a:lnTo>
                    <a:pt x="35815" y="30572"/>
                  </a:lnTo>
                  <a:lnTo>
                    <a:pt x="31352" y="33835"/>
                  </a:lnTo>
                  <a:lnTo>
                    <a:pt x="26999" y="37244"/>
                  </a:lnTo>
                  <a:lnTo>
                    <a:pt x="22760" y="40795"/>
                  </a:lnTo>
                  <a:lnTo>
                    <a:pt x="18642" y="44484"/>
                  </a:lnTo>
                  <a:lnTo>
                    <a:pt x="14648" y="48307"/>
                  </a:lnTo>
                  <a:lnTo>
                    <a:pt x="10783" y="52261"/>
                  </a:lnTo>
                  <a:lnTo>
                    <a:pt x="7050" y="56340"/>
                  </a:lnTo>
                  <a:lnTo>
                    <a:pt x="3454" y="60540"/>
                  </a:lnTo>
                  <a:lnTo>
                    <a:pt x="0" y="64857"/>
                  </a:lnTo>
                  <a:lnTo>
                    <a:pt x="132227" y="167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4" y="1681503"/>
              <a:ext cx="334312" cy="334333"/>
            </a:xfrm>
            <a:custGeom>
              <a:avLst/>
              <a:pathLst>
                <a:path w="334312" h="334333">
                  <a:moveTo>
                    <a:pt x="34933" y="64889"/>
                  </a:moveTo>
                  <a:lnTo>
                    <a:pt x="31750" y="69142"/>
                  </a:lnTo>
                  <a:lnTo>
                    <a:pt x="28703" y="73494"/>
                  </a:lnTo>
                  <a:lnTo>
                    <a:pt x="25797" y="77940"/>
                  </a:lnTo>
                  <a:lnTo>
                    <a:pt x="23033" y="82477"/>
                  </a:lnTo>
                  <a:lnTo>
                    <a:pt x="20415" y="87099"/>
                  </a:lnTo>
                  <a:lnTo>
                    <a:pt x="17945" y="91803"/>
                  </a:lnTo>
                  <a:lnTo>
                    <a:pt x="15626" y="96582"/>
                  </a:lnTo>
                  <a:lnTo>
                    <a:pt x="13459" y="101432"/>
                  </a:lnTo>
                  <a:lnTo>
                    <a:pt x="11448" y="106349"/>
                  </a:lnTo>
                  <a:lnTo>
                    <a:pt x="9595" y="111328"/>
                  </a:lnTo>
                  <a:lnTo>
                    <a:pt x="7900" y="116362"/>
                  </a:lnTo>
                  <a:lnTo>
                    <a:pt x="6366" y="121448"/>
                  </a:lnTo>
                  <a:lnTo>
                    <a:pt x="4994" y="126581"/>
                  </a:lnTo>
                  <a:lnTo>
                    <a:pt x="3787" y="131754"/>
                  </a:lnTo>
                  <a:lnTo>
                    <a:pt x="2744" y="136963"/>
                  </a:lnTo>
                  <a:lnTo>
                    <a:pt x="1867" y="142202"/>
                  </a:lnTo>
                  <a:lnTo>
                    <a:pt x="1158" y="147467"/>
                  </a:lnTo>
                  <a:lnTo>
                    <a:pt x="615" y="152752"/>
                  </a:lnTo>
                  <a:lnTo>
                    <a:pt x="241" y="158051"/>
                  </a:lnTo>
                  <a:lnTo>
                    <a:pt x="36" y="163359"/>
                  </a:lnTo>
                  <a:lnTo>
                    <a:pt x="0" y="168671"/>
                  </a:lnTo>
                  <a:lnTo>
                    <a:pt x="132" y="173982"/>
                  </a:lnTo>
                  <a:lnTo>
                    <a:pt x="433" y="179286"/>
                  </a:lnTo>
                  <a:lnTo>
                    <a:pt x="902" y="184577"/>
                  </a:lnTo>
                  <a:lnTo>
                    <a:pt x="1539" y="189851"/>
                  </a:lnTo>
                  <a:lnTo>
                    <a:pt x="2343" y="195102"/>
                  </a:lnTo>
                  <a:lnTo>
                    <a:pt x="3314" y="200325"/>
                  </a:lnTo>
                  <a:lnTo>
                    <a:pt x="4451" y="205514"/>
                  </a:lnTo>
                  <a:lnTo>
                    <a:pt x="5751" y="210665"/>
                  </a:lnTo>
                  <a:lnTo>
                    <a:pt x="7215" y="215772"/>
                  </a:lnTo>
                  <a:lnTo>
                    <a:pt x="8840" y="220829"/>
                  </a:lnTo>
                  <a:lnTo>
                    <a:pt x="10625" y="225833"/>
                  </a:lnTo>
                  <a:lnTo>
                    <a:pt x="12568" y="230777"/>
                  </a:lnTo>
                  <a:lnTo>
                    <a:pt x="14667" y="235657"/>
                  </a:lnTo>
                  <a:lnTo>
                    <a:pt x="16920" y="240468"/>
                  </a:lnTo>
                  <a:lnTo>
                    <a:pt x="19325" y="245204"/>
                  </a:lnTo>
                  <a:lnTo>
                    <a:pt x="21880" y="249862"/>
                  </a:lnTo>
                  <a:lnTo>
                    <a:pt x="24581" y="254437"/>
                  </a:lnTo>
                  <a:lnTo>
                    <a:pt x="27426" y="258923"/>
                  </a:lnTo>
                  <a:lnTo>
                    <a:pt x="30412" y="263317"/>
                  </a:lnTo>
                  <a:lnTo>
                    <a:pt x="33536" y="267613"/>
                  </a:lnTo>
                  <a:lnTo>
                    <a:pt x="36795" y="271808"/>
                  </a:lnTo>
                  <a:lnTo>
                    <a:pt x="40186" y="275898"/>
                  </a:lnTo>
                  <a:lnTo>
                    <a:pt x="43704" y="279877"/>
                  </a:lnTo>
                  <a:lnTo>
                    <a:pt x="47348" y="283743"/>
                  </a:lnTo>
                  <a:lnTo>
                    <a:pt x="51113" y="287491"/>
                  </a:lnTo>
                  <a:lnTo>
                    <a:pt x="54995" y="291118"/>
                  </a:lnTo>
                  <a:lnTo>
                    <a:pt x="58990" y="294619"/>
                  </a:lnTo>
                  <a:lnTo>
                    <a:pt x="63094" y="297992"/>
                  </a:lnTo>
                  <a:lnTo>
                    <a:pt x="67303" y="301233"/>
                  </a:lnTo>
                  <a:lnTo>
                    <a:pt x="71614" y="304338"/>
                  </a:lnTo>
                  <a:lnTo>
                    <a:pt x="76020" y="307304"/>
                  </a:lnTo>
                  <a:lnTo>
                    <a:pt x="80519" y="310130"/>
                  </a:lnTo>
                  <a:lnTo>
                    <a:pt x="85105" y="312810"/>
                  </a:lnTo>
                  <a:lnTo>
                    <a:pt x="89775" y="315344"/>
                  </a:lnTo>
                  <a:lnTo>
                    <a:pt x="94522" y="317728"/>
                  </a:lnTo>
                  <a:lnTo>
                    <a:pt x="99343" y="319960"/>
                  </a:lnTo>
                  <a:lnTo>
                    <a:pt x="104232" y="322038"/>
                  </a:lnTo>
                  <a:lnTo>
                    <a:pt x="109184" y="323959"/>
                  </a:lnTo>
                  <a:lnTo>
                    <a:pt x="114196" y="325722"/>
                  </a:lnTo>
                  <a:lnTo>
                    <a:pt x="119260" y="327325"/>
                  </a:lnTo>
                  <a:lnTo>
                    <a:pt x="124373" y="328766"/>
                  </a:lnTo>
                  <a:lnTo>
                    <a:pt x="129530" y="330044"/>
                  </a:lnTo>
                  <a:lnTo>
                    <a:pt x="134724" y="331157"/>
                  </a:lnTo>
                  <a:lnTo>
                    <a:pt x="139951" y="332105"/>
                  </a:lnTo>
                  <a:lnTo>
                    <a:pt x="145206" y="332886"/>
                  </a:lnTo>
                  <a:lnTo>
                    <a:pt x="150482" y="333500"/>
                  </a:lnTo>
                  <a:lnTo>
                    <a:pt x="155776" y="333946"/>
                  </a:lnTo>
                  <a:lnTo>
                    <a:pt x="161081" y="334224"/>
                  </a:lnTo>
                  <a:lnTo>
                    <a:pt x="166392" y="334333"/>
                  </a:lnTo>
                  <a:lnTo>
                    <a:pt x="171704" y="334273"/>
                  </a:lnTo>
                  <a:lnTo>
                    <a:pt x="177012" y="334044"/>
                  </a:lnTo>
                  <a:lnTo>
                    <a:pt x="182309" y="333647"/>
                  </a:lnTo>
                  <a:lnTo>
                    <a:pt x="187591" y="333081"/>
                  </a:lnTo>
                  <a:lnTo>
                    <a:pt x="192853" y="332348"/>
                  </a:lnTo>
                  <a:lnTo>
                    <a:pt x="198088" y="331448"/>
                  </a:lnTo>
                  <a:lnTo>
                    <a:pt x="203292" y="330383"/>
                  </a:lnTo>
                  <a:lnTo>
                    <a:pt x="208460" y="329152"/>
                  </a:lnTo>
                  <a:lnTo>
                    <a:pt x="213586" y="327758"/>
                  </a:lnTo>
                  <a:lnTo>
                    <a:pt x="218666" y="326202"/>
                  </a:lnTo>
                  <a:lnTo>
                    <a:pt x="223693" y="324485"/>
                  </a:lnTo>
                  <a:lnTo>
                    <a:pt x="228663" y="322609"/>
                  </a:lnTo>
                  <a:lnTo>
                    <a:pt x="233571" y="320577"/>
                  </a:lnTo>
                  <a:lnTo>
                    <a:pt x="238412" y="318389"/>
                  </a:lnTo>
                  <a:lnTo>
                    <a:pt x="243181" y="316049"/>
                  </a:lnTo>
                  <a:lnTo>
                    <a:pt x="247873" y="313558"/>
                  </a:lnTo>
                  <a:lnTo>
                    <a:pt x="252484" y="310920"/>
                  </a:lnTo>
                  <a:lnTo>
                    <a:pt x="257008" y="308136"/>
                  </a:lnTo>
                  <a:lnTo>
                    <a:pt x="261442" y="305210"/>
                  </a:lnTo>
                  <a:lnTo>
                    <a:pt x="265781" y="302144"/>
                  </a:lnTo>
                  <a:lnTo>
                    <a:pt x="270020" y="298943"/>
                  </a:lnTo>
                  <a:lnTo>
                    <a:pt x="274155" y="295608"/>
                  </a:lnTo>
                  <a:lnTo>
                    <a:pt x="278182" y="292143"/>
                  </a:lnTo>
                  <a:lnTo>
                    <a:pt x="282097" y="288552"/>
                  </a:lnTo>
                  <a:lnTo>
                    <a:pt x="285896" y="284839"/>
                  </a:lnTo>
                  <a:lnTo>
                    <a:pt x="289575" y="281007"/>
                  </a:lnTo>
                  <a:lnTo>
                    <a:pt x="293130" y="277060"/>
                  </a:lnTo>
                  <a:lnTo>
                    <a:pt x="296559" y="273002"/>
                  </a:lnTo>
                  <a:lnTo>
                    <a:pt x="299856" y="268837"/>
                  </a:lnTo>
                  <a:lnTo>
                    <a:pt x="303020" y="264569"/>
                  </a:lnTo>
                  <a:lnTo>
                    <a:pt x="306046" y="260203"/>
                  </a:lnTo>
                  <a:lnTo>
                    <a:pt x="308932" y="255743"/>
                  </a:lnTo>
                  <a:lnTo>
                    <a:pt x="311675" y="251194"/>
                  </a:lnTo>
                  <a:lnTo>
                    <a:pt x="314272" y="246559"/>
                  </a:lnTo>
                  <a:lnTo>
                    <a:pt x="316720" y="241845"/>
                  </a:lnTo>
                  <a:lnTo>
                    <a:pt x="319017" y="237055"/>
                  </a:lnTo>
                  <a:lnTo>
                    <a:pt x="321161" y="232195"/>
                  </a:lnTo>
                  <a:lnTo>
                    <a:pt x="323150" y="227269"/>
                  </a:lnTo>
                  <a:lnTo>
                    <a:pt x="324981" y="222282"/>
                  </a:lnTo>
                  <a:lnTo>
                    <a:pt x="326652" y="217239"/>
                  </a:lnTo>
                  <a:lnTo>
                    <a:pt x="328163" y="212146"/>
                  </a:lnTo>
                  <a:lnTo>
                    <a:pt x="329511" y="207008"/>
                  </a:lnTo>
                  <a:lnTo>
                    <a:pt x="330695" y="201829"/>
                  </a:lnTo>
                  <a:lnTo>
                    <a:pt x="331713" y="196615"/>
                  </a:lnTo>
                  <a:lnTo>
                    <a:pt x="332566" y="191372"/>
                  </a:lnTo>
                  <a:lnTo>
                    <a:pt x="333252" y="186104"/>
                  </a:lnTo>
                  <a:lnTo>
                    <a:pt x="333769" y="180817"/>
                  </a:lnTo>
                  <a:lnTo>
                    <a:pt x="334119" y="175516"/>
                  </a:lnTo>
                  <a:lnTo>
                    <a:pt x="334300" y="170207"/>
                  </a:lnTo>
                  <a:lnTo>
                    <a:pt x="334312" y="164895"/>
                  </a:lnTo>
                  <a:lnTo>
                    <a:pt x="334156" y="159585"/>
                  </a:lnTo>
                  <a:lnTo>
                    <a:pt x="333830" y="154282"/>
                  </a:lnTo>
                  <a:lnTo>
                    <a:pt x="333337" y="148993"/>
                  </a:lnTo>
                  <a:lnTo>
                    <a:pt x="332675" y="143722"/>
                  </a:lnTo>
                  <a:lnTo>
                    <a:pt x="331847" y="138475"/>
                  </a:lnTo>
                  <a:lnTo>
                    <a:pt x="330852" y="133257"/>
                  </a:lnTo>
                  <a:lnTo>
                    <a:pt x="329692" y="128072"/>
                  </a:lnTo>
                  <a:lnTo>
                    <a:pt x="328368" y="122928"/>
                  </a:lnTo>
                  <a:lnTo>
                    <a:pt x="326881" y="117828"/>
                  </a:lnTo>
                  <a:lnTo>
                    <a:pt x="325232" y="112778"/>
                  </a:lnTo>
                  <a:lnTo>
                    <a:pt x="323424" y="107783"/>
                  </a:lnTo>
                  <a:lnTo>
                    <a:pt x="321458" y="102847"/>
                  </a:lnTo>
                  <a:lnTo>
                    <a:pt x="319337" y="97977"/>
                  </a:lnTo>
                  <a:lnTo>
                    <a:pt x="317062" y="93177"/>
                  </a:lnTo>
                  <a:lnTo>
                    <a:pt x="314635" y="88451"/>
                  </a:lnTo>
                  <a:lnTo>
                    <a:pt x="312059" y="83805"/>
                  </a:lnTo>
                  <a:lnTo>
                    <a:pt x="309337" y="79243"/>
                  </a:lnTo>
                  <a:lnTo>
                    <a:pt x="306472" y="74770"/>
                  </a:lnTo>
                  <a:lnTo>
                    <a:pt x="303466" y="70390"/>
                  </a:lnTo>
                  <a:lnTo>
                    <a:pt x="300322" y="66108"/>
                  </a:lnTo>
                  <a:lnTo>
                    <a:pt x="297043" y="61928"/>
                  </a:lnTo>
                  <a:lnTo>
                    <a:pt x="293634" y="57854"/>
                  </a:lnTo>
                  <a:lnTo>
                    <a:pt x="290097" y="53891"/>
                  </a:lnTo>
                  <a:lnTo>
                    <a:pt x="286435" y="50041"/>
                  </a:lnTo>
                  <a:lnTo>
                    <a:pt x="282654" y="46311"/>
                  </a:lnTo>
                  <a:lnTo>
                    <a:pt x="278755" y="42702"/>
                  </a:lnTo>
                  <a:lnTo>
                    <a:pt x="274744" y="39219"/>
                  </a:lnTo>
                  <a:lnTo>
                    <a:pt x="270624" y="35865"/>
                  </a:lnTo>
                  <a:lnTo>
                    <a:pt x="266400" y="32644"/>
                  </a:lnTo>
                  <a:lnTo>
                    <a:pt x="262075" y="29559"/>
                  </a:lnTo>
                  <a:lnTo>
                    <a:pt x="257655" y="26612"/>
                  </a:lnTo>
                  <a:lnTo>
                    <a:pt x="253143" y="23808"/>
                  </a:lnTo>
                  <a:lnTo>
                    <a:pt x="248545" y="21148"/>
                  </a:lnTo>
                  <a:lnTo>
                    <a:pt x="243864" y="18636"/>
                  </a:lnTo>
                  <a:lnTo>
                    <a:pt x="239106" y="16274"/>
                  </a:lnTo>
                  <a:lnTo>
                    <a:pt x="234275" y="14064"/>
                  </a:lnTo>
                  <a:lnTo>
                    <a:pt x="229376" y="12009"/>
                  </a:lnTo>
                  <a:lnTo>
                    <a:pt x="224415" y="10110"/>
                  </a:lnTo>
                  <a:lnTo>
                    <a:pt x="219396" y="8370"/>
                  </a:lnTo>
                  <a:lnTo>
                    <a:pt x="214324" y="6791"/>
                  </a:lnTo>
                  <a:lnTo>
                    <a:pt x="209204" y="5373"/>
                  </a:lnTo>
                  <a:lnTo>
                    <a:pt x="204042" y="4119"/>
                  </a:lnTo>
                  <a:lnTo>
                    <a:pt x="198843" y="3029"/>
                  </a:lnTo>
                  <a:lnTo>
                    <a:pt x="193611" y="2105"/>
                  </a:lnTo>
                  <a:lnTo>
                    <a:pt x="188353" y="1348"/>
                  </a:lnTo>
                  <a:lnTo>
                    <a:pt x="183074" y="759"/>
                  </a:lnTo>
                  <a:lnTo>
                    <a:pt x="177778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097" y="2126963"/>
              <a:ext cx="24189" cy="167167"/>
            </a:xfrm>
            <a:custGeom>
              <a:avLst/>
              <a:pathLst>
                <a:path w="24189" h="167167">
                  <a:moveTo>
                    <a:pt x="24189" y="0"/>
                  </a:moveTo>
                  <a:lnTo>
                    <a:pt x="16101" y="195"/>
                  </a:lnTo>
                  <a:lnTo>
                    <a:pt x="8031" y="782"/>
                  </a:lnTo>
                  <a:lnTo>
                    <a:pt x="0" y="1759"/>
                  </a:lnTo>
                  <a:lnTo>
                    <a:pt x="2418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7097" y="2128723"/>
              <a:ext cx="24189" cy="165408"/>
            </a:xfrm>
            <a:custGeom>
              <a:avLst/>
              <a:pathLst>
                <a:path w="24189" h="165408">
                  <a:moveTo>
                    <a:pt x="0" y="0"/>
                  </a:moveTo>
                  <a:lnTo>
                    <a:pt x="24189" y="1654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1" y="2127846"/>
              <a:ext cx="334316" cy="333449"/>
            </a:xfrm>
            <a:custGeom>
              <a:avLst/>
              <a:pathLst>
                <a:path w="334316" h="333449">
                  <a:moveTo>
                    <a:pt x="142976" y="876"/>
                  </a:moveTo>
                  <a:lnTo>
                    <a:pt x="137762" y="1722"/>
                  </a:lnTo>
                  <a:lnTo>
                    <a:pt x="132578" y="2733"/>
                  </a:lnTo>
                  <a:lnTo>
                    <a:pt x="127429" y="3908"/>
                  </a:lnTo>
                  <a:lnTo>
                    <a:pt x="122319" y="5244"/>
                  </a:lnTo>
                  <a:lnTo>
                    <a:pt x="117253" y="6741"/>
                  </a:lnTo>
                  <a:lnTo>
                    <a:pt x="112238" y="8398"/>
                  </a:lnTo>
                  <a:lnTo>
                    <a:pt x="107278" y="10212"/>
                  </a:lnTo>
                  <a:lnTo>
                    <a:pt x="102377" y="12182"/>
                  </a:lnTo>
                  <a:lnTo>
                    <a:pt x="97541" y="14306"/>
                  </a:lnTo>
                  <a:lnTo>
                    <a:pt x="92774" y="16581"/>
                  </a:lnTo>
                  <a:lnTo>
                    <a:pt x="88082" y="19006"/>
                  </a:lnTo>
                  <a:lnTo>
                    <a:pt x="83468" y="21578"/>
                  </a:lnTo>
                  <a:lnTo>
                    <a:pt x="78939" y="24294"/>
                  </a:lnTo>
                  <a:lnTo>
                    <a:pt x="74497" y="27153"/>
                  </a:lnTo>
                  <a:lnTo>
                    <a:pt x="70148" y="30150"/>
                  </a:lnTo>
                  <a:lnTo>
                    <a:pt x="65895" y="33283"/>
                  </a:lnTo>
                  <a:lnTo>
                    <a:pt x="61744" y="36548"/>
                  </a:lnTo>
                  <a:lnTo>
                    <a:pt x="57698" y="39944"/>
                  </a:lnTo>
                  <a:lnTo>
                    <a:pt x="53761" y="43465"/>
                  </a:lnTo>
                  <a:lnTo>
                    <a:pt x="49938" y="47109"/>
                  </a:lnTo>
                  <a:lnTo>
                    <a:pt x="46231" y="50872"/>
                  </a:lnTo>
                  <a:lnTo>
                    <a:pt x="42646" y="54750"/>
                  </a:lnTo>
                  <a:lnTo>
                    <a:pt x="39184" y="58740"/>
                  </a:lnTo>
                  <a:lnTo>
                    <a:pt x="35851" y="62837"/>
                  </a:lnTo>
                  <a:lnTo>
                    <a:pt x="32648" y="67037"/>
                  </a:lnTo>
                  <a:lnTo>
                    <a:pt x="29580" y="71336"/>
                  </a:lnTo>
                  <a:lnTo>
                    <a:pt x="26649" y="75730"/>
                  </a:lnTo>
                  <a:lnTo>
                    <a:pt x="23858" y="80215"/>
                  </a:lnTo>
                  <a:lnTo>
                    <a:pt x="21211" y="84785"/>
                  </a:lnTo>
                  <a:lnTo>
                    <a:pt x="18709" y="89437"/>
                  </a:lnTo>
                  <a:lnTo>
                    <a:pt x="16355" y="94165"/>
                  </a:lnTo>
                  <a:lnTo>
                    <a:pt x="14152" y="98966"/>
                  </a:lnTo>
                  <a:lnTo>
                    <a:pt x="12102" y="103833"/>
                  </a:lnTo>
                  <a:lnTo>
                    <a:pt x="10206" y="108763"/>
                  </a:lnTo>
                  <a:lnTo>
                    <a:pt x="8467" y="113751"/>
                  </a:lnTo>
                  <a:lnTo>
                    <a:pt x="6887" y="118791"/>
                  </a:lnTo>
                  <a:lnTo>
                    <a:pt x="5466" y="123878"/>
                  </a:lnTo>
                  <a:lnTo>
                    <a:pt x="4207" y="129008"/>
                  </a:lnTo>
                  <a:lnTo>
                    <a:pt x="3111" y="134174"/>
                  </a:lnTo>
                  <a:lnTo>
                    <a:pt x="2179" y="139373"/>
                  </a:lnTo>
                  <a:lnTo>
                    <a:pt x="1411" y="144599"/>
                  </a:lnTo>
                  <a:lnTo>
                    <a:pt x="808" y="149846"/>
                  </a:lnTo>
                  <a:lnTo>
                    <a:pt x="372" y="155110"/>
                  </a:lnTo>
                  <a:lnTo>
                    <a:pt x="102" y="160385"/>
                  </a:lnTo>
                  <a:lnTo>
                    <a:pt x="0" y="165666"/>
                  </a:lnTo>
                  <a:lnTo>
                    <a:pt x="63" y="170947"/>
                  </a:lnTo>
                  <a:lnTo>
                    <a:pt x="294" y="176224"/>
                  </a:lnTo>
                  <a:lnTo>
                    <a:pt x="692" y="181491"/>
                  </a:lnTo>
                  <a:lnTo>
                    <a:pt x="1255" y="186743"/>
                  </a:lnTo>
                  <a:lnTo>
                    <a:pt x="1984" y="191974"/>
                  </a:lnTo>
                  <a:lnTo>
                    <a:pt x="2878" y="197180"/>
                  </a:lnTo>
                  <a:lnTo>
                    <a:pt x="3936" y="202355"/>
                  </a:lnTo>
                  <a:lnTo>
                    <a:pt x="5157" y="207493"/>
                  </a:lnTo>
                  <a:lnTo>
                    <a:pt x="6540" y="212591"/>
                  </a:lnTo>
                  <a:lnTo>
                    <a:pt x="8083" y="217642"/>
                  </a:lnTo>
                  <a:lnTo>
                    <a:pt x="9785" y="222643"/>
                  </a:lnTo>
                  <a:lnTo>
                    <a:pt x="11644" y="227586"/>
                  </a:lnTo>
                  <a:lnTo>
                    <a:pt x="13659" y="232469"/>
                  </a:lnTo>
                  <a:lnTo>
                    <a:pt x="15826" y="237286"/>
                  </a:lnTo>
                  <a:lnTo>
                    <a:pt x="18145" y="242031"/>
                  </a:lnTo>
                  <a:lnTo>
                    <a:pt x="20612" y="246702"/>
                  </a:lnTo>
                  <a:lnTo>
                    <a:pt x="23226" y="251291"/>
                  </a:lnTo>
                  <a:lnTo>
                    <a:pt x="25984" y="255796"/>
                  </a:lnTo>
                  <a:lnTo>
                    <a:pt x="28882" y="260212"/>
                  </a:lnTo>
                  <a:lnTo>
                    <a:pt x="31918" y="264534"/>
                  </a:lnTo>
                  <a:lnTo>
                    <a:pt x="35090" y="268757"/>
                  </a:lnTo>
                  <a:lnTo>
                    <a:pt x="38393" y="272879"/>
                  </a:lnTo>
                  <a:lnTo>
                    <a:pt x="41825" y="276894"/>
                  </a:lnTo>
                  <a:lnTo>
                    <a:pt x="45382" y="280798"/>
                  </a:lnTo>
                  <a:lnTo>
                    <a:pt x="49061" y="284589"/>
                  </a:lnTo>
                  <a:lnTo>
                    <a:pt x="52857" y="288261"/>
                  </a:lnTo>
                  <a:lnTo>
                    <a:pt x="56768" y="291811"/>
                  </a:lnTo>
                  <a:lnTo>
                    <a:pt x="60788" y="295236"/>
                  </a:lnTo>
                  <a:lnTo>
                    <a:pt x="64915" y="298533"/>
                  </a:lnTo>
                  <a:lnTo>
                    <a:pt x="69144" y="301697"/>
                  </a:lnTo>
                  <a:lnTo>
                    <a:pt x="73471" y="304726"/>
                  </a:lnTo>
                  <a:lnTo>
                    <a:pt x="77892" y="307617"/>
                  </a:lnTo>
                  <a:lnTo>
                    <a:pt x="82401" y="310367"/>
                  </a:lnTo>
                  <a:lnTo>
                    <a:pt x="86996" y="312973"/>
                  </a:lnTo>
                  <a:lnTo>
                    <a:pt x="91670" y="315432"/>
                  </a:lnTo>
                  <a:lnTo>
                    <a:pt x="96420" y="317743"/>
                  </a:lnTo>
                  <a:lnTo>
                    <a:pt x="101240" y="319902"/>
                  </a:lnTo>
                  <a:lnTo>
                    <a:pt x="106126" y="321908"/>
                  </a:lnTo>
                  <a:lnTo>
                    <a:pt x="111073" y="323759"/>
                  </a:lnTo>
                  <a:lnTo>
                    <a:pt x="116076" y="325453"/>
                  </a:lnTo>
                  <a:lnTo>
                    <a:pt x="121130" y="326987"/>
                  </a:lnTo>
                  <a:lnTo>
                    <a:pt x="126230" y="328361"/>
                  </a:lnTo>
                  <a:lnTo>
                    <a:pt x="131371" y="329574"/>
                  </a:lnTo>
                  <a:lnTo>
                    <a:pt x="136547" y="330623"/>
                  </a:lnTo>
                  <a:lnTo>
                    <a:pt x="141754" y="331508"/>
                  </a:lnTo>
                  <a:lnTo>
                    <a:pt x="146987" y="332229"/>
                  </a:lnTo>
                  <a:lnTo>
                    <a:pt x="152240" y="332783"/>
                  </a:lnTo>
                  <a:lnTo>
                    <a:pt x="157507" y="333172"/>
                  </a:lnTo>
                  <a:lnTo>
                    <a:pt x="162784" y="333394"/>
                  </a:lnTo>
                  <a:lnTo>
                    <a:pt x="168066" y="333449"/>
                  </a:lnTo>
                  <a:lnTo>
                    <a:pt x="173347" y="333337"/>
                  </a:lnTo>
                  <a:lnTo>
                    <a:pt x="178621" y="333058"/>
                  </a:lnTo>
                  <a:lnTo>
                    <a:pt x="183884" y="332613"/>
                  </a:lnTo>
                  <a:lnTo>
                    <a:pt x="189131" y="332002"/>
                  </a:lnTo>
                  <a:lnTo>
                    <a:pt x="194355" y="331225"/>
                  </a:lnTo>
                  <a:lnTo>
                    <a:pt x="199552" y="330284"/>
                  </a:lnTo>
                  <a:lnTo>
                    <a:pt x="204717" y="329179"/>
                  </a:lnTo>
                  <a:lnTo>
                    <a:pt x="209845" y="327911"/>
                  </a:lnTo>
                  <a:lnTo>
                    <a:pt x="214930" y="326482"/>
                  </a:lnTo>
                  <a:lnTo>
                    <a:pt x="219967" y="324893"/>
                  </a:lnTo>
                  <a:lnTo>
                    <a:pt x="224951" y="323146"/>
                  </a:lnTo>
                  <a:lnTo>
                    <a:pt x="229878" y="321242"/>
                  </a:lnTo>
                  <a:lnTo>
                    <a:pt x="234742" y="319184"/>
                  </a:lnTo>
                  <a:lnTo>
                    <a:pt x="239539" y="316972"/>
                  </a:lnTo>
                  <a:lnTo>
                    <a:pt x="244263" y="314611"/>
                  </a:lnTo>
                  <a:lnTo>
                    <a:pt x="248911" y="312101"/>
                  </a:lnTo>
                  <a:lnTo>
                    <a:pt x="253477" y="309446"/>
                  </a:lnTo>
                  <a:lnTo>
                    <a:pt x="257957" y="306647"/>
                  </a:lnTo>
                  <a:lnTo>
                    <a:pt x="262346" y="303709"/>
                  </a:lnTo>
                  <a:lnTo>
                    <a:pt x="266640" y="300633"/>
                  </a:lnTo>
                  <a:lnTo>
                    <a:pt x="270834" y="297424"/>
                  </a:lnTo>
                  <a:lnTo>
                    <a:pt x="274926" y="294083"/>
                  </a:lnTo>
                  <a:lnTo>
                    <a:pt x="278909" y="290615"/>
                  </a:lnTo>
                  <a:lnTo>
                    <a:pt x="282782" y="287023"/>
                  </a:lnTo>
                  <a:lnTo>
                    <a:pt x="286538" y="283310"/>
                  </a:lnTo>
                  <a:lnTo>
                    <a:pt x="290176" y="279480"/>
                  </a:lnTo>
                  <a:lnTo>
                    <a:pt x="293691" y="275538"/>
                  </a:lnTo>
                  <a:lnTo>
                    <a:pt x="297079" y="271486"/>
                  </a:lnTo>
                  <a:lnTo>
                    <a:pt x="300338" y="267329"/>
                  </a:lnTo>
                  <a:lnTo>
                    <a:pt x="303464" y="263071"/>
                  </a:lnTo>
                  <a:lnTo>
                    <a:pt x="306453" y="258717"/>
                  </a:lnTo>
                  <a:lnTo>
                    <a:pt x="309304" y="254271"/>
                  </a:lnTo>
                  <a:lnTo>
                    <a:pt x="312013" y="249736"/>
                  </a:lnTo>
                  <a:lnTo>
                    <a:pt x="314577" y="245119"/>
                  </a:lnTo>
                  <a:lnTo>
                    <a:pt x="316994" y="240422"/>
                  </a:lnTo>
                  <a:lnTo>
                    <a:pt x="319261" y="235652"/>
                  </a:lnTo>
                  <a:lnTo>
                    <a:pt x="321377" y="230812"/>
                  </a:lnTo>
                  <a:lnTo>
                    <a:pt x="323338" y="225908"/>
                  </a:lnTo>
                  <a:lnTo>
                    <a:pt x="325144" y="220944"/>
                  </a:lnTo>
                  <a:lnTo>
                    <a:pt x="326792" y="215926"/>
                  </a:lnTo>
                  <a:lnTo>
                    <a:pt x="328281" y="210859"/>
                  </a:lnTo>
                  <a:lnTo>
                    <a:pt x="329609" y="205746"/>
                  </a:lnTo>
                  <a:lnTo>
                    <a:pt x="330774" y="200595"/>
                  </a:lnTo>
                  <a:lnTo>
                    <a:pt x="331776" y="195409"/>
                  </a:lnTo>
                  <a:lnTo>
                    <a:pt x="332614" y="190194"/>
                  </a:lnTo>
                  <a:lnTo>
                    <a:pt x="333287" y="184955"/>
                  </a:lnTo>
                  <a:lnTo>
                    <a:pt x="333794" y="179698"/>
                  </a:lnTo>
                  <a:lnTo>
                    <a:pt x="334135" y="174427"/>
                  </a:lnTo>
                  <a:lnTo>
                    <a:pt x="334309" y="169148"/>
                  </a:lnTo>
                  <a:lnTo>
                    <a:pt x="334316" y="163866"/>
                  </a:lnTo>
                  <a:lnTo>
                    <a:pt x="334156" y="158586"/>
                  </a:lnTo>
                  <a:lnTo>
                    <a:pt x="333829" y="153315"/>
                  </a:lnTo>
                  <a:lnTo>
                    <a:pt x="333336" y="148056"/>
                  </a:lnTo>
                  <a:lnTo>
                    <a:pt x="332678" y="142815"/>
                  </a:lnTo>
                  <a:lnTo>
                    <a:pt x="331854" y="137598"/>
                  </a:lnTo>
                  <a:lnTo>
                    <a:pt x="330865" y="132409"/>
                  </a:lnTo>
                  <a:lnTo>
                    <a:pt x="329713" y="127255"/>
                  </a:lnTo>
                  <a:lnTo>
                    <a:pt x="328399" y="122139"/>
                  </a:lnTo>
                  <a:lnTo>
                    <a:pt x="326924" y="117067"/>
                  </a:lnTo>
                  <a:lnTo>
                    <a:pt x="325289" y="112045"/>
                  </a:lnTo>
                  <a:lnTo>
                    <a:pt x="323497" y="107076"/>
                  </a:lnTo>
                  <a:lnTo>
                    <a:pt x="321549" y="102167"/>
                  </a:lnTo>
                  <a:lnTo>
                    <a:pt x="319446" y="97322"/>
                  </a:lnTo>
                  <a:lnTo>
                    <a:pt x="317191" y="92545"/>
                  </a:lnTo>
                  <a:lnTo>
                    <a:pt x="314787" y="87842"/>
                  </a:lnTo>
                  <a:lnTo>
                    <a:pt x="312235" y="83218"/>
                  </a:lnTo>
                  <a:lnTo>
                    <a:pt x="309538" y="78676"/>
                  </a:lnTo>
                  <a:lnTo>
                    <a:pt x="306699" y="74222"/>
                  </a:lnTo>
                  <a:lnTo>
                    <a:pt x="303721" y="69860"/>
                  </a:lnTo>
                  <a:lnTo>
                    <a:pt x="300607" y="65594"/>
                  </a:lnTo>
                  <a:lnTo>
                    <a:pt x="297359" y="61429"/>
                  </a:lnTo>
                  <a:lnTo>
                    <a:pt x="293982" y="57368"/>
                  </a:lnTo>
                  <a:lnTo>
                    <a:pt x="290478" y="53416"/>
                  </a:lnTo>
                  <a:lnTo>
                    <a:pt x="286850" y="49576"/>
                  </a:lnTo>
                  <a:lnTo>
                    <a:pt x="283104" y="45854"/>
                  </a:lnTo>
                  <a:lnTo>
                    <a:pt x="279241" y="42251"/>
                  </a:lnTo>
                  <a:lnTo>
                    <a:pt x="275267" y="38772"/>
                  </a:lnTo>
                  <a:lnTo>
                    <a:pt x="271184" y="35421"/>
                  </a:lnTo>
                  <a:lnTo>
                    <a:pt x="266998" y="32200"/>
                  </a:lnTo>
                  <a:lnTo>
                    <a:pt x="262712" y="29113"/>
                  </a:lnTo>
                  <a:lnTo>
                    <a:pt x="258331" y="26163"/>
                  </a:lnTo>
                  <a:lnTo>
                    <a:pt x="253859" y="23353"/>
                  </a:lnTo>
                  <a:lnTo>
                    <a:pt x="249300" y="20685"/>
                  </a:lnTo>
                  <a:lnTo>
                    <a:pt x="244659" y="18163"/>
                  </a:lnTo>
                  <a:lnTo>
                    <a:pt x="239941" y="15789"/>
                  </a:lnTo>
                  <a:lnTo>
                    <a:pt x="235150" y="13565"/>
                  </a:lnTo>
                  <a:lnTo>
                    <a:pt x="230292" y="11493"/>
                  </a:lnTo>
                  <a:lnTo>
                    <a:pt x="225370" y="9576"/>
                  </a:lnTo>
                  <a:lnTo>
                    <a:pt x="220390" y="7816"/>
                  </a:lnTo>
                  <a:lnTo>
                    <a:pt x="215357" y="6213"/>
                  </a:lnTo>
                  <a:lnTo>
                    <a:pt x="210276" y="4771"/>
                  </a:lnTo>
                  <a:lnTo>
                    <a:pt x="205152" y="3489"/>
                  </a:lnTo>
                  <a:lnTo>
                    <a:pt x="199990" y="2370"/>
                  </a:lnTo>
                  <a:lnTo>
                    <a:pt x="194795" y="1415"/>
                  </a:lnTo>
                  <a:lnTo>
                    <a:pt x="189573" y="625"/>
                  </a:lnTo>
                  <a:lnTo>
                    <a:pt x="184328" y="0"/>
                  </a:lnTo>
                  <a:lnTo>
                    <a:pt x="167166" y="166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17162" cy="167167"/>
            </a:xfrm>
            <a:custGeom>
              <a:avLst/>
              <a:pathLst>
                <a:path w="17162" h="167167">
                  <a:moveTo>
                    <a:pt x="17162" y="883"/>
                  </a:moveTo>
                  <a:lnTo>
                    <a:pt x="8592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591" y="2633064"/>
              <a:ext cx="4156" cy="167167"/>
            </a:xfrm>
            <a:custGeom>
              <a:avLst/>
              <a:pathLst>
                <a:path w="4156" h="167167">
                  <a:moveTo>
                    <a:pt x="4156" y="0"/>
                  </a:moveTo>
                  <a:lnTo>
                    <a:pt x="0" y="51"/>
                  </a:lnTo>
                  <a:lnTo>
                    <a:pt x="4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591" y="2633116"/>
              <a:ext cx="4156" cy="167115"/>
            </a:xfrm>
            <a:custGeom>
              <a:avLst/>
              <a:pathLst>
                <a:path w="4156" h="167115">
                  <a:moveTo>
                    <a:pt x="0" y="0"/>
                  </a:moveTo>
                  <a:lnTo>
                    <a:pt x="4156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7" y="2633116"/>
              <a:ext cx="334323" cy="334278"/>
            </a:xfrm>
            <a:custGeom>
              <a:avLst/>
              <a:pathLst>
                <a:path w="334323" h="334278">
                  <a:moveTo>
                    <a:pt x="163004" y="0"/>
                  </a:moveTo>
                  <a:lnTo>
                    <a:pt x="157705" y="215"/>
                  </a:lnTo>
                  <a:lnTo>
                    <a:pt x="152416" y="599"/>
                  </a:lnTo>
                  <a:lnTo>
                    <a:pt x="147141" y="1151"/>
                  </a:lnTo>
                  <a:lnTo>
                    <a:pt x="141886" y="1869"/>
                  </a:lnTo>
                  <a:lnTo>
                    <a:pt x="136657" y="2754"/>
                  </a:lnTo>
                  <a:lnTo>
                    <a:pt x="131459" y="3805"/>
                  </a:lnTo>
                  <a:lnTo>
                    <a:pt x="126297" y="5019"/>
                  </a:lnTo>
                  <a:lnTo>
                    <a:pt x="121175" y="6397"/>
                  </a:lnTo>
                  <a:lnTo>
                    <a:pt x="116100" y="7937"/>
                  </a:lnTo>
                  <a:lnTo>
                    <a:pt x="111077" y="9637"/>
                  </a:lnTo>
                  <a:lnTo>
                    <a:pt x="106110" y="11495"/>
                  </a:lnTo>
                  <a:lnTo>
                    <a:pt x="101204" y="13510"/>
                  </a:lnTo>
                  <a:lnTo>
                    <a:pt x="96365" y="15679"/>
                  </a:lnTo>
                  <a:lnTo>
                    <a:pt x="91596" y="18001"/>
                  </a:lnTo>
                  <a:lnTo>
                    <a:pt x="86904" y="20473"/>
                  </a:lnTo>
                  <a:lnTo>
                    <a:pt x="82293" y="23093"/>
                  </a:lnTo>
                  <a:lnTo>
                    <a:pt x="77767" y="25857"/>
                  </a:lnTo>
                  <a:lnTo>
                    <a:pt x="73331" y="28764"/>
                  </a:lnTo>
                  <a:lnTo>
                    <a:pt x="68990" y="31810"/>
                  </a:lnTo>
                  <a:lnTo>
                    <a:pt x="64747" y="34992"/>
                  </a:lnTo>
                  <a:lnTo>
                    <a:pt x="60608" y="38307"/>
                  </a:lnTo>
                  <a:lnTo>
                    <a:pt x="56576" y="41752"/>
                  </a:lnTo>
                  <a:lnTo>
                    <a:pt x="52655" y="45323"/>
                  </a:lnTo>
                  <a:lnTo>
                    <a:pt x="48849" y="49017"/>
                  </a:lnTo>
                  <a:lnTo>
                    <a:pt x="45162" y="52829"/>
                  </a:lnTo>
                  <a:lnTo>
                    <a:pt x="41598" y="56757"/>
                  </a:lnTo>
                  <a:lnTo>
                    <a:pt x="38161" y="60795"/>
                  </a:lnTo>
                  <a:lnTo>
                    <a:pt x="34853" y="64941"/>
                  </a:lnTo>
                  <a:lnTo>
                    <a:pt x="31679" y="69189"/>
                  </a:lnTo>
                  <a:lnTo>
                    <a:pt x="28640" y="73536"/>
                  </a:lnTo>
                  <a:lnTo>
                    <a:pt x="25742" y="77977"/>
                  </a:lnTo>
                  <a:lnTo>
                    <a:pt x="22985" y="82508"/>
                  </a:lnTo>
                  <a:lnTo>
                    <a:pt x="20374" y="87124"/>
                  </a:lnTo>
                  <a:lnTo>
                    <a:pt x="17911" y="91820"/>
                  </a:lnTo>
                  <a:lnTo>
                    <a:pt x="15597" y="96592"/>
                  </a:lnTo>
                  <a:lnTo>
                    <a:pt x="13436" y="101436"/>
                  </a:lnTo>
                  <a:lnTo>
                    <a:pt x="11430" y="106345"/>
                  </a:lnTo>
                  <a:lnTo>
                    <a:pt x="9581" y="111316"/>
                  </a:lnTo>
                  <a:lnTo>
                    <a:pt x="7890" y="116342"/>
                  </a:lnTo>
                  <a:lnTo>
                    <a:pt x="6360" y="121420"/>
                  </a:lnTo>
                  <a:lnTo>
                    <a:pt x="4991" y="126544"/>
                  </a:lnTo>
                  <a:lnTo>
                    <a:pt x="3786" y="131708"/>
                  </a:lnTo>
                  <a:lnTo>
                    <a:pt x="2745" y="136909"/>
                  </a:lnTo>
                  <a:lnTo>
                    <a:pt x="1870" y="142139"/>
                  </a:lnTo>
                  <a:lnTo>
                    <a:pt x="1160" y="147395"/>
                  </a:lnTo>
                  <a:lnTo>
                    <a:pt x="618" y="152671"/>
                  </a:lnTo>
                  <a:lnTo>
                    <a:pt x="244" y="157961"/>
                  </a:lnTo>
                  <a:lnTo>
                    <a:pt x="38" y="163260"/>
                  </a:lnTo>
                  <a:lnTo>
                    <a:pt x="0" y="168563"/>
                  </a:lnTo>
                  <a:lnTo>
                    <a:pt x="130" y="173865"/>
                  </a:lnTo>
                  <a:lnTo>
                    <a:pt x="428" y="179160"/>
                  </a:lnTo>
                  <a:lnTo>
                    <a:pt x="894" y="184443"/>
                  </a:lnTo>
                  <a:lnTo>
                    <a:pt x="1527" y="189709"/>
                  </a:lnTo>
                  <a:lnTo>
                    <a:pt x="2327" y="194951"/>
                  </a:lnTo>
                  <a:lnTo>
                    <a:pt x="3293" y="200166"/>
                  </a:lnTo>
                  <a:lnTo>
                    <a:pt x="4424" y="205347"/>
                  </a:lnTo>
                  <a:lnTo>
                    <a:pt x="5719" y="210490"/>
                  </a:lnTo>
                  <a:lnTo>
                    <a:pt x="7176" y="215590"/>
                  </a:lnTo>
                  <a:lnTo>
                    <a:pt x="8794" y="220640"/>
                  </a:lnTo>
                  <a:lnTo>
                    <a:pt x="10571" y="225637"/>
                  </a:lnTo>
                  <a:lnTo>
                    <a:pt x="12507" y="230574"/>
                  </a:lnTo>
                  <a:lnTo>
                    <a:pt x="14597" y="235448"/>
                  </a:lnTo>
                  <a:lnTo>
                    <a:pt x="16842" y="240253"/>
                  </a:lnTo>
                  <a:lnTo>
                    <a:pt x="19237" y="244985"/>
                  </a:lnTo>
                  <a:lnTo>
                    <a:pt x="21782" y="249638"/>
                  </a:lnTo>
                  <a:lnTo>
                    <a:pt x="24473" y="254208"/>
                  </a:lnTo>
                  <a:lnTo>
                    <a:pt x="27307" y="258690"/>
                  </a:lnTo>
                  <a:lnTo>
                    <a:pt x="30283" y="263081"/>
                  </a:lnTo>
                  <a:lnTo>
                    <a:pt x="33396" y="267374"/>
                  </a:lnTo>
                  <a:lnTo>
                    <a:pt x="36643" y="271567"/>
                  </a:lnTo>
                  <a:lnTo>
                    <a:pt x="40022" y="275654"/>
                  </a:lnTo>
                  <a:lnTo>
                    <a:pt x="43529" y="279633"/>
                  </a:lnTo>
                  <a:lnTo>
                    <a:pt x="47161" y="283498"/>
                  </a:lnTo>
                  <a:lnTo>
                    <a:pt x="50913" y="287246"/>
                  </a:lnTo>
                  <a:lnTo>
                    <a:pt x="54782" y="290873"/>
                  </a:lnTo>
                  <a:lnTo>
                    <a:pt x="58764" y="294375"/>
                  </a:lnTo>
                  <a:lnTo>
                    <a:pt x="62856" y="297750"/>
                  </a:lnTo>
                  <a:lnTo>
                    <a:pt x="67052" y="300993"/>
                  </a:lnTo>
                  <a:lnTo>
                    <a:pt x="71349" y="304101"/>
                  </a:lnTo>
                  <a:lnTo>
                    <a:pt x="75743" y="307071"/>
                  </a:lnTo>
                  <a:lnTo>
                    <a:pt x="80228" y="309901"/>
                  </a:lnTo>
                  <a:lnTo>
                    <a:pt x="84801" y="312586"/>
                  </a:lnTo>
                  <a:lnTo>
                    <a:pt x="89457" y="315126"/>
                  </a:lnTo>
                  <a:lnTo>
                    <a:pt x="94191" y="317516"/>
                  </a:lnTo>
                  <a:lnTo>
                    <a:pt x="98999" y="319755"/>
                  </a:lnTo>
                  <a:lnTo>
                    <a:pt x="103875" y="321840"/>
                  </a:lnTo>
                  <a:lnTo>
                    <a:pt x="108815" y="323770"/>
                  </a:lnTo>
                  <a:lnTo>
                    <a:pt x="113814" y="325542"/>
                  </a:lnTo>
                  <a:lnTo>
                    <a:pt x="118866" y="327155"/>
                  </a:lnTo>
                  <a:lnTo>
                    <a:pt x="123967" y="328606"/>
                  </a:lnTo>
                  <a:lnTo>
                    <a:pt x="129111" y="329895"/>
                  </a:lnTo>
                  <a:lnTo>
                    <a:pt x="134294" y="331020"/>
                  </a:lnTo>
                  <a:lnTo>
                    <a:pt x="139510" y="331980"/>
                  </a:lnTo>
                  <a:lnTo>
                    <a:pt x="144753" y="332774"/>
                  </a:lnTo>
                  <a:lnTo>
                    <a:pt x="150019" y="333402"/>
                  </a:lnTo>
                  <a:lnTo>
                    <a:pt x="155303" y="333862"/>
                  </a:lnTo>
                  <a:lnTo>
                    <a:pt x="160598" y="334154"/>
                  </a:lnTo>
                  <a:lnTo>
                    <a:pt x="165900" y="334278"/>
                  </a:lnTo>
                  <a:lnTo>
                    <a:pt x="171203" y="334234"/>
                  </a:lnTo>
                  <a:lnTo>
                    <a:pt x="176502" y="334021"/>
                  </a:lnTo>
                  <a:lnTo>
                    <a:pt x="181792" y="333641"/>
                  </a:lnTo>
                  <a:lnTo>
                    <a:pt x="187067" y="333093"/>
                  </a:lnTo>
                  <a:lnTo>
                    <a:pt x="192322" y="332378"/>
                  </a:lnTo>
                  <a:lnTo>
                    <a:pt x="197552" y="331497"/>
                  </a:lnTo>
                  <a:lnTo>
                    <a:pt x="202751" y="330450"/>
                  </a:lnTo>
                  <a:lnTo>
                    <a:pt x="207914" y="329239"/>
                  </a:lnTo>
                  <a:lnTo>
                    <a:pt x="213036" y="327865"/>
                  </a:lnTo>
                  <a:lnTo>
                    <a:pt x="218112" y="326329"/>
                  </a:lnTo>
                  <a:lnTo>
                    <a:pt x="223137" y="324632"/>
                  </a:lnTo>
                  <a:lnTo>
                    <a:pt x="228106" y="322777"/>
                  </a:lnTo>
                  <a:lnTo>
                    <a:pt x="233013" y="320766"/>
                  </a:lnTo>
                  <a:lnTo>
                    <a:pt x="237853" y="318600"/>
                  </a:lnTo>
                  <a:lnTo>
                    <a:pt x="242623" y="316281"/>
                  </a:lnTo>
                  <a:lnTo>
                    <a:pt x="247317" y="313812"/>
                  </a:lnTo>
                  <a:lnTo>
                    <a:pt x="251930" y="311196"/>
                  </a:lnTo>
                  <a:lnTo>
                    <a:pt x="256458" y="308434"/>
                  </a:lnTo>
                  <a:lnTo>
                    <a:pt x="260895" y="305530"/>
                  </a:lnTo>
                  <a:lnTo>
                    <a:pt x="265239" y="302487"/>
                  </a:lnTo>
                  <a:lnTo>
                    <a:pt x="269484" y="299308"/>
                  </a:lnTo>
                  <a:lnTo>
                    <a:pt x="273625" y="295996"/>
                  </a:lnTo>
                  <a:lnTo>
                    <a:pt x="277660" y="292554"/>
                  </a:lnTo>
                  <a:lnTo>
                    <a:pt x="281584" y="288985"/>
                  </a:lnTo>
                  <a:lnTo>
                    <a:pt x="285392" y="285295"/>
                  </a:lnTo>
                  <a:lnTo>
                    <a:pt x="289081" y="281485"/>
                  </a:lnTo>
                  <a:lnTo>
                    <a:pt x="292648" y="277560"/>
                  </a:lnTo>
                  <a:lnTo>
                    <a:pt x="296088" y="273524"/>
                  </a:lnTo>
                  <a:lnTo>
                    <a:pt x="299398" y="269380"/>
                  </a:lnTo>
                  <a:lnTo>
                    <a:pt x="302576" y="265134"/>
                  </a:lnTo>
                  <a:lnTo>
                    <a:pt x="305617" y="260789"/>
                  </a:lnTo>
                  <a:lnTo>
                    <a:pt x="308519" y="256350"/>
                  </a:lnTo>
                  <a:lnTo>
                    <a:pt x="311278" y="251821"/>
                  </a:lnTo>
                  <a:lnTo>
                    <a:pt x="313893" y="247207"/>
                  </a:lnTo>
                  <a:lnTo>
                    <a:pt x="316359" y="242512"/>
                  </a:lnTo>
                  <a:lnTo>
                    <a:pt x="318676" y="237742"/>
                  </a:lnTo>
                  <a:lnTo>
                    <a:pt x="320840" y="232900"/>
                  </a:lnTo>
                  <a:lnTo>
                    <a:pt x="322849" y="227992"/>
                  </a:lnTo>
                  <a:lnTo>
                    <a:pt x="324702" y="223023"/>
                  </a:lnTo>
                  <a:lnTo>
                    <a:pt x="326396" y="217997"/>
                  </a:lnTo>
                  <a:lnTo>
                    <a:pt x="327930" y="212920"/>
                  </a:lnTo>
                  <a:lnTo>
                    <a:pt x="329302" y="207797"/>
                  </a:lnTo>
                  <a:lnTo>
                    <a:pt x="330511" y="202634"/>
                  </a:lnTo>
                  <a:lnTo>
                    <a:pt x="331556" y="197434"/>
                  </a:lnTo>
                  <a:lnTo>
                    <a:pt x="332435" y="192204"/>
                  </a:lnTo>
                  <a:lnTo>
                    <a:pt x="333147" y="186949"/>
                  </a:lnTo>
                  <a:lnTo>
                    <a:pt x="333693" y="181674"/>
                  </a:lnTo>
                  <a:lnTo>
                    <a:pt x="334071" y="176384"/>
                  </a:lnTo>
                  <a:lnTo>
                    <a:pt x="334281" y="171084"/>
                  </a:lnTo>
                  <a:lnTo>
                    <a:pt x="334323" y="165781"/>
                  </a:lnTo>
                  <a:lnTo>
                    <a:pt x="334196" y="160479"/>
                  </a:lnTo>
                  <a:lnTo>
                    <a:pt x="333902" y="155184"/>
                  </a:lnTo>
                  <a:lnTo>
                    <a:pt x="333439" y="149901"/>
                  </a:lnTo>
                  <a:lnTo>
                    <a:pt x="332810" y="144635"/>
                  </a:lnTo>
                  <a:lnTo>
                    <a:pt x="332013" y="139392"/>
                  </a:lnTo>
                  <a:lnTo>
                    <a:pt x="331051" y="134176"/>
                  </a:lnTo>
                  <a:lnTo>
                    <a:pt x="329924" y="128994"/>
                  </a:lnTo>
                  <a:lnTo>
                    <a:pt x="328632" y="123850"/>
                  </a:lnTo>
                  <a:lnTo>
                    <a:pt x="327179" y="118750"/>
                  </a:lnTo>
                  <a:lnTo>
                    <a:pt x="325564" y="113699"/>
                  </a:lnTo>
                  <a:lnTo>
                    <a:pt x="323790" y="108701"/>
                  </a:lnTo>
                  <a:lnTo>
                    <a:pt x="321858" y="103762"/>
                  </a:lnTo>
                  <a:lnTo>
                    <a:pt x="319771" y="98886"/>
                  </a:lnTo>
                  <a:lnTo>
                    <a:pt x="317529" y="94080"/>
                  </a:lnTo>
                  <a:lnTo>
                    <a:pt x="315137" y="89347"/>
                  </a:lnTo>
                  <a:lnTo>
                    <a:pt x="312596" y="84692"/>
                  </a:lnTo>
                  <a:lnTo>
                    <a:pt x="309908" y="80120"/>
                  </a:lnTo>
                  <a:lnTo>
                    <a:pt x="307077" y="75636"/>
                  </a:lnTo>
                  <a:lnTo>
                    <a:pt x="304104" y="71243"/>
                  </a:lnTo>
                  <a:lnTo>
                    <a:pt x="300994" y="66948"/>
                  </a:lnTo>
                  <a:lnTo>
                    <a:pt x="297749" y="62753"/>
                  </a:lnTo>
                  <a:lnTo>
                    <a:pt x="294373" y="58663"/>
                  </a:lnTo>
                  <a:lnTo>
                    <a:pt x="167161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127212" cy="167167"/>
            </a:xfrm>
            <a:custGeom>
              <a:avLst/>
              <a:pathLst>
                <a:path w="127212" h="167167">
                  <a:moveTo>
                    <a:pt x="127212" y="58715"/>
                  </a:moveTo>
                  <a:lnTo>
                    <a:pt x="123535" y="54544"/>
                  </a:lnTo>
                  <a:lnTo>
                    <a:pt x="119721" y="50498"/>
                  </a:lnTo>
                  <a:lnTo>
                    <a:pt x="115775" y="46581"/>
                  </a:lnTo>
                  <a:lnTo>
                    <a:pt x="111700" y="42797"/>
                  </a:lnTo>
                  <a:lnTo>
                    <a:pt x="107503" y="39151"/>
                  </a:lnTo>
                  <a:lnTo>
                    <a:pt x="103186" y="35647"/>
                  </a:lnTo>
                  <a:lnTo>
                    <a:pt x="98755" y="32288"/>
                  </a:lnTo>
                  <a:lnTo>
                    <a:pt x="94214" y="29078"/>
                  </a:lnTo>
                  <a:lnTo>
                    <a:pt x="89570" y="26021"/>
                  </a:lnTo>
                  <a:lnTo>
                    <a:pt x="84826" y="23121"/>
                  </a:lnTo>
                  <a:lnTo>
                    <a:pt x="79989" y="20379"/>
                  </a:lnTo>
                  <a:lnTo>
                    <a:pt x="75063" y="17800"/>
                  </a:lnTo>
                  <a:lnTo>
                    <a:pt x="70054" y="15386"/>
                  </a:lnTo>
                  <a:lnTo>
                    <a:pt x="64967" y="13141"/>
                  </a:lnTo>
                  <a:lnTo>
                    <a:pt x="59809" y="11065"/>
                  </a:lnTo>
                  <a:lnTo>
                    <a:pt x="54585" y="9162"/>
                  </a:lnTo>
                  <a:lnTo>
                    <a:pt x="49300" y="7435"/>
                  </a:lnTo>
                  <a:lnTo>
                    <a:pt x="43960" y="5883"/>
                  </a:lnTo>
                  <a:lnTo>
                    <a:pt x="38572" y="4511"/>
                  </a:lnTo>
                  <a:lnTo>
                    <a:pt x="33141" y="3318"/>
                  </a:lnTo>
                  <a:lnTo>
                    <a:pt x="27674" y="2306"/>
                  </a:lnTo>
                  <a:lnTo>
                    <a:pt x="22176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410" y="3170392"/>
              <a:ext cx="17570" cy="167167"/>
            </a:xfrm>
            <a:custGeom>
              <a:avLst/>
              <a:pathLst>
                <a:path w="17570" h="167167">
                  <a:moveTo>
                    <a:pt x="17570" y="0"/>
                  </a:moveTo>
                  <a:lnTo>
                    <a:pt x="8773" y="231"/>
                  </a:lnTo>
                  <a:lnTo>
                    <a:pt x="0" y="925"/>
                  </a:lnTo>
                  <a:lnTo>
                    <a:pt x="1757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8410" y="3171318"/>
              <a:ext cx="17570" cy="166241"/>
            </a:xfrm>
            <a:custGeom>
              <a:avLst/>
              <a:pathLst>
                <a:path w="17570" h="166241">
                  <a:moveTo>
                    <a:pt x="0" y="0"/>
                  </a:moveTo>
                  <a:lnTo>
                    <a:pt x="17570" y="1662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2" y="3171318"/>
              <a:ext cx="334316" cy="333408"/>
            </a:xfrm>
            <a:custGeom>
              <a:avLst/>
              <a:pathLst>
                <a:path w="334316" h="333408">
                  <a:moveTo>
                    <a:pt x="149587" y="0"/>
                  </a:moveTo>
                  <a:lnTo>
                    <a:pt x="144339" y="638"/>
                  </a:lnTo>
                  <a:lnTo>
                    <a:pt x="139114" y="1443"/>
                  </a:lnTo>
                  <a:lnTo>
                    <a:pt x="133917" y="2412"/>
                  </a:lnTo>
                  <a:lnTo>
                    <a:pt x="128753" y="3545"/>
                  </a:lnTo>
                  <a:lnTo>
                    <a:pt x="123628" y="4840"/>
                  </a:lnTo>
                  <a:lnTo>
                    <a:pt x="118546" y="6297"/>
                  </a:lnTo>
                  <a:lnTo>
                    <a:pt x="113513" y="7914"/>
                  </a:lnTo>
                  <a:lnTo>
                    <a:pt x="108534" y="9690"/>
                  </a:lnTo>
                  <a:lnTo>
                    <a:pt x="103613" y="11622"/>
                  </a:lnTo>
                  <a:lnTo>
                    <a:pt x="98756" y="13708"/>
                  </a:lnTo>
                  <a:lnTo>
                    <a:pt x="93967" y="15948"/>
                  </a:lnTo>
                  <a:lnTo>
                    <a:pt x="89251" y="18337"/>
                  </a:lnTo>
                  <a:lnTo>
                    <a:pt x="84613" y="20874"/>
                  </a:lnTo>
                  <a:lnTo>
                    <a:pt x="80058" y="23557"/>
                  </a:lnTo>
                  <a:lnTo>
                    <a:pt x="75590" y="26382"/>
                  </a:lnTo>
                  <a:lnTo>
                    <a:pt x="71214" y="29348"/>
                  </a:lnTo>
                  <a:lnTo>
                    <a:pt x="66933" y="32450"/>
                  </a:lnTo>
                  <a:lnTo>
                    <a:pt x="62753" y="35686"/>
                  </a:lnTo>
                  <a:lnTo>
                    <a:pt x="58677" y="39052"/>
                  </a:lnTo>
                  <a:lnTo>
                    <a:pt x="54709" y="42546"/>
                  </a:lnTo>
                  <a:lnTo>
                    <a:pt x="50854" y="46164"/>
                  </a:lnTo>
                  <a:lnTo>
                    <a:pt x="47116" y="49901"/>
                  </a:lnTo>
                  <a:lnTo>
                    <a:pt x="43497" y="53755"/>
                  </a:lnTo>
                  <a:lnTo>
                    <a:pt x="40002" y="57721"/>
                  </a:lnTo>
                  <a:lnTo>
                    <a:pt x="36634" y="61796"/>
                  </a:lnTo>
                  <a:lnTo>
                    <a:pt x="33397" y="65976"/>
                  </a:lnTo>
                  <a:lnTo>
                    <a:pt x="30293" y="70255"/>
                  </a:lnTo>
                  <a:lnTo>
                    <a:pt x="27327" y="74631"/>
                  </a:lnTo>
                  <a:lnTo>
                    <a:pt x="24500" y="79098"/>
                  </a:lnTo>
                  <a:lnTo>
                    <a:pt x="21816" y="83653"/>
                  </a:lnTo>
                  <a:lnTo>
                    <a:pt x="19277" y="88290"/>
                  </a:lnTo>
                  <a:lnTo>
                    <a:pt x="16886" y="93005"/>
                  </a:lnTo>
                  <a:lnTo>
                    <a:pt x="14646" y="97793"/>
                  </a:lnTo>
                  <a:lnTo>
                    <a:pt x="12558" y="102649"/>
                  </a:lnTo>
                  <a:lnTo>
                    <a:pt x="10624" y="107570"/>
                  </a:lnTo>
                  <a:lnTo>
                    <a:pt x="8847" y="112548"/>
                  </a:lnTo>
                  <a:lnTo>
                    <a:pt x="7229" y="117581"/>
                  </a:lnTo>
                  <a:lnTo>
                    <a:pt x="5770" y="122662"/>
                  </a:lnTo>
                  <a:lnTo>
                    <a:pt x="4473" y="127787"/>
                  </a:lnTo>
                  <a:lnTo>
                    <a:pt x="3338" y="132950"/>
                  </a:lnTo>
                  <a:lnTo>
                    <a:pt x="2367" y="138147"/>
                  </a:lnTo>
                  <a:lnTo>
                    <a:pt x="1562" y="143372"/>
                  </a:lnTo>
                  <a:lnTo>
                    <a:pt x="921" y="148619"/>
                  </a:lnTo>
                  <a:lnTo>
                    <a:pt x="447" y="153885"/>
                  </a:lnTo>
                  <a:lnTo>
                    <a:pt x="140" y="159162"/>
                  </a:lnTo>
                  <a:lnTo>
                    <a:pt x="0" y="164447"/>
                  </a:lnTo>
                  <a:lnTo>
                    <a:pt x="26" y="169733"/>
                  </a:lnTo>
                  <a:lnTo>
                    <a:pt x="220" y="175016"/>
                  </a:lnTo>
                  <a:lnTo>
                    <a:pt x="581" y="180290"/>
                  </a:lnTo>
                  <a:lnTo>
                    <a:pt x="1109" y="185550"/>
                  </a:lnTo>
                  <a:lnTo>
                    <a:pt x="1802" y="190791"/>
                  </a:lnTo>
                  <a:lnTo>
                    <a:pt x="2661" y="196007"/>
                  </a:lnTo>
                  <a:lnTo>
                    <a:pt x="3685" y="201194"/>
                  </a:lnTo>
                  <a:lnTo>
                    <a:pt x="4872" y="206345"/>
                  </a:lnTo>
                  <a:lnTo>
                    <a:pt x="6221" y="211457"/>
                  </a:lnTo>
                  <a:lnTo>
                    <a:pt x="7731" y="216523"/>
                  </a:lnTo>
                  <a:lnTo>
                    <a:pt x="9401" y="221539"/>
                  </a:lnTo>
                  <a:lnTo>
                    <a:pt x="11228" y="226499"/>
                  </a:lnTo>
                  <a:lnTo>
                    <a:pt x="13212" y="231400"/>
                  </a:lnTo>
                  <a:lnTo>
                    <a:pt x="15349" y="236235"/>
                  </a:lnTo>
                  <a:lnTo>
                    <a:pt x="17638" y="241000"/>
                  </a:lnTo>
                  <a:lnTo>
                    <a:pt x="20077" y="245690"/>
                  </a:lnTo>
                  <a:lnTo>
                    <a:pt x="22662" y="250301"/>
                  </a:lnTo>
                  <a:lnTo>
                    <a:pt x="25393" y="254828"/>
                  </a:lnTo>
                  <a:lnTo>
                    <a:pt x="28265" y="259267"/>
                  </a:lnTo>
                  <a:lnTo>
                    <a:pt x="31276" y="263612"/>
                  </a:lnTo>
                  <a:lnTo>
                    <a:pt x="34422" y="267860"/>
                  </a:lnTo>
                  <a:lnTo>
                    <a:pt x="37702" y="272006"/>
                  </a:lnTo>
                  <a:lnTo>
                    <a:pt x="41111" y="276047"/>
                  </a:lnTo>
                  <a:lnTo>
                    <a:pt x="44646" y="279977"/>
                  </a:lnTo>
                  <a:lnTo>
                    <a:pt x="48304" y="283794"/>
                  </a:lnTo>
                  <a:lnTo>
                    <a:pt x="52080" y="287493"/>
                  </a:lnTo>
                  <a:lnTo>
                    <a:pt x="55972" y="291072"/>
                  </a:lnTo>
                  <a:lnTo>
                    <a:pt x="59974" y="294525"/>
                  </a:lnTo>
                  <a:lnTo>
                    <a:pt x="64084" y="297850"/>
                  </a:lnTo>
                  <a:lnTo>
                    <a:pt x="68297" y="301043"/>
                  </a:lnTo>
                  <a:lnTo>
                    <a:pt x="72609" y="304102"/>
                  </a:lnTo>
                  <a:lnTo>
                    <a:pt x="77016" y="307022"/>
                  </a:lnTo>
                  <a:lnTo>
                    <a:pt x="81512" y="309802"/>
                  </a:lnTo>
                  <a:lnTo>
                    <a:pt x="86094" y="312439"/>
                  </a:lnTo>
                  <a:lnTo>
                    <a:pt x="90758" y="314929"/>
                  </a:lnTo>
                  <a:lnTo>
                    <a:pt x="95497" y="317270"/>
                  </a:lnTo>
                  <a:lnTo>
                    <a:pt x="100309" y="319460"/>
                  </a:lnTo>
                  <a:lnTo>
                    <a:pt x="105187" y="321498"/>
                  </a:lnTo>
                  <a:lnTo>
                    <a:pt x="110127" y="323379"/>
                  </a:lnTo>
                  <a:lnTo>
                    <a:pt x="115124" y="325104"/>
                  </a:lnTo>
                  <a:lnTo>
                    <a:pt x="120174" y="326670"/>
                  </a:lnTo>
                  <a:lnTo>
                    <a:pt x="125270" y="328075"/>
                  </a:lnTo>
                  <a:lnTo>
                    <a:pt x="130408" y="329319"/>
                  </a:lnTo>
                  <a:lnTo>
                    <a:pt x="135583" y="330399"/>
                  </a:lnTo>
                  <a:lnTo>
                    <a:pt x="140789" y="331316"/>
                  </a:lnTo>
                  <a:lnTo>
                    <a:pt x="146022" y="332067"/>
                  </a:lnTo>
                  <a:lnTo>
                    <a:pt x="151276" y="332652"/>
                  </a:lnTo>
                  <a:lnTo>
                    <a:pt x="156546" y="333071"/>
                  </a:lnTo>
                  <a:lnTo>
                    <a:pt x="161826" y="333323"/>
                  </a:lnTo>
                  <a:lnTo>
                    <a:pt x="167112" y="333408"/>
                  </a:lnTo>
                  <a:lnTo>
                    <a:pt x="172398" y="333326"/>
                  </a:lnTo>
                  <a:lnTo>
                    <a:pt x="177679" y="333077"/>
                  </a:lnTo>
                  <a:lnTo>
                    <a:pt x="182949" y="332661"/>
                  </a:lnTo>
                  <a:lnTo>
                    <a:pt x="188203" y="332078"/>
                  </a:lnTo>
                  <a:lnTo>
                    <a:pt x="193436" y="331330"/>
                  </a:lnTo>
                  <a:lnTo>
                    <a:pt x="198643" y="330416"/>
                  </a:lnTo>
                  <a:lnTo>
                    <a:pt x="203819" y="329339"/>
                  </a:lnTo>
                  <a:lnTo>
                    <a:pt x="208958" y="328098"/>
                  </a:lnTo>
                  <a:lnTo>
                    <a:pt x="214055" y="326695"/>
                  </a:lnTo>
                  <a:lnTo>
                    <a:pt x="219105" y="325132"/>
                  </a:lnTo>
                  <a:lnTo>
                    <a:pt x="224103" y="323410"/>
                  </a:lnTo>
                  <a:lnTo>
                    <a:pt x="229044" y="321531"/>
                  </a:lnTo>
                  <a:lnTo>
                    <a:pt x="233923" y="319496"/>
                  </a:lnTo>
                  <a:lnTo>
                    <a:pt x="238736" y="317309"/>
                  </a:lnTo>
                  <a:lnTo>
                    <a:pt x="243477" y="314970"/>
                  </a:lnTo>
                  <a:lnTo>
                    <a:pt x="248142" y="312482"/>
                  </a:lnTo>
                  <a:lnTo>
                    <a:pt x="252725" y="309848"/>
                  </a:lnTo>
                  <a:lnTo>
                    <a:pt x="257223" y="307071"/>
                  </a:lnTo>
                  <a:lnTo>
                    <a:pt x="261631" y="304153"/>
                  </a:lnTo>
                  <a:lnTo>
                    <a:pt x="265945" y="301096"/>
                  </a:lnTo>
                  <a:lnTo>
                    <a:pt x="270159" y="297905"/>
                  </a:lnTo>
                  <a:lnTo>
                    <a:pt x="274271" y="294583"/>
                  </a:lnTo>
                  <a:lnTo>
                    <a:pt x="278276" y="291131"/>
                  </a:lnTo>
                  <a:lnTo>
                    <a:pt x="282169" y="287555"/>
                  </a:lnTo>
                  <a:lnTo>
                    <a:pt x="285948" y="283858"/>
                  </a:lnTo>
                  <a:lnTo>
                    <a:pt x="289607" y="280043"/>
                  </a:lnTo>
                  <a:lnTo>
                    <a:pt x="293145" y="276114"/>
                  </a:lnTo>
                  <a:lnTo>
                    <a:pt x="296556" y="272076"/>
                  </a:lnTo>
                  <a:lnTo>
                    <a:pt x="299838" y="267931"/>
                  </a:lnTo>
                  <a:lnTo>
                    <a:pt x="302987" y="263685"/>
                  </a:lnTo>
                  <a:lnTo>
                    <a:pt x="306000" y="259341"/>
                  </a:lnTo>
                  <a:lnTo>
                    <a:pt x="308874" y="254905"/>
                  </a:lnTo>
                  <a:lnTo>
                    <a:pt x="311607" y="250379"/>
                  </a:lnTo>
                  <a:lnTo>
                    <a:pt x="314195" y="245770"/>
                  </a:lnTo>
                  <a:lnTo>
                    <a:pt x="316636" y="241081"/>
                  </a:lnTo>
                  <a:lnTo>
                    <a:pt x="318928" y="236317"/>
                  </a:lnTo>
                  <a:lnTo>
                    <a:pt x="321068" y="231483"/>
                  </a:lnTo>
                  <a:lnTo>
                    <a:pt x="323054" y="226583"/>
                  </a:lnTo>
                  <a:lnTo>
                    <a:pt x="324884" y="221624"/>
                  </a:lnTo>
                  <a:lnTo>
                    <a:pt x="326556" y="216609"/>
                  </a:lnTo>
                  <a:lnTo>
                    <a:pt x="328069" y="211543"/>
                  </a:lnTo>
                  <a:lnTo>
                    <a:pt x="329421" y="206433"/>
                  </a:lnTo>
                  <a:lnTo>
                    <a:pt x="330611" y="201282"/>
                  </a:lnTo>
                  <a:lnTo>
                    <a:pt x="331637" y="196096"/>
                  </a:lnTo>
                  <a:lnTo>
                    <a:pt x="332499" y="190880"/>
                  </a:lnTo>
                  <a:lnTo>
                    <a:pt x="333195" y="185640"/>
                  </a:lnTo>
                  <a:lnTo>
                    <a:pt x="333726" y="180380"/>
                  </a:lnTo>
                  <a:lnTo>
                    <a:pt x="334090" y="175106"/>
                  </a:lnTo>
                  <a:lnTo>
                    <a:pt x="334286" y="169823"/>
                  </a:lnTo>
                  <a:lnTo>
                    <a:pt x="334316" y="164537"/>
                  </a:lnTo>
                  <a:lnTo>
                    <a:pt x="334179" y="159252"/>
                  </a:lnTo>
                  <a:lnTo>
                    <a:pt x="333874" y="153974"/>
                  </a:lnTo>
                  <a:lnTo>
                    <a:pt x="333403" y="148709"/>
                  </a:lnTo>
                  <a:lnTo>
                    <a:pt x="332765" y="143461"/>
                  </a:lnTo>
                  <a:lnTo>
                    <a:pt x="331962" y="138236"/>
                  </a:lnTo>
                  <a:lnTo>
                    <a:pt x="330994" y="133039"/>
                  </a:lnTo>
                  <a:lnTo>
                    <a:pt x="329863" y="127875"/>
                  </a:lnTo>
                  <a:lnTo>
                    <a:pt x="328568" y="122749"/>
                  </a:lnTo>
                  <a:lnTo>
                    <a:pt x="327112" y="117667"/>
                  </a:lnTo>
                  <a:lnTo>
                    <a:pt x="325496" y="112634"/>
                  </a:lnTo>
                  <a:lnTo>
                    <a:pt x="323722" y="107654"/>
                  </a:lnTo>
                  <a:lnTo>
                    <a:pt x="321791" y="102733"/>
                  </a:lnTo>
                  <a:lnTo>
                    <a:pt x="319706" y="97875"/>
                  </a:lnTo>
                  <a:lnTo>
                    <a:pt x="317468" y="93085"/>
                  </a:lnTo>
                  <a:lnTo>
                    <a:pt x="315079" y="88369"/>
                  </a:lnTo>
                  <a:lnTo>
                    <a:pt x="312543" y="83731"/>
                  </a:lnTo>
                  <a:lnTo>
                    <a:pt x="309861" y="79175"/>
                  </a:lnTo>
                  <a:lnTo>
                    <a:pt x="307037" y="74706"/>
                  </a:lnTo>
                  <a:lnTo>
                    <a:pt x="304073" y="70329"/>
                  </a:lnTo>
                  <a:lnTo>
                    <a:pt x="300972" y="66048"/>
                  </a:lnTo>
                  <a:lnTo>
                    <a:pt x="297737" y="61867"/>
                  </a:lnTo>
                  <a:lnTo>
                    <a:pt x="294371" y="57790"/>
                  </a:lnTo>
                  <a:lnTo>
                    <a:pt x="290878" y="53822"/>
                  </a:lnTo>
                  <a:lnTo>
                    <a:pt x="287262" y="49966"/>
                  </a:lnTo>
                  <a:lnTo>
                    <a:pt x="283525" y="46226"/>
                  </a:lnTo>
                  <a:lnTo>
                    <a:pt x="167157" y="1662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16367" cy="167167"/>
            </a:xfrm>
            <a:custGeom>
              <a:avLst/>
              <a:pathLst>
                <a:path w="116367" h="167167">
                  <a:moveTo>
                    <a:pt x="116367" y="47152"/>
                  </a:moveTo>
                  <a:lnTo>
                    <a:pt x="112285" y="43325"/>
                  </a:lnTo>
                  <a:lnTo>
                    <a:pt x="108077" y="39636"/>
                  </a:lnTo>
                  <a:lnTo>
                    <a:pt x="103748" y="36090"/>
                  </a:lnTo>
                  <a:lnTo>
                    <a:pt x="99302" y="32691"/>
                  </a:lnTo>
                  <a:lnTo>
                    <a:pt x="94746" y="29442"/>
                  </a:lnTo>
                  <a:lnTo>
                    <a:pt x="90083" y="26348"/>
                  </a:lnTo>
                  <a:lnTo>
                    <a:pt x="85319" y="23412"/>
                  </a:lnTo>
                  <a:lnTo>
                    <a:pt x="80460" y="20637"/>
                  </a:lnTo>
                  <a:lnTo>
                    <a:pt x="75510" y="18026"/>
                  </a:lnTo>
                  <a:lnTo>
                    <a:pt x="70476" y="15582"/>
                  </a:lnTo>
                  <a:lnTo>
                    <a:pt x="65363" y="13308"/>
                  </a:lnTo>
                  <a:lnTo>
                    <a:pt x="60177" y="11206"/>
                  </a:lnTo>
                  <a:lnTo>
                    <a:pt x="54923" y="9280"/>
                  </a:lnTo>
                  <a:lnTo>
                    <a:pt x="49607" y="7530"/>
                  </a:lnTo>
                  <a:lnTo>
                    <a:pt x="44236" y="5959"/>
                  </a:lnTo>
                  <a:lnTo>
                    <a:pt x="38816" y="4569"/>
                  </a:lnTo>
                  <a:lnTo>
                    <a:pt x="33352" y="3360"/>
                  </a:lnTo>
                  <a:lnTo>
                    <a:pt x="27850" y="2336"/>
                  </a:lnTo>
                  <a:lnTo>
                    <a:pt x="22318" y="1496"/>
                  </a:lnTo>
                  <a:lnTo>
                    <a:pt x="16760" y="842"/>
                  </a:lnTo>
                  <a:lnTo>
                    <a:pt x="11184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053" y="3707720"/>
              <a:ext cx="3694" cy="167167"/>
            </a:xfrm>
            <a:custGeom>
              <a:avLst/>
              <a:pathLst>
                <a:path w="3694" h="167167">
                  <a:moveTo>
                    <a:pt x="3694" y="0"/>
                  </a:moveTo>
                  <a:lnTo>
                    <a:pt x="0" y="40"/>
                  </a:lnTo>
                  <a:lnTo>
                    <a:pt x="36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7053" y="3707761"/>
              <a:ext cx="3694" cy="167126"/>
            </a:xfrm>
            <a:custGeom>
              <a:avLst/>
              <a:pathLst>
                <a:path w="3694" h="167126">
                  <a:moveTo>
                    <a:pt x="0" y="0"/>
                  </a:moveTo>
                  <a:lnTo>
                    <a:pt x="3694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61"/>
              <a:ext cx="334329" cy="334280"/>
            </a:xfrm>
            <a:custGeom>
              <a:avLst/>
              <a:pathLst>
                <a:path w="334329" h="334280">
                  <a:moveTo>
                    <a:pt x="163472" y="0"/>
                  </a:moveTo>
                  <a:lnTo>
                    <a:pt x="158187" y="200"/>
                  </a:lnTo>
                  <a:lnTo>
                    <a:pt x="152911" y="568"/>
                  </a:lnTo>
                  <a:lnTo>
                    <a:pt x="147649" y="1102"/>
                  </a:lnTo>
                  <a:lnTo>
                    <a:pt x="142407" y="1802"/>
                  </a:lnTo>
                  <a:lnTo>
                    <a:pt x="137189" y="2668"/>
                  </a:lnTo>
                  <a:lnTo>
                    <a:pt x="132002" y="3699"/>
                  </a:lnTo>
                  <a:lnTo>
                    <a:pt x="126850" y="4893"/>
                  </a:lnTo>
                  <a:lnTo>
                    <a:pt x="121738" y="6250"/>
                  </a:lnTo>
                  <a:lnTo>
                    <a:pt x="116671" y="7767"/>
                  </a:lnTo>
                  <a:lnTo>
                    <a:pt x="111656" y="9445"/>
                  </a:lnTo>
                  <a:lnTo>
                    <a:pt x="106695" y="11280"/>
                  </a:lnTo>
                  <a:lnTo>
                    <a:pt x="101796" y="13270"/>
                  </a:lnTo>
                  <a:lnTo>
                    <a:pt x="96961" y="15415"/>
                  </a:lnTo>
                  <a:lnTo>
                    <a:pt x="92197" y="17712"/>
                  </a:lnTo>
                  <a:lnTo>
                    <a:pt x="87508" y="20159"/>
                  </a:lnTo>
                  <a:lnTo>
                    <a:pt x="82899" y="22752"/>
                  </a:lnTo>
                  <a:lnTo>
                    <a:pt x="78374" y="25490"/>
                  </a:lnTo>
                  <a:lnTo>
                    <a:pt x="73938" y="28370"/>
                  </a:lnTo>
                  <a:lnTo>
                    <a:pt x="69595" y="31388"/>
                  </a:lnTo>
                  <a:lnTo>
                    <a:pt x="65350" y="34543"/>
                  </a:lnTo>
                  <a:lnTo>
                    <a:pt x="61207" y="37830"/>
                  </a:lnTo>
                  <a:lnTo>
                    <a:pt x="57170" y="41247"/>
                  </a:lnTo>
                  <a:lnTo>
                    <a:pt x="53243" y="44789"/>
                  </a:lnTo>
                  <a:lnTo>
                    <a:pt x="49430" y="48454"/>
                  </a:lnTo>
                  <a:lnTo>
                    <a:pt x="45735" y="52238"/>
                  </a:lnTo>
                  <a:lnTo>
                    <a:pt x="42161" y="56137"/>
                  </a:lnTo>
                  <a:lnTo>
                    <a:pt x="38713" y="60147"/>
                  </a:lnTo>
                  <a:lnTo>
                    <a:pt x="35393" y="64264"/>
                  </a:lnTo>
                  <a:lnTo>
                    <a:pt x="32205" y="68484"/>
                  </a:lnTo>
                  <a:lnTo>
                    <a:pt x="29152" y="72803"/>
                  </a:lnTo>
                  <a:lnTo>
                    <a:pt x="26237" y="77216"/>
                  </a:lnTo>
                  <a:lnTo>
                    <a:pt x="23463" y="81719"/>
                  </a:lnTo>
                  <a:lnTo>
                    <a:pt x="20834" y="86308"/>
                  </a:lnTo>
                  <a:lnTo>
                    <a:pt x="18350" y="90977"/>
                  </a:lnTo>
                  <a:lnTo>
                    <a:pt x="16016" y="95723"/>
                  </a:lnTo>
                  <a:lnTo>
                    <a:pt x="13833" y="100540"/>
                  </a:lnTo>
                  <a:lnTo>
                    <a:pt x="11803" y="105424"/>
                  </a:lnTo>
                  <a:lnTo>
                    <a:pt x="9929" y="110370"/>
                  </a:lnTo>
                  <a:lnTo>
                    <a:pt x="8212" y="115372"/>
                  </a:lnTo>
                  <a:lnTo>
                    <a:pt x="6655" y="120427"/>
                  </a:lnTo>
                  <a:lnTo>
                    <a:pt x="5258" y="125528"/>
                  </a:lnTo>
                  <a:lnTo>
                    <a:pt x="4023" y="130670"/>
                  </a:lnTo>
                  <a:lnTo>
                    <a:pt x="2951" y="135849"/>
                  </a:lnTo>
                  <a:lnTo>
                    <a:pt x="2044" y="141060"/>
                  </a:lnTo>
                  <a:lnTo>
                    <a:pt x="1302" y="146296"/>
                  </a:lnTo>
                  <a:lnTo>
                    <a:pt x="726" y="151554"/>
                  </a:lnTo>
                  <a:lnTo>
                    <a:pt x="317" y="156827"/>
                  </a:lnTo>
                  <a:lnTo>
                    <a:pt x="75" y="162110"/>
                  </a:lnTo>
                  <a:lnTo>
                    <a:pt x="0" y="167398"/>
                  </a:lnTo>
                  <a:lnTo>
                    <a:pt x="92" y="172686"/>
                  </a:lnTo>
                  <a:lnTo>
                    <a:pt x="351" y="177969"/>
                  </a:lnTo>
                  <a:lnTo>
                    <a:pt x="778" y="183240"/>
                  </a:lnTo>
                  <a:lnTo>
                    <a:pt x="1371" y="188496"/>
                  </a:lnTo>
                  <a:lnTo>
                    <a:pt x="2130" y="193730"/>
                  </a:lnTo>
                  <a:lnTo>
                    <a:pt x="3054" y="198937"/>
                  </a:lnTo>
                  <a:lnTo>
                    <a:pt x="4142" y="204113"/>
                  </a:lnTo>
                  <a:lnTo>
                    <a:pt x="5394" y="209251"/>
                  </a:lnTo>
                  <a:lnTo>
                    <a:pt x="6808" y="214348"/>
                  </a:lnTo>
                  <a:lnTo>
                    <a:pt x="8382" y="219397"/>
                  </a:lnTo>
                  <a:lnTo>
                    <a:pt x="10115" y="224394"/>
                  </a:lnTo>
                  <a:lnTo>
                    <a:pt x="12005" y="229333"/>
                  </a:lnTo>
                  <a:lnTo>
                    <a:pt x="14050" y="234210"/>
                  </a:lnTo>
                  <a:lnTo>
                    <a:pt x="16249" y="239021"/>
                  </a:lnTo>
                  <a:lnTo>
                    <a:pt x="18599" y="243759"/>
                  </a:lnTo>
                  <a:lnTo>
                    <a:pt x="21097" y="248420"/>
                  </a:lnTo>
                  <a:lnTo>
                    <a:pt x="23742" y="253000"/>
                  </a:lnTo>
                  <a:lnTo>
                    <a:pt x="26531" y="257494"/>
                  </a:lnTo>
                  <a:lnTo>
                    <a:pt x="29460" y="261898"/>
                  </a:lnTo>
                  <a:lnTo>
                    <a:pt x="32527" y="266207"/>
                  </a:lnTo>
                  <a:lnTo>
                    <a:pt x="35728" y="270416"/>
                  </a:lnTo>
                  <a:lnTo>
                    <a:pt x="39061" y="274523"/>
                  </a:lnTo>
                  <a:lnTo>
                    <a:pt x="42523" y="278521"/>
                  </a:lnTo>
                  <a:lnTo>
                    <a:pt x="46109" y="282408"/>
                  </a:lnTo>
                  <a:lnTo>
                    <a:pt x="49817" y="286180"/>
                  </a:lnTo>
                  <a:lnTo>
                    <a:pt x="53641" y="289833"/>
                  </a:lnTo>
                  <a:lnTo>
                    <a:pt x="57580" y="293363"/>
                  </a:lnTo>
                  <a:lnTo>
                    <a:pt x="61628" y="296766"/>
                  </a:lnTo>
                  <a:lnTo>
                    <a:pt x="65782" y="300040"/>
                  </a:lnTo>
                  <a:lnTo>
                    <a:pt x="70037" y="303181"/>
                  </a:lnTo>
                  <a:lnTo>
                    <a:pt x="74390" y="306185"/>
                  </a:lnTo>
                  <a:lnTo>
                    <a:pt x="78835" y="309050"/>
                  </a:lnTo>
                  <a:lnTo>
                    <a:pt x="83369" y="311774"/>
                  </a:lnTo>
                  <a:lnTo>
                    <a:pt x="87987" y="314352"/>
                  </a:lnTo>
                  <a:lnTo>
                    <a:pt x="92684" y="316783"/>
                  </a:lnTo>
                  <a:lnTo>
                    <a:pt x="97455" y="319064"/>
                  </a:lnTo>
                  <a:lnTo>
                    <a:pt x="102297" y="321194"/>
                  </a:lnTo>
                  <a:lnTo>
                    <a:pt x="107203" y="323169"/>
                  </a:lnTo>
                  <a:lnTo>
                    <a:pt x="112169" y="324987"/>
                  </a:lnTo>
                  <a:lnTo>
                    <a:pt x="117190" y="326648"/>
                  </a:lnTo>
                  <a:lnTo>
                    <a:pt x="122262" y="328149"/>
                  </a:lnTo>
                  <a:lnTo>
                    <a:pt x="127378" y="329489"/>
                  </a:lnTo>
                  <a:lnTo>
                    <a:pt x="132534" y="330667"/>
                  </a:lnTo>
                  <a:lnTo>
                    <a:pt x="137725" y="331680"/>
                  </a:lnTo>
                  <a:lnTo>
                    <a:pt x="142945" y="332529"/>
                  </a:lnTo>
                  <a:lnTo>
                    <a:pt x="148189" y="333213"/>
                  </a:lnTo>
                  <a:lnTo>
                    <a:pt x="153453" y="333730"/>
                  </a:lnTo>
                  <a:lnTo>
                    <a:pt x="158730" y="334081"/>
                  </a:lnTo>
                  <a:lnTo>
                    <a:pt x="164016" y="334264"/>
                  </a:lnTo>
                  <a:lnTo>
                    <a:pt x="169305" y="334280"/>
                  </a:lnTo>
                  <a:lnTo>
                    <a:pt x="174591" y="334129"/>
                  </a:lnTo>
                  <a:lnTo>
                    <a:pt x="179870" y="333810"/>
                  </a:lnTo>
                  <a:lnTo>
                    <a:pt x="185137" y="333325"/>
                  </a:lnTo>
                  <a:lnTo>
                    <a:pt x="190385" y="332673"/>
                  </a:lnTo>
                  <a:lnTo>
                    <a:pt x="195611" y="331856"/>
                  </a:lnTo>
                  <a:lnTo>
                    <a:pt x="200808" y="330874"/>
                  </a:lnTo>
                  <a:lnTo>
                    <a:pt x="205971" y="329727"/>
                  </a:lnTo>
                  <a:lnTo>
                    <a:pt x="211095" y="328419"/>
                  </a:lnTo>
                  <a:lnTo>
                    <a:pt x="216175" y="326948"/>
                  </a:lnTo>
                  <a:lnTo>
                    <a:pt x="221207" y="325318"/>
                  </a:lnTo>
                  <a:lnTo>
                    <a:pt x="226184" y="323529"/>
                  </a:lnTo>
                  <a:lnTo>
                    <a:pt x="231102" y="321584"/>
                  </a:lnTo>
                  <a:lnTo>
                    <a:pt x="235956" y="319484"/>
                  </a:lnTo>
                  <a:lnTo>
                    <a:pt x="240741" y="317232"/>
                  </a:lnTo>
                  <a:lnTo>
                    <a:pt x="245453" y="314829"/>
                  </a:lnTo>
                  <a:lnTo>
                    <a:pt x="250086" y="312279"/>
                  </a:lnTo>
                  <a:lnTo>
                    <a:pt x="254636" y="309583"/>
                  </a:lnTo>
                  <a:lnTo>
                    <a:pt x="259099" y="306745"/>
                  </a:lnTo>
                  <a:lnTo>
                    <a:pt x="263470" y="303767"/>
                  </a:lnTo>
                  <a:lnTo>
                    <a:pt x="267744" y="300652"/>
                  </a:lnTo>
                  <a:lnTo>
                    <a:pt x="271918" y="297404"/>
                  </a:lnTo>
                  <a:lnTo>
                    <a:pt x="275986" y="294025"/>
                  </a:lnTo>
                  <a:lnTo>
                    <a:pt x="279946" y="290519"/>
                  </a:lnTo>
                  <a:lnTo>
                    <a:pt x="283793" y="286889"/>
                  </a:lnTo>
                  <a:lnTo>
                    <a:pt x="287523" y="283140"/>
                  </a:lnTo>
                  <a:lnTo>
                    <a:pt x="291133" y="279275"/>
                  </a:lnTo>
                  <a:lnTo>
                    <a:pt x="294619" y="275297"/>
                  </a:lnTo>
                  <a:lnTo>
                    <a:pt x="297977" y="271211"/>
                  </a:lnTo>
                  <a:lnTo>
                    <a:pt x="301204" y="267021"/>
                  </a:lnTo>
                  <a:lnTo>
                    <a:pt x="304297" y="262731"/>
                  </a:lnTo>
                  <a:lnTo>
                    <a:pt x="307253" y="258345"/>
                  </a:lnTo>
                  <a:lnTo>
                    <a:pt x="310068" y="253868"/>
                  </a:lnTo>
                  <a:lnTo>
                    <a:pt x="312741" y="249304"/>
                  </a:lnTo>
                  <a:lnTo>
                    <a:pt x="315267" y="244658"/>
                  </a:lnTo>
                  <a:lnTo>
                    <a:pt x="317646" y="239934"/>
                  </a:lnTo>
                  <a:lnTo>
                    <a:pt x="319874" y="235137"/>
                  </a:lnTo>
                  <a:lnTo>
                    <a:pt x="321949" y="230273"/>
                  </a:lnTo>
                  <a:lnTo>
                    <a:pt x="323869" y="225345"/>
                  </a:lnTo>
                  <a:lnTo>
                    <a:pt x="325632" y="220358"/>
                  </a:lnTo>
                  <a:lnTo>
                    <a:pt x="327237" y="215319"/>
                  </a:lnTo>
                  <a:lnTo>
                    <a:pt x="328681" y="210231"/>
                  </a:lnTo>
                  <a:lnTo>
                    <a:pt x="329964" y="205100"/>
                  </a:lnTo>
                  <a:lnTo>
                    <a:pt x="331084" y="199931"/>
                  </a:lnTo>
                  <a:lnTo>
                    <a:pt x="332039" y="194730"/>
                  </a:lnTo>
                  <a:lnTo>
                    <a:pt x="332830" y="189500"/>
                  </a:lnTo>
                  <a:lnTo>
                    <a:pt x="333455" y="184248"/>
                  </a:lnTo>
                  <a:lnTo>
                    <a:pt x="333913" y="178979"/>
                  </a:lnTo>
                  <a:lnTo>
                    <a:pt x="334205" y="173699"/>
                  </a:lnTo>
                  <a:lnTo>
                    <a:pt x="334329" y="168411"/>
                  </a:lnTo>
                  <a:lnTo>
                    <a:pt x="334286" y="163123"/>
                  </a:lnTo>
                  <a:lnTo>
                    <a:pt x="334076" y="157838"/>
                  </a:lnTo>
                  <a:lnTo>
                    <a:pt x="333699" y="152563"/>
                  </a:lnTo>
                  <a:lnTo>
                    <a:pt x="333155" y="147302"/>
                  </a:lnTo>
                  <a:lnTo>
                    <a:pt x="332444" y="142061"/>
                  </a:lnTo>
                  <a:lnTo>
                    <a:pt x="331569" y="136845"/>
                  </a:lnTo>
                  <a:lnTo>
                    <a:pt x="330529" y="131660"/>
                  </a:lnTo>
                  <a:lnTo>
                    <a:pt x="329325" y="126510"/>
                  </a:lnTo>
                  <a:lnTo>
                    <a:pt x="327959" y="121400"/>
                  </a:lnTo>
                  <a:lnTo>
                    <a:pt x="326432" y="116337"/>
                  </a:lnTo>
                  <a:lnTo>
                    <a:pt x="324746" y="111324"/>
                  </a:lnTo>
                  <a:lnTo>
                    <a:pt x="322901" y="106367"/>
                  </a:lnTo>
                  <a:lnTo>
                    <a:pt x="320901" y="101471"/>
                  </a:lnTo>
                  <a:lnTo>
                    <a:pt x="318748" y="96641"/>
                  </a:lnTo>
                  <a:lnTo>
                    <a:pt x="316442" y="91881"/>
                  </a:lnTo>
                  <a:lnTo>
                    <a:pt x="313987" y="87196"/>
                  </a:lnTo>
                  <a:lnTo>
                    <a:pt x="311385" y="82592"/>
                  </a:lnTo>
                  <a:lnTo>
                    <a:pt x="308639" y="78072"/>
                  </a:lnTo>
                  <a:lnTo>
                    <a:pt x="305751" y="73641"/>
                  </a:lnTo>
                  <a:lnTo>
                    <a:pt x="302724" y="69304"/>
                  </a:lnTo>
                  <a:lnTo>
                    <a:pt x="299562" y="65065"/>
                  </a:lnTo>
                  <a:lnTo>
                    <a:pt x="296267" y="60928"/>
                  </a:lnTo>
                  <a:lnTo>
                    <a:pt x="292843" y="56897"/>
                  </a:lnTo>
                  <a:lnTo>
                    <a:pt x="289293" y="52976"/>
                  </a:lnTo>
                  <a:lnTo>
                    <a:pt x="285621" y="49170"/>
                  </a:lnTo>
                  <a:lnTo>
                    <a:pt x="281830" y="45482"/>
                  </a:lnTo>
                  <a:lnTo>
                    <a:pt x="277925" y="41916"/>
                  </a:lnTo>
                  <a:lnTo>
                    <a:pt x="167167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110757" cy="167167"/>
            </a:xfrm>
            <a:custGeom>
              <a:avLst/>
              <a:pathLst>
                <a:path w="110757" h="167167">
                  <a:moveTo>
                    <a:pt x="110757" y="41957"/>
                  </a:moveTo>
                  <a:lnTo>
                    <a:pt x="106576" y="38379"/>
                  </a:lnTo>
                  <a:lnTo>
                    <a:pt x="102280" y="34941"/>
                  </a:lnTo>
                  <a:lnTo>
                    <a:pt x="97872" y="31646"/>
                  </a:lnTo>
                  <a:lnTo>
                    <a:pt x="93359" y="28498"/>
                  </a:lnTo>
                  <a:lnTo>
                    <a:pt x="88744" y="25501"/>
                  </a:lnTo>
                  <a:lnTo>
                    <a:pt x="84033" y="22656"/>
                  </a:lnTo>
                  <a:lnTo>
                    <a:pt x="79231" y="19969"/>
                  </a:lnTo>
                  <a:lnTo>
                    <a:pt x="74344" y="17441"/>
                  </a:lnTo>
                  <a:lnTo>
                    <a:pt x="69375" y="15075"/>
                  </a:lnTo>
                  <a:lnTo>
                    <a:pt x="64332" y="12874"/>
                  </a:lnTo>
                  <a:lnTo>
                    <a:pt x="59219" y="10840"/>
                  </a:lnTo>
                  <a:lnTo>
                    <a:pt x="54041" y="8976"/>
                  </a:lnTo>
                  <a:lnTo>
                    <a:pt x="48806" y="7283"/>
                  </a:lnTo>
                  <a:lnTo>
                    <a:pt x="43517" y="5763"/>
                  </a:lnTo>
                  <a:lnTo>
                    <a:pt x="38181" y="4418"/>
                  </a:lnTo>
                  <a:lnTo>
                    <a:pt x="32804" y="3250"/>
                  </a:lnTo>
                  <a:lnTo>
                    <a:pt x="27391" y="2259"/>
                  </a:lnTo>
                  <a:lnTo>
                    <a:pt x="21948" y="1447"/>
                  </a:lnTo>
                  <a:lnTo>
                    <a:pt x="16482" y="814"/>
                  </a:lnTo>
                  <a:lnTo>
                    <a:pt x="10998" y="362"/>
                  </a:lnTo>
                  <a:lnTo>
                    <a:pt x="550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362" y="4213821"/>
              <a:ext cx="2925" cy="167167"/>
            </a:xfrm>
            <a:custGeom>
              <a:avLst/>
              <a:pathLst>
                <a:path w="2925" h="167167">
                  <a:moveTo>
                    <a:pt x="2925" y="0"/>
                  </a:moveTo>
                  <a:lnTo>
                    <a:pt x="0" y="25"/>
                  </a:lnTo>
                  <a:lnTo>
                    <a:pt x="29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47"/>
              <a:ext cx="167166" cy="258465"/>
            </a:xfrm>
            <a:custGeom>
              <a:avLst/>
              <a:pathLst>
                <a:path w="167166" h="258465">
                  <a:moveTo>
                    <a:pt x="164241" y="0"/>
                  </a:moveTo>
                  <a:lnTo>
                    <a:pt x="158846" y="181"/>
                  </a:lnTo>
                  <a:lnTo>
                    <a:pt x="153460" y="537"/>
                  </a:lnTo>
                  <a:lnTo>
                    <a:pt x="148088" y="1066"/>
                  </a:lnTo>
                  <a:lnTo>
                    <a:pt x="142736" y="1769"/>
                  </a:lnTo>
                  <a:lnTo>
                    <a:pt x="137410" y="2644"/>
                  </a:lnTo>
                  <a:lnTo>
                    <a:pt x="132114" y="3690"/>
                  </a:lnTo>
                  <a:lnTo>
                    <a:pt x="126855" y="4907"/>
                  </a:lnTo>
                  <a:lnTo>
                    <a:pt x="121639" y="6293"/>
                  </a:lnTo>
                  <a:lnTo>
                    <a:pt x="116469" y="7847"/>
                  </a:lnTo>
                  <a:lnTo>
                    <a:pt x="111353" y="9567"/>
                  </a:lnTo>
                  <a:lnTo>
                    <a:pt x="106294" y="11451"/>
                  </a:lnTo>
                  <a:lnTo>
                    <a:pt x="101299" y="13497"/>
                  </a:lnTo>
                  <a:lnTo>
                    <a:pt x="96373" y="15704"/>
                  </a:lnTo>
                  <a:lnTo>
                    <a:pt x="91521" y="18068"/>
                  </a:lnTo>
                  <a:lnTo>
                    <a:pt x="86747" y="20588"/>
                  </a:lnTo>
                  <a:lnTo>
                    <a:pt x="82058" y="23261"/>
                  </a:lnTo>
                  <a:lnTo>
                    <a:pt x="77457" y="26084"/>
                  </a:lnTo>
                  <a:lnTo>
                    <a:pt x="72949" y="29054"/>
                  </a:lnTo>
                  <a:lnTo>
                    <a:pt x="68540" y="32168"/>
                  </a:lnTo>
                  <a:lnTo>
                    <a:pt x="64234" y="35422"/>
                  </a:lnTo>
                  <a:lnTo>
                    <a:pt x="60035" y="38814"/>
                  </a:lnTo>
                  <a:lnTo>
                    <a:pt x="55948" y="42340"/>
                  </a:lnTo>
                  <a:lnTo>
                    <a:pt x="51976" y="45996"/>
                  </a:lnTo>
                  <a:lnTo>
                    <a:pt x="48125" y="49778"/>
                  </a:lnTo>
                  <a:lnTo>
                    <a:pt x="44398" y="53682"/>
                  </a:lnTo>
                  <a:lnTo>
                    <a:pt x="40799" y="57705"/>
                  </a:lnTo>
                  <a:lnTo>
                    <a:pt x="37331" y="61842"/>
                  </a:lnTo>
                  <a:lnTo>
                    <a:pt x="33999" y="66089"/>
                  </a:lnTo>
                  <a:lnTo>
                    <a:pt x="30806" y="70441"/>
                  </a:lnTo>
                  <a:lnTo>
                    <a:pt x="27755" y="74894"/>
                  </a:lnTo>
                  <a:lnTo>
                    <a:pt x="24850" y="79443"/>
                  </a:lnTo>
                  <a:lnTo>
                    <a:pt x="22092" y="84083"/>
                  </a:lnTo>
                  <a:lnTo>
                    <a:pt x="19487" y="88811"/>
                  </a:lnTo>
                  <a:lnTo>
                    <a:pt x="17035" y="93619"/>
                  </a:lnTo>
                  <a:lnTo>
                    <a:pt x="14739" y="98505"/>
                  </a:lnTo>
                  <a:lnTo>
                    <a:pt x="12603" y="103462"/>
                  </a:lnTo>
                  <a:lnTo>
                    <a:pt x="10627" y="108485"/>
                  </a:lnTo>
                  <a:lnTo>
                    <a:pt x="8815" y="113570"/>
                  </a:lnTo>
                  <a:lnTo>
                    <a:pt x="7168" y="118710"/>
                  </a:lnTo>
                  <a:lnTo>
                    <a:pt x="5688" y="123901"/>
                  </a:lnTo>
                  <a:lnTo>
                    <a:pt x="4376" y="129137"/>
                  </a:lnTo>
                  <a:lnTo>
                    <a:pt x="3234" y="134413"/>
                  </a:lnTo>
                  <a:lnTo>
                    <a:pt x="2263" y="139723"/>
                  </a:lnTo>
                  <a:lnTo>
                    <a:pt x="1463" y="145061"/>
                  </a:lnTo>
                  <a:lnTo>
                    <a:pt x="837" y="150422"/>
                  </a:lnTo>
                  <a:lnTo>
                    <a:pt x="384" y="155801"/>
                  </a:lnTo>
                  <a:lnTo>
                    <a:pt x="104" y="161192"/>
                  </a:lnTo>
                  <a:lnTo>
                    <a:pt x="0" y="166588"/>
                  </a:lnTo>
                  <a:lnTo>
                    <a:pt x="69" y="171986"/>
                  </a:lnTo>
                  <a:lnTo>
                    <a:pt x="312" y="177378"/>
                  </a:lnTo>
                  <a:lnTo>
                    <a:pt x="730" y="182760"/>
                  </a:lnTo>
                  <a:lnTo>
                    <a:pt x="1321" y="188125"/>
                  </a:lnTo>
                  <a:lnTo>
                    <a:pt x="2085" y="193469"/>
                  </a:lnTo>
                  <a:lnTo>
                    <a:pt x="3021" y="198785"/>
                  </a:lnTo>
                  <a:lnTo>
                    <a:pt x="4128" y="204068"/>
                  </a:lnTo>
                  <a:lnTo>
                    <a:pt x="5405" y="209313"/>
                  </a:lnTo>
                  <a:lnTo>
                    <a:pt x="6851" y="214513"/>
                  </a:lnTo>
                  <a:lnTo>
                    <a:pt x="8464" y="219664"/>
                  </a:lnTo>
                  <a:lnTo>
                    <a:pt x="10243" y="224761"/>
                  </a:lnTo>
                  <a:lnTo>
                    <a:pt x="12185" y="229797"/>
                  </a:lnTo>
                  <a:lnTo>
                    <a:pt x="14288" y="234768"/>
                  </a:lnTo>
                  <a:lnTo>
                    <a:pt x="16551" y="239669"/>
                  </a:lnTo>
                  <a:lnTo>
                    <a:pt x="18972" y="244494"/>
                  </a:lnTo>
                  <a:lnTo>
                    <a:pt x="21546" y="249238"/>
                  </a:lnTo>
                  <a:lnTo>
                    <a:pt x="24273" y="253896"/>
                  </a:lnTo>
                  <a:lnTo>
                    <a:pt x="27148" y="258465"/>
                  </a:lnTo>
                  <a:lnTo>
                    <a:pt x="167166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1269" y="4213821"/>
              <a:ext cx="307172" cy="334330"/>
            </a:xfrm>
            <a:custGeom>
              <a:avLst/>
              <a:pathLst>
                <a:path w="307172" h="334330">
                  <a:moveTo>
                    <a:pt x="0" y="258490"/>
                  </a:moveTo>
                  <a:lnTo>
                    <a:pt x="2974" y="262896"/>
                  </a:lnTo>
                  <a:lnTo>
                    <a:pt x="6088" y="267206"/>
                  </a:lnTo>
                  <a:lnTo>
                    <a:pt x="9336" y="271414"/>
                  </a:lnTo>
                  <a:lnTo>
                    <a:pt x="12717" y="275517"/>
                  </a:lnTo>
                  <a:lnTo>
                    <a:pt x="16227" y="279510"/>
                  </a:lnTo>
                  <a:lnTo>
                    <a:pt x="19862" y="283389"/>
                  </a:lnTo>
                  <a:lnTo>
                    <a:pt x="23618" y="287151"/>
                  </a:lnTo>
                  <a:lnTo>
                    <a:pt x="27492" y="290792"/>
                  </a:lnTo>
                  <a:lnTo>
                    <a:pt x="31480" y="294307"/>
                  </a:lnTo>
                  <a:lnTo>
                    <a:pt x="35578" y="297694"/>
                  </a:lnTo>
                  <a:lnTo>
                    <a:pt x="39781" y="300949"/>
                  </a:lnTo>
                  <a:lnTo>
                    <a:pt x="44086" y="304069"/>
                  </a:lnTo>
                  <a:lnTo>
                    <a:pt x="48488" y="307050"/>
                  </a:lnTo>
                  <a:lnTo>
                    <a:pt x="52982" y="309890"/>
                  </a:lnTo>
                  <a:lnTo>
                    <a:pt x="57564" y="312585"/>
                  </a:lnTo>
                  <a:lnTo>
                    <a:pt x="62230" y="315133"/>
                  </a:lnTo>
                  <a:lnTo>
                    <a:pt x="66975" y="317532"/>
                  </a:lnTo>
                  <a:lnTo>
                    <a:pt x="71793" y="319779"/>
                  </a:lnTo>
                  <a:lnTo>
                    <a:pt x="76680" y="321871"/>
                  </a:lnTo>
                  <a:lnTo>
                    <a:pt x="81631" y="323807"/>
                  </a:lnTo>
                  <a:lnTo>
                    <a:pt x="86642" y="325584"/>
                  </a:lnTo>
                  <a:lnTo>
                    <a:pt x="91706" y="327201"/>
                  </a:lnTo>
                  <a:lnTo>
                    <a:pt x="96819" y="328657"/>
                  </a:lnTo>
                  <a:lnTo>
                    <a:pt x="101976" y="329948"/>
                  </a:lnTo>
                  <a:lnTo>
                    <a:pt x="107172" y="331076"/>
                  </a:lnTo>
                  <a:lnTo>
                    <a:pt x="112400" y="332037"/>
                  </a:lnTo>
                  <a:lnTo>
                    <a:pt x="117657" y="332832"/>
                  </a:lnTo>
                  <a:lnTo>
                    <a:pt x="122936" y="333459"/>
                  </a:lnTo>
                  <a:lnTo>
                    <a:pt x="128232" y="333918"/>
                  </a:lnTo>
                  <a:lnTo>
                    <a:pt x="133541" y="334209"/>
                  </a:lnTo>
                  <a:lnTo>
                    <a:pt x="138856" y="334330"/>
                  </a:lnTo>
                  <a:lnTo>
                    <a:pt x="144172" y="334283"/>
                  </a:lnTo>
                  <a:lnTo>
                    <a:pt x="149483" y="334066"/>
                  </a:lnTo>
                  <a:lnTo>
                    <a:pt x="154786" y="333681"/>
                  </a:lnTo>
                  <a:lnTo>
                    <a:pt x="160073" y="333127"/>
                  </a:lnTo>
                  <a:lnTo>
                    <a:pt x="165340" y="332405"/>
                  </a:lnTo>
                  <a:lnTo>
                    <a:pt x="170582" y="331517"/>
                  </a:lnTo>
                  <a:lnTo>
                    <a:pt x="175792" y="330462"/>
                  </a:lnTo>
                  <a:lnTo>
                    <a:pt x="180967" y="329241"/>
                  </a:lnTo>
                  <a:lnTo>
                    <a:pt x="186099" y="327857"/>
                  </a:lnTo>
                  <a:lnTo>
                    <a:pt x="191186" y="326311"/>
                  </a:lnTo>
                  <a:lnTo>
                    <a:pt x="196220" y="324603"/>
                  </a:lnTo>
                  <a:lnTo>
                    <a:pt x="201198" y="322736"/>
                  </a:lnTo>
                  <a:lnTo>
                    <a:pt x="206114" y="320712"/>
                  </a:lnTo>
                  <a:lnTo>
                    <a:pt x="210963" y="318533"/>
                  </a:lnTo>
                  <a:lnTo>
                    <a:pt x="215740" y="316200"/>
                  </a:lnTo>
                  <a:lnTo>
                    <a:pt x="220441" y="313717"/>
                  </a:lnTo>
                  <a:lnTo>
                    <a:pt x="225060" y="311086"/>
                  </a:lnTo>
                  <a:lnTo>
                    <a:pt x="229594" y="308309"/>
                  </a:lnTo>
                  <a:lnTo>
                    <a:pt x="234036" y="305389"/>
                  </a:lnTo>
                  <a:lnTo>
                    <a:pt x="238384" y="302330"/>
                  </a:lnTo>
                  <a:lnTo>
                    <a:pt x="242632" y="299133"/>
                  </a:lnTo>
                  <a:lnTo>
                    <a:pt x="246777" y="295804"/>
                  </a:lnTo>
                  <a:lnTo>
                    <a:pt x="250813" y="292344"/>
                  </a:lnTo>
                  <a:lnTo>
                    <a:pt x="254737" y="288757"/>
                  </a:lnTo>
                  <a:lnTo>
                    <a:pt x="258546" y="285048"/>
                  </a:lnTo>
                  <a:lnTo>
                    <a:pt x="262234" y="281219"/>
                  </a:lnTo>
                  <a:lnTo>
                    <a:pt x="265799" y="277276"/>
                  </a:lnTo>
                  <a:lnTo>
                    <a:pt x="269237" y="273220"/>
                  </a:lnTo>
                  <a:lnTo>
                    <a:pt x="272544" y="269058"/>
                  </a:lnTo>
                  <a:lnTo>
                    <a:pt x="275717" y="264792"/>
                  </a:lnTo>
                  <a:lnTo>
                    <a:pt x="278752" y="260428"/>
                  </a:lnTo>
                  <a:lnTo>
                    <a:pt x="281648" y="255969"/>
                  </a:lnTo>
                  <a:lnTo>
                    <a:pt x="284400" y="251421"/>
                  </a:lnTo>
                  <a:lnTo>
                    <a:pt x="287006" y="246787"/>
                  </a:lnTo>
                  <a:lnTo>
                    <a:pt x="289463" y="242073"/>
                  </a:lnTo>
                  <a:lnTo>
                    <a:pt x="291770" y="237283"/>
                  </a:lnTo>
                  <a:lnTo>
                    <a:pt x="293922" y="232422"/>
                  </a:lnTo>
                  <a:lnTo>
                    <a:pt x="295920" y="227495"/>
                  </a:lnTo>
                  <a:lnTo>
                    <a:pt x="297759" y="222507"/>
                  </a:lnTo>
                  <a:lnTo>
                    <a:pt x="299439" y="217463"/>
                  </a:lnTo>
                  <a:lnTo>
                    <a:pt x="300958" y="212368"/>
                  </a:lnTo>
                  <a:lnTo>
                    <a:pt x="302314" y="207228"/>
                  </a:lnTo>
                  <a:lnTo>
                    <a:pt x="303505" y="202047"/>
                  </a:lnTo>
                  <a:lnTo>
                    <a:pt x="304532" y="196831"/>
                  </a:lnTo>
                  <a:lnTo>
                    <a:pt x="305392" y="191584"/>
                  </a:lnTo>
                  <a:lnTo>
                    <a:pt x="306085" y="186314"/>
                  </a:lnTo>
                  <a:lnTo>
                    <a:pt x="306610" y="181023"/>
                  </a:lnTo>
                  <a:lnTo>
                    <a:pt x="306966" y="175719"/>
                  </a:lnTo>
                  <a:lnTo>
                    <a:pt x="307153" y="170406"/>
                  </a:lnTo>
                  <a:lnTo>
                    <a:pt x="307172" y="165090"/>
                  </a:lnTo>
                  <a:lnTo>
                    <a:pt x="307021" y="159776"/>
                  </a:lnTo>
                  <a:lnTo>
                    <a:pt x="306702" y="154469"/>
                  </a:lnTo>
                  <a:lnTo>
                    <a:pt x="306214" y="149175"/>
                  </a:lnTo>
                  <a:lnTo>
                    <a:pt x="305558" y="143899"/>
                  </a:lnTo>
                  <a:lnTo>
                    <a:pt x="304734" y="138647"/>
                  </a:lnTo>
                  <a:lnTo>
                    <a:pt x="303744" y="133424"/>
                  </a:lnTo>
                  <a:lnTo>
                    <a:pt x="302588" y="128235"/>
                  </a:lnTo>
                  <a:lnTo>
                    <a:pt x="301268" y="123085"/>
                  </a:lnTo>
                  <a:lnTo>
                    <a:pt x="299785" y="117980"/>
                  </a:lnTo>
                  <a:lnTo>
                    <a:pt x="298140" y="112925"/>
                  </a:lnTo>
                  <a:lnTo>
                    <a:pt x="296335" y="107924"/>
                  </a:lnTo>
                  <a:lnTo>
                    <a:pt x="294372" y="102983"/>
                  </a:lnTo>
                  <a:lnTo>
                    <a:pt x="292253" y="98108"/>
                  </a:lnTo>
                  <a:lnTo>
                    <a:pt x="289980" y="93302"/>
                  </a:lnTo>
                  <a:lnTo>
                    <a:pt x="287556" y="88571"/>
                  </a:lnTo>
                  <a:lnTo>
                    <a:pt x="284982" y="83919"/>
                  </a:lnTo>
                  <a:lnTo>
                    <a:pt x="282261" y="79351"/>
                  </a:lnTo>
                  <a:lnTo>
                    <a:pt x="279397" y="74873"/>
                  </a:lnTo>
                  <a:lnTo>
                    <a:pt x="276392" y="70487"/>
                  </a:lnTo>
                  <a:lnTo>
                    <a:pt x="273249" y="66200"/>
                  </a:lnTo>
                  <a:lnTo>
                    <a:pt x="269971" y="62014"/>
                  </a:lnTo>
                  <a:lnTo>
                    <a:pt x="266561" y="57935"/>
                  </a:lnTo>
                  <a:lnTo>
                    <a:pt x="263024" y="53967"/>
                  </a:lnTo>
                  <a:lnTo>
                    <a:pt x="259362" y="50112"/>
                  </a:lnTo>
                  <a:lnTo>
                    <a:pt x="255580" y="46377"/>
                  </a:lnTo>
                  <a:lnTo>
                    <a:pt x="251680" y="42763"/>
                  </a:lnTo>
                  <a:lnTo>
                    <a:pt x="247668" y="39275"/>
                  </a:lnTo>
                  <a:lnTo>
                    <a:pt x="243547" y="35917"/>
                  </a:lnTo>
                  <a:lnTo>
                    <a:pt x="239321" y="32691"/>
                  </a:lnTo>
                  <a:lnTo>
                    <a:pt x="234995" y="29602"/>
                  </a:lnTo>
                  <a:lnTo>
                    <a:pt x="230573" y="26651"/>
                  </a:lnTo>
                  <a:lnTo>
                    <a:pt x="226059" y="23843"/>
                  </a:lnTo>
                  <a:lnTo>
                    <a:pt x="221458" y="21179"/>
                  </a:lnTo>
                  <a:lnTo>
                    <a:pt x="216774" y="18663"/>
                  </a:lnTo>
                  <a:lnTo>
                    <a:pt x="212013" y="16298"/>
                  </a:lnTo>
                  <a:lnTo>
                    <a:pt x="207180" y="14085"/>
                  </a:lnTo>
                  <a:lnTo>
                    <a:pt x="202278" y="12026"/>
                  </a:lnTo>
                  <a:lnTo>
                    <a:pt x="197313" y="10125"/>
                  </a:lnTo>
                  <a:lnTo>
                    <a:pt x="192291" y="8383"/>
                  </a:lnTo>
                  <a:lnTo>
                    <a:pt x="187215" y="6801"/>
                  </a:lnTo>
                  <a:lnTo>
                    <a:pt x="182092" y="5381"/>
                  </a:lnTo>
                  <a:lnTo>
                    <a:pt x="176926" y="4125"/>
                  </a:lnTo>
                  <a:lnTo>
                    <a:pt x="171723" y="3034"/>
                  </a:lnTo>
                  <a:lnTo>
                    <a:pt x="166488" y="2109"/>
                  </a:lnTo>
                  <a:lnTo>
                    <a:pt x="161226" y="1350"/>
                  </a:lnTo>
                  <a:lnTo>
                    <a:pt x="155943" y="760"/>
                  </a:lnTo>
                  <a:lnTo>
                    <a:pt x="150643" y="338"/>
                  </a:lnTo>
                  <a:lnTo>
                    <a:pt x="145333" y="84"/>
                  </a:lnTo>
                  <a:lnTo>
                    <a:pt x="140017" y="0"/>
                  </a:lnTo>
                  <a:lnTo>
                    <a:pt x="1400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112" y="4659281"/>
              <a:ext cx="2412" cy="167167"/>
            </a:xfrm>
            <a:custGeom>
              <a:avLst/>
              <a:pathLst>
                <a:path w="2412" h="167167">
                  <a:moveTo>
                    <a:pt x="2412" y="0"/>
                  </a:moveTo>
                  <a:lnTo>
                    <a:pt x="0" y="17"/>
                  </a:lnTo>
                  <a:lnTo>
                    <a:pt x="241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112" y="4659299"/>
              <a:ext cx="2412" cy="167150"/>
            </a:xfrm>
            <a:custGeom>
              <a:avLst/>
              <a:pathLst>
                <a:path w="2412" h="167150">
                  <a:moveTo>
                    <a:pt x="0" y="0"/>
                  </a:moveTo>
                  <a:lnTo>
                    <a:pt x="2412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481" y="4659299"/>
              <a:ext cx="167043" cy="167150"/>
            </a:xfrm>
            <a:custGeom>
              <a:avLst/>
              <a:pathLst>
                <a:path w="167043" h="167150">
                  <a:moveTo>
                    <a:pt x="164631" y="0"/>
                  </a:moveTo>
                  <a:lnTo>
                    <a:pt x="159235" y="165"/>
                  </a:lnTo>
                  <a:lnTo>
                    <a:pt x="153847" y="504"/>
                  </a:lnTo>
                  <a:lnTo>
                    <a:pt x="148473" y="1017"/>
                  </a:lnTo>
                  <a:lnTo>
                    <a:pt x="143119" y="1703"/>
                  </a:lnTo>
                  <a:lnTo>
                    <a:pt x="137789" y="2562"/>
                  </a:lnTo>
                  <a:lnTo>
                    <a:pt x="132490" y="3592"/>
                  </a:lnTo>
                  <a:lnTo>
                    <a:pt x="127227" y="4793"/>
                  </a:lnTo>
                  <a:lnTo>
                    <a:pt x="122006" y="6163"/>
                  </a:lnTo>
                  <a:lnTo>
                    <a:pt x="116831" y="7701"/>
                  </a:lnTo>
                  <a:lnTo>
                    <a:pt x="111709" y="9406"/>
                  </a:lnTo>
                  <a:lnTo>
                    <a:pt x="106644" y="11275"/>
                  </a:lnTo>
                  <a:lnTo>
                    <a:pt x="101643" y="13306"/>
                  </a:lnTo>
                  <a:lnTo>
                    <a:pt x="96709" y="15498"/>
                  </a:lnTo>
                  <a:lnTo>
                    <a:pt x="91850" y="17848"/>
                  </a:lnTo>
                  <a:lnTo>
                    <a:pt x="87068" y="20354"/>
                  </a:lnTo>
                  <a:lnTo>
                    <a:pt x="82370" y="23013"/>
                  </a:lnTo>
                  <a:lnTo>
                    <a:pt x="77760" y="25822"/>
                  </a:lnTo>
                  <a:lnTo>
                    <a:pt x="73243" y="28778"/>
                  </a:lnTo>
                  <a:lnTo>
                    <a:pt x="68824" y="31879"/>
                  </a:lnTo>
                  <a:lnTo>
                    <a:pt x="64508" y="35121"/>
                  </a:lnTo>
                  <a:lnTo>
                    <a:pt x="60298" y="38501"/>
                  </a:lnTo>
                  <a:lnTo>
                    <a:pt x="56200" y="42014"/>
                  </a:lnTo>
                  <a:lnTo>
                    <a:pt x="52217" y="45659"/>
                  </a:lnTo>
                  <a:lnTo>
                    <a:pt x="48354" y="49430"/>
                  </a:lnTo>
                  <a:lnTo>
                    <a:pt x="44615" y="53323"/>
                  </a:lnTo>
                  <a:lnTo>
                    <a:pt x="41004" y="57336"/>
                  </a:lnTo>
                  <a:lnTo>
                    <a:pt x="37524" y="61463"/>
                  </a:lnTo>
                  <a:lnTo>
                    <a:pt x="34179" y="65700"/>
                  </a:lnTo>
                  <a:lnTo>
                    <a:pt x="30972" y="70043"/>
                  </a:lnTo>
                  <a:lnTo>
                    <a:pt x="27908" y="74487"/>
                  </a:lnTo>
                  <a:lnTo>
                    <a:pt x="24988" y="79028"/>
                  </a:lnTo>
                  <a:lnTo>
                    <a:pt x="22217" y="83660"/>
                  </a:lnTo>
                  <a:lnTo>
                    <a:pt x="19597" y="88380"/>
                  </a:lnTo>
                  <a:lnTo>
                    <a:pt x="17130" y="93182"/>
                  </a:lnTo>
                  <a:lnTo>
                    <a:pt x="14820" y="98061"/>
                  </a:lnTo>
                  <a:lnTo>
                    <a:pt x="12669" y="103012"/>
                  </a:lnTo>
                  <a:lnTo>
                    <a:pt x="10678" y="108030"/>
                  </a:lnTo>
                  <a:lnTo>
                    <a:pt x="8851" y="113110"/>
                  </a:lnTo>
                  <a:lnTo>
                    <a:pt x="7189" y="118246"/>
                  </a:lnTo>
                  <a:lnTo>
                    <a:pt x="5693" y="123433"/>
                  </a:lnTo>
                  <a:lnTo>
                    <a:pt x="4365" y="128666"/>
                  </a:lnTo>
                  <a:lnTo>
                    <a:pt x="3208" y="133938"/>
                  </a:lnTo>
                  <a:lnTo>
                    <a:pt x="2221" y="139246"/>
                  </a:lnTo>
                  <a:lnTo>
                    <a:pt x="1406" y="144582"/>
                  </a:lnTo>
                  <a:lnTo>
                    <a:pt x="763" y="149942"/>
                  </a:lnTo>
                  <a:lnTo>
                    <a:pt x="295" y="155320"/>
                  </a:lnTo>
                  <a:lnTo>
                    <a:pt x="0" y="160710"/>
                  </a:lnTo>
                  <a:lnTo>
                    <a:pt x="167043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120" y="160728"/>
                  </a:moveTo>
                  <a:lnTo>
                    <a:pt x="0" y="166021"/>
                  </a:lnTo>
                  <a:lnTo>
                    <a:pt x="47" y="171315"/>
                  </a:lnTo>
                  <a:lnTo>
                    <a:pt x="262" y="176605"/>
                  </a:lnTo>
                  <a:lnTo>
                    <a:pt x="645" y="181886"/>
                  </a:lnTo>
                  <a:lnTo>
                    <a:pt x="1194" y="187151"/>
                  </a:lnTo>
                  <a:lnTo>
                    <a:pt x="1911" y="192397"/>
                  </a:lnTo>
                  <a:lnTo>
                    <a:pt x="2792" y="197618"/>
                  </a:lnTo>
                  <a:lnTo>
                    <a:pt x="3839" y="202808"/>
                  </a:lnTo>
                  <a:lnTo>
                    <a:pt x="5050" y="207962"/>
                  </a:lnTo>
                  <a:lnTo>
                    <a:pt x="6423" y="213075"/>
                  </a:lnTo>
                  <a:lnTo>
                    <a:pt x="7957" y="218142"/>
                  </a:lnTo>
                  <a:lnTo>
                    <a:pt x="9651" y="223158"/>
                  </a:lnTo>
                  <a:lnTo>
                    <a:pt x="11504" y="228118"/>
                  </a:lnTo>
                  <a:lnTo>
                    <a:pt x="13512" y="233017"/>
                  </a:lnTo>
                  <a:lnTo>
                    <a:pt x="15674" y="237850"/>
                  </a:lnTo>
                  <a:lnTo>
                    <a:pt x="17988" y="242612"/>
                  </a:lnTo>
                  <a:lnTo>
                    <a:pt x="20452" y="247298"/>
                  </a:lnTo>
                  <a:lnTo>
                    <a:pt x="23064" y="251904"/>
                  </a:lnTo>
                  <a:lnTo>
                    <a:pt x="25819" y="256424"/>
                  </a:lnTo>
                  <a:lnTo>
                    <a:pt x="28717" y="260856"/>
                  </a:lnTo>
                  <a:lnTo>
                    <a:pt x="31753" y="265193"/>
                  </a:lnTo>
                  <a:lnTo>
                    <a:pt x="34925" y="269432"/>
                  </a:lnTo>
                  <a:lnTo>
                    <a:pt x="38230" y="273568"/>
                  </a:lnTo>
                  <a:lnTo>
                    <a:pt x="41664" y="277598"/>
                  </a:lnTo>
                  <a:lnTo>
                    <a:pt x="45224" y="281517"/>
                  </a:lnTo>
                  <a:lnTo>
                    <a:pt x="48906" y="285321"/>
                  </a:lnTo>
                  <a:lnTo>
                    <a:pt x="52707" y="289006"/>
                  </a:lnTo>
                  <a:lnTo>
                    <a:pt x="56623" y="292570"/>
                  </a:lnTo>
                  <a:lnTo>
                    <a:pt x="60650" y="296007"/>
                  </a:lnTo>
                  <a:lnTo>
                    <a:pt x="64783" y="299316"/>
                  </a:lnTo>
                  <a:lnTo>
                    <a:pt x="69019" y="302492"/>
                  </a:lnTo>
                  <a:lnTo>
                    <a:pt x="73354" y="305532"/>
                  </a:lnTo>
                  <a:lnTo>
                    <a:pt x="77783" y="308433"/>
                  </a:lnTo>
                  <a:lnTo>
                    <a:pt x="82301" y="311193"/>
                  </a:lnTo>
                  <a:lnTo>
                    <a:pt x="86905" y="313808"/>
                  </a:lnTo>
                  <a:lnTo>
                    <a:pt x="91589" y="316276"/>
                  </a:lnTo>
                  <a:lnTo>
                    <a:pt x="96348" y="318594"/>
                  </a:lnTo>
                  <a:lnTo>
                    <a:pt x="101179" y="320761"/>
                  </a:lnTo>
                  <a:lnTo>
                    <a:pt x="106076" y="322773"/>
                  </a:lnTo>
                  <a:lnTo>
                    <a:pt x="111035" y="324630"/>
                  </a:lnTo>
                  <a:lnTo>
                    <a:pt x="116049" y="326328"/>
                  </a:lnTo>
                  <a:lnTo>
                    <a:pt x="121115" y="327867"/>
                  </a:lnTo>
                  <a:lnTo>
                    <a:pt x="126227" y="329245"/>
                  </a:lnTo>
                  <a:lnTo>
                    <a:pt x="131380" y="330460"/>
                  </a:lnTo>
                  <a:lnTo>
                    <a:pt x="136569" y="331511"/>
                  </a:lnTo>
                  <a:lnTo>
                    <a:pt x="141789" y="332397"/>
                  </a:lnTo>
                  <a:lnTo>
                    <a:pt x="147034" y="333118"/>
                  </a:lnTo>
                  <a:lnTo>
                    <a:pt x="152299" y="333672"/>
                  </a:lnTo>
                  <a:lnTo>
                    <a:pt x="157580" y="334059"/>
                  </a:lnTo>
                  <a:lnTo>
                    <a:pt x="162870" y="334279"/>
                  </a:lnTo>
                  <a:lnTo>
                    <a:pt x="168164" y="334331"/>
                  </a:lnTo>
                  <a:lnTo>
                    <a:pt x="173457" y="334216"/>
                  </a:lnTo>
                  <a:lnTo>
                    <a:pt x="178744" y="333933"/>
                  </a:lnTo>
                  <a:lnTo>
                    <a:pt x="184019" y="333482"/>
                  </a:lnTo>
                  <a:lnTo>
                    <a:pt x="189277" y="332865"/>
                  </a:lnTo>
                  <a:lnTo>
                    <a:pt x="194514" y="332082"/>
                  </a:lnTo>
                  <a:lnTo>
                    <a:pt x="199722" y="331133"/>
                  </a:lnTo>
                  <a:lnTo>
                    <a:pt x="204898" y="330020"/>
                  </a:lnTo>
                  <a:lnTo>
                    <a:pt x="210037" y="328743"/>
                  </a:lnTo>
                  <a:lnTo>
                    <a:pt x="215132" y="327304"/>
                  </a:lnTo>
                  <a:lnTo>
                    <a:pt x="220179" y="325705"/>
                  </a:lnTo>
                  <a:lnTo>
                    <a:pt x="225173" y="323946"/>
                  </a:lnTo>
                  <a:lnTo>
                    <a:pt x="230108" y="322031"/>
                  </a:lnTo>
                  <a:lnTo>
                    <a:pt x="234981" y="319960"/>
                  </a:lnTo>
                  <a:lnTo>
                    <a:pt x="239786" y="317736"/>
                  </a:lnTo>
                  <a:lnTo>
                    <a:pt x="244517" y="315360"/>
                  </a:lnTo>
                  <a:lnTo>
                    <a:pt x="249171" y="312836"/>
                  </a:lnTo>
                  <a:lnTo>
                    <a:pt x="253743" y="310166"/>
                  </a:lnTo>
                  <a:lnTo>
                    <a:pt x="258228" y="307353"/>
                  </a:lnTo>
                  <a:lnTo>
                    <a:pt x="262622" y="304399"/>
                  </a:lnTo>
                  <a:lnTo>
                    <a:pt x="266920" y="301307"/>
                  </a:lnTo>
                  <a:lnTo>
                    <a:pt x="271118" y="298081"/>
                  </a:lnTo>
                  <a:lnTo>
                    <a:pt x="275211" y="294723"/>
                  </a:lnTo>
                  <a:lnTo>
                    <a:pt x="279196" y="291237"/>
                  </a:lnTo>
                  <a:lnTo>
                    <a:pt x="283069" y="287627"/>
                  </a:lnTo>
                  <a:lnTo>
                    <a:pt x="286826" y="283896"/>
                  </a:lnTo>
                  <a:lnTo>
                    <a:pt x="290462" y="280048"/>
                  </a:lnTo>
                  <a:lnTo>
                    <a:pt x="293975" y="276087"/>
                  </a:lnTo>
                  <a:lnTo>
                    <a:pt x="297361" y="272017"/>
                  </a:lnTo>
                  <a:lnTo>
                    <a:pt x="300616" y="267841"/>
                  </a:lnTo>
                  <a:lnTo>
                    <a:pt x="303737" y="263565"/>
                  </a:lnTo>
                  <a:lnTo>
                    <a:pt x="306721" y="259191"/>
                  </a:lnTo>
                  <a:lnTo>
                    <a:pt x="309565" y="254726"/>
                  </a:lnTo>
                  <a:lnTo>
                    <a:pt x="312267" y="250172"/>
                  </a:lnTo>
                  <a:lnTo>
                    <a:pt x="314822" y="245536"/>
                  </a:lnTo>
                  <a:lnTo>
                    <a:pt x="317230" y="240820"/>
                  </a:lnTo>
                  <a:lnTo>
                    <a:pt x="319487" y="236031"/>
                  </a:lnTo>
                  <a:lnTo>
                    <a:pt x="321592" y="231173"/>
                  </a:lnTo>
                  <a:lnTo>
                    <a:pt x="323541" y="226250"/>
                  </a:lnTo>
                  <a:lnTo>
                    <a:pt x="325334" y="221269"/>
                  </a:lnTo>
                  <a:lnTo>
                    <a:pt x="326968" y="216233"/>
                  </a:lnTo>
                  <a:lnTo>
                    <a:pt x="328441" y="211147"/>
                  </a:lnTo>
                  <a:lnTo>
                    <a:pt x="329753" y="206018"/>
                  </a:lnTo>
                  <a:lnTo>
                    <a:pt x="330902" y="200850"/>
                  </a:lnTo>
                  <a:lnTo>
                    <a:pt x="331886" y="195648"/>
                  </a:lnTo>
                  <a:lnTo>
                    <a:pt x="332706" y="190417"/>
                  </a:lnTo>
                  <a:lnTo>
                    <a:pt x="333359" y="185163"/>
                  </a:lnTo>
                  <a:lnTo>
                    <a:pt x="333846" y="179891"/>
                  </a:lnTo>
                  <a:lnTo>
                    <a:pt x="334165" y="174606"/>
                  </a:lnTo>
                  <a:lnTo>
                    <a:pt x="334317" y="169314"/>
                  </a:lnTo>
                  <a:lnTo>
                    <a:pt x="334301" y="164019"/>
                  </a:lnTo>
                  <a:lnTo>
                    <a:pt x="334117" y="158728"/>
                  </a:lnTo>
                  <a:lnTo>
                    <a:pt x="333766" y="153445"/>
                  </a:lnTo>
                  <a:lnTo>
                    <a:pt x="333248" y="148176"/>
                  </a:lnTo>
                  <a:lnTo>
                    <a:pt x="332564" y="142926"/>
                  </a:lnTo>
                  <a:lnTo>
                    <a:pt x="331713" y="137701"/>
                  </a:lnTo>
                  <a:lnTo>
                    <a:pt x="330697" y="132505"/>
                  </a:lnTo>
                  <a:lnTo>
                    <a:pt x="329518" y="127343"/>
                  </a:lnTo>
                  <a:lnTo>
                    <a:pt x="328175" y="122222"/>
                  </a:lnTo>
                  <a:lnTo>
                    <a:pt x="326671" y="117146"/>
                  </a:lnTo>
                  <a:lnTo>
                    <a:pt x="325007" y="112119"/>
                  </a:lnTo>
                  <a:lnTo>
                    <a:pt x="323185" y="107149"/>
                  </a:lnTo>
                  <a:lnTo>
                    <a:pt x="321206" y="102238"/>
                  </a:lnTo>
                  <a:lnTo>
                    <a:pt x="319072" y="97392"/>
                  </a:lnTo>
                  <a:lnTo>
                    <a:pt x="316787" y="92617"/>
                  </a:lnTo>
                  <a:lnTo>
                    <a:pt x="314351" y="87916"/>
                  </a:lnTo>
                  <a:lnTo>
                    <a:pt x="311767" y="83294"/>
                  </a:lnTo>
                  <a:lnTo>
                    <a:pt x="309039" y="78757"/>
                  </a:lnTo>
                  <a:lnTo>
                    <a:pt x="306168" y="74309"/>
                  </a:lnTo>
                  <a:lnTo>
                    <a:pt x="303157" y="69953"/>
                  </a:lnTo>
                  <a:lnTo>
                    <a:pt x="300011" y="65696"/>
                  </a:lnTo>
                  <a:lnTo>
                    <a:pt x="296731" y="61540"/>
                  </a:lnTo>
                  <a:lnTo>
                    <a:pt x="293321" y="57489"/>
                  </a:lnTo>
                  <a:lnTo>
                    <a:pt x="289784" y="53549"/>
                  </a:lnTo>
                  <a:lnTo>
                    <a:pt x="286125" y="49723"/>
                  </a:lnTo>
                  <a:lnTo>
                    <a:pt x="282346" y="46015"/>
                  </a:lnTo>
                  <a:lnTo>
                    <a:pt x="278452" y="42428"/>
                  </a:lnTo>
                  <a:lnTo>
                    <a:pt x="274446" y="38966"/>
                  </a:lnTo>
                  <a:lnTo>
                    <a:pt x="270332" y="35633"/>
                  </a:lnTo>
                  <a:lnTo>
                    <a:pt x="266115" y="32432"/>
                  </a:lnTo>
                  <a:lnTo>
                    <a:pt x="261799" y="29366"/>
                  </a:lnTo>
                  <a:lnTo>
                    <a:pt x="257387" y="26438"/>
                  </a:lnTo>
                  <a:lnTo>
                    <a:pt x="252886" y="23652"/>
                  </a:lnTo>
                  <a:lnTo>
                    <a:pt x="248298" y="21009"/>
                  </a:lnTo>
                  <a:lnTo>
                    <a:pt x="243629" y="18513"/>
                  </a:lnTo>
                  <a:lnTo>
                    <a:pt x="238883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9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3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9" y="5018213"/>
              <a:ext cx="334312" cy="334333"/>
            </a:xfrm>
            <a:custGeom>
              <a:avLst/>
              <a:pathLst>
                <a:path w="334312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4" y="335"/>
                  </a:lnTo>
                  <a:lnTo>
                    <a:pt x="151283" y="754"/>
                  </a:lnTo>
                  <a:lnTo>
                    <a:pt x="146019" y="1341"/>
                  </a:lnTo>
                  <a:lnTo>
                    <a:pt x="140776" y="2093"/>
                  </a:lnTo>
                  <a:lnTo>
                    <a:pt x="135559" y="3012"/>
                  </a:lnTo>
                  <a:lnTo>
                    <a:pt x="130374" y="4095"/>
                  </a:lnTo>
                  <a:lnTo>
                    <a:pt x="125225" y="5342"/>
                  </a:lnTo>
                  <a:lnTo>
                    <a:pt x="120119" y="6752"/>
                  </a:lnTo>
                  <a:lnTo>
                    <a:pt x="115060" y="8323"/>
                  </a:lnTo>
                  <a:lnTo>
                    <a:pt x="110054" y="10053"/>
                  </a:lnTo>
                  <a:lnTo>
                    <a:pt x="105105" y="11941"/>
                  </a:lnTo>
                  <a:lnTo>
                    <a:pt x="100218" y="13985"/>
                  </a:lnTo>
                  <a:lnTo>
                    <a:pt x="95398" y="16182"/>
                  </a:lnTo>
                  <a:lnTo>
                    <a:pt x="90650" y="18531"/>
                  </a:lnTo>
                  <a:lnTo>
                    <a:pt x="85979" y="21030"/>
                  </a:lnTo>
                  <a:lnTo>
                    <a:pt x="81390" y="23675"/>
                  </a:lnTo>
                  <a:lnTo>
                    <a:pt x="76887" y="26464"/>
                  </a:lnTo>
                  <a:lnTo>
                    <a:pt x="72474" y="29395"/>
                  </a:lnTo>
                  <a:lnTo>
                    <a:pt x="68157" y="32464"/>
                  </a:lnTo>
                  <a:lnTo>
                    <a:pt x="63939" y="35668"/>
                  </a:lnTo>
                  <a:lnTo>
                    <a:pt x="59824" y="39004"/>
                  </a:lnTo>
                  <a:lnTo>
                    <a:pt x="55817" y="42469"/>
                  </a:lnTo>
                  <a:lnTo>
                    <a:pt x="51922" y="46059"/>
                  </a:lnTo>
                  <a:lnTo>
                    <a:pt x="48143" y="49770"/>
                  </a:lnTo>
                  <a:lnTo>
                    <a:pt x="44483" y="53600"/>
                  </a:lnTo>
                  <a:lnTo>
                    <a:pt x="40947" y="57543"/>
                  </a:lnTo>
                  <a:lnTo>
                    <a:pt x="37537" y="61597"/>
                  </a:lnTo>
                  <a:lnTo>
                    <a:pt x="34257" y="65757"/>
                  </a:lnTo>
                  <a:lnTo>
                    <a:pt x="31111" y="70018"/>
                  </a:lnTo>
                  <a:lnTo>
                    <a:pt x="28101" y="74377"/>
                  </a:lnTo>
                  <a:lnTo>
                    <a:pt x="25231" y="78829"/>
                  </a:lnTo>
                  <a:lnTo>
                    <a:pt x="22503" y="83370"/>
                  </a:lnTo>
                  <a:lnTo>
                    <a:pt x="19921" y="87995"/>
                  </a:lnTo>
                  <a:lnTo>
                    <a:pt x="17487" y="92700"/>
                  </a:lnTo>
                  <a:lnTo>
                    <a:pt x="15202" y="97479"/>
                  </a:lnTo>
                  <a:lnTo>
                    <a:pt x="13071" y="102328"/>
                  </a:lnTo>
                  <a:lnTo>
                    <a:pt x="11094" y="107242"/>
                  </a:lnTo>
                  <a:lnTo>
                    <a:pt x="9273" y="112217"/>
                  </a:lnTo>
                  <a:lnTo>
                    <a:pt x="7612" y="117247"/>
                  </a:lnTo>
                  <a:lnTo>
                    <a:pt x="6110" y="122326"/>
                  </a:lnTo>
                  <a:lnTo>
                    <a:pt x="4770" y="127451"/>
                  </a:lnTo>
                  <a:lnTo>
                    <a:pt x="3594" y="132616"/>
                  </a:lnTo>
                  <a:lnTo>
                    <a:pt x="2581" y="137815"/>
                  </a:lnTo>
                  <a:lnTo>
                    <a:pt x="1734" y="143044"/>
                  </a:lnTo>
                  <a:lnTo>
                    <a:pt x="1052" y="148297"/>
                  </a:lnTo>
                  <a:lnTo>
                    <a:pt x="538" y="153569"/>
                  </a:lnTo>
                  <a:lnTo>
                    <a:pt x="191" y="158855"/>
                  </a:lnTo>
                  <a:lnTo>
                    <a:pt x="11" y="164149"/>
                  </a:lnTo>
                  <a:lnTo>
                    <a:pt x="0" y="169446"/>
                  </a:lnTo>
                  <a:lnTo>
                    <a:pt x="156" y="174741"/>
                  </a:lnTo>
                  <a:lnTo>
                    <a:pt x="479" y="180028"/>
                  </a:lnTo>
                  <a:lnTo>
                    <a:pt x="971" y="185302"/>
                  </a:lnTo>
                  <a:lnTo>
                    <a:pt x="1629" y="190559"/>
                  </a:lnTo>
                  <a:lnTo>
                    <a:pt x="2453" y="195791"/>
                  </a:lnTo>
                  <a:lnTo>
                    <a:pt x="3442" y="200995"/>
                  </a:lnTo>
                  <a:lnTo>
                    <a:pt x="4596" y="206165"/>
                  </a:lnTo>
                  <a:lnTo>
                    <a:pt x="5914" y="211295"/>
                  </a:lnTo>
                  <a:lnTo>
                    <a:pt x="7393" y="216382"/>
                  </a:lnTo>
                  <a:lnTo>
                    <a:pt x="9032" y="221419"/>
                  </a:lnTo>
                  <a:lnTo>
                    <a:pt x="10830" y="226401"/>
                  </a:lnTo>
                  <a:lnTo>
                    <a:pt x="12786" y="231324"/>
                  </a:lnTo>
                  <a:lnTo>
                    <a:pt x="14896" y="236183"/>
                  </a:lnTo>
                  <a:lnTo>
                    <a:pt x="17159" y="240972"/>
                  </a:lnTo>
                  <a:lnTo>
                    <a:pt x="19573" y="245688"/>
                  </a:lnTo>
                  <a:lnTo>
                    <a:pt x="22135" y="250324"/>
                  </a:lnTo>
                  <a:lnTo>
                    <a:pt x="24842" y="254877"/>
                  </a:lnTo>
                  <a:lnTo>
                    <a:pt x="27692" y="259342"/>
                  </a:lnTo>
                  <a:lnTo>
                    <a:pt x="30683" y="263714"/>
                  </a:lnTo>
                  <a:lnTo>
                    <a:pt x="33810" y="267989"/>
                  </a:lnTo>
                  <a:lnTo>
                    <a:pt x="37072" y="272163"/>
                  </a:lnTo>
                  <a:lnTo>
                    <a:pt x="40464" y="276232"/>
                  </a:lnTo>
                  <a:lnTo>
                    <a:pt x="43983" y="280191"/>
                  </a:lnTo>
                  <a:lnTo>
                    <a:pt x="47626" y="284037"/>
                  </a:lnTo>
                  <a:lnTo>
                    <a:pt x="51388" y="287765"/>
                  </a:lnTo>
                  <a:lnTo>
                    <a:pt x="55267" y="291372"/>
                  </a:lnTo>
                  <a:lnTo>
                    <a:pt x="59259" y="294855"/>
                  </a:lnTo>
                  <a:lnTo>
                    <a:pt x="63359" y="298209"/>
                  </a:lnTo>
                  <a:lnTo>
                    <a:pt x="67563" y="301432"/>
                  </a:lnTo>
                  <a:lnTo>
                    <a:pt x="71866" y="304520"/>
                  </a:lnTo>
                  <a:lnTo>
                    <a:pt x="76266" y="307470"/>
                  </a:lnTo>
                  <a:lnTo>
                    <a:pt x="80757" y="310279"/>
                  </a:lnTo>
                  <a:lnTo>
                    <a:pt x="85335" y="312944"/>
                  </a:lnTo>
                  <a:lnTo>
                    <a:pt x="89994" y="315463"/>
                  </a:lnTo>
                  <a:lnTo>
                    <a:pt x="94732" y="317833"/>
                  </a:lnTo>
                  <a:lnTo>
                    <a:pt x="99542" y="320052"/>
                  </a:lnTo>
                  <a:lnTo>
                    <a:pt x="104419" y="322117"/>
                  </a:lnTo>
                  <a:lnTo>
                    <a:pt x="109360" y="324027"/>
                  </a:lnTo>
                  <a:lnTo>
                    <a:pt x="114359" y="325779"/>
                  </a:lnTo>
                  <a:lnTo>
                    <a:pt x="119411" y="327372"/>
                  </a:lnTo>
                  <a:lnTo>
                    <a:pt x="124511" y="328805"/>
                  </a:lnTo>
                  <a:lnTo>
                    <a:pt x="129653" y="330074"/>
                  </a:lnTo>
                  <a:lnTo>
                    <a:pt x="134834" y="331181"/>
                  </a:lnTo>
                  <a:lnTo>
                    <a:pt x="140046" y="332122"/>
                  </a:lnTo>
                  <a:lnTo>
                    <a:pt x="145286" y="332898"/>
                  </a:lnTo>
                  <a:lnTo>
                    <a:pt x="150548" y="333508"/>
                  </a:lnTo>
                  <a:lnTo>
                    <a:pt x="155827" y="333950"/>
                  </a:lnTo>
                  <a:lnTo>
                    <a:pt x="161117" y="334225"/>
                  </a:lnTo>
                  <a:lnTo>
                    <a:pt x="166413" y="334333"/>
                  </a:lnTo>
                  <a:lnTo>
                    <a:pt x="171710" y="334272"/>
                  </a:lnTo>
                  <a:lnTo>
                    <a:pt x="177002" y="334044"/>
                  </a:lnTo>
                  <a:lnTo>
                    <a:pt x="182284" y="333648"/>
                  </a:lnTo>
                  <a:lnTo>
                    <a:pt x="187551" y="333085"/>
                  </a:lnTo>
                  <a:lnTo>
                    <a:pt x="192798" y="332355"/>
                  </a:lnTo>
                  <a:lnTo>
                    <a:pt x="198019" y="331460"/>
                  </a:lnTo>
                  <a:lnTo>
                    <a:pt x="203208" y="330399"/>
                  </a:lnTo>
                  <a:lnTo>
                    <a:pt x="208362" y="329175"/>
                  </a:lnTo>
                  <a:lnTo>
                    <a:pt x="213474" y="327788"/>
                  </a:lnTo>
                  <a:lnTo>
                    <a:pt x="218540" y="326240"/>
                  </a:lnTo>
                  <a:lnTo>
                    <a:pt x="223554" y="324532"/>
                  </a:lnTo>
                  <a:lnTo>
                    <a:pt x="228512" y="322666"/>
                  </a:lnTo>
                  <a:lnTo>
                    <a:pt x="233408" y="320644"/>
                  </a:lnTo>
                  <a:lnTo>
                    <a:pt x="238237" y="318467"/>
                  </a:lnTo>
                  <a:lnTo>
                    <a:pt x="242995" y="316139"/>
                  </a:lnTo>
                  <a:lnTo>
                    <a:pt x="247677" y="313661"/>
                  </a:lnTo>
                  <a:lnTo>
                    <a:pt x="252278" y="311036"/>
                  </a:lnTo>
                  <a:lnTo>
                    <a:pt x="256793" y="308267"/>
                  </a:lnTo>
                  <a:lnTo>
                    <a:pt x="261219" y="305356"/>
                  </a:lnTo>
                  <a:lnTo>
                    <a:pt x="265550" y="302306"/>
                  </a:lnTo>
                  <a:lnTo>
                    <a:pt x="269782" y="299121"/>
                  </a:lnTo>
                  <a:lnTo>
                    <a:pt x="273912" y="295803"/>
                  </a:lnTo>
                  <a:lnTo>
                    <a:pt x="277934" y="292356"/>
                  </a:lnTo>
                  <a:lnTo>
                    <a:pt x="281844" y="288783"/>
                  </a:lnTo>
                  <a:lnTo>
                    <a:pt x="285640" y="285088"/>
                  </a:lnTo>
                  <a:lnTo>
                    <a:pt x="289317" y="281275"/>
                  </a:lnTo>
                  <a:lnTo>
                    <a:pt x="292871" y="277347"/>
                  </a:lnTo>
                  <a:lnTo>
                    <a:pt x="296298" y="273308"/>
                  </a:lnTo>
                  <a:lnTo>
                    <a:pt x="299596" y="269163"/>
                  </a:lnTo>
                  <a:lnTo>
                    <a:pt x="302762" y="264916"/>
                  </a:lnTo>
                  <a:lnTo>
                    <a:pt x="305790" y="260570"/>
                  </a:lnTo>
                  <a:lnTo>
                    <a:pt x="308680" y="256131"/>
                  </a:lnTo>
                  <a:lnTo>
                    <a:pt x="311428" y="251602"/>
                  </a:lnTo>
                  <a:lnTo>
                    <a:pt x="314031" y="246988"/>
                  </a:lnTo>
                  <a:lnTo>
                    <a:pt x="316486" y="242295"/>
                  </a:lnTo>
                  <a:lnTo>
                    <a:pt x="318791" y="237526"/>
                  </a:lnTo>
                  <a:lnTo>
                    <a:pt x="320944" y="232686"/>
                  </a:lnTo>
                  <a:lnTo>
                    <a:pt x="322943" y="227780"/>
                  </a:lnTo>
                  <a:lnTo>
                    <a:pt x="324785" y="222814"/>
                  </a:lnTo>
                  <a:lnTo>
                    <a:pt x="326469" y="217792"/>
                  </a:lnTo>
                  <a:lnTo>
                    <a:pt x="327993" y="212718"/>
                  </a:lnTo>
                  <a:lnTo>
                    <a:pt x="329355" y="207600"/>
                  </a:lnTo>
                  <a:lnTo>
                    <a:pt x="330555" y="202440"/>
                  </a:lnTo>
                  <a:lnTo>
                    <a:pt x="331591" y="197245"/>
                  </a:lnTo>
                  <a:lnTo>
                    <a:pt x="332461" y="192020"/>
                  </a:lnTo>
                  <a:lnTo>
                    <a:pt x="333165" y="186770"/>
                  </a:lnTo>
                  <a:lnTo>
                    <a:pt x="333703" y="181500"/>
                  </a:lnTo>
                  <a:lnTo>
                    <a:pt x="334074" y="176216"/>
                  </a:lnTo>
                  <a:lnTo>
                    <a:pt x="334277" y="170923"/>
                  </a:lnTo>
                  <a:lnTo>
                    <a:pt x="334312" y="165626"/>
                  </a:lnTo>
                  <a:lnTo>
                    <a:pt x="334179" y="160331"/>
                  </a:lnTo>
                  <a:lnTo>
                    <a:pt x="333879" y="155042"/>
                  </a:lnTo>
                  <a:lnTo>
                    <a:pt x="333411" y="149766"/>
                  </a:lnTo>
                  <a:lnTo>
                    <a:pt x="332776" y="144507"/>
                  </a:lnTo>
                  <a:lnTo>
                    <a:pt x="331975" y="139271"/>
                  </a:lnTo>
                  <a:lnTo>
                    <a:pt x="331008" y="134063"/>
                  </a:lnTo>
                  <a:lnTo>
                    <a:pt x="329877" y="128888"/>
                  </a:lnTo>
                  <a:lnTo>
                    <a:pt x="328583" y="123751"/>
                  </a:lnTo>
                  <a:lnTo>
                    <a:pt x="327126" y="118658"/>
                  </a:lnTo>
                  <a:lnTo>
                    <a:pt x="325509" y="113614"/>
                  </a:lnTo>
                  <a:lnTo>
                    <a:pt x="323733" y="108624"/>
                  </a:lnTo>
                  <a:lnTo>
                    <a:pt x="321799" y="103692"/>
                  </a:lnTo>
                  <a:lnTo>
                    <a:pt x="319710" y="98824"/>
                  </a:lnTo>
                  <a:lnTo>
                    <a:pt x="317468" y="94025"/>
                  </a:lnTo>
                  <a:lnTo>
                    <a:pt x="315076" y="89299"/>
                  </a:lnTo>
                  <a:lnTo>
                    <a:pt x="312534" y="84651"/>
                  </a:lnTo>
                  <a:lnTo>
                    <a:pt x="309847" y="80087"/>
                  </a:lnTo>
                  <a:lnTo>
                    <a:pt x="307016" y="75609"/>
                  </a:lnTo>
                  <a:lnTo>
                    <a:pt x="304045" y="71224"/>
                  </a:lnTo>
                  <a:lnTo>
                    <a:pt x="300937" y="66935"/>
                  </a:lnTo>
                  <a:lnTo>
                    <a:pt x="297694" y="62746"/>
                  </a:lnTo>
                  <a:lnTo>
                    <a:pt x="294320" y="58663"/>
                  </a:lnTo>
                  <a:lnTo>
                    <a:pt x="290818" y="54688"/>
                  </a:lnTo>
                  <a:lnTo>
                    <a:pt x="287192" y="50826"/>
                  </a:lnTo>
                  <a:lnTo>
                    <a:pt x="283446" y="47082"/>
                  </a:lnTo>
                  <a:lnTo>
                    <a:pt x="279583" y="43457"/>
                  </a:lnTo>
                  <a:lnTo>
                    <a:pt x="275607" y="39957"/>
                  </a:lnTo>
                  <a:lnTo>
                    <a:pt x="271522" y="36585"/>
                  </a:lnTo>
                  <a:lnTo>
                    <a:pt x="267332" y="33344"/>
                  </a:lnTo>
                  <a:lnTo>
                    <a:pt x="263042" y="30237"/>
                  </a:lnTo>
                  <a:lnTo>
                    <a:pt x="258656" y="27267"/>
                  </a:lnTo>
                  <a:lnTo>
                    <a:pt x="254177" y="24438"/>
                  </a:lnTo>
                  <a:lnTo>
                    <a:pt x="249611" y="21753"/>
                  </a:lnTo>
                  <a:lnTo>
                    <a:pt x="244963" y="19213"/>
                  </a:lnTo>
                  <a:lnTo>
                    <a:pt x="240236" y="16822"/>
                  </a:lnTo>
                  <a:lnTo>
                    <a:pt x="235436" y="14582"/>
                  </a:lnTo>
                  <a:lnTo>
                    <a:pt x="230567" y="12495"/>
                  </a:lnTo>
                  <a:lnTo>
                    <a:pt x="225635" y="10564"/>
                  </a:lnTo>
                  <a:lnTo>
                    <a:pt x="220644" y="8789"/>
                  </a:lnTo>
                  <a:lnTo>
                    <a:pt x="215599" y="7174"/>
                  </a:lnTo>
                  <a:lnTo>
                    <a:pt x="210506" y="5719"/>
                  </a:lnTo>
                  <a:lnTo>
                    <a:pt x="205369" y="4427"/>
                  </a:lnTo>
                  <a:lnTo>
                    <a:pt x="200193" y="3298"/>
                  </a:lnTo>
                  <a:lnTo>
                    <a:pt x="194985" y="2333"/>
                  </a:lnTo>
                  <a:lnTo>
                    <a:pt x="189748" y="1534"/>
                  </a:lnTo>
                  <a:lnTo>
                    <a:pt x="184489" y="901"/>
                  </a:lnTo>
                  <a:lnTo>
                    <a:pt x="179213" y="435"/>
                  </a:lnTo>
                  <a:lnTo>
                    <a:pt x="173924" y="13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6772" cy="167167"/>
            </a:xfrm>
            <a:custGeom>
              <a:avLst/>
              <a:pathLst>
                <a:path w="6772" h="167167">
                  <a:moveTo>
                    <a:pt x="6772" y="1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54" y="5269756"/>
              <a:ext cx="167146" cy="169810"/>
            </a:xfrm>
            <a:custGeom>
              <a:avLst/>
              <a:pathLst>
                <a:path w="167146" h="169810">
                  <a:moveTo>
                    <a:pt x="167146" y="0"/>
                  </a:moveTo>
                  <a:lnTo>
                    <a:pt x="161734" y="87"/>
                  </a:lnTo>
                  <a:lnTo>
                    <a:pt x="156328" y="350"/>
                  </a:lnTo>
                  <a:lnTo>
                    <a:pt x="150933" y="788"/>
                  </a:lnTo>
                  <a:lnTo>
                    <a:pt x="145555" y="1400"/>
                  </a:lnTo>
                  <a:lnTo>
                    <a:pt x="140200" y="2186"/>
                  </a:lnTo>
                  <a:lnTo>
                    <a:pt x="134873" y="3144"/>
                  </a:lnTo>
                  <a:lnTo>
                    <a:pt x="129580" y="4275"/>
                  </a:lnTo>
                  <a:lnTo>
                    <a:pt x="124326" y="5577"/>
                  </a:lnTo>
                  <a:lnTo>
                    <a:pt x="119117" y="7048"/>
                  </a:lnTo>
                  <a:lnTo>
                    <a:pt x="113959" y="8687"/>
                  </a:lnTo>
                  <a:lnTo>
                    <a:pt x="108856" y="10491"/>
                  </a:lnTo>
                  <a:lnTo>
                    <a:pt x="103814" y="12461"/>
                  </a:lnTo>
                  <a:lnTo>
                    <a:pt x="98839" y="14592"/>
                  </a:lnTo>
                  <a:lnTo>
                    <a:pt x="93935" y="16883"/>
                  </a:lnTo>
                  <a:lnTo>
                    <a:pt x="89108" y="19332"/>
                  </a:lnTo>
                  <a:lnTo>
                    <a:pt x="84363" y="21936"/>
                  </a:lnTo>
                  <a:lnTo>
                    <a:pt x="79705" y="24692"/>
                  </a:lnTo>
                  <a:lnTo>
                    <a:pt x="75138" y="27598"/>
                  </a:lnTo>
                  <a:lnTo>
                    <a:pt x="70668" y="30650"/>
                  </a:lnTo>
                  <a:lnTo>
                    <a:pt x="66299" y="33845"/>
                  </a:lnTo>
                  <a:lnTo>
                    <a:pt x="62036" y="37179"/>
                  </a:lnTo>
                  <a:lnTo>
                    <a:pt x="57883" y="40650"/>
                  </a:lnTo>
                  <a:lnTo>
                    <a:pt x="53844" y="44254"/>
                  </a:lnTo>
                  <a:lnTo>
                    <a:pt x="49924" y="47987"/>
                  </a:lnTo>
                  <a:lnTo>
                    <a:pt x="46127" y="51844"/>
                  </a:lnTo>
                  <a:lnTo>
                    <a:pt x="42457" y="55822"/>
                  </a:lnTo>
                  <a:lnTo>
                    <a:pt x="38918" y="59917"/>
                  </a:lnTo>
                  <a:lnTo>
                    <a:pt x="35513" y="64125"/>
                  </a:lnTo>
                  <a:lnTo>
                    <a:pt x="32246" y="68440"/>
                  </a:lnTo>
                  <a:lnTo>
                    <a:pt x="29121" y="72859"/>
                  </a:lnTo>
                  <a:lnTo>
                    <a:pt x="26140" y="77377"/>
                  </a:lnTo>
                  <a:lnTo>
                    <a:pt x="23307" y="81989"/>
                  </a:lnTo>
                  <a:lnTo>
                    <a:pt x="20625" y="86691"/>
                  </a:lnTo>
                  <a:lnTo>
                    <a:pt x="18096" y="91476"/>
                  </a:lnTo>
                  <a:lnTo>
                    <a:pt x="15724" y="96341"/>
                  </a:lnTo>
                  <a:lnTo>
                    <a:pt x="13510" y="101281"/>
                  </a:lnTo>
                  <a:lnTo>
                    <a:pt x="11458" y="106289"/>
                  </a:lnTo>
                  <a:lnTo>
                    <a:pt x="9569" y="111361"/>
                  </a:lnTo>
                  <a:lnTo>
                    <a:pt x="7845" y="116492"/>
                  </a:lnTo>
                  <a:lnTo>
                    <a:pt x="6287" y="121676"/>
                  </a:lnTo>
                  <a:lnTo>
                    <a:pt x="4899" y="126907"/>
                  </a:lnTo>
                  <a:lnTo>
                    <a:pt x="3681" y="132181"/>
                  </a:lnTo>
                  <a:lnTo>
                    <a:pt x="2634" y="137491"/>
                  </a:lnTo>
                  <a:lnTo>
                    <a:pt x="1759" y="142833"/>
                  </a:lnTo>
                  <a:lnTo>
                    <a:pt x="1058" y="148200"/>
                  </a:lnTo>
                  <a:lnTo>
                    <a:pt x="531" y="153586"/>
                  </a:lnTo>
                  <a:lnTo>
                    <a:pt x="179" y="158988"/>
                  </a:lnTo>
                  <a:lnTo>
                    <a:pt x="2" y="164397"/>
                  </a:lnTo>
                  <a:lnTo>
                    <a:pt x="0" y="16981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54" y="5269756"/>
              <a:ext cx="334292" cy="334334"/>
            </a:xfrm>
            <a:custGeom>
              <a:avLst/>
              <a:pathLst>
                <a:path w="334292" h="334334">
                  <a:moveTo>
                    <a:pt x="0" y="169810"/>
                  </a:moveTo>
                  <a:lnTo>
                    <a:pt x="168" y="175112"/>
                  </a:lnTo>
                  <a:lnTo>
                    <a:pt x="504" y="180406"/>
                  </a:lnTo>
                  <a:lnTo>
                    <a:pt x="1008" y="185686"/>
                  </a:lnTo>
                  <a:lnTo>
                    <a:pt x="1679" y="190948"/>
                  </a:lnTo>
                  <a:lnTo>
                    <a:pt x="2517" y="196186"/>
                  </a:lnTo>
                  <a:lnTo>
                    <a:pt x="3520" y="201395"/>
                  </a:lnTo>
                  <a:lnTo>
                    <a:pt x="4689" y="206570"/>
                  </a:lnTo>
                  <a:lnTo>
                    <a:pt x="6021" y="211704"/>
                  </a:lnTo>
                  <a:lnTo>
                    <a:pt x="7515" y="216794"/>
                  </a:lnTo>
                  <a:lnTo>
                    <a:pt x="9170" y="221834"/>
                  </a:lnTo>
                  <a:lnTo>
                    <a:pt x="10984" y="226819"/>
                  </a:lnTo>
                  <a:lnTo>
                    <a:pt x="12955" y="231743"/>
                  </a:lnTo>
                  <a:lnTo>
                    <a:pt x="15082" y="236603"/>
                  </a:lnTo>
                  <a:lnTo>
                    <a:pt x="17361" y="241393"/>
                  </a:lnTo>
                  <a:lnTo>
                    <a:pt x="19792" y="246108"/>
                  </a:lnTo>
                  <a:lnTo>
                    <a:pt x="22371" y="250743"/>
                  </a:lnTo>
                  <a:lnTo>
                    <a:pt x="25095" y="255295"/>
                  </a:lnTo>
                  <a:lnTo>
                    <a:pt x="27963" y="259758"/>
                  </a:lnTo>
                  <a:lnTo>
                    <a:pt x="30971" y="264127"/>
                  </a:lnTo>
                  <a:lnTo>
                    <a:pt x="34116" y="268399"/>
                  </a:lnTo>
                  <a:lnTo>
                    <a:pt x="37395" y="272569"/>
                  </a:lnTo>
                  <a:lnTo>
                    <a:pt x="40804" y="276632"/>
                  </a:lnTo>
                  <a:lnTo>
                    <a:pt x="44341" y="280586"/>
                  </a:lnTo>
                  <a:lnTo>
                    <a:pt x="48001" y="284425"/>
                  </a:lnTo>
                  <a:lnTo>
                    <a:pt x="51782" y="288146"/>
                  </a:lnTo>
                  <a:lnTo>
                    <a:pt x="55678" y="291746"/>
                  </a:lnTo>
                  <a:lnTo>
                    <a:pt x="59687" y="295220"/>
                  </a:lnTo>
                  <a:lnTo>
                    <a:pt x="63804" y="298565"/>
                  </a:lnTo>
                  <a:lnTo>
                    <a:pt x="68025" y="301777"/>
                  </a:lnTo>
                  <a:lnTo>
                    <a:pt x="72346" y="304855"/>
                  </a:lnTo>
                  <a:lnTo>
                    <a:pt x="76762" y="307793"/>
                  </a:lnTo>
                  <a:lnTo>
                    <a:pt x="81270" y="310590"/>
                  </a:lnTo>
                  <a:lnTo>
                    <a:pt x="85863" y="313243"/>
                  </a:lnTo>
                  <a:lnTo>
                    <a:pt x="90539" y="315748"/>
                  </a:lnTo>
                  <a:lnTo>
                    <a:pt x="95292" y="318104"/>
                  </a:lnTo>
                  <a:lnTo>
                    <a:pt x="100117" y="320308"/>
                  </a:lnTo>
                  <a:lnTo>
                    <a:pt x="105010" y="322357"/>
                  </a:lnTo>
                  <a:lnTo>
                    <a:pt x="109965" y="324251"/>
                  </a:lnTo>
                  <a:lnTo>
                    <a:pt x="114978" y="325986"/>
                  </a:lnTo>
                  <a:lnTo>
                    <a:pt x="120043" y="327561"/>
                  </a:lnTo>
                  <a:lnTo>
                    <a:pt x="125156" y="328975"/>
                  </a:lnTo>
                  <a:lnTo>
                    <a:pt x="130311" y="330226"/>
                  </a:lnTo>
                  <a:lnTo>
                    <a:pt x="135503" y="331312"/>
                  </a:lnTo>
                  <a:lnTo>
                    <a:pt x="140727" y="332234"/>
                  </a:lnTo>
                  <a:lnTo>
                    <a:pt x="145977" y="332989"/>
                  </a:lnTo>
                  <a:lnTo>
                    <a:pt x="151249" y="333577"/>
                  </a:lnTo>
                  <a:lnTo>
                    <a:pt x="156537" y="333997"/>
                  </a:lnTo>
                  <a:lnTo>
                    <a:pt x="161836" y="334250"/>
                  </a:lnTo>
                  <a:lnTo>
                    <a:pt x="167140" y="334334"/>
                  </a:lnTo>
                  <a:lnTo>
                    <a:pt x="172444" y="334250"/>
                  </a:lnTo>
                  <a:lnTo>
                    <a:pt x="177742" y="333998"/>
                  </a:lnTo>
                  <a:lnTo>
                    <a:pt x="183030" y="333578"/>
                  </a:lnTo>
                  <a:lnTo>
                    <a:pt x="188302" y="332990"/>
                  </a:lnTo>
                  <a:lnTo>
                    <a:pt x="193553" y="332236"/>
                  </a:lnTo>
                  <a:lnTo>
                    <a:pt x="198777" y="331315"/>
                  </a:lnTo>
                  <a:lnTo>
                    <a:pt x="203969" y="330228"/>
                  </a:lnTo>
                  <a:lnTo>
                    <a:pt x="209124" y="328978"/>
                  </a:lnTo>
                  <a:lnTo>
                    <a:pt x="214237" y="327565"/>
                  </a:lnTo>
                  <a:lnTo>
                    <a:pt x="219303" y="325990"/>
                  </a:lnTo>
                  <a:lnTo>
                    <a:pt x="224315" y="324255"/>
                  </a:lnTo>
                  <a:lnTo>
                    <a:pt x="229271" y="322362"/>
                  </a:lnTo>
                  <a:lnTo>
                    <a:pt x="234164" y="320313"/>
                  </a:lnTo>
                  <a:lnTo>
                    <a:pt x="238989" y="318109"/>
                  </a:lnTo>
                  <a:lnTo>
                    <a:pt x="243742" y="315754"/>
                  </a:lnTo>
                  <a:lnTo>
                    <a:pt x="248418" y="313249"/>
                  </a:lnTo>
                  <a:lnTo>
                    <a:pt x="253012" y="310596"/>
                  </a:lnTo>
                  <a:lnTo>
                    <a:pt x="257519" y="307800"/>
                  </a:lnTo>
                  <a:lnTo>
                    <a:pt x="261936" y="304862"/>
                  </a:lnTo>
                  <a:lnTo>
                    <a:pt x="266257" y="301785"/>
                  </a:lnTo>
                  <a:lnTo>
                    <a:pt x="270478" y="298572"/>
                  </a:lnTo>
                  <a:lnTo>
                    <a:pt x="274595" y="295228"/>
                  </a:lnTo>
                  <a:lnTo>
                    <a:pt x="278605" y="291754"/>
                  </a:lnTo>
                  <a:lnTo>
                    <a:pt x="282501" y="288155"/>
                  </a:lnTo>
                  <a:lnTo>
                    <a:pt x="286282" y="284434"/>
                  </a:lnTo>
                  <a:lnTo>
                    <a:pt x="289943" y="280595"/>
                  </a:lnTo>
                  <a:lnTo>
                    <a:pt x="293480" y="276642"/>
                  </a:lnTo>
                  <a:lnTo>
                    <a:pt x="296890" y="272578"/>
                  </a:lnTo>
                  <a:lnTo>
                    <a:pt x="300169" y="268409"/>
                  </a:lnTo>
                  <a:lnTo>
                    <a:pt x="303314" y="264137"/>
                  </a:lnTo>
                  <a:lnTo>
                    <a:pt x="306322" y="259768"/>
                  </a:lnTo>
                  <a:lnTo>
                    <a:pt x="309190" y="255305"/>
                  </a:lnTo>
                  <a:lnTo>
                    <a:pt x="311915" y="250754"/>
                  </a:lnTo>
                  <a:lnTo>
                    <a:pt x="314494" y="246119"/>
                  </a:lnTo>
                  <a:lnTo>
                    <a:pt x="316925" y="241404"/>
                  </a:lnTo>
                  <a:lnTo>
                    <a:pt x="319205" y="236614"/>
                  </a:lnTo>
                  <a:lnTo>
                    <a:pt x="321332" y="231755"/>
                  </a:lnTo>
                  <a:lnTo>
                    <a:pt x="323304" y="226830"/>
                  </a:lnTo>
                  <a:lnTo>
                    <a:pt x="325118" y="221846"/>
                  </a:lnTo>
                  <a:lnTo>
                    <a:pt x="326774" y="216806"/>
                  </a:lnTo>
                  <a:lnTo>
                    <a:pt x="328268" y="211716"/>
                  </a:lnTo>
                  <a:lnTo>
                    <a:pt x="329600" y="206582"/>
                  </a:lnTo>
                  <a:lnTo>
                    <a:pt x="330769" y="201407"/>
                  </a:lnTo>
                  <a:lnTo>
                    <a:pt x="331773" y="196199"/>
                  </a:lnTo>
                  <a:lnTo>
                    <a:pt x="332611" y="190961"/>
                  </a:lnTo>
                  <a:lnTo>
                    <a:pt x="333283" y="185699"/>
                  </a:lnTo>
                  <a:lnTo>
                    <a:pt x="333787" y="180418"/>
                  </a:lnTo>
                  <a:lnTo>
                    <a:pt x="334124" y="175124"/>
                  </a:lnTo>
                  <a:lnTo>
                    <a:pt x="334292" y="169822"/>
                  </a:lnTo>
                  <a:lnTo>
                    <a:pt x="334292" y="164518"/>
                  </a:lnTo>
                  <a:lnTo>
                    <a:pt x="334124" y="159216"/>
                  </a:lnTo>
                  <a:lnTo>
                    <a:pt x="333788" y="153922"/>
                  </a:lnTo>
                  <a:lnTo>
                    <a:pt x="333284" y="148641"/>
                  </a:lnTo>
                  <a:lnTo>
                    <a:pt x="332612" y="143379"/>
                  </a:lnTo>
                  <a:lnTo>
                    <a:pt x="331774" y="138141"/>
                  </a:lnTo>
                  <a:lnTo>
                    <a:pt x="330771" y="132933"/>
                  </a:lnTo>
                  <a:lnTo>
                    <a:pt x="329602" y="127758"/>
                  </a:lnTo>
                  <a:lnTo>
                    <a:pt x="328270" y="122624"/>
                  </a:lnTo>
                  <a:lnTo>
                    <a:pt x="326775" y="117534"/>
                  </a:lnTo>
                  <a:lnTo>
                    <a:pt x="325120" y="112494"/>
                  </a:lnTo>
                  <a:lnTo>
                    <a:pt x="323306" y="107509"/>
                  </a:lnTo>
                  <a:lnTo>
                    <a:pt x="321335" y="102585"/>
                  </a:lnTo>
                  <a:lnTo>
                    <a:pt x="319208" y="97725"/>
                  </a:lnTo>
                  <a:lnTo>
                    <a:pt x="316928" y="92935"/>
                  </a:lnTo>
                  <a:lnTo>
                    <a:pt x="314497" y="88220"/>
                  </a:lnTo>
                  <a:lnTo>
                    <a:pt x="311918" y="83585"/>
                  </a:lnTo>
                  <a:lnTo>
                    <a:pt x="309194" y="79034"/>
                  </a:lnTo>
                  <a:lnTo>
                    <a:pt x="306326" y="74571"/>
                  </a:lnTo>
                  <a:lnTo>
                    <a:pt x="303318" y="70202"/>
                  </a:lnTo>
                  <a:lnTo>
                    <a:pt x="300173" y="65930"/>
                  </a:lnTo>
                  <a:lnTo>
                    <a:pt x="296894" y="61760"/>
                  </a:lnTo>
                  <a:lnTo>
                    <a:pt x="293484" y="57697"/>
                  </a:lnTo>
                  <a:lnTo>
                    <a:pt x="289947" y="53743"/>
                  </a:lnTo>
                  <a:lnTo>
                    <a:pt x="286286" y="49904"/>
                  </a:lnTo>
                  <a:lnTo>
                    <a:pt x="282506" y="46183"/>
                  </a:lnTo>
                  <a:lnTo>
                    <a:pt x="278609" y="42584"/>
                  </a:lnTo>
                  <a:lnTo>
                    <a:pt x="274600" y="39110"/>
                  </a:lnTo>
                  <a:lnTo>
                    <a:pt x="270483" y="35765"/>
                  </a:lnTo>
                  <a:lnTo>
                    <a:pt x="266262" y="32553"/>
                  </a:lnTo>
                  <a:lnTo>
                    <a:pt x="261941" y="29476"/>
                  </a:lnTo>
                  <a:lnTo>
                    <a:pt x="257525" y="26537"/>
                  </a:lnTo>
                  <a:lnTo>
                    <a:pt x="253017" y="23741"/>
                  </a:lnTo>
                  <a:lnTo>
                    <a:pt x="248423" y="21088"/>
                  </a:lnTo>
                  <a:lnTo>
                    <a:pt x="243747" y="18583"/>
                  </a:lnTo>
                  <a:lnTo>
                    <a:pt x="238995" y="16227"/>
                  </a:lnTo>
                  <a:lnTo>
                    <a:pt x="234169" y="14024"/>
                  </a:lnTo>
                  <a:lnTo>
                    <a:pt x="229277" y="11974"/>
                  </a:lnTo>
                  <a:lnTo>
                    <a:pt x="224321" y="10081"/>
                  </a:lnTo>
                  <a:lnTo>
                    <a:pt x="219308" y="8346"/>
                  </a:lnTo>
                  <a:lnTo>
                    <a:pt x="214243" y="6771"/>
                  </a:lnTo>
                  <a:lnTo>
                    <a:pt x="209130" y="5358"/>
                  </a:lnTo>
                  <a:lnTo>
                    <a:pt x="203975" y="4107"/>
                  </a:lnTo>
                  <a:lnTo>
                    <a:pt x="198783" y="3021"/>
                  </a:lnTo>
                  <a:lnTo>
                    <a:pt x="193559" y="2099"/>
                  </a:lnTo>
                  <a:lnTo>
                    <a:pt x="188308" y="1344"/>
                  </a:lnTo>
                  <a:lnTo>
                    <a:pt x="183037" y="756"/>
                  </a:lnTo>
                  <a:lnTo>
                    <a:pt x="177749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315" y="5399291"/>
              <a:ext cx="3900" cy="167167"/>
            </a:xfrm>
            <a:custGeom>
              <a:avLst/>
              <a:pathLst>
                <a:path w="3900" h="167167">
                  <a:moveTo>
                    <a:pt x="3900" y="0"/>
                  </a:moveTo>
                  <a:lnTo>
                    <a:pt x="0" y="45"/>
                  </a:lnTo>
                  <a:lnTo>
                    <a:pt x="390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315" y="5399337"/>
              <a:ext cx="3900" cy="167121"/>
            </a:xfrm>
            <a:custGeom>
              <a:avLst/>
              <a:pathLst>
                <a:path w="3900" h="167121">
                  <a:moveTo>
                    <a:pt x="0" y="0"/>
                  </a:moveTo>
                  <a:lnTo>
                    <a:pt x="3900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51" y="5399337"/>
              <a:ext cx="334331" cy="334277"/>
            </a:xfrm>
            <a:custGeom>
              <a:avLst/>
              <a:pathLst>
                <a:path w="334331" h="334277">
                  <a:moveTo>
                    <a:pt x="163264" y="0"/>
                  </a:moveTo>
                  <a:lnTo>
                    <a:pt x="157970" y="207"/>
                  </a:lnTo>
                  <a:lnTo>
                    <a:pt x="152684" y="582"/>
                  </a:lnTo>
                  <a:lnTo>
                    <a:pt x="147413" y="1125"/>
                  </a:lnTo>
                  <a:lnTo>
                    <a:pt x="142162" y="1834"/>
                  </a:lnTo>
                  <a:lnTo>
                    <a:pt x="136937" y="2710"/>
                  </a:lnTo>
                  <a:lnTo>
                    <a:pt x="131741" y="3750"/>
                  </a:lnTo>
                  <a:lnTo>
                    <a:pt x="126581" y="4955"/>
                  </a:lnTo>
                  <a:lnTo>
                    <a:pt x="121462" y="6323"/>
                  </a:lnTo>
                  <a:lnTo>
                    <a:pt x="116389" y="7852"/>
                  </a:lnTo>
                  <a:lnTo>
                    <a:pt x="111367" y="9541"/>
                  </a:lnTo>
                  <a:lnTo>
                    <a:pt x="106401" y="11388"/>
                  </a:lnTo>
                  <a:lnTo>
                    <a:pt x="101496" y="13392"/>
                  </a:lnTo>
                  <a:lnTo>
                    <a:pt x="96657" y="15551"/>
                  </a:lnTo>
                  <a:lnTo>
                    <a:pt x="91888" y="17862"/>
                  </a:lnTo>
                  <a:lnTo>
                    <a:pt x="87196" y="20322"/>
                  </a:lnTo>
                  <a:lnTo>
                    <a:pt x="82583" y="22930"/>
                  </a:lnTo>
                  <a:lnTo>
                    <a:pt x="78056" y="25683"/>
                  </a:lnTo>
                  <a:lnTo>
                    <a:pt x="73618" y="28579"/>
                  </a:lnTo>
                  <a:lnTo>
                    <a:pt x="69274" y="31613"/>
                  </a:lnTo>
                  <a:lnTo>
                    <a:pt x="65029" y="34783"/>
                  </a:lnTo>
                  <a:lnTo>
                    <a:pt x="60886" y="38087"/>
                  </a:lnTo>
                  <a:lnTo>
                    <a:pt x="56850" y="41520"/>
                  </a:lnTo>
                  <a:lnTo>
                    <a:pt x="52925" y="45079"/>
                  </a:lnTo>
                  <a:lnTo>
                    <a:pt x="49114" y="48761"/>
                  </a:lnTo>
                  <a:lnTo>
                    <a:pt x="45423" y="52562"/>
                  </a:lnTo>
                  <a:lnTo>
                    <a:pt x="41853" y="56478"/>
                  </a:lnTo>
                  <a:lnTo>
                    <a:pt x="38409" y="60505"/>
                  </a:lnTo>
                  <a:lnTo>
                    <a:pt x="35095" y="64639"/>
                  </a:lnTo>
                  <a:lnTo>
                    <a:pt x="31913" y="68876"/>
                  </a:lnTo>
                  <a:lnTo>
                    <a:pt x="28868" y="73212"/>
                  </a:lnTo>
                  <a:lnTo>
                    <a:pt x="25961" y="77642"/>
                  </a:lnTo>
                  <a:lnTo>
                    <a:pt x="23196" y="82162"/>
                  </a:lnTo>
                  <a:lnTo>
                    <a:pt x="20576" y="86767"/>
                  </a:lnTo>
                  <a:lnTo>
                    <a:pt x="18103" y="91453"/>
                  </a:lnTo>
                  <a:lnTo>
                    <a:pt x="15780" y="96216"/>
                  </a:lnTo>
                  <a:lnTo>
                    <a:pt x="13608" y="101049"/>
                  </a:lnTo>
                  <a:lnTo>
                    <a:pt x="11592" y="105949"/>
                  </a:lnTo>
                  <a:lnTo>
                    <a:pt x="9731" y="110910"/>
                  </a:lnTo>
                  <a:lnTo>
                    <a:pt x="8029" y="115928"/>
                  </a:lnTo>
                  <a:lnTo>
                    <a:pt x="6486" y="120997"/>
                  </a:lnTo>
                  <a:lnTo>
                    <a:pt x="5105" y="126112"/>
                  </a:lnTo>
                  <a:lnTo>
                    <a:pt x="3887" y="131269"/>
                  </a:lnTo>
                  <a:lnTo>
                    <a:pt x="2832" y="136462"/>
                  </a:lnTo>
                  <a:lnTo>
                    <a:pt x="1943" y="141685"/>
                  </a:lnTo>
                  <a:lnTo>
                    <a:pt x="1220" y="146934"/>
                  </a:lnTo>
                  <a:lnTo>
                    <a:pt x="664" y="152204"/>
                  </a:lnTo>
                  <a:lnTo>
                    <a:pt x="275" y="157488"/>
                  </a:lnTo>
                  <a:lnTo>
                    <a:pt x="53" y="162782"/>
                  </a:lnTo>
                  <a:lnTo>
                    <a:pt x="0" y="168080"/>
                  </a:lnTo>
                  <a:lnTo>
                    <a:pt x="114" y="173378"/>
                  </a:lnTo>
                  <a:lnTo>
                    <a:pt x="396" y="178669"/>
                  </a:lnTo>
                  <a:lnTo>
                    <a:pt x="846" y="183948"/>
                  </a:lnTo>
                  <a:lnTo>
                    <a:pt x="1463" y="189211"/>
                  </a:lnTo>
                  <a:lnTo>
                    <a:pt x="2246" y="194451"/>
                  </a:lnTo>
                  <a:lnTo>
                    <a:pt x="3195" y="199664"/>
                  </a:lnTo>
                  <a:lnTo>
                    <a:pt x="4309" y="204845"/>
                  </a:lnTo>
                  <a:lnTo>
                    <a:pt x="5586" y="209987"/>
                  </a:lnTo>
                  <a:lnTo>
                    <a:pt x="7026" y="215086"/>
                  </a:lnTo>
                  <a:lnTo>
                    <a:pt x="8626" y="220138"/>
                  </a:lnTo>
                  <a:lnTo>
                    <a:pt x="10386" y="225135"/>
                  </a:lnTo>
                  <a:lnTo>
                    <a:pt x="12304" y="230075"/>
                  </a:lnTo>
                  <a:lnTo>
                    <a:pt x="14377" y="234951"/>
                  </a:lnTo>
                  <a:lnTo>
                    <a:pt x="16603" y="239759"/>
                  </a:lnTo>
                  <a:lnTo>
                    <a:pt x="18981" y="244495"/>
                  </a:lnTo>
                  <a:lnTo>
                    <a:pt x="21507" y="249152"/>
                  </a:lnTo>
                  <a:lnTo>
                    <a:pt x="24180" y="253727"/>
                  </a:lnTo>
                  <a:lnTo>
                    <a:pt x="26997" y="258215"/>
                  </a:lnTo>
                  <a:lnTo>
                    <a:pt x="29954" y="262612"/>
                  </a:lnTo>
                  <a:lnTo>
                    <a:pt x="33050" y="266912"/>
                  </a:lnTo>
                  <a:lnTo>
                    <a:pt x="36280" y="271113"/>
                  </a:lnTo>
                  <a:lnTo>
                    <a:pt x="39641" y="275208"/>
                  </a:lnTo>
                  <a:lnTo>
                    <a:pt x="43131" y="279196"/>
                  </a:lnTo>
                  <a:lnTo>
                    <a:pt x="46745" y="283070"/>
                  </a:lnTo>
                  <a:lnTo>
                    <a:pt x="50480" y="286829"/>
                  </a:lnTo>
                  <a:lnTo>
                    <a:pt x="54333" y="290466"/>
                  </a:lnTo>
                  <a:lnTo>
                    <a:pt x="58298" y="293980"/>
                  </a:lnTo>
                  <a:lnTo>
                    <a:pt x="62374" y="297367"/>
                  </a:lnTo>
                  <a:lnTo>
                    <a:pt x="66554" y="300623"/>
                  </a:lnTo>
                  <a:lnTo>
                    <a:pt x="70836" y="303744"/>
                  </a:lnTo>
                  <a:lnTo>
                    <a:pt x="75214" y="306728"/>
                  </a:lnTo>
                  <a:lnTo>
                    <a:pt x="79685" y="309572"/>
                  </a:lnTo>
                  <a:lnTo>
                    <a:pt x="84243" y="312273"/>
                  </a:lnTo>
                  <a:lnTo>
                    <a:pt x="88885" y="314828"/>
                  </a:lnTo>
                  <a:lnTo>
                    <a:pt x="93606" y="317235"/>
                  </a:lnTo>
                  <a:lnTo>
                    <a:pt x="98400" y="319491"/>
                  </a:lnTo>
                  <a:lnTo>
                    <a:pt x="103264" y="321594"/>
                  </a:lnTo>
                  <a:lnTo>
                    <a:pt x="108191" y="323541"/>
                  </a:lnTo>
                  <a:lnTo>
                    <a:pt x="113178" y="325332"/>
                  </a:lnTo>
                  <a:lnTo>
                    <a:pt x="118220" y="326963"/>
                  </a:lnTo>
                  <a:lnTo>
                    <a:pt x="123310" y="328434"/>
                  </a:lnTo>
                  <a:lnTo>
                    <a:pt x="128444" y="329743"/>
                  </a:lnTo>
                  <a:lnTo>
                    <a:pt x="133618" y="330888"/>
                  </a:lnTo>
                  <a:lnTo>
                    <a:pt x="138825" y="331869"/>
                  </a:lnTo>
                  <a:lnTo>
                    <a:pt x="144060" y="332685"/>
                  </a:lnTo>
                  <a:lnTo>
                    <a:pt x="149319" y="333334"/>
                  </a:lnTo>
                  <a:lnTo>
                    <a:pt x="154596" y="333816"/>
                  </a:lnTo>
                  <a:lnTo>
                    <a:pt x="159885" y="334130"/>
                  </a:lnTo>
                  <a:lnTo>
                    <a:pt x="165182" y="334277"/>
                  </a:lnTo>
                  <a:lnTo>
                    <a:pt x="170480" y="334256"/>
                  </a:lnTo>
                  <a:lnTo>
                    <a:pt x="175776" y="334067"/>
                  </a:lnTo>
                  <a:lnTo>
                    <a:pt x="181062" y="333710"/>
                  </a:lnTo>
                  <a:lnTo>
                    <a:pt x="186335" y="333186"/>
                  </a:lnTo>
                  <a:lnTo>
                    <a:pt x="191588" y="332495"/>
                  </a:lnTo>
                  <a:lnTo>
                    <a:pt x="196817" y="331638"/>
                  </a:lnTo>
                  <a:lnTo>
                    <a:pt x="202016" y="330615"/>
                  </a:lnTo>
                  <a:lnTo>
                    <a:pt x="207180" y="329429"/>
                  </a:lnTo>
                  <a:lnTo>
                    <a:pt x="212304" y="328079"/>
                  </a:lnTo>
                  <a:lnTo>
                    <a:pt x="217383" y="326568"/>
                  </a:lnTo>
                  <a:lnTo>
                    <a:pt x="222411" y="324896"/>
                  </a:lnTo>
                  <a:lnTo>
                    <a:pt x="227383" y="323066"/>
                  </a:lnTo>
                  <a:lnTo>
                    <a:pt x="232295" y="321079"/>
                  </a:lnTo>
                  <a:lnTo>
                    <a:pt x="237142" y="318937"/>
                  </a:lnTo>
                  <a:lnTo>
                    <a:pt x="241918" y="316643"/>
                  </a:lnTo>
                  <a:lnTo>
                    <a:pt x="246619" y="314199"/>
                  </a:lnTo>
                  <a:lnTo>
                    <a:pt x="251241" y="311607"/>
                  </a:lnTo>
                  <a:lnTo>
                    <a:pt x="255778" y="308870"/>
                  </a:lnTo>
                  <a:lnTo>
                    <a:pt x="260225" y="305990"/>
                  </a:lnTo>
                  <a:lnTo>
                    <a:pt x="264580" y="302971"/>
                  </a:lnTo>
                  <a:lnTo>
                    <a:pt x="268836" y="299816"/>
                  </a:lnTo>
                  <a:lnTo>
                    <a:pt x="272991" y="296527"/>
                  </a:lnTo>
                  <a:lnTo>
                    <a:pt x="277039" y="293108"/>
                  </a:lnTo>
                  <a:lnTo>
                    <a:pt x="280976" y="289562"/>
                  </a:lnTo>
                  <a:lnTo>
                    <a:pt x="284800" y="285894"/>
                  </a:lnTo>
                  <a:lnTo>
                    <a:pt x="288505" y="282106"/>
                  </a:lnTo>
                  <a:lnTo>
                    <a:pt x="292088" y="278202"/>
                  </a:lnTo>
                  <a:lnTo>
                    <a:pt x="295546" y="274188"/>
                  </a:lnTo>
                  <a:lnTo>
                    <a:pt x="298874" y="270065"/>
                  </a:lnTo>
                  <a:lnTo>
                    <a:pt x="302071" y="265839"/>
                  </a:lnTo>
                  <a:lnTo>
                    <a:pt x="305132" y="261514"/>
                  </a:lnTo>
                  <a:lnTo>
                    <a:pt x="308054" y="257094"/>
                  </a:lnTo>
                  <a:lnTo>
                    <a:pt x="310835" y="252584"/>
                  </a:lnTo>
                  <a:lnTo>
                    <a:pt x="313471" y="247987"/>
                  </a:lnTo>
                  <a:lnTo>
                    <a:pt x="315960" y="243310"/>
                  </a:lnTo>
                  <a:lnTo>
                    <a:pt x="318300" y="238556"/>
                  </a:lnTo>
                  <a:lnTo>
                    <a:pt x="320488" y="233730"/>
                  </a:lnTo>
                  <a:lnTo>
                    <a:pt x="322522" y="228837"/>
                  </a:lnTo>
                  <a:lnTo>
                    <a:pt x="324400" y="223883"/>
                  </a:lnTo>
                  <a:lnTo>
                    <a:pt x="326120" y="218871"/>
                  </a:lnTo>
                  <a:lnTo>
                    <a:pt x="327680" y="213807"/>
                  </a:lnTo>
                  <a:lnTo>
                    <a:pt x="329079" y="208697"/>
                  </a:lnTo>
                  <a:lnTo>
                    <a:pt x="330315" y="203544"/>
                  </a:lnTo>
                  <a:lnTo>
                    <a:pt x="331388" y="198355"/>
                  </a:lnTo>
                  <a:lnTo>
                    <a:pt x="332295" y="193135"/>
                  </a:lnTo>
                  <a:lnTo>
                    <a:pt x="333037" y="187888"/>
                  </a:lnTo>
                  <a:lnTo>
                    <a:pt x="333612" y="182621"/>
                  </a:lnTo>
                  <a:lnTo>
                    <a:pt x="334019" y="177338"/>
                  </a:lnTo>
                  <a:lnTo>
                    <a:pt x="334259" y="172045"/>
                  </a:lnTo>
                  <a:lnTo>
                    <a:pt x="334331" y="166747"/>
                  </a:lnTo>
                  <a:lnTo>
                    <a:pt x="334235" y="161449"/>
                  </a:lnTo>
                  <a:lnTo>
                    <a:pt x="333972" y="156157"/>
                  </a:lnTo>
                  <a:lnTo>
                    <a:pt x="333540" y="150876"/>
                  </a:lnTo>
                  <a:lnTo>
                    <a:pt x="332942" y="145611"/>
                  </a:lnTo>
                  <a:lnTo>
                    <a:pt x="332177" y="140368"/>
                  </a:lnTo>
                  <a:lnTo>
                    <a:pt x="331246" y="135152"/>
                  </a:lnTo>
                  <a:lnTo>
                    <a:pt x="330150" y="129967"/>
                  </a:lnTo>
                  <a:lnTo>
                    <a:pt x="328891" y="124821"/>
                  </a:lnTo>
                  <a:lnTo>
                    <a:pt x="327469" y="119716"/>
                  </a:lnTo>
                  <a:lnTo>
                    <a:pt x="325886" y="114660"/>
                  </a:lnTo>
                  <a:lnTo>
                    <a:pt x="324144" y="109656"/>
                  </a:lnTo>
                  <a:lnTo>
                    <a:pt x="322244" y="104709"/>
                  </a:lnTo>
                  <a:lnTo>
                    <a:pt x="320188" y="99826"/>
                  </a:lnTo>
                  <a:lnTo>
                    <a:pt x="317978" y="95010"/>
                  </a:lnTo>
                  <a:lnTo>
                    <a:pt x="315617" y="90266"/>
                  </a:lnTo>
                  <a:lnTo>
                    <a:pt x="313107" y="85600"/>
                  </a:lnTo>
                  <a:lnTo>
                    <a:pt x="310450" y="81016"/>
                  </a:lnTo>
                  <a:lnTo>
                    <a:pt x="307649" y="76518"/>
                  </a:lnTo>
                  <a:lnTo>
                    <a:pt x="304707" y="72111"/>
                  </a:lnTo>
                  <a:lnTo>
                    <a:pt x="301627" y="67800"/>
                  </a:lnTo>
                  <a:lnTo>
                    <a:pt x="298411" y="63588"/>
                  </a:lnTo>
                  <a:lnTo>
                    <a:pt x="295064" y="59481"/>
                  </a:lnTo>
                  <a:lnTo>
                    <a:pt x="291589" y="55481"/>
                  </a:lnTo>
                  <a:lnTo>
                    <a:pt x="287988" y="51594"/>
                  </a:lnTo>
                  <a:lnTo>
                    <a:pt x="284266" y="47823"/>
                  </a:lnTo>
                  <a:lnTo>
                    <a:pt x="280426" y="44171"/>
                  </a:lnTo>
                  <a:lnTo>
                    <a:pt x="276473" y="40644"/>
                  </a:lnTo>
                  <a:lnTo>
                    <a:pt x="272409" y="37243"/>
                  </a:lnTo>
                  <a:lnTo>
                    <a:pt x="268240" y="33973"/>
                  </a:lnTo>
                  <a:lnTo>
                    <a:pt x="263970" y="30836"/>
                  </a:lnTo>
                  <a:lnTo>
                    <a:pt x="259602" y="27837"/>
                  </a:lnTo>
                  <a:lnTo>
                    <a:pt x="255141" y="24977"/>
                  </a:lnTo>
                  <a:lnTo>
                    <a:pt x="250592" y="22260"/>
                  </a:lnTo>
                  <a:lnTo>
                    <a:pt x="245959" y="19689"/>
                  </a:lnTo>
                  <a:lnTo>
                    <a:pt x="241247" y="17266"/>
                  </a:lnTo>
                  <a:lnTo>
                    <a:pt x="236460" y="14993"/>
                  </a:lnTo>
                  <a:lnTo>
                    <a:pt x="231604" y="12873"/>
                  </a:lnTo>
                  <a:lnTo>
                    <a:pt x="226683" y="10909"/>
                  </a:lnTo>
                  <a:lnTo>
                    <a:pt x="221702" y="9101"/>
                  </a:lnTo>
                  <a:lnTo>
                    <a:pt x="216667" y="7452"/>
                  </a:lnTo>
                  <a:lnTo>
                    <a:pt x="211582" y="5963"/>
                  </a:lnTo>
                  <a:lnTo>
                    <a:pt x="167164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4417" cy="167167"/>
            </a:xfrm>
            <a:custGeom>
              <a:avLst/>
              <a:pathLst>
                <a:path w="44417" h="167167">
                  <a:moveTo>
                    <a:pt x="44417" y="6009"/>
                  </a:moveTo>
                  <a:lnTo>
                    <a:pt x="38194" y="4421"/>
                  </a:lnTo>
                  <a:lnTo>
                    <a:pt x="31915" y="3074"/>
                  </a:lnTo>
                  <a:lnTo>
                    <a:pt x="25589" y="1970"/>
                  </a:lnTo>
                  <a:lnTo>
                    <a:pt x="19224" y="1109"/>
                  </a:lnTo>
                  <a:lnTo>
                    <a:pt x="12832" y="493"/>
                  </a:lnTo>
                  <a:lnTo>
                    <a:pt x="6420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644" y="5399291"/>
              <a:ext cx="45899" cy="167167"/>
            </a:xfrm>
            <a:custGeom>
              <a:avLst/>
              <a:pathLst>
                <a:path w="45899" h="167167">
                  <a:moveTo>
                    <a:pt x="45899" y="0"/>
                  </a:moveTo>
                  <a:lnTo>
                    <a:pt x="39259" y="131"/>
                  </a:lnTo>
                  <a:lnTo>
                    <a:pt x="32629" y="527"/>
                  </a:lnTo>
                  <a:lnTo>
                    <a:pt x="26019" y="1186"/>
                  </a:lnTo>
                  <a:lnTo>
                    <a:pt x="19441" y="2107"/>
                  </a:lnTo>
                  <a:lnTo>
                    <a:pt x="12905" y="3288"/>
                  </a:lnTo>
                  <a:lnTo>
                    <a:pt x="6421" y="4728"/>
                  </a:lnTo>
                  <a:lnTo>
                    <a:pt x="0" y="6424"/>
                  </a:lnTo>
                  <a:lnTo>
                    <a:pt x="458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644" y="5405716"/>
              <a:ext cx="45899" cy="160742"/>
            </a:xfrm>
            <a:custGeom>
              <a:avLst/>
              <a:pathLst>
                <a:path w="45899" h="160742">
                  <a:moveTo>
                    <a:pt x="0" y="0"/>
                  </a:moveTo>
                  <a:lnTo>
                    <a:pt x="45899" y="160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644" y="5405716"/>
              <a:ext cx="45899" cy="160742"/>
            </a:xfrm>
            <a:custGeom>
              <a:avLst/>
              <a:pathLst>
                <a:path w="45899" h="160742">
                  <a:moveTo>
                    <a:pt x="0" y="0"/>
                  </a:moveTo>
                  <a:lnTo>
                    <a:pt x="45899" y="160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7644" y="5405716"/>
              <a:ext cx="45899" cy="160742"/>
            </a:xfrm>
            <a:custGeom>
              <a:avLst/>
              <a:pathLst>
                <a:path w="45899" h="160742">
                  <a:moveTo>
                    <a:pt x="0" y="0"/>
                  </a:moveTo>
                  <a:lnTo>
                    <a:pt x="45899" y="160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7644" y="5405716"/>
              <a:ext cx="45899" cy="160742"/>
            </a:xfrm>
            <a:custGeom>
              <a:avLst/>
              <a:pathLst>
                <a:path w="45899" h="160742">
                  <a:moveTo>
                    <a:pt x="0" y="0"/>
                  </a:moveTo>
                  <a:lnTo>
                    <a:pt x="45899" y="1607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7644" y="5405716"/>
              <a:ext cx="45899" cy="160742"/>
            </a:xfrm>
            <a:custGeom>
              <a:avLst/>
              <a:pathLst>
                <a:path w="45899" h="160742">
                  <a:moveTo>
                    <a:pt x="0" y="0"/>
                  </a:moveTo>
                  <a:lnTo>
                    <a:pt x="45899" y="1607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90" y="5405716"/>
              <a:ext cx="167153" cy="321777"/>
            </a:xfrm>
            <a:custGeom>
              <a:avLst/>
              <a:pathLst>
                <a:path w="167153" h="321777">
                  <a:moveTo>
                    <a:pt x="121253" y="0"/>
                  </a:moveTo>
                  <a:lnTo>
                    <a:pt x="116134" y="1550"/>
                  </a:lnTo>
                  <a:lnTo>
                    <a:pt x="111068" y="3264"/>
                  </a:lnTo>
                  <a:lnTo>
                    <a:pt x="106059" y="5139"/>
                  </a:lnTo>
                  <a:lnTo>
                    <a:pt x="101112" y="7173"/>
                  </a:lnTo>
                  <a:lnTo>
                    <a:pt x="96233" y="9364"/>
                  </a:lnTo>
                  <a:lnTo>
                    <a:pt x="91426" y="11711"/>
                  </a:lnTo>
                  <a:lnTo>
                    <a:pt x="86697" y="14209"/>
                  </a:lnTo>
                  <a:lnTo>
                    <a:pt x="82051" y="16858"/>
                  </a:lnTo>
                  <a:lnTo>
                    <a:pt x="77491" y="19655"/>
                  </a:lnTo>
                  <a:lnTo>
                    <a:pt x="73024" y="22595"/>
                  </a:lnTo>
                  <a:lnTo>
                    <a:pt x="68652" y="25677"/>
                  </a:lnTo>
                  <a:lnTo>
                    <a:pt x="64382" y="28898"/>
                  </a:lnTo>
                  <a:lnTo>
                    <a:pt x="60216" y="32253"/>
                  </a:lnTo>
                  <a:lnTo>
                    <a:pt x="56161" y="35740"/>
                  </a:lnTo>
                  <a:lnTo>
                    <a:pt x="52218" y="39354"/>
                  </a:lnTo>
                  <a:lnTo>
                    <a:pt x="48394" y="43093"/>
                  </a:lnTo>
                  <a:lnTo>
                    <a:pt x="44691" y="46953"/>
                  </a:lnTo>
                  <a:lnTo>
                    <a:pt x="41113" y="50929"/>
                  </a:lnTo>
                  <a:lnTo>
                    <a:pt x="37665" y="55017"/>
                  </a:lnTo>
                  <a:lnTo>
                    <a:pt x="34349" y="59214"/>
                  </a:lnTo>
                  <a:lnTo>
                    <a:pt x="31169" y="63515"/>
                  </a:lnTo>
                  <a:lnTo>
                    <a:pt x="28128" y="67915"/>
                  </a:lnTo>
                  <a:lnTo>
                    <a:pt x="25229" y="72410"/>
                  </a:lnTo>
                  <a:lnTo>
                    <a:pt x="22476" y="76995"/>
                  </a:lnTo>
                  <a:lnTo>
                    <a:pt x="19871" y="81667"/>
                  </a:lnTo>
                  <a:lnTo>
                    <a:pt x="17417" y="86419"/>
                  </a:lnTo>
                  <a:lnTo>
                    <a:pt x="15116" y="91247"/>
                  </a:lnTo>
                  <a:lnTo>
                    <a:pt x="12970" y="96147"/>
                  </a:lnTo>
                  <a:lnTo>
                    <a:pt x="10983" y="101112"/>
                  </a:lnTo>
                  <a:lnTo>
                    <a:pt x="9155" y="106139"/>
                  </a:lnTo>
                  <a:lnTo>
                    <a:pt x="7489" y="111221"/>
                  </a:lnTo>
                  <a:lnTo>
                    <a:pt x="5987" y="116355"/>
                  </a:lnTo>
                  <a:lnTo>
                    <a:pt x="4649" y="121533"/>
                  </a:lnTo>
                  <a:lnTo>
                    <a:pt x="3478" y="126752"/>
                  </a:lnTo>
                  <a:lnTo>
                    <a:pt x="2474" y="132006"/>
                  </a:lnTo>
                  <a:lnTo>
                    <a:pt x="1639" y="137289"/>
                  </a:lnTo>
                  <a:lnTo>
                    <a:pt x="974" y="142596"/>
                  </a:lnTo>
                  <a:lnTo>
                    <a:pt x="478" y="147921"/>
                  </a:lnTo>
                  <a:lnTo>
                    <a:pt x="153" y="153260"/>
                  </a:lnTo>
                  <a:lnTo>
                    <a:pt x="0" y="158607"/>
                  </a:lnTo>
                  <a:lnTo>
                    <a:pt x="17" y="163955"/>
                  </a:lnTo>
                  <a:lnTo>
                    <a:pt x="205" y="169300"/>
                  </a:lnTo>
                  <a:lnTo>
                    <a:pt x="564" y="174637"/>
                  </a:lnTo>
                  <a:lnTo>
                    <a:pt x="1094" y="179959"/>
                  </a:lnTo>
                  <a:lnTo>
                    <a:pt x="1794" y="185262"/>
                  </a:lnTo>
                  <a:lnTo>
                    <a:pt x="2663" y="190539"/>
                  </a:lnTo>
                  <a:lnTo>
                    <a:pt x="3700" y="195786"/>
                  </a:lnTo>
                  <a:lnTo>
                    <a:pt x="4905" y="200998"/>
                  </a:lnTo>
                  <a:lnTo>
                    <a:pt x="6276" y="206167"/>
                  </a:lnTo>
                  <a:lnTo>
                    <a:pt x="7812" y="211291"/>
                  </a:lnTo>
                  <a:lnTo>
                    <a:pt x="9510" y="216363"/>
                  </a:lnTo>
                  <a:lnTo>
                    <a:pt x="11370" y="221377"/>
                  </a:lnTo>
                  <a:lnTo>
                    <a:pt x="13390" y="226330"/>
                  </a:lnTo>
                  <a:lnTo>
                    <a:pt x="15567" y="231216"/>
                  </a:lnTo>
                  <a:lnTo>
                    <a:pt x="17899" y="236029"/>
                  </a:lnTo>
                  <a:lnTo>
                    <a:pt x="20384" y="240765"/>
                  </a:lnTo>
                  <a:lnTo>
                    <a:pt x="23019" y="245420"/>
                  </a:lnTo>
                  <a:lnTo>
                    <a:pt x="25802" y="249987"/>
                  </a:lnTo>
                  <a:lnTo>
                    <a:pt x="28729" y="254464"/>
                  </a:lnTo>
                  <a:lnTo>
                    <a:pt x="31798" y="258844"/>
                  </a:lnTo>
                  <a:lnTo>
                    <a:pt x="35006" y="263124"/>
                  </a:lnTo>
                  <a:lnTo>
                    <a:pt x="38349" y="267299"/>
                  </a:lnTo>
                  <a:lnTo>
                    <a:pt x="41824" y="271365"/>
                  </a:lnTo>
                  <a:lnTo>
                    <a:pt x="45427" y="275318"/>
                  </a:lnTo>
                  <a:lnTo>
                    <a:pt x="49155" y="279154"/>
                  </a:lnTo>
                  <a:lnTo>
                    <a:pt x="53003" y="282868"/>
                  </a:lnTo>
                  <a:lnTo>
                    <a:pt x="56969" y="286457"/>
                  </a:lnTo>
                  <a:lnTo>
                    <a:pt x="61047" y="289918"/>
                  </a:lnTo>
                  <a:lnTo>
                    <a:pt x="65234" y="293246"/>
                  </a:lnTo>
                  <a:lnTo>
                    <a:pt x="69525" y="296439"/>
                  </a:lnTo>
                  <a:lnTo>
                    <a:pt x="73916" y="299493"/>
                  </a:lnTo>
                  <a:lnTo>
                    <a:pt x="78403" y="302405"/>
                  </a:lnTo>
                  <a:lnTo>
                    <a:pt x="82980" y="305171"/>
                  </a:lnTo>
                  <a:lnTo>
                    <a:pt x="87644" y="307790"/>
                  </a:lnTo>
                  <a:lnTo>
                    <a:pt x="92389" y="310259"/>
                  </a:lnTo>
                  <a:lnTo>
                    <a:pt x="97210" y="312574"/>
                  </a:lnTo>
                  <a:lnTo>
                    <a:pt x="102103" y="314734"/>
                  </a:lnTo>
                  <a:lnTo>
                    <a:pt x="107063" y="316736"/>
                  </a:lnTo>
                  <a:lnTo>
                    <a:pt x="112084" y="318578"/>
                  </a:lnTo>
                  <a:lnTo>
                    <a:pt x="117162" y="320259"/>
                  </a:lnTo>
                  <a:lnTo>
                    <a:pt x="122291" y="321777"/>
                  </a:lnTo>
                  <a:lnTo>
                    <a:pt x="167153" y="1607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78681" y="5399291"/>
              <a:ext cx="212025" cy="334315"/>
            </a:xfrm>
            <a:custGeom>
              <a:avLst/>
              <a:pathLst>
                <a:path w="212025" h="334315">
                  <a:moveTo>
                    <a:pt x="0" y="328202"/>
                  </a:moveTo>
                  <a:lnTo>
                    <a:pt x="5158" y="329551"/>
                  </a:lnTo>
                  <a:lnTo>
                    <a:pt x="10358" y="330735"/>
                  </a:lnTo>
                  <a:lnTo>
                    <a:pt x="15592" y="331752"/>
                  </a:lnTo>
                  <a:lnTo>
                    <a:pt x="20857" y="332602"/>
                  </a:lnTo>
                  <a:lnTo>
                    <a:pt x="26145" y="333283"/>
                  </a:lnTo>
                  <a:lnTo>
                    <a:pt x="31453" y="333796"/>
                  </a:lnTo>
                  <a:lnTo>
                    <a:pt x="36774" y="334139"/>
                  </a:lnTo>
                  <a:lnTo>
                    <a:pt x="42104" y="334312"/>
                  </a:lnTo>
                  <a:lnTo>
                    <a:pt x="47436" y="334315"/>
                  </a:lnTo>
                  <a:lnTo>
                    <a:pt x="52766" y="334147"/>
                  </a:lnTo>
                  <a:lnTo>
                    <a:pt x="58088" y="333810"/>
                  </a:lnTo>
                  <a:lnTo>
                    <a:pt x="63396" y="333304"/>
                  </a:lnTo>
                  <a:lnTo>
                    <a:pt x="68686" y="332628"/>
                  </a:lnTo>
                  <a:lnTo>
                    <a:pt x="73951" y="331784"/>
                  </a:lnTo>
                  <a:lnTo>
                    <a:pt x="79186" y="330773"/>
                  </a:lnTo>
                  <a:lnTo>
                    <a:pt x="84387" y="329595"/>
                  </a:lnTo>
                  <a:lnTo>
                    <a:pt x="89547" y="328251"/>
                  </a:lnTo>
                  <a:lnTo>
                    <a:pt x="94662" y="326744"/>
                  </a:lnTo>
                  <a:lnTo>
                    <a:pt x="99727" y="325075"/>
                  </a:lnTo>
                  <a:lnTo>
                    <a:pt x="104735" y="323244"/>
                  </a:lnTo>
                  <a:lnTo>
                    <a:pt x="109683" y="321255"/>
                  </a:lnTo>
                  <a:lnTo>
                    <a:pt x="114564" y="319110"/>
                  </a:lnTo>
                  <a:lnTo>
                    <a:pt x="119375" y="316809"/>
                  </a:lnTo>
                  <a:lnTo>
                    <a:pt x="124110" y="314356"/>
                  </a:lnTo>
                  <a:lnTo>
                    <a:pt x="128764" y="311754"/>
                  </a:lnTo>
                  <a:lnTo>
                    <a:pt x="133333" y="309004"/>
                  </a:lnTo>
                  <a:lnTo>
                    <a:pt x="137812" y="306111"/>
                  </a:lnTo>
                  <a:lnTo>
                    <a:pt x="142196" y="303075"/>
                  </a:lnTo>
                  <a:lnTo>
                    <a:pt x="146481" y="299902"/>
                  </a:lnTo>
                  <a:lnTo>
                    <a:pt x="150663" y="296593"/>
                  </a:lnTo>
                  <a:lnTo>
                    <a:pt x="154737" y="293153"/>
                  </a:lnTo>
                  <a:lnTo>
                    <a:pt x="158700" y="289584"/>
                  </a:lnTo>
                  <a:lnTo>
                    <a:pt x="162546" y="285891"/>
                  </a:lnTo>
                  <a:lnTo>
                    <a:pt x="166273" y="282077"/>
                  </a:lnTo>
                  <a:lnTo>
                    <a:pt x="169876" y="278147"/>
                  </a:lnTo>
                  <a:lnTo>
                    <a:pt x="173352" y="274103"/>
                  </a:lnTo>
                  <a:lnTo>
                    <a:pt x="176697" y="269950"/>
                  </a:lnTo>
                  <a:lnTo>
                    <a:pt x="179909" y="265693"/>
                  </a:lnTo>
                  <a:lnTo>
                    <a:pt x="182982" y="261336"/>
                  </a:lnTo>
                  <a:lnTo>
                    <a:pt x="185916" y="256883"/>
                  </a:lnTo>
                  <a:lnTo>
                    <a:pt x="188705" y="252338"/>
                  </a:lnTo>
                  <a:lnTo>
                    <a:pt x="191349" y="247707"/>
                  </a:lnTo>
                  <a:lnTo>
                    <a:pt x="193843" y="242994"/>
                  </a:lnTo>
                  <a:lnTo>
                    <a:pt x="196185" y="238204"/>
                  </a:lnTo>
                  <a:lnTo>
                    <a:pt x="198374" y="233341"/>
                  </a:lnTo>
                  <a:lnTo>
                    <a:pt x="200407" y="228411"/>
                  </a:lnTo>
                  <a:lnTo>
                    <a:pt x="202281" y="223419"/>
                  </a:lnTo>
                  <a:lnTo>
                    <a:pt x="203995" y="218370"/>
                  </a:lnTo>
                  <a:lnTo>
                    <a:pt x="205547" y="213268"/>
                  </a:lnTo>
                  <a:lnTo>
                    <a:pt x="206936" y="208120"/>
                  </a:lnTo>
                  <a:lnTo>
                    <a:pt x="208159" y="202930"/>
                  </a:lnTo>
                  <a:lnTo>
                    <a:pt x="209217" y="197703"/>
                  </a:lnTo>
                  <a:lnTo>
                    <a:pt x="210107" y="192446"/>
                  </a:lnTo>
                  <a:lnTo>
                    <a:pt x="210829" y="187162"/>
                  </a:lnTo>
                  <a:lnTo>
                    <a:pt x="211383" y="181859"/>
                  </a:lnTo>
                  <a:lnTo>
                    <a:pt x="211767" y="176540"/>
                  </a:lnTo>
                  <a:lnTo>
                    <a:pt x="211981" y="171212"/>
                  </a:lnTo>
                  <a:lnTo>
                    <a:pt x="212025" y="165880"/>
                  </a:lnTo>
                  <a:lnTo>
                    <a:pt x="211899" y="160549"/>
                  </a:lnTo>
                  <a:lnTo>
                    <a:pt x="211603" y="155225"/>
                  </a:lnTo>
                  <a:lnTo>
                    <a:pt x="211137" y="149913"/>
                  </a:lnTo>
                  <a:lnTo>
                    <a:pt x="210502" y="144618"/>
                  </a:lnTo>
                  <a:lnTo>
                    <a:pt x="209698" y="139347"/>
                  </a:lnTo>
                  <a:lnTo>
                    <a:pt x="208727" y="134104"/>
                  </a:lnTo>
                  <a:lnTo>
                    <a:pt x="207589" y="128894"/>
                  </a:lnTo>
                  <a:lnTo>
                    <a:pt x="206286" y="123723"/>
                  </a:lnTo>
                  <a:lnTo>
                    <a:pt x="204818" y="118597"/>
                  </a:lnTo>
                  <a:lnTo>
                    <a:pt x="203188" y="113520"/>
                  </a:lnTo>
                  <a:lnTo>
                    <a:pt x="201396" y="108497"/>
                  </a:lnTo>
                  <a:lnTo>
                    <a:pt x="199445" y="103535"/>
                  </a:lnTo>
                  <a:lnTo>
                    <a:pt x="197337" y="98637"/>
                  </a:lnTo>
                  <a:lnTo>
                    <a:pt x="195074" y="93808"/>
                  </a:lnTo>
                  <a:lnTo>
                    <a:pt x="192658" y="89055"/>
                  </a:lnTo>
                  <a:lnTo>
                    <a:pt x="190091" y="84381"/>
                  </a:lnTo>
                  <a:lnTo>
                    <a:pt x="187377" y="79791"/>
                  </a:lnTo>
                  <a:lnTo>
                    <a:pt x="184517" y="75290"/>
                  </a:lnTo>
                  <a:lnTo>
                    <a:pt x="181516" y="70882"/>
                  </a:lnTo>
                  <a:lnTo>
                    <a:pt x="178375" y="66573"/>
                  </a:lnTo>
                  <a:lnTo>
                    <a:pt x="175099" y="62366"/>
                  </a:lnTo>
                  <a:lnTo>
                    <a:pt x="171690" y="58265"/>
                  </a:lnTo>
                  <a:lnTo>
                    <a:pt x="168152" y="54275"/>
                  </a:lnTo>
                  <a:lnTo>
                    <a:pt x="164489" y="50401"/>
                  </a:lnTo>
                  <a:lnTo>
                    <a:pt x="160704" y="46645"/>
                  </a:lnTo>
                  <a:lnTo>
                    <a:pt x="156801" y="43011"/>
                  </a:lnTo>
                  <a:lnTo>
                    <a:pt x="152784" y="39504"/>
                  </a:lnTo>
                  <a:lnTo>
                    <a:pt x="148658" y="36127"/>
                  </a:lnTo>
                  <a:lnTo>
                    <a:pt x="144425" y="32883"/>
                  </a:lnTo>
                  <a:lnTo>
                    <a:pt x="140092" y="29776"/>
                  </a:lnTo>
                  <a:lnTo>
                    <a:pt x="135661" y="26809"/>
                  </a:lnTo>
                  <a:lnTo>
                    <a:pt x="131138" y="23984"/>
                  </a:lnTo>
                  <a:lnTo>
                    <a:pt x="126528" y="21305"/>
                  </a:lnTo>
                  <a:lnTo>
                    <a:pt x="121834" y="18775"/>
                  </a:lnTo>
                  <a:lnTo>
                    <a:pt x="117062" y="16395"/>
                  </a:lnTo>
                  <a:lnTo>
                    <a:pt x="112216" y="14169"/>
                  </a:lnTo>
                  <a:lnTo>
                    <a:pt x="107302" y="12099"/>
                  </a:lnTo>
                  <a:lnTo>
                    <a:pt x="102325" y="10186"/>
                  </a:lnTo>
                  <a:lnTo>
                    <a:pt x="97289" y="8433"/>
                  </a:lnTo>
                  <a:lnTo>
                    <a:pt x="92199" y="6842"/>
                  </a:lnTo>
                  <a:lnTo>
                    <a:pt x="87062" y="5414"/>
                  </a:lnTo>
                  <a:lnTo>
                    <a:pt x="81881" y="4150"/>
                  </a:lnTo>
                  <a:lnTo>
                    <a:pt x="76663" y="3052"/>
                  </a:lnTo>
                  <a:lnTo>
                    <a:pt x="71412" y="2121"/>
                  </a:lnTo>
                  <a:lnTo>
                    <a:pt x="66135" y="1359"/>
                  </a:lnTo>
                  <a:lnTo>
                    <a:pt x="60836" y="764"/>
                  </a:lnTo>
                  <a:lnTo>
                    <a:pt x="55520" y="340"/>
                  </a:lnTo>
                  <a:lnTo>
                    <a:pt x="50194" y="85"/>
                  </a:lnTo>
                  <a:lnTo>
                    <a:pt x="44862" y="0"/>
                  </a:lnTo>
                  <a:lnTo>
                    <a:pt x="448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1724" y="5269756"/>
              <a:ext cx="13534" cy="167167"/>
            </a:xfrm>
            <a:custGeom>
              <a:avLst/>
              <a:pathLst>
                <a:path w="13534" h="167167">
                  <a:moveTo>
                    <a:pt x="13534" y="0"/>
                  </a:moveTo>
                  <a:lnTo>
                    <a:pt x="0" y="548"/>
                  </a:lnTo>
                  <a:lnTo>
                    <a:pt x="135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1724" y="5270305"/>
              <a:ext cx="13534" cy="166618"/>
            </a:xfrm>
            <a:custGeom>
              <a:avLst/>
              <a:pathLst>
                <a:path w="13534" h="166618">
                  <a:moveTo>
                    <a:pt x="0" y="0"/>
                  </a:moveTo>
                  <a:lnTo>
                    <a:pt x="13534" y="166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1724" y="5270305"/>
              <a:ext cx="13534" cy="166618"/>
            </a:xfrm>
            <a:custGeom>
              <a:avLst/>
              <a:pathLst>
                <a:path w="13534" h="166618">
                  <a:moveTo>
                    <a:pt x="0" y="0"/>
                  </a:moveTo>
                  <a:lnTo>
                    <a:pt x="13534" y="166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1724" y="5270305"/>
              <a:ext cx="13534" cy="166618"/>
            </a:xfrm>
            <a:custGeom>
              <a:avLst/>
              <a:pathLst>
                <a:path w="13534" h="166618">
                  <a:moveTo>
                    <a:pt x="0" y="0"/>
                  </a:moveTo>
                  <a:lnTo>
                    <a:pt x="13534" y="166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31724" y="5270305"/>
              <a:ext cx="13534" cy="166618"/>
            </a:xfrm>
            <a:custGeom>
              <a:avLst/>
              <a:pathLst>
                <a:path w="13534" h="166618">
                  <a:moveTo>
                    <a:pt x="0" y="0"/>
                  </a:moveTo>
                  <a:lnTo>
                    <a:pt x="13534" y="166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417019" y="5270305"/>
              <a:ext cx="128238" cy="166618"/>
            </a:xfrm>
            <a:custGeom>
              <a:avLst/>
              <a:pathLst>
                <a:path w="128238" h="166618">
                  <a:moveTo>
                    <a:pt x="114704" y="0"/>
                  </a:moveTo>
                  <a:lnTo>
                    <a:pt x="109205" y="538"/>
                  </a:lnTo>
                  <a:lnTo>
                    <a:pt x="103727" y="1258"/>
                  </a:lnTo>
                  <a:lnTo>
                    <a:pt x="98276" y="2158"/>
                  </a:lnTo>
                  <a:lnTo>
                    <a:pt x="92857" y="3238"/>
                  </a:lnTo>
                  <a:lnTo>
                    <a:pt x="87477" y="4497"/>
                  </a:lnTo>
                  <a:lnTo>
                    <a:pt x="82141" y="5932"/>
                  </a:lnTo>
                  <a:lnTo>
                    <a:pt x="76856" y="7543"/>
                  </a:lnTo>
                  <a:lnTo>
                    <a:pt x="71627" y="9328"/>
                  </a:lnTo>
                  <a:lnTo>
                    <a:pt x="66460" y="11285"/>
                  </a:lnTo>
                  <a:lnTo>
                    <a:pt x="61360" y="13412"/>
                  </a:lnTo>
                  <a:lnTo>
                    <a:pt x="56333" y="15706"/>
                  </a:lnTo>
                  <a:lnTo>
                    <a:pt x="51385" y="18164"/>
                  </a:lnTo>
                  <a:lnTo>
                    <a:pt x="46521" y="20785"/>
                  </a:lnTo>
                  <a:lnTo>
                    <a:pt x="41746" y="23566"/>
                  </a:lnTo>
                  <a:lnTo>
                    <a:pt x="37066" y="26502"/>
                  </a:lnTo>
                  <a:lnTo>
                    <a:pt x="32485" y="29592"/>
                  </a:lnTo>
                  <a:lnTo>
                    <a:pt x="28009" y="32831"/>
                  </a:lnTo>
                  <a:lnTo>
                    <a:pt x="23642" y="36217"/>
                  </a:lnTo>
                  <a:lnTo>
                    <a:pt x="19390" y="39745"/>
                  </a:lnTo>
                  <a:lnTo>
                    <a:pt x="15256" y="43411"/>
                  </a:lnTo>
                  <a:lnTo>
                    <a:pt x="11246" y="47212"/>
                  </a:lnTo>
                  <a:lnTo>
                    <a:pt x="7364" y="51144"/>
                  </a:lnTo>
                  <a:lnTo>
                    <a:pt x="3614" y="55202"/>
                  </a:lnTo>
                  <a:lnTo>
                    <a:pt x="0" y="59381"/>
                  </a:lnTo>
                  <a:lnTo>
                    <a:pt x="128238" y="166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1" y="5269756"/>
              <a:ext cx="334325" cy="334326"/>
            </a:xfrm>
            <a:custGeom>
              <a:avLst/>
              <a:pathLst>
                <a:path w="334325" h="334326">
                  <a:moveTo>
                    <a:pt x="38928" y="59930"/>
                  </a:moveTo>
                  <a:lnTo>
                    <a:pt x="35601" y="64039"/>
                  </a:lnTo>
                  <a:lnTo>
                    <a:pt x="32405" y="68252"/>
                  </a:lnTo>
                  <a:lnTo>
                    <a:pt x="29344" y="72563"/>
                  </a:lnTo>
                  <a:lnTo>
                    <a:pt x="26421" y="76969"/>
                  </a:lnTo>
                  <a:lnTo>
                    <a:pt x="23639" y="81465"/>
                  </a:lnTo>
                  <a:lnTo>
                    <a:pt x="21001" y="86047"/>
                  </a:lnTo>
                  <a:lnTo>
                    <a:pt x="18508" y="90711"/>
                  </a:lnTo>
                  <a:lnTo>
                    <a:pt x="16165" y="95450"/>
                  </a:lnTo>
                  <a:lnTo>
                    <a:pt x="13972" y="100262"/>
                  </a:lnTo>
                  <a:lnTo>
                    <a:pt x="11933" y="105140"/>
                  </a:lnTo>
                  <a:lnTo>
                    <a:pt x="10049" y="110080"/>
                  </a:lnTo>
                  <a:lnTo>
                    <a:pt x="8322" y="115078"/>
                  </a:lnTo>
                  <a:lnTo>
                    <a:pt x="6754" y="120127"/>
                  </a:lnTo>
                  <a:lnTo>
                    <a:pt x="5347" y="125224"/>
                  </a:lnTo>
                  <a:lnTo>
                    <a:pt x="4101" y="130362"/>
                  </a:lnTo>
                  <a:lnTo>
                    <a:pt x="3019" y="135538"/>
                  </a:lnTo>
                  <a:lnTo>
                    <a:pt x="2101" y="140745"/>
                  </a:lnTo>
                  <a:lnTo>
                    <a:pt x="1348" y="145978"/>
                  </a:lnTo>
                  <a:lnTo>
                    <a:pt x="761" y="151233"/>
                  </a:lnTo>
                  <a:lnTo>
                    <a:pt x="340" y="156504"/>
                  </a:lnTo>
                  <a:lnTo>
                    <a:pt x="86" y="161785"/>
                  </a:lnTo>
                  <a:lnTo>
                    <a:pt x="0" y="167072"/>
                  </a:lnTo>
                  <a:lnTo>
                    <a:pt x="80" y="172358"/>
                  </a:lnTo>
                  <a:lnTo>
                    <a:pt x="328" y="177640"/>
                  </a:lnTo>
                  <a:lnTo>
                    <a:pt x="743" y="182911"/>
                  </a:lnTo>
                  <a:lnTo>
                    <a:pt x="1324" y="188166"/>
                  </a:lnTo>
                  <a:lnTo>
                    <a:pt x="2071" y="193401"/>
                  </a:lnTo>
                  <a:lnTo>
                    <a:pt x="2983" y="198609"/>
                  </a:lnTo>
                  <a:lnTo>
                    <a:pt x="4059" y="203786"/>
                  </a:lnTo>
                  <a:lnTo>
                    <a:pt x="5299" y="208926"/>
                  </a:lnTo>
                  <a:lnTo>
                    <a:pt x="6701" y="214024"/>
                  </a:lnTo>
                  <a:lnTo>
                    <a:pt x="8263" y="219075"/>
                  </a:lnTo>
                  <a:lnTo>
                    <a:pt x="9984" y="224075"/>
                  </a:lnTo>
                  <a:lnTo>
                    <a:pt x="11862" y="229017"/>
                  </a:lnTo>
                  <a:lnTo>
                    <a:pt x="13896" y="233898"/>
                  </a:lnTo>
                  <a:lnTo>
                    <a:pt x="16083" y="238712"/>
                  </a:lnTo>
                  <a:lnTo>
                    <a:pt x="18421" y="243454"/>
                  </a:lnTo>
                  <a:lnTo>
                    <a:pt x="20908" y="248120"/>
                  </a:lnTo>
                  <a:lnTo>
                    <a:pt x="23542" y="252705"/>
                  </a:lnTo>
                  <a:lnTo>
                    <a:pt x="26319" y="257204"/>
                  </a:lnTo>
                  <a:lnTo>
                    <a:pt x="29237" y="261614"/>
                  </a:lnTo>
                  <a:lnTo>
                    <a:pt x="32292" y="265928"/>
                  </a:lnTo>
                  <a:lnTo>
                    <a:pt x="35483" y="270144"/>
                  </a:lnTo>
                  <a:lnTo>
                    <a:pt x="38806" y="274257"/>
                  </a:lnTo>
                  <a:lnTo>
                    <a:pt x="42257" y="278263"/>
                  </a:lnTo>
                  <a:lnTo>
                    <a:pt x="45833" y="282158"/>
                  </a:lnTo>
                  <a:lnTo>
                    <a:pt x="49530" y="285938"/>
                  </a:lnTo>
                  <a:lnTo>
                    <a:pt x="53345" y="289599"/>
                  </a:lnTo>
                  <a:lnTo>
                    <a:pt x="57274" y="293137"/>
                  </a:lnTo>
                  <a:lnTo>
                    <a:pt x="61313" y="296550"/>
                  </a:lnTo>
                  <a:lnTo>
                    <a:pt x="65457" y="299832"/>
                  </a:lnTo>
                  <a:lnTo>
                    <a:pt x="69704" y="302983"/>
                  </a:lnTo>
                  <a:lnTo>
                    <a:pt x="74048" y="305997"/>
                  </a:lnTo>
                  <a:lnTo>
                    <a:pt x="78485" y="308873"/>
                  </a:lnTo>
                  <a:lnTo>
                    <a:pt x="83011" y="311606"/>
                  </a:lnTo>
                  <a:lnTo>
                    <a:pt x="87621" y="314195"/>
                  </a:lnTo>
                  <a:lnTo>
                    <a:pt x="92311" y="316638"/>
                  </a:lnTo>
                  <a:lnTo>
                    <a:pt x="97075" y="318930"/>
                  </a:lnTo>
                  <a:lnTo>
                    <a:pt x="101910" y="321071"/>
                  </a:lnTo>
                  <a:lnTo>
                    <a:pt x="106810" y="323058"/>
                  </a:lnTo>
                  <a:lnTo>
                    <a:pt x="111770" y="324889"/>
                  </a:lnTo>
                  <a:lnTo>
                    <a:pt x="116786" y="326562"/>
                  </a:lnTo>
                  <a:lnTo>
                    <a:pt x="121852" y="328075"/>
                  </a:lnTo>
                  <a:lnTo>
                    <a:pt x="126963" y="329428"/>
                  </a:lnTo>
                  <a:lnTo>
                    <a:pt x="132115" y="330618"/>
                  </a:lnTo>
                  <a:lnTo>
                    <a:pt x="137301" y="331645"/>
                  </a:lnTo>
                  <a:lnTo>
                    <a:pt x="142518" y="332507"/>
                  </a:lnTo>
                  <a:lnTo>
                    <a:pt x="147759" y="333204"/>
                  </a:lnTo>
                  <a:lnTo>
                    <a:pt x="153020" y="333735"/>
                  </a:lnTo>
                  <a:lnTo>
                    <a:pt x="158295" y="334099"/>
                  </a:lnTo>
                  <a:lnTo>
                    <a:pt x="163579" y="334296"/>
                  </a:lnTo>
                  <a:lnTo>
                    <a:pt x="168866" y="334326"/>
                  </a:lnTo>
                  <a:lnTo>
                    <a:pt x="174151" y="334188"/>
                  </a:lnTo>
                  <a:lnTo>
                    <a:pt x="179430" y="333884"/>
                  </a:lnTo>
                  <a:lnTo>
                    <a:pt x="184696" y="333413"/>
                  </a:lnTo>
                  <a:lnTo>
                    <a:pt x="189945" y="332775"/>
                  </a:lnTo>
                  <a:lnTo>
                    <a:pt x="195171" y="331972"/>
                  </a:lnTo>
                  <a:lnTo>
                    <a:pt x="200369" y="331004"/>
                  </a:lnTo>
                  <a:lnTo>
                    <a:pt x="205534" y="329872"/>
                  </a:lnTo>
                  <a:lnTo>
                    <a:pt x="210660" y="328577"/>
                  </a:lnTo>
                  <a:lnTo>
                    <a:pt x="215743" y="327121"/>
                  </a:lnTo>
                  <a:lnTo>
                    <a:pt x="220778" y="325505"/>
                  </a:lnTo>
                  <a:lnTo>
                    <a:pt x="225758" y="323730"/>
                  </a:lnTo>
                  <a:lnTo>
                    <a:pt x="230680" y="321799"/>
                  </a:lnTo>
                  <a:lnTo>
                    <a:pt x="235539" y="319713"/>
                  </a:lnTo>
                  <a:lnTo>
                    <a:pt x="240329" y="317474"/>
                  </a:lnTo>
                  <a:lnTo>
                    <a:pt x="245046" y="315085"/>
                  </a:lnTo>
                  <a:lnTo>
                    <a:pt x="249685" y="312548"/>
                  </a:lnTo>
                  <a:lnTo>
                    <a:pt x="254241" y="309866"/>
                  </a:lnTo>
                  <a:lnTo>
                    <a:pt x="258711" y="307041"/>
                  </a:lnTo>
                  <a:lnTo>
                    <a:pt x="263089" y="304076"/>
                  </a:lnTo>
                  <a:lnTo>
                    <a:pt x="267370" y="300974"/>
                  </a:lnTo>
                  <a:lnTo>
                    <a:pt x="271552" y="297738"/>
                  </a:lnTo>
                  <a:lnTo>
                    <a:pt x="275629" y="294371"/>
                  </a:lnTo>
                  <a:lnTo>
                    <a:pt x="279598" y="290877"/>
                  </a:lnTo>
                  <a:lnTo>
                    <a:pt x="283454" y="287260"/>
                  </a:lnTo>
                  <a:lnTo>
                    <a:pt x="287194" y="283522"/>
                  </a:lnTo>
                  <a:lnTo>
                    <a:pt x="290813" y="279668"/>
                  </a:lnTo>
                  <a:lnTo>
                    <a:pt x="294309" y="275702"/>
                  </a:lnTo>
                  <a:lnTo>
                    <a:pt x="297678" y="271626"/>
                  </a:lnTo>
                  <a:lnTo>
                    <a:pt x="300916" y="267447"/>
                  </a:lnTo>
                  <a:lnTo>
                    <a:pt x="304021" y="263167"/>
                  </a:lnTo>
                  <a:lnTo>
                    <a:pt x="306989" y="258790"/>
                  </a:lnTo>
                  <a:lnTo>
                    <a:pt x="309816" y="254323"/>
                  </a:lnTo>
                  <a:lnTo>
                    <a:pt x="312501" y="249768"/>
                  </a:lnTo>
                  <a:lnTo>
                    <a:pt x="315041" y="245130"/>
                  </a:lnTo>
                  <a:lnTo>
                    <a:pt x="317432" y="240415"/>
                  </a:lnTo>
                  <a:lnTo>
                    <a:pt x="319674" y="235626"/>
                  </a:lnTo>
                  <a:lnTo>
                    <a:pt x="321762" y="230769"/>
                  </a:lnTo>
                  <a:lnTo>
                    <a:pt x="323697" y="225848"/>
                  </a:lnTo>
                  <a:lnTo>
                    <a:pt x="325474" y="220868"/>
                  </a:lnTo>
                  <a:lnTo>
                    <a:pt x="327093" y="215835"/>
                  </a:lnTo>
                  <a:lnTo>
                    <a:pt x="328552" y="210753"/>
                  </a:lnTo>
                  <a:lnTo>
                    <a:pt x="329850" y="205627"/>
                  </a:lnTo>
                  <a:lnTo>
                    <a:pt x="330985" y="200463"/>
                  </a:lnTo>
                  <a:lnTo>
                    <a:pt x="331956" y="195265"/>
                  </a:lnTo>
                  <a:lnTo>
                    <a:pt x="332762" y="190040"/>
                  </a:lnTo>
                  <a:lnTo>
                    <a:pt x="333403" y="184791"/>
                  </a:lnTo>
                  <a:lnTo>
                    <a:pt x="333877" y="179525"/>
                  </a:lnTo>
                  <a:lnTo>
                    <a:pt x="334184" y="174247"/>
                  </a:lnTo>
                  <a:lnTo>
                    <a:pt x="334325" y="168961"/>
                  </a:lnTo>
                  <a:lnTo>
                    <a:pt x="334298" y="163674"/>
                  </a:lnTo>
                  <a:lnTo>
                    <a:pt x="334104" y="158390"/>
                  </a:lnTo>
                  <a:lnTo>
                    <a:pt x="333743" y="153115"/>
                  </a:lnTo>
                  <a:lnTo>
                    <a:pt x="333215" y="147854"/>
                  </a:lnTo>
                  <a:lnTo>
                    <a:pt x="332521" y="142612"/>
                  </a:lnTo>
                  <a:lnTo>
                    <a:pt x="331662" y="137395"/>
                  </a:lnTo>
                  <a:lnTo>
                    <a:pt x="330638" y="132208"/>
                  </a:lnTo>
                  <a:lnTo>
                    <a:pt x="329451" y="127056"/>
                  </a:lnTo>
                  <a:lnTo>
                    <a:pt x="328101" y="121943"/>
                  </a:lnTo>
                  <a:lnTo>
                    <a:pt x="326590" y="116876"/>
                  </a:lnTo>
                  <a:lnTo>
                    <a:pt x="324920" y="111860"/>
                  </a:lnTo>
                  <a:lnTo>
                    <a:pt x="323092" y="106898"/>
                  </a:lnTo>
                  <a:lnTo>
                    <a:pt x="321108" y="101997"/>
                  </a:lnTo>
                  <a:lnTo>
                    <a:pt x="318970" y="97162"/>
                  </a:lnTo>
                  <a:lnTo>
                    <a:pt x="316680" y="92396"/>
                  </a:lnTo>
                  <a:lnTo>
                    <a:pt x="314241" y="87705"/>
                  </a:lnTo>
                  <a:lnTo>
                    <a:pt x="311654" y="83093"/>
                  </a:lnTo>
                  <a:lnTo>
                    <a:pt x="308923" y="78566"/>
                  </a:lnTo>
                  <a:lnTo>
                    <a:pt x="306050" y="74127"/>
                  </a:lnTo>
                  <a:lnTo>
                    <a:pt x="303038" y="69781"/>
                  </a:lnTo>
                  <a:lnTo>
                    <a:pt x="299890" y="65533"/>
                  </a:lnTo>
                  <a:lnTo>
                    <a:pt x="296610" y="61387"/>
                  </a:lnTo>
                  <a:lnTo>
                    <a:pt x="293200" y="57346"/>
                  </a:lnTo>
                  <a:lnTo>
                    <a:pt x="289664" y="53415"/>
                  </a:lnTo>
                  <a:lnTo>
                    <a:pt x="286005" y="49598"/>
                  </a:lnTo>
                  <a:lnTo>
                    <a:pt x="282227" y="45898"/>
                  </a:lnTo>
                  <a:lnTo>
                    <a:pt x="278335" y="42320"/>
                  </a:lnTo>
                  <a:lnTo>
                    <a:pt x="274331" y="38867"/>
                  </a:lnTo>
                  <a:lnTo>
                    <a:pt x="270219" y="35542"/>
                  </a:lnTo>
                  <a:lnTo>
                    <a:pt x="266005" y="32349"/>
                  </a:lnTo>
                  <a:lnTo>
                    <a:pt x="261692" y="29290"/>
                  </a:lnTo>
                  <a:lnTo>
                    <a:pt x="257284" y="26370"/>
                  </a:lnTo>
                  <a:lnTo>
                    <a:pt x="252787" y="23590"/>
                  </a:lnTo>
                  <a:lnTo>
                    <a:pt x="248203" y="20954"/>
                  </a:lnTo>
                  <a:lnTo>
                    <a:pt x="243539" y="18465"/>
                  </a:lnTo>
                  <a:lnTo>
                    <a:pt x="238798" y="16124"/>
                  </a:lnTo>
                  <a:lnTo>
                    <a:pt x="233985" y="13934"/>
                  </a:lnTo>
                  <a:lnTo>
                    <a:pt x="229106" y="11898"/>
                  </a:lnTo>
                  <a:lnTo>
                    <a:pt x="224164" y="10016"/>
                  </a:lnTo>
                  <a:lnTo>
                    <a:pt x="219166" y="8293"/>
                  </a:lnTo>
                  <a:lnTo>
                    <a:pt x="214115" y="6728"/>
                  </a:lnTo>
                  <a:lnTo>
                    <a:pt x="209018" y="5323"/>
                  </a:lnTo>
                  <a:lnTo>
                    <a:pt x="203878" y="4080"/>
                  </a:lnTo>
                  <a:lnTo>
                    <a:pt x="198702" y="3001"/>
                  </a:lnTo>
                  <a:lnTo>
                    <a:pt x="193495" y="2086"/>
                  </a:lnTo>
                  <a:lnTo>
                    <a:pt x="188261" y="1336"/>
                  </a:lnTo>
                  <a:lnTo>
                    <a:pt x="183006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2693" y="5018213"/>
              <a:ext cx="28345" cy="167167"/>
            </a:xfrm>
            <a:custGeom>
              <a:avLst/>
              <a:pathLst>
                <a:path w="28345" h="167167">
                  <a:moveTo>
                    <a:pt x="28345" y="0"/>
                  </a:moveTo>
                  <a:lnTo>
                    <a:pt x="21227" y="151"/>
                  </a:lnTo>
                  <a:lnTo>
                    <a:pt x="14121" y="606"/>
                  </a:lnTo>
                  <a:lnTo>
                    <a:pt x="7041" y="1363"/>
                  </a:lnTo>
                  <a:lnTo>
                    <a:pt x="0" y="2420"/>
                  </a:lnTo>
                  <a:lnTo>
                    <a:pt x="283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2693" y="5020634"/>
              <a:ext cx="28345" cy="164746"/>
            </a:xfrm>
            <a:custGeom>
              <a:avLst/>
              <a:pathLst>
                <a:path w="28345" h="164746">
                  <a:moveTo>
                    <a:pt x="0" y="0"/>
                  </a:moveTo>
                  <a:lnTo>
                    <a:pt x="28345" y="164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2693" y="5020634"/>
              <a:ext cx="28345" cy="164746"/>
            </a:xfrm>
            <a:custGeom>
              <a:avLst/>
              <a:pathLst>
                <a:path w="28345" h="164746">
                  <a:moveTo>
                    <a:pt x="0" y="0"/>
                  </a:moveTo>
                  <a:lnTo>
                    <a:pt x="28345" y="1647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92693" y="5020634"/>
              <a:ext cx="28345" cy="164746"/>
            </a:xfrm>
            <a:custGeom>
              <a:avLst/>
              <a:pathLst>
                <a:path w="28345" h="164746">
                  <a:moveTo>
                    <a:pt x="0" y="0"/>
                  </a:moveTo>
                  <a:lnTo>
                    <a:pt x="28345" y="1647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4223" y="5020634"/>
              <a:ext cx="166815" cy="164746"/>
            </a:xfrm>
            <a:custGeom>
              <a:avLst/>
              <a:pathLst>
                <a:path w="166815" h="164746">
                  <a:moveTo>
                    <a:pt x="138469" y="0"/>
                  </a:moveTo>
                  <a:lnTo>
                    <a:pt x="133119" y="1010"/>
                  </a:lnTo>
                  <a:lnTo>
                    <a:pt x="127804" y="2194"/>
                  </a:lnTo>
                  <a:lnTo>
                    <a:pt x="122531" y="3551"/>
                  </a:lnTo>
                  <a:lnTo>
                    <a:pt x="117305" y="5079"/>
                  </a:lnTo>
                  <a:lnTo>
                    <a:pt x="112131" y="6776"/>
                  </a:lnTo>
                  <a:lnTo>
                    <a:pt x="107016" y="8640"/>
                  </a:lnTo>
                  <a:lnTo>
                    <a:pt x="101964" y="10671"/>
                  </a:lnTo>
                  <a:lnTo>
                    <a:pt x="96980" y="12864"/>
                  </a:lnTo>
                  <a:lnTo>
                    <a:pt x="92071" y="15219"/>
                  </a:lnTo>
                  <a:lnTo>
                    <a:pt x="87241" y="17733"/>
                  </a:lnTo>
                  <a:lnTo>
                    <a:pt x="82495" y="20402"/>
                  </a:lnTo>
                  <a:lnTo>
                    <a:pt x="77839" y="23225"/>
                  </a:lnTo>
                  <a:lnTo>
                    <a:pt x="73278" y="26197"/>
                  </a:lnTo>
                  <a:lnTo>
                    <a:pt x="68815" y="29317"/>
                  </a:lnTo>
                  <a:lnTo>
                    <a:pt x="64457" y="32580"/>
                  </a:lnTo>
                  <a:lnTo>
                    <a:pt x="60207" y="35984"/>
                  </a:lnTo>
                  <a:lnTo>
                    <a:pt x="56070" y="39524"/>
                  </a:lnTo>
                  <a:lnTo>
                    <a:pt x="52051" y="43197"/>
                  </a:lnTo>
                  <a:lnTo>
                    <a:pt x="48153" y="46999"/>
                  </a:lnTo>
                  <a:lnTo>
                    <a:pt x="44381" y="50926"/>
                  </a:lnTo>
                  <a:lnTo>
                    <a:pt x="40739" y="54974"/>
                  </a:lnTo>
                  <a:lnTo>
                    <a:pt x="37231" y="59138"/>
                  </a:lnTo>
                  <a:lnTo>
                    <a:pt x="33861" y="63414"/>
                  </a:lnTo>
                  <a:lnTo>
                    <a:pt x="30631" y="67798"/>
                  </a:lnTo>
                  <a:lnTo>
                    <a:pt x="27546" y="72284"/>
                  </a:lnTo>
                  <a:lnTo>
                    <a:pt x="24609" y="76869"/>
                  </a:lnTo>
                  <a:lnTo>
                    <a:pt x="21822" y="81547"/>
                  </a:lnTo>
                  <a:lnTo>
                    <a:pt x="19190" y="86313"/>
                  </a:lnTo>
                  <a:lnTo>
                    <a:pt x="16714" y="91162"/>
                  </a:lnTo>
                  <a:lnTo>
                    <a:pt x="14397" y="96089"/>
                  </a:lnTo>
                  <a:lnTo>
                    <a:pt x="12242" y="101089"/>
                  </a:lnTo>
                  <a:lnTo>
                    <a:pt x="10251" y="106157"/>
                  </a:lnTo>
                  <a:lnTo>
                    <a:pt x="8426" y="111287"/>
                  </a:lnTo>
                  <a:lnTo>
                    <a:pt x="6769" y="116474"/>
                  </a:lnTo>
                  <a:lnTo>
                    <a:pt x="5282" y="121711"/>
                  </a:lnTo>
                  <a:lnTo>
                    <a:pt x="3966" y="126995"/>
                  </a:lnTo>
                  <a:lnTo>
                    <a:pt x="2823" y="132318"/>
                  </a:lnTo>
                  <a:lnTo>
                    <a:pt x="1854" y="137676"/>
                  </a:lnTo>
                  <a:lnTo>
                    <a:pt x="1059" y="143063"/>
                  </a:lnTo>
                  <a:lnTo>
                    <a:pt x="441" y="148472"/>
                  </a:lnTo>
                  <a:lnTo>
                    <a:pt x="0" y="153899"/>
                  </a:lnTo>
                  <a:lnTo>
                    <a:pt x="166815" y="1647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1" y="5018213"/>
              <a:ext cx="334324" cy="334327"/>
            </a:xfrm>
            <a:custGeom>
              <a:avLst/>
              <a:pathLst>
                <a:path w="334324" h="334327">
                  <a:moveTo>
                    <a:pt x="352" y="156320"/>
                  </a:moveTo>
                  <a:lnTo>
                    <a:pt x="92" y="161602"/>
                  </a:lnTo>
                  <a:lnTo>
                    <a:pt x="0" y="166890"/>
                  </a:lnTo>
                  <a:lnTo>
                    <a:pt x="74" y="172178"/>
                  </a:lnTo>
                  <a:lnTo>
                    <a:pt x="317" y="177461"/>
                  </a:lnTo>
                  <a:lnTo>
                    <a:pt x="726" y="182734"/>
                  </a:lnTo>
                  <a:lnTo>
                    <a:pt x="1301" y="187991"/>
                  </a:lnTo>
                  <a:lnTo>
                    <a:pt x="2043" y="193228"/>
                  </a:lnTo>
                  <a:lnTo>
                    <a:pt x="2950" y="198438"/>
                  </a:lnTo>
                  <a:lnTo>
                    <a:pt x="4021" y="203617"/>
                  </a:lnTo>
                  <a:lnTo>
                    <a:pt x="5256" y="208759"/>
                  </a:lnTo>
                  <a:lnTo>
                    <a:pt x="6653" y="213860"/>
                  </a:lnTo>
                  <a:lnTo>
                    <a:pt x="8210" y="218914"/>
                  </a:lnTo>
                  <a:lnTo>
                    <a:pt x="9927" y="223916"/>
                  </a:lnTo>
                  <a:lnTo>
                    <a:pt x="11800" y="228862"/>
                  </a:lnTo>
                  <a:lnTo>
                    <a:pt x="13830" y="233746"/>
                  </a:lnTo>
                  <a:lnTo>
                    <a:pt x="16013" y="238563"/>
                  </a:lnTo>
                  <a:lnTo>
                    <a:pt x="18347" y="243309"/>
                  </a:lnTo>
                  <a:lnTo>
                    <a:pt x="20830" y="247978"/>
                  </a:lnTo>
                  <a:lnTo>
                    <a:pt x="23459" y="252567"/>
                  </a:lnTo>
                  <a:lnTo>
                    <a:pt x="26232" y="257070"/>
                  </a:lnTo>
                  <a:lnTo>
                    <a:pt x="29147" y="261483"/>
                  </a:lnTo>
                  <a:lnTo>
                    <a:pt x="32199" y="265802"/>
                  </a:lnTo>
                  <a:lnTo>
                    <a:pt x="35387" y="270022"/>
                  </a:lnTo>
                  <a:lnTo>
                    <a:pt x="38707" y="274139"/>
                  </a:lnTo>
                  <a:lnTo>
                    <a:pt x="42155" y="278149"/>
                  </a:lnTo>
                  <a:lnTo>
                    <a:pt x="45728" y="282048"/>
                  </a:lnTo>
                  <a:lnTo>
                    <a:pt x="49423" y="285831"/>
                  </a:lnTo>
                  <a:lnTo>
                    <a:pt x="53235" y="289497"/>
                  </a:lnTo>
                  <a:lnTo>
                    <a:pt x="57162" y="293039"/>
                  </a:lnTo>
                  <a:lnTo>
                    <a:pt x="61198" y="296456"/>
                  </a:lnTo>
                  <a:lnTo>
                    <a:pt x="65341" y="299743"/>
                  </a:lnTo>
                  <a:lnTo>
                    <a:pt x="69586" y="302898"/>
                  </a:lnTo>
                  <a:lnTo>
                    <a:pt x="73928" y="305917"/>
                  </a:lnTo>
                  <a:lnTo>
                    <a:pt x="78364" y="308797"/>
                  </a:lnTo>
                  <a:lnTo>
                    <a:pt x="82889" y="311535"/>
                  </a:lnTo>
                  <a:lnTo>
                    <a:pt x="87497" y="314129"/>
                  </a:lnTo>
                  <a:lnTo>
                    <a:pt x="92186" y="316575"/>
                  </a:lnTo>
                  <a:lnTo>
                    <a:pt x="96950" y="318872"/>
                  </a:lnTo>
                  <a:lnTo>
                    <a:pt x="101784" y="321018"/>
                  </a:lnTo>
                  <a:lnTo>
                    <a:pt x="106683" y="323009"/>
                  </a:lnTo>
                  <a:lnTo>
                    <a:pt x="111643" y="324844"/>
                  </a:lnTo>
                  <a:lnTo>
                    <a:pt x="116659" y="326522"/>
                  </a:lnTo>
                  <a:lnTo>
                    <a:pt x="121725" y="328040"/>
                  </a:lnTo>
                  <a:lnTo>
                    <a:pt x="126836" y="329396"/>
                  </a:lnTo>
                  <a:lnTo>
                    <a:pt x="131988" y="330591"/>
                  </a:lnTo>
                  <a:lnTo>
                    <a:pt x="137175" y="331622"/>
                  </a:lnTo>
                  <a:lnTo>
                    <a:pt x="142393" y="332488"/>
                  </a:lnTo>
                  <a:lnTo>
                    <a:pt x="147635" y="333189"/>
                  </a:lnTo>
                  <a:lnTo>
                    <a:pt x="152896" y="333724"/>
                  </a:lnTo>
                  <a:lnTo>
                    <a:pt x="158172" y="334092"/>
                  </a:lnTo>
                  <a:lnTo>
                    <a:pt x="163457" y="334293"/>
                  </a:lnTo>
                  <a:lnTo>
                    <a:pt x="168745" y="334327"/>
                  </a:lnTo>
                  <a:lnTo>
                    <a:pt x="174032" y="334193"/>
                  </a:lnTo>
                  <a:lnTo>
                    <a:pt x="179312" y="333893"/>
                  </a:lnTo>
                  <a:lnTo>
                    <a:pt x="184580" y="333425"/>
                  </a:lnTo>
                  <a:lnTo>
                    <a:pt x="189830" y="332791"/>
                  </a:lnTo>
                  <a:lnTo>
                    <a:pt x="195058" y="331991"/>
                  </a:lnTo>
                  <a:lnTo>
                    <a:pt x="200258" y="331026"/>
                  </a:lnTo>
                  <a:lnTo>
                    <a:pt x="205425" y="329898"/>
                  </a:lnTo>
                  <a:lnTo>
                    <a:pt x="210553" y="328606"/>
                  </a:lnTo>
                  <a:lnTo>
                    <a:pt x="215638" y="327153"/>
                  </a:lnTo>
                  <a:lnTo>
                    <a:pt x="220675" y="325539"/>
                  </a:lnTo>
                  <a:lnTo>
                    <a:pt x="225658" y="323768"/>
                  </a:lnTo>
                  <a:lnTo>
                    <a:pt x="230582" y="321839"/>
                  </a:lnTo>
                  <a:lnTo>
                    <a:pt x="235443" y="319756"/>
                  </a:lnTo>
                  <a:lnTo>
                    <a:pt x="240236" y="317519"/>
                  </a:lnTo>
                  <a:lnTo>
                    <a:pt x="244955" y="315133"/>
                  </a:lnTo>
                  <a:lnTo>
                    <a:pt x="249597" y="312598"/>
                  </a:lnTo>
                  <a:lnTo>
                    <a:pt x="254156" y="309918"/>
                  </a:lnTo>
                  <a:lnTo>
                    <a:pt x="258628" y="307095"/>
                  </a:lnTo>
                  <a:lnTo>
                    <a:pt x="263008" y="304132"/>
                  </a:lnTo>
                  <a:lnTo>
                    <a:pt x="267293" y="301031"/>
                  </a:lnTo>
                  <a:lnTo>
                    <a:pt x="271477" y="297797"/>
                  </a:lnTo>
                  <a:lnTo>
                    <a:pt x="275557" y="294432"/>
                  </a:lnTo>
                  <a:lnTo>
                    <a:pt x="279529" y="290940"/>
                  </a:lnTo>
                  <a:lnTo>
                    <a:pt x="283388" y="287323"/>
                  </a:lnTo>
                  <a:lnTo>
                    <a:pt x="287131" y="283587"/>
                  </a:lnTo>
                  <a:lnTo>
                    <a:pt x="290753" y="279734"/>
                  </a:lnTo>
                  <a:lnTo>
                    <a:pt x="294252" y="275768"/>
                  </a:lnTo>
                  <a:lnTo>
                    <a:pt x="297624" y="271694"/>
                  </a:lnTo>
                  <a:lnTo>
                    <a:pt x="300865" y="267515"/>
                  </a:lnTo>
                  <a:lnTo>
                    <a:pt x="303972" y="263235"/>
                  </a:lnTo>
                  <a:lnTo>
                    <a:pt x="306943" y="258860"/>
                  </a:lnTo>
                  <a:lnTo>
                    <a:pt x="309773" y="254392"/>
                  </a:lnTo>
                  <a:lnTo>
                    <a:pt x="312461" y="249838"/>
                  </a:lnTo>
                  <a:lnTo>
                    <a:pt x="315004" y="245200"/>
                  </a:lnTo>
                  <a:lnTo>
                    <a:pt x="317398" y="240485"/>
                  </a:lnTo>
                  <a:lnTo>
                    <a:pt x="319642" y="235696"/>
                  </a:lnTo>
                  <a:lnTo>
                    <a:pt x="321734" y="230838"/>
                  </a:lnTo>
                  <a:lnTo>
                    <a:pt x="323670" y="225917"/>
                  </a:lnTo>
                  <a:lnTo>
                    <a:pt x="325450" y="220937"/>
                  </a:lnTo>
                  <a:lnTo>
                    <a:pt x="327072" y="215903"/>
                  </a:lnTo>
                  <a:lnTo>
                    <a:pt x="328534" y="210821"/>
                  </a:lnTo>
                  <a:lnTo>
                    <a:pt x="329834" y="205694"/>
                  </a:lnTo>
                  <a:lnTo>
                    <a:pt x="330971" y="200530"/>
                  </a:lnTo>
                  <a:lnTo>
                    <a:pt x="331945" y="195331"/>
                  </a:lnTo>
                  <a:lnTo>
                    <a:pt x="332753" y="190105"/>
                  </a:lnTo>
                  <a:lnTo>
                    <a:pt x="333396" y="184855"/>
                  </a:lnTo>
                  <a:lnTo>
                    <a:pt x="333872" y="179588"/>
                  </a:lnTo>
                  <a:lnTo>
                    <a:pt x="334182" y="174309"/>
                  </a:lnTo>
                  <a:lnTo>
                    <a:pt x="334324" y="169022"/>
                  </a:lnTo>
                  <a:lnTo>
                    <a:pt x="334299" y="163734"/>
                  </a:lnTo>
                  <a:lnTo>
                    <a:pt x="334107" y="158448"/>
                  </a:lnTo>
                  <a:lnTo>
                    <a:pt x="333747" y="153172"/>
                  </a:lnTo>
                  <a:lnTo>
                    <a:pt x="333221" y="147910"/>
                  </a:lnTo>
                  <a:lnTo>
                    <a:pt x="332529" y="142667"/>
                  </a:lnTo>
                  <a:lnTo>
                    <a:pt x="331671" y="137448"/>
                  </a:lnTo>
                  <a:lnTo>
                    <a:pt x="330649" y="132259"/>
                  </a:lnTo>
                  <a:lnTo>
                    <a:pt x="329463" y="127105"/>
                  </a:lnTo>
                  <a:lnTo>
                    <a:pt x="328114" y="121991"/>
                  </a:lnTo>
                  <a:lnTo>
                    <a:pt x="326605" y="116923"/>
                  </a:lnTo>
                  <a:lnTo>
                    <a:pt x="324936" y="111905"/>
                  </a:lnTo>
                  <a:lnTo>
                    <a:pt x="323109" y="106942"/>
                  </a:lnTo>
                  <a:lnTo>
                    <a:pt x="321125" y="102039"/>
                  </a:lnTo>
                  <a:lnTo>
                    <a:pt x="318988" y="97201"/>
                  </a:lnTo>
                  <a:lnTo>
                    <a:pt x="316699" y="92434"/>
                  </a:lnTo>
                  <a:lnTo>
                    <a:pt x="314260" y="87741"/>
                  </a:lnTo>
                  <a:lnTo>
                    <a:pt x="311674" y="83128"/>
                  </a:lnTo>
                  <a:lnTo>
                    <a:pt x="308943" y="78599"/>
                  </a:lnTo>
                  <a:lnTo>
                    <a:pt x="306071" y="74158"/>
                  </a:lnTo>
                  <a:lnTo>
                    <a:pt x="303059" y="69811"/>
                  </a:lnTo>
                  <a:lnTo>
                    <a:pt x="299912" y="65561"/>
                  </a:lnTo>
                  <a:lnTo>
                    <a:pt x="296631" y="61413"/>
                  </a:lnTo>
                  <a:lnTo>
                    <a:pt x="293221" y="57371"/>
                  </a:lnTo>
                  <a:lnTo>
                    <a:pt x="289685" y="53438"/>
                  </a:lnTo>
                  <a:lnTo>
                    <a:pt x="286026" y="49619"/>
                  </a:lnTo>
                  <a:lnTo>
                    <a:pt x="282248" y="45918"/>
                  </a:lnTo>
                  <a:lnTo>
                    <a:pt x="278355" y="42339"/>
                  </a:lnTo>
                  <a:lnTo>
                    <a:pt x="274351" y="38884"/>
                  </a:lnTo>
                  <a:lnTo>
                    <a:pt x="270239" y="35558"/>
                  </a:lnTo>
                  <a:lnTo>
                    <a:pt x="266025" y="32363"/>
                  </a:lnTo>
                  <a:lnTo>
                    <a:pt x="261711" y="29303"/>
                  </a:lnTo>
                  <a:lnTo>
                    <a:pt x="257303" y="26382"/>
                  </a:lnTo>
                  <a:lnTo>
                    <a:pt x="252804" y="23601"/>
                  </a:lnTo>
                  <a:lnTo>
                    <a:pt x="248220" y="20964"/>
                  </a:lnTo>
                  <a:lnTo>
                    <a:pt x="243555" y="18473"/>
                  </a:lnTo>
                  <a:lnTo>
                    <a:pt x="238813" y="16131"/>
                  </a:lnTo>
                  <a:lnTo>
                    <a:pt x="233999" y="13940"/>
                  </a:lnTo>
                  <a:lnTo>
                    <a:pt x="229119" y="11903"/>
                  </a:lnTo>
                  <a:lnTo>
                    <a:pt x="224177" y="10021"/>
                  </a:lnTo>
                  <a:lnTo>
                    <a:pt x="219177" y="8296"/>
                  </a:lnTo>
                  <a:lnTo>
                    <a:pt x="214126" y="6731"/>
                  </a:lnTo>
                  <a:lnTo>
                    <a:pt x="209027" y="5325"/>
                  </a:lnTo>
                  <a:lnTo>
                    <a:pt x="203887" y="4082"/>
                  </a:lnTo>
                  <a:lnTo>
                    <a:pt x="198709" y="3002"/>
                  </a:lnTo>
                  <a:lnTo>
                    <a:pt x="193501" y="2087"/>
                  </a:lnTo>
                  <a:lnTo>
                    <a:pt x="188266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9540" y="4659281"/>
              <a:ext cx="83694" cy="167167"/>
            </a:xfrm>
            <a:custGeom>
              <a:avLst/>
              <a:pathLst>
                <a:path w="83694" h="167167">
                  <a:moveTo>
                    <a:pt x="83694" y="0"/>
                  </a:moveTo>
                  <a:lnTo>
                    <a:pt x="77852" y="102"/>
                  </a:lnTo>
                  <a:lnTo>
                    <a:pt x="72016" y="408"/>
                  </a:lnTo>
                  <a:lnTo>
                    <a:pt x="66195" y="918"/>
                  </a:lnTo>
                  <a:lnTo>
                    <a:pt x="60395" y="1631"/>
                  </a:lnTo>
                  <a:lnTo>
                    <a:pt x="54624" y="2547"/>
                  </a:lnTo>
                  <a:lnTo>
                    <a:pt x="48888" y="3663"/>
                  </a:lnTo>
                  <a:lnTo>
                    <a:pt x="43195" y="4980"/>
                  </a:lnTo>
                  <a:lnTo>
                    <a:pt x="37551" y="6494"/>
                  </a:lnTo>
                  <a:lnTo>
                    <a:pt x="31964" y="8205"/>
                  </a:lnTo>
                  <a:lnTo>
                    <a:pt x="26439" y="10110"/>
                  </a:lnTo>
                  <a:lnTo>
                    <a:pt x="20985" y="12207"/>
                  </a:lnTo>
                  <a:lnTo>
                    <a:pt x="15607" y="14494"/>
                  </a:lnTo>
                  <a:lnTo>
                    <a:pt x="10313" y="16967"/>
                  </a:lnTo>
                  <a:lnTo>
                    <a:pt x="5108" y="19623"/>
                  </a:lnTo>
                  <a:lnTo>
                    <a:pt x="0" y="22460"/>
                  </a:lnTo>
                  <a:lnTo>
                    <a:pt x="836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9540" y="4681742"/>
              <a:ext cx="83694" cy="144707"/>
            </a:xfrm>
            <a:custGeom>
              <a:avLst/>
              <a:pathLst>
                <a:path w="83694" h="144707">
                  <a:moveTo>
                    <a:pt x="0" y="0"/>
                  </a:moveTo>
                  <a:lnTo>
                    <a:pt x="83694" y="1447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9540" y="4681742"/>
              <a:ext cx="83694" cy="144707"/>
            </a:xfrm>
            <a:custGeom>
              <a:avLst/>
              <a:pathLst>
                <a:path w="83694" h="144707">
                  <a:moveTo>
                    <a:pt x="0" y="0"/>
                  </a:moveTo>
                  <a:lnTo>
                    <a:pt x="83694" y="1447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8" y="4681742"/>
              <a:ext cx="288936" cy="311865"/>
            </a:xfrm>
            <a:custGeom>
              <a:avLst/>
              <a:pathLst>
                <a:path w="288936" h="311865">
                  <a:moveTo>
                    <a:pt x="83472" y="0"/>
                  </a:moveTo>
                  <a:lnTo>
                    <a:pt x="78914" y="2733"/>
                  </a:lnTo>
                  <a:lnTo>
                    <a:pt x="74447" y="5609"/>
                  </a:lnTo>
                  <a:lnTo>
                    <a:pt x="70072" y="8627"/>
                  </a:lnTo>
                  <a:lnTo>
                    <a:pt x="65796" y="11782"/>
                  </a:lnTo>
                  <a:lnTo>
                    <a:pt x="61623" y="15071"/>
                  </a:lnTo>
                  <a:lnTo>
                    <a:pt x="57556" y="18491"/>
                  </a:lnTo>
                  <a:lnTo>
                    <a:pt x="53599" y="22038"/>
                  </a:lnTo>
                  <a:lnTo>
                    <a:pt x="49758" y="25710"/>
                  </a:lnTo>
                  <a:lnTo>
                    <a:pt x="46035" y="29502"/>
                  </a:lnTo>
                  <a:lnTo>
                    <a:pt x="42434" y="33410"/>
                  </a:lnTo>
                  <a:lnTo>
                    <a:pt x="38960" y="37431"/>
                  </a:lnTo>
                  <a:lnTo>
                    <a:pt x="35615" y="41560"/>
                  </a:lnTo>
                  <a:lnTo>
                    <a:pt x="32403" y="45793"/>
                  </a:lnTo>
                  <a:lnTo>
                    <a:pt x="29327" y="50127"/>
                  </a:lnTo>
                  <a:lnTo>
                    <a:pt x="26391" y="54555"/>
                  </a:lnTo>
                  <a:lnTo>
                    <a:pt x="23597" y="59075"/>
                  </a:lnTo>
                  <a:lnTo>
                    <a:pt x="20948" y="63682"/>
                  </a:lnTo>
                  <a:lnTo>
                    <a:pt x="18446" y="68370"/>
                  </a:lnTo>
                  <a:lnTo>
                    <a:pt x="16095" y="73136"/>
                  </a:lnTo>
                  <a:lnTo>
                    <a:pt x="13897" y="77973"/>
                  </a:lnTo>
                  <a:lnTo>
                    <a:pt x="11853" y="82879"/>
                  </a:lnTo>
                  <a:lnTo>
                    <a:pt x="9966" y="87846"/>
                  </a:lnTo>
                  <a:lnTo>
                    <a:pt x="8238" y="92872"/>
                  </a:lnTo>
                  <a:lnTo>
                    <a:pt x="6671" y="97949"/>
                  </a:lnTo>
                  <a:lnTo>
                    <a:pt x="5266" y="103074"/>
                  </a:lnTo>
                  <a:lnTo>
                    <a:pt x="4025" y="108241"/>
                  </a:lnTo>
                  <a:lnTo>
                    <a:pt x="2948" y="113445"/>
                  </a:lnTo>
                  <a:lnTo>
                    <a:pt x="2037" y="118680"/>
                  </a:lnTo>
                  <a:lnTo>
                    <a:pt x="1294" y="123941"/>
                  </a:lnTo>
                  <a:lnTo>
                    <a:pt x="717" y="129224"/>
                  </a:lnTo>
                  <a:lnTo>
                    <a:pt x="309" y="134522"/>
                  </a:lnTo>
                  <a:lnTo>
                    <a:pt x="70" y="139831"/>
                  </a:lnTo>
                  <a:lnTo>
                    <a:pt x="0" y="145144"/>
                  </a:lnTo>
                  <a:lnTo>
                    <a:pt x="98" y="150457"/>
                  </a:lnTo>
                  <a:lnTo>
                    <a:pt x="365" y="155764"/>
                  </a:lnTo>
                  <a:lnTo>
                    <a:pt x="801" y="161060"/>
                  </a:lnTo>
                  <a:lnTo>
                    <a:pt x="1405" y="166340"/>
                  </a:lnTo>
                  <a:lnTo>
                    <a:pt x="2176" y="171598"/>
                  </a:lnTo>
                  <a:lnTo>
                    <a:pt x="3114" y="176828"/>
                  </a:lnTo>
                  <a:lnTo>
                    <a:pt x="4218" y="182026"/>
                  </a:lnTo>
                  <a:lnTo>
                    <a:pt x="5486" y="187186"/>
                  </a:lnTo>
                  <a:lnTo>
                    <a:pt x="6918" y="192304"/>
                  </a:lnTo>
                  <a:lnTo>
                    <a:pt x="8512" y="197373"/>
                  </a:lnTo>
                  <a:lnTo>
                    <a:pt x="10266" y="202389"/>
                  </a:lnTo>
                  <a:lnTo>
                    <a:pt x="12179" y="207347"/>
                  </a:lnTo>
                  <a:lnTo>
                    <a:pt x="14248" y="212241"/>
                  </a:lnTo>
                  <a:lnTo>
                    <a:pt x="16472" y="217068"/>
                  </a:lnTo>
                  <a:lnTo>
                    <a:pt x="18848" y="221821"/>
                  </a:lnTo>
                  <a:lnTo>
                    <a:pt x="21374" y="226496"/>
                  </a:lnTo>
                  <a:lnTo>
                    <a:pt x="24047" y="231088"/>
                  </a:lnTo>
                  <a:lnTo>
                    <a:pt x="26865" y="235594"/>
                  </a:lnTo>
                  <a:lnTo>
                    <a:pt x="29825" y="240007"/>
                  </a:lnTo>
                  <a:lnTo>
                    <a:pt x="32923" y="244324"/>
                  </a:lnTo>
                  <a:lnTo>
                    <a:pt x="36157" y="248541"/>
                  </a:lnTo>
                  <a:lnTo>
                    <a:pt x="39524" y="252652"/>
                  </a:lnTo>
                  <a:lnTo>
                    <a:pt x="43019" y="256655"/>
                  </a:lnTo>
                  <a:lnTo>
                    <a:pt x="46640" y="260544"/>
                  </a:lnTo>
                  <a:lnTo>
                    <a:pt x="50382" y="264316"/>
                  </a:lnTo>
                  <a:lnTo>
                    <a:pt x="54243" y="267968"/>
                  </a:lnTo>
                  <a:lnTo>
                    <a:pt x="58218" y="271495"/>
                  </a:lnTo>
                  <a:lnTo>
                    <a:pt x="62303" y="274893"/>
                  </a:lnTo>
                  <a:lnTo>
                    <a:pt x="66494" y="278161"/>
                  </a:lnTo>
                  <a:lnTo>
                    <a:pt x="70786" y="281293"/>
                  </a:lnTo>
                  <a:lnTo>
                    <a:pt x="75176" y="284287"/>
                  </a:lnTo>
                  <a:lnTo>
                    <a:pt x="79659" y="287141"/>
                  </a:lnTo>
                  <a:lnTo>
                    <a:pt x="84230" y="289850"/>
                  </a:lnTo>
                  <a:lnTo>
                    <a:pt x="88886" y="292413"/>
                  </a:lnTo>
                  <a:lnTo>
                    <a:pt x="93620" y="294826"/>
                  </a:lnTo>
                  <a:lnTo>
                    <a:pt x="98428" y="297088"/>
                  </a:lnTo>
                  <a:lnTo>
                    <a:pt x="103306" y="299196"/>
                  </a:lnTo>
                  <a:lnTo>
                    <a:pt x="108249" y="301147"/>
                  </a:lnTo>
                  <a:lnTo>
                    <a:pt x="113251" y="302941"/>
                  </a:lnTo>
                  <a:lnTo>
                    <a:pt x="118308" y="304575"/>
                  </a:lnTo>
                  <a:lnTo>
                    <a:pt x="123413" y="306047"/>
                  </a:lnTo>
                  <a:lnTo>
                    <a:pt x="128564" y="307356"/>
                  </a:lnTo>
                  <a:lnTo>
                    <a:pt x="133753" y="308501"/>
                  </a:lnTo>
                  <a:lnTo>
                    <a:pt x="138976" y="309480"/>
                  </a:lnTo>
                  <a:lnTo>
                    <a:pt x="144227" y="310293"/>
                  </a:lnTo>
                  <a:lnTo>
                    <a:pt x="149502" y="310938"/>
                  </a:lnTo>
                  <a:lnTo>
                    <a:pt x="154794" y="311416"/>
                  </a:lnTo>
                  <a:lnTo>
                    <a:pt x="160099" y="311725"/>
                  </a:lnTo>
                  <a:lnTo>
                    <a:pt x="165411" y="311865"/>
                  </a:lnTo>
                  <a:lnTo>
                    <a:pt x="170725" y="311836"/>
                  </a:lnTo>
                  <a:lnTo>
                    <a:pt x="176035" y="311639"/>
                  </a:lnTo>
                  <a:lnTo>
                    <a:pt x="181336" y="311272"/>
                  </a:lnTo>
                  <a:lnTo>
                    <a:pt x="186623" y="310738"/>
                  </a:lnTo>
                  <a:lnTo>
                    <a:pt x="191891" y="310036"/>
                  </a:lnTo>
                  <a:lnTo>
                    <a:pt x="197133" y="309166"/>
                  </a:lnTo>
                  <a:lnTo>
                    <a:pt x="202345" y="308131"/>
                  </a:lnTo>
                  <a:lnTo>
                    <a:pt x="207522" y="306930"/>
                  </a:lnTo>
                  <a:lnTo>
                    <a:pt x="212657" y="305565"/>
                  </a:lnTo>
                  <a:lnTo>
                    <a:pt x="217747" y="304038"/>
                  </a:lnTo>
                  <a:lnTo>
                    <a:pt x="222786" y="302350"/>
                  </a:lnTo>
                  <a:lnTo>
                    <a:pt x="227768" y="300503"/>
                  </a:lnTo>
                  <a:lnTo>
                    <a:pt x="232689" y="298498"/>
                  </a:lnTo>
                  <a:lnTo>
                    <a:pt x="237544" y="296337"/>
                  </a:lnTo>
                  <a:lnTo>
                    <a:pt x="242328" y="294024"/>
                  </a:lnTo>
                  <a:lnTo>
                    <a:pt x="247036" y="291560"/>
                  </a:lnTo>
                  <a:lnTo>
                    <a:pt x="251663" y="288947"/>
                  </a:lnTo>
                  <a:lnTo>
                    <a:pt x="256205" y="286188"/>
                  </a:lnTo>
                  <a:lnTo>
                    <a:pt x="260657" y="283287"/>
                  </a:lnTo>
                  <a:lnTo>
                    <a:pt x="265014" y="280245"/>
                  </a:lnTo>
                  <a:lnTo>
                    <a:pt x="269273" y="277067"/>
                  </a:lnTo>
                  <a:lnTo>
                    <a:pt x="273428" y="273755"/>
                  </a:lnTo>
                  <a:lnTo>
                    <a:pt x="277476" y="270312"/>
                  </a:lnTo>
                  <a:lnTo>
                    <a:pt x="281413" y="266742"/>
                  </a:lnTo>
                  <a:lnTo>
                    <a:pt x="285234" y="263049"/>
                  </a:lnTo>
                  <a:lnTo>
                    <a:pt x="288936" y="259237"/>
                  </a:lnTo>
                  <a:lnTo>
                    <a:pt x="167166" y="1447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59" cy="281697"/>
            </a:xfrm>
            <a:custGeom>
              <a:avLst/>
              <a:pathLst>
                <a:path w="167159" h="281697">
                  <a:moveTo>
                    <a:pt x="121769" y="281697"/>
                  </a:moveTo>
                  <a:lnTo>
                    <a:pt x="125355" y="277761"/>
                  </a:lnTo>
                  <a:lnTo>
                    <a:pt x="128814" y="273712"/>
                  </a:lnTo>
                  <a:lnTo>
                    <a:pt x="132142" y="269555"/>
                  </a:lnTo>
                  <a:lnTo>
                    <a:pt x="135336" y="265294"/>
                  </a:lnTo>
                  <a:lnTo>
                    <a:pt x="138393" y="260933"/>
                  </a:lnTo>
                  <a:lnTo>
                    <a:pt x="141310" y="256478"/>
                  </a:lnTo>
                  <a:lnTo>
                    <a:pt x="144083" y="251931"/>
                  </a:lnTo>
                  <a:lnTo>
                    <a:pt x="146709" y="247299"/>
                  </a:lnTo>
                  <a:lnTo>
                    <a:pt x="149187" y="242586"/>
                  </a:lnTo>
                  <a:lnTo>
                    <a:pt x="151514" y="237795"/>
                  </a:lnTo>
                  <a:lnTo>
                    <a:pt x="153687" y="232934"/>
                  </a:lnTo>
                  <a:lnTo>
                    <a:pt x="155703" y="228005"/>
                  </a:lnTo>
                  <a:lnTo>
                    <a:pt x="157562" y="223015"/>
                  </a:lnTo>
                  <a:lnTo>
                    <a:pt x="159261" y="217968"/>
                  </a:lnTo>
                  <a:lnTo>
                    <a:pt x="160798" y="212869"/>
                  </a:lnTo>
                  <a:lnTo>
                    <a:pt x="162172" y="207724"/>
                  </a:lnTo>
                  <a:lnTo>
                    <a:pt x="163382" y="202538"/>
                  </a:lnTo>
                  <a:lnTo>
                    <a:pt x="164426" y="197316"/>
                  </a:lnTo>
                  <a:lnTo>
                    <a:pt x="165303" y="192064"/>
                  </a:lnTo>
                  <a:lnTo>
                    <a:pt x="166012" y="186786"/>
                  </a:lnTo>
                  <a:lnTo>
                    <a:pt x="166552" y="181488"/>
                  </a:lnTo>
                  <a:lnTo>
                    <a:pt x="166924" y="176176"/>
                  </a:lnTo>
                  <a:lnTo>
                    <a:pt x="167126" y="170854"/>
                  </a:lnTo>
                  <a:lnTo>
                    <a:pt x="167159" y="165529"/>
                  </a:lnTo>
                  <a:lnTo>
                    <a:pt x="167022" y="160206"/>
                  </a:lnTo>
                  <a:lnTo>
                    <a:pt x="166715" y="154889"/>
                  </a:lnTo>
                  <a:lnTo>
                    <a:pt x="166240" y="149585"/>
                  </a:lnTo>
                  <a:lnTo>
                    <a:pt x="165595" y="144299"/>
                  </a:lnTo>
                  <a:lnTo>
                    <a:pt x="164783" y="139036"/>
                  </a:lnTo>
                  <a:lnTo>
                    <a:pt x="163803" y="133802"/>
                  </a:lnTo>
                  <a:lnTo>
                    <a:pt x="162658" y="128601"/>
                  </a:lnTo>
                  <a:lnTo>
                    <a:pt x="161347" y="123440"/>
                  </a:lnTo>
                  <a:lnTo>
                    <a:pt x="159872" y="118323"/>
                  </a:lnTo>
                  <a:lnTo>
                    <a:pt x="158235" y="113256"/>
                  </a:lnTo>
                  <a:lnTo>
                    <a:pt x="156438" y="108243"/>
                  </a:lnTo>
                  <a:lnTo>
                    <a:pt x="154481" y="103290"/>
                  </a:lnTo>
                  <a:lnTo>
                    <a:pt x="152369" y="98402"/>
                  </a:lnTo>
                  <a:lnTo>
                    <a:pt x="150101" y="93584"/>
                  </a:lnTo>
                  <a:lnTo>
                    <a:pt x="147681" y="88840"/>
                  </a:lnTo>
                  <a:lnTo>
                    <a:pt x="145111" y="84176"/>
                  </a:lnTo>
                  <a:lnTo>
                    <a:pt x="142394" y="79596"/>
                  </a:lnTo>
                  <a:lnTo>
                    <a:pt x="139533" y="75105"/>
                  </a:lnTo>
                  <a:lnTo>
                    <a:pt x="136529" y="70707"/>
                  </a:lnTo>
                  <a:lnTo>
                    <a:pt x="133388" y="66407"/>
                  </a:lnTo>
                  <a:lnTo>
                    <a:pt x="130111" y="62210"/>
                  </a:lnTo>
                  <a:lnTo>
                    <a:pt x="126702" y="58119"/>
                  </a:lnTo>
                  <a:lnTo>
                    <a:pt x="123164" y="54138"/>
                  </a:lnTo>
                  <a:lnTo>
                    <a:pt x="119501" y="50273"/>
                  </a:lnTo>
                  <a:lnTo>
                    <a:pt x="115717" y="46526"/>
                  </a:lnTo>
                  <a:lnTo>
                    <a:pt x="111816" y="42901"/>
                  </a:lnTo>
                  <a:lnTo>
                    <a:pt x="107801" y="39403"/>
                  </a:lnTo>
                  <a:lnTo>
                    <a:pt x="103677" y="36034"/>
                  </a:lnTo>
                  <a:lnTo>
                    <a:pt x="99448" y="32798"/>
                  </a:lnTo>
                  <a:lnTo>
                    <a:pt x="95117" y="29699"/>
                  </a:lnTo>
                  <a:lnTo>
                    <a:pt x="90690" y="26739"/>
                  </a:lnTo>
                  <a:lnTo>
                    <a:pt x="86171" y="23921"/>
                  </a:lnTo>
                  <a:lnTo>
                    <a:pt x="81565" y="21249"/>
                  </a:lnTo>
                  <a:lnTo>
                    <a:pt x="76876" y="18725"/>
                  </a:lnTo>
                  <a:lnTo>
                    <a:pt x="72109" y="16352"/>
                  </a:lnTo>
                  <a:lnTo>
                    <a:pt x="67269" y="14132"/>
                  </a:lnTo>
                  <a:lnTo>
                    <a:pt x="62360" y="12067"/>
                  </a:lnTo>
                  <a:lnTo>
                    <a:pt x="57388" y="10159"/>
                  </a:lnTo>
                  <a:lnTo>
                    <a:pt x="52358" y="8411"/>
                  </a:lnTo>
                  <a:lnTo>
                    <a:pt x="47275" y="6824"/>
                  </a:lnTo>
                  <a:lnTo>
                    <a:pt x="42144" y="5399"/>
                  </a:lnTo>
                  <a:lnTo>
                    <a:pt x="36970" y="4139"/>
                  </a:lnTo>
                  <a:lnTo>
                    <a:pt x="31758" y="3044"/>
                  </a:lnTo>
                  <a:lnTo>
                    <a:pt x="26514" y="2116"/>
                  </a:lnTo>
                  <a:lnTo>
                    <a:pt x="21244" y="1355"/>
                  </a:lnTo>
                  <a:lnTo>
                    <a:pt x="15952" y="762"/>
                  </a:lnTo>
                  <a:lnTo>
                    <a:pt x="10643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19805" y="4213821"/>
              <a:ext cx="108667" cy="167167"/>
            </a:xfrm>
            <a:custGeom>
              <a:avLst/>
              <a:pathLst>
                <a:path w="108667" h="167167">
                  <a:moveTo>
                    <a:pt x="108667" y="0"/>
                  </a:moveTo>
                  <a:lnTo>
                    <a:pt x="103034" y="94"/>
                  </a:lnTo>
                  <a:lnTo>
                    <a:pt x="97409" y="379"/>
                  </a:lnTo>
                  <a:lnTo>
                    <a:pt x="91796" y="853"/>
                  </a:lnTo>
                  <a:lnTo>
                    <a:pt x="86202" y="1516"/>
                  </a:lnTo>
                  <a:lnTo>
                    <a:pt x="80634" y="2367"/>
                  </a:lnTo>
                  <a:lnTo>
                    <a:pt x="75098" y="3405"/>
                  </a:lnTo>
                  <a:lnTo>
                    <a:pt x="69599" y="4629"/>
                  </a:lnTo>
                  <a:lnTo>
                    <a:pt x="64145" y="6037"/>
                  </a:lnTo>
                  <a:lnTo>
                    <a:pt x="58742" y="7629"/>
                  </a:lnTo>
                  <a:lnTo>
                    <a:pt x="53395" y="9401"/>
                  </a:lnTo>
                  <a:lnTo>
                    <a:pt x="48111" y="11353"/>
                  </a:lnTo>
                  <a:lnTo>
                    <a:pt x="42896" y="13482"/>
                  </a:lnTo>
                  <a:lnTo>
                    <a:pt x="37756" y="15785"/>
                  </a:lnTo>
                  <a:lnTo>
                    <a:pt x="32696" y="18260"/>
                  </a:lnTo>
                  <a:lnTo>
                    <a:pt x="27722" y="20904"/>
                  </a:lnTo>
                  <a:lnTo>
                    <a:pt x="22840" y="23714"/>
                  </a:lnTo>
                  <a:lnTo>
                    <a:pt x="18056" y="26687"/>
                  </a:lnTo>
                  <a:lnTo>
                    <a:pt x="13374" y="29819"/>
                  </a:lnTo>
                  <a:lnTo>
                    <a:pt x="8801" y="33108"/>
                  </a:lnTo>
                  <a:lnTo>
                    <a:pt x="4341" y="36549"/>
                  </a:lnTo>
                  <a:lnTo>
                    <a:pt x="0" y="40138"/>
                  </a:lnTo>
                  <a:lnTo>
                    <a:pt x="1086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9805" y="4253959"/>
              <a:ext cx="108667" cy="127029"/>
            </a:xfrm>
            <a:custGeom>
              <a:avLst/>
              <a:pathLst>
                <a:path w="108667" h="127029">
                  <a:moveTo>
                    <a:pt x="0" y="0"/>
                  </a:moveTo>
                  <a:lnTo>
                    <a:pt x="108667" y="127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0" y="4253959"/>
              <a:ext cx="334308" cy="294195"/>
            </a:xfrm>
            <a:custGeom>
              <a:avLst/>
              <a:pathLst>
                <a:path w="334308" h="294195">
                  <a:moveTo>
                    <a:pt x="58494" y="0"/>
                  </a:moveTo>
                  <a:lnTo>
                    <a:pt x="54528" y="3503"/>
                  </a:lnTo>
                  <a:lnTo>
                    <a:pt x="50674" y="7129"/>
                  </a:lnTo>
                  <a:lnTo>
                    <a:pt x="46938" y="10876"/>
                  </a:lnTo>
                  <a:lnTo>
                    <a:pt x="43322" y="14740"/>
                  </a:lnTo>
                  <a:lnTo>
                    <a:pt x="39830" y="18716"/>
                  </a:lnTo>
                  <a:lnTo>
                    <a:pt x="36465" y="22800"/>
                  </a:lnTo>
                  <a:lnTo>
                    <a:pt x="33232" y="26989"/>
                  </a:lnTo>
                  <a:lnTo>
                    <a:pt x="30133" y="31278"/>
                  </a:lnTo>
                  <a:lnTo>
                    <a:pt x="27171" y="35663"/>
                  </a:lnTo>
                  <a:lnTo>
                    <a:pt x="24349" y="40140"/>
                  </a:lnTo>
                  <a:lnTo>
                    <a:pt x="21670" y="44704"/>
                  </a:lnTo>
                  <a:lnTo>
                    <a:pt x="19138" y="49350"/>
                  </a:lnTo>
                  <a:lnTo>
                    <a:pt x="16753" y="54074"/>
                  </a:lnTo>
                  <a:lnTo>
                    <a:pt x="14519" y="58871"/>
                  </a:lnTo>
                  <a:lnTo>
                    <a:pt x="12439" y="63736"/>
                  </a:lnTo>
                  <a:lnTo>
                    <a:pt x="10513" y="68665"/>
                  </a:lnTo>
                  <a:lnTo>
                    <a:pt x="8744" y="73653"/>
                  </a:lnTo>
                  <a:lnTo>
                    <a:pt x="7134" y="78694"/>
                  </a:lnTo>
                  <a:lnTo>
                    <a:pt x="5684" y="83783"/>
                  </a:lnTo>
                  <a:lnTo>
                    <a:pt x="4396" y="88915"/>
                  </a:lnTo>
                  <a:lnTo>
                    <a:pt x="3272" y="94086"/>
                  </a:lnTo>
                  <a:lnTo>
                    <a:pt x="2311" y="99290"/>
                  </a:lnTo>
                  <a:lnTo>
                    <a:pt x="1516" y="104522"/>
                  </a:lnTo>
                  <a:lnTo>
                    <a:pt x="886" y="109776"/>
                  </a:lnTo>
                  <a:lnTo>
                    <a:pt x="424" y="115047"/>
                  </a:lnTo>
                  <a:lnTo>
                    <a:pt x="128" y="120331"/>
                  </a:lnTo>
                  <a:lnTo>
                    <a:pt x="0" y="125621"/>
                  </a:lnTo>
                  <a:lnTo>
                    <a:pt x="39" y="130912"/>
                  </a:lnTo>
                  <a:lnTo>
                    <a:pt x="245" y="136200"/>
                  </a:lnTo>
                  <a:lnTo>
                    <a:pt x="619" y="141478"/>
                  </a:lnTo>
                  <a:lnTo>
                    <a:pt x="1160" y="146742"/>
                  </a:lnTo>
                  <a:lnTo>
                    <a:pt x="1867" y="151987"/>
                  </a:lnTo>
                  <a:lnTo>
                    <a:pt x="2740" y="157206"/>
                  </a:lnTo>
                  <a:lnTo>
                    <a:pt x="3777" y="162395"/>
                  </a:lnTo>
                  <a:lnTo>
                    <a:pt x="4979" y="167548"/>
                  </a:lnTo>
                  <a:lnTo>
                    <a:pt x="6342" y="172661"/>
                  </a:lnTo>
                  <a:lnTo>
                    <a:pt x="7867" y="177729"/>
                  </a:lnTo>
                  <a:lnTo>
                    <a:pt x="9552" y="182745"/>
                  </a:lnTo>
                  <a:lnTo>
                    <a:pt x="11394" y="187706"/>
                  </a:lnTo>
                  <a:lnTo>
                    <a:pt x="13393" y="192605"/>
                  </a:lnTo>
                  <a:lnTo>
                    <a:pt x="15545" y="197440"/>
                  </a:lnTo>
                  <a:lnTo>
                    <a:pt x="17850" y="202203"/>
                  </a:lnTo>
                  <a:lnTo>
                    <a:pt x="20304" y="206891"/>
                  </a:lnTo>
                  <a:lnTo>
                    <a:pt x="22906" y="211499"/>
                  </a:lnTo>
                  <a:lnTo>
                    <a:pt x="25651" y="216023"/>
                  </a:lnTo>
                  <a:lnTo>
                    <a:pt x="28539" y="220457"/>
                  </a:lnTo>
                  <a:lnTo>
                    <a:pt x="31566" y="224798"/>
                  </a:lnTo>
                  <a:lnTo>
                    <a:pt x="34728" y="229041"/>
                  </a:lnTo>
                  <a:lnTo>
                    <a:pt x="38023" y="233181"/>
                  </a:lnTo>
                  <a:lnTo>
                    <a:pt x="41448" y="237216"/>
                  </a:lnTo>
                  <a:lnTo>
                    <a:pt x="44998" y="241139"/>
                  </a:lnTo>
                  <a:lnTo>
                    <a:pt x="48671" y="244949"/>
                  </a:lnTo>
                  <a:lnTo>
                    <a:pt x="52463" y="248640"/>
                  </a:lnTo>
                  <a:lnTo>
                    <a:pt x="56370" y="252209"/>
                  </a:lnTo>
                  <a:lnTo>
                    <a:pt x="60387" y="255653"/>
                  </a:lnTo>
                  <a:lnTo>
                    <a:pt x="64512" y="258968"/>
                  </a:lnTo>
                  <a:lnTo>
                    <a:pt x="68739" y="262151"/>
                  </a:lnTo>
                  <a:lnTo>
                    <a:pt x="73065" y="265199"/>
                  </a:lnTo>
                  <a:lnTo>
                    <a:pt x="77486" y="268108"/>
                  </a:lnTo>
                  <a:lnTo>
                    <a:pt x="81996" y="270875"/>
                  </a:lnTo>
                  <a:lnTo>
                    <a:pt x="86592" y="273499"/>
                  </a:lnTo>
                  <a:lnTo>
                    <a:pt x="91268" y="275976"/>
                  </a:lnTo>
                  <a:lnTo>
                    <a:pt x="96020" y="278303"/>
                  </a:lnTo>
                  <a:lnTo>
                    <a:pt x="100844" y="280479"/>
                  </a:lnTo>
                  <a:lnTo>
                    <a:pt x="105734" y="282501"/>
                  </a:lnTo>
                  <a:lnTo>
                    <a:pt x="110686" y="284368"/>
                  </a:lnTo>
                  <a:lnTo>
                    <a:pt x="115694" y="286076"/>
                  </a:lnTo>
                  <a:lnTo>
                    <a:pt x="120754" y="287626"/>
                  </a:lnTo>
                  <a:lnTo>
                    <a:pt x="125860" y="289014"/>
                  </a:lnTo>
                  <a:lnTo>
                    <a:pt x="131008" y="290240"/>
                  </a:lnTo>
                  <a:lnTo>
                    <a:pt x="136192" y="291302"/>
                  </a:lnTo>
                  <a:lnTo>
                    <a:pt x="141407" y="292200"/>
                  </a:lnTo>
                  <a:lnTo>
                    <a:pt x="146648" y="292933"/>
                  </a:lnTo>
                  <a:lnTo>
                    <a:pt x="151909" y="293499"/>
                  </a:lnTo>
                  <a:lnTo>
                    <a:pt x="157185" y="293898"/>
                  </a:lnTo>
                  <a:lnTo>
                    <a:pt x="162472" y="294130"/>
                  </a:lnTo>
                  <a:lnTo>
                    <a:pt x="167763" y="294195"/>
                  </a:lnTo>
                  <a:lnTo>
                    <a:pt x="173054" y="294092"/>
                  </a:lnTo>
                  <a:lnTo>
                    <a:pt x="178339" y="293822"/>
                  </a:lnTo>
                  <a:lnTo>
                    <a:pt x="183613" y="293385"/>
                  </a:lnTo>
                  <a:lnTo>
                    <a:pt x="188870" y="292781"/>
                  </a:lnTo>
                  <a:lnTo>
                    <a:pt x="194105" y="292010"/>
                  </a:lnTo>
                  <a:lnTo>
                    <a:pt x="199313" y="291075"/>
                  </a:lnTo>
                  <a:lnTo>
                    <a:pt x="204490" y="289975"/>
                  </a:lnTo>
                  <a:lnTo>
                    <a:pt x="209628" y="288712"/>
                  </a:lnTo>
                  <a:lnTo>
                    <a:pt x="214724" y="287287"/>
                  </a:lnTo>
                  <a:lnTo>
                    <a:pt x="219773" y="285701"/>
                  </a:lnTo>
                  <a:lnTo>
                    <a:pt x="224769" y="283956"/>
                  </a:lnTo>
                  <a:lnTo>
                    <a:pt x="229707" y="282054"/>
                  </a:lnTo>
                  <a:lnTo>
                    <a:pt x="234582" y="279997"/>
                  </a:lnTo>
                  <a:lnTo>
                    <a:pt x="239390" y="277787"/>
                  </a:lnTo>
                  <a:lnTo>
                    <a:pt x="244126" y="275425"/>
                  </a:lnTo>
                  <a:lnTo>
                    <a:pt x="248784" y="272915"/>
                  </a:lnTo>
                  <a:lnTo>
                    <a:pt x="253361" y="270258"/>
                  </a:lnTo>
                  <a:lnTo>
                    <a:pt x="257851" y="267458"/>
                  </a:lnTo>
                  <a:lnTo>
                    <a:pt x="262250" y="264517"/>
                  </a:lnTo>
                  <a:lnTo>
                    <a:pt x="266554" y="261439"/>
                  </a:lnTo>
                  <a:lnTo>
                    <a:pt x="270758" y="258225"/>
                  </a:lnTo>
                  <a:lnTo>
                    <a:pt x="274859" y="254881"/>
                  </a:lnTo>
                  <a:lnTo>
                    <a:pt x="278852" y="251408"/>
                  </a:lnTo>
                  <a:lnTo>
                    <a:pt x="282733" y="247810"/>
                  </a:lnTo>
                  <a:lnTo>
                    <a:pt x="286498" y="244092"/>
                  </a:lnTo>
                  <a:lnTo>
                    <a:pt x="290143" y="240256"/>
                  </a:lnTo>
                  <a:lnTo>
                    <a:pt x="293665" y="236307"/>
                  </a:lnTo>
                  <a:lnTo>
                    <a:pt x="297060" y="232248"/>
                  </a:lnTo>
                  <a:lnTo>
                    <a:pt x="300326" y="228084"/>
                  </a:lnTo>
                  <a:lnTo>
                    <a:pt x="303457" y="223818"/>
                  </a:lnTo>
                  <a:lnTo>
                    <a:pt x="306453" y="219456"/>
                  </a:lnTo>
                  <a:lnTo>
                    <a:pt x="309308" y="215001"/>
                  </a:lnTo>
                  <a:lnTo>
                    <a:pt x="312022" y="210458"/>
                  </a:lnTo>
                  <a:lnTo>
                    <a:pt x="314590" y="205831"/>
                  </a:lnTo>
                  <a:lnTo>
                    <a:pt x="317010" y="201125"/>
                  </a:lnTo>
                  <a:lnTo>
                    <a:pt x="319280" y="196345"/>
                  </a:lnTo>
                  <a:lnTo>
                    <a:pt x="321398" y="191496"/>
                  </a:lnTo>
                  <a:lnTo>
                    <a:pt x="323361" y="186582"/>
                  </a:lnTo>
                  <a:lnTo>
                    <a:pt x="325168" y="181608"/>
                  </a:lnTo>
                  <a:lnTo>
                    <a:pt x="326816" y="176579"/>
                  </a:lnTo>
                  <a:lnTo>
                    <a:pt x="328304" y="171501"/>
                  </a:lnTo>
                  <a:lnTo>
                    <a:pt x="329631" y="166379"/>
                  </a:lnTo>
                  <a:lnTo>
                    <a:pt x="330795" y="161216"/>
                  </a:lnTo>
                  <a:lnTo>
                    <a:pt x="331795" y="156020"/>
                  </a:lnTo>
                  <a:lnTo>
                    <a:pt x="332630" y="150795"/>
                  </a:lnTo>
                  <a:lnTo>
                    <a:pt x="333300" y="145546"/>
                  </a:lnTo>
                  <a:lnTo>
                    <a:pt x="333803" y="140278"/>
                  </a:lnTo>
                  <a:lnTo>
                    <a:pt x="334138" y="134997"/>
                  </a:lnTo>
                  <a:lnTo>
                    <a:pt x="334307" y="129708"/>
                  </a:lnTo>
                  <a:lnTo>
                    <a:pt x="334308" y="124416"/>
                  </a:lnTo>
                  <a:lnTo>
                    <a:pt x="334142" y="119127"/>
                  </a:lnTo>
                  <a:lnTo>
                    <a:pt x="333808" y="113846"/>
                  </a:lnTo>
                  <a:lnTo>
                    <a:pt x="333307" y="108578"/>
                  </a:lnTo>
                  <a:lnTo>
                    <a:pt x="332640" y="103328"/>
                  </a:lnTo>
                  <a:lnTo>
                    <a:pt x="331807" y="98103"/>
                  </a:lnTo>
                  <a:lnTo>
                    <a:pt x="330809" y="92906"/>
                  </a:lnTo>
                  <a:lnTo>
                    <a:pt x="329647" y="87743"/>
                  </a:lnTo>
                  <a:lnTo>
                    <a:pt x="328322" y="82620"/>
                  </a:lnTo>
                  <a:lnTo>
                    <a:pt x="326836" y="77541"/>
                  </a:lnTo>
                  <a:lnTo>
                    <a:pt x="325189" y="72512"/>
                  </a:lnTo>
                  <a:lnTo>
                    <a:pt x="323385" y="67538"/>
                  </a:lnTo>
                  <a:lnTo>
                    <a:pt x="321423" y="62623"/>
                  </a:lnTo>
                  <a:lnTo>
                    <a:pt x="319308" y="57773"/>
                  </a:lnTo>
                  <a:lnTo>
                    <a:pt x="317039" y="52992"/>
                  </a:lnTo>
                  <a:lnTo>
                    <a:pt x="167161" y="127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49878" cy="167167"/>
            </a:xfrm>
            <a:custGeom>
              <a:avLst/>
              <a:pathLst>
                <a:path w="149878" h="167167">
                  <a:moveTo>
                    <a:pt x="149878" y="93130"/>
                  </a:moveTo>
                  <a:lnTo>
                    <a:pt x="147377" y="88269"/>
                  </a:lnTo>
                  <a:lnTo>
                    <a:pt x="144718" y="83492"/>
                  </a:lnTo>
                  <a:lnTo>
                    <a:pt x="141904" y="78804"/>
                  </a:lnTo>
                  <a:lnTo>
                    <a:pt x="138939" y="74211"/>
                  </a:lnTo>
                  <a:lnTo>
                    <a:pt x="135825" y="69718"/>
                  </a:lnTo>
                  <a:lnTo>
                    <a:pt x="132566" y="65329"/>
                  </a:lnTo>
                  <a:lnTo>
                    <a:pt x="129165" y="61048"/>
                  </a:lnTo>
                  <a:lnTo>
                    <a:pt x="125626" y="56881"/>
                  </a:lnTo>
                  <a:lnTo>
                    <a:pt x="121953" y="52832"/>
                  </a:lnTo>
                  <a:lnTo>
                    <a:pt x="118149" y="48906"/>
                  </a:lnTo>
                  <a:lnTo>
                    <a:pt x="114218" y="45106"/>
                  </a:lnTo>
                  <a:lnTo>
                    <a:pt x="110166" y="41436"/>
                  </a:lnTo>
                  <a:lnTo>
                    <a:pt x="105996" y="37901"/>
                  </a:lnTo>
                  <a:lnTo>
                    <a:pt x="101712" y="34504"/>
                  </a:lnTo>
                  <a:lnTo>
                    <a:pt x="97320" y="31249"/>
                  </a:lnTo>
                  <a:lnTo>
                    <a:pt x="92823" y="28139"/>
                  </a:lnTo>
                  <a:lnTo>
                    <a:pt x="88228" y="25178"/>
                  </a:lnTo>
                  <a:lnTo>
                    <a:pt x="83537" y="22369"/>
                  </a:lnTo>
                  <a:lnTo>
                    <a:pt x="78758" y="19715"/>
                  </a:lnTo>
                  <a:lnTo>
                    <a:pt x="73894" y="17219"/>
                  </a:lnTo>
                  <a:lnTo>
                    <a:pt x="68952" y="14882"/>
                  </a:lnTo>
                  <a:lnTo>
                    <a:pt x="63935" y="12709"/>
                  </a:lnTo>
                  <a:lnTo>
                    <a:pt x="58850" y="10701"/>
                  </a:lnTo>
                  <a:lnTo>
                    <a:pt x="53702" y="8860"/>
                  </a:lnTo>
                  <a:lnTo>
                    <a:pt x="48497" y="7189"/>
                  </a:lnTo>
                  <a:lnTo>
                    <a:pt x="43240" y="5689"/>
                  </a:lnTo>
                  <a:lnTo>
                    <a:pt x="37937" y="4361"/>
                  </a:lnTo>
                  <a:lnTo>
                    <a:pt x="32593" y="3208"/>
                  </a:lnTo>
                  <a:lnTo>
                    <a:pt x="27214" y="2230"/>
                  </a:lnTo>
                  <a:lnTo>
                    <a:pt x="21806" y="1428"/>
                  </a:lnTo>
                  <a:lnTo>
                    <a:pt x="16375" y="803"/>
                  </a:lnTo>
                  <a:lnTo>
                    <a:pt x="10926" y="357"/>
                  </a:lnTo>
                  <a:lnTo>
                    <a:pt x="546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65011" y="3707720"/>
              <a:ext cx="153999" cy="167167"/>
            </a:xfrm>
            <a:custGeom>
              <a:avLst/>
              <a:pathLst>
                <a:path w="153999" h="167167">
                  <a:moveTo>
                    <a:pt x="153999" y="0"/>
                  </a:moveTo>
                  <a:lnTo>
                    <a:pt x="148561" y="88"/>
                  </a:lnTo>
                  <a:lnTo>
                    <a:pt x="143129" y="353"/>
                  </a:lnTo>
                  <a:lnTo>
                    <a:pt x="137709" y="795"/>
                  </a:lnTo>
                  <a:lnTo>
                    <a:pt x="132306" y="1413"/>
                  </a:lnTo>
                  <a:lnTo>
                    <a:pt x="126926" y="2206"/>
                  </a:lnTo>
                  <a:lnTo>
                    <a:pt x="121574" y="3174"/>
                  </a:lnTo>
                  <a:lnTo>
                    <a:pt x="116257" y="4316"/>
                  </a:lnTo>
                  <a:lnTo>
                    <a:pt x="110979" y="5630"/>
                  </a:lnTo>
                  <a:lnTo>
                    <a:pt x="105748" y="7115"/>
                  </a:lnTo>
                  <a:lnTo>
                    <a:pt x="100567" y="8769"/>
                  </a:lnTo>
                  <a:lnTo>
                    <a:pt x="95443" y="10591"/>
                  </a:lnTo>
                  <a:lnTo>
                    <a:pt x="90381" y="12578"/>
                  </a:lnTo>
                  <a:lnTo>
                    <a:pt x="85386" y="14729"/>
                  </a:lnTo>
                  <a:lnTo>
                    <a:pt x="80464" y="17042"/>
                  </a:lnTo>
                  <a:lnTo>
                    <a:pt x="75619" y="19513"/>
                  </a:lnTo>
                  <a:lnTo>
                    <a:pt x="70858" y="22141"/>
                  </a:lnTo>
                  <a:lnTo>
                    <a:pt x="66184" y="24922"/>
                  </a:lnTo>
                  <a:lnTo>
                    <a:pt x="61604" y="27854"/>
                  </a:lnTo>
                  <a:lnTo>
                    <a:pt x="57121" y="30933"/>
                  </a:lnTo>
                  <a:lnTo>
                    <a:pt x="52741" y="34157"/>
                  </a:lnTo>
                  <a:lnTo>
                    <a:pt x="48468" y="37521"/>
                  </a:lnTo>
                  <a:lnTo>
                    <a:pt x="44306" y="41022"/>
                  </a:lnTo>
                  <a:lnTo>
                    <a:pt x="40261" y="44657"/>
                  </a:lnTo>
                  <a:lnTo>
                    <a:pt x="36336" y="48422"/>
                  </a:lnTo>
                  <a:lnTo>
                    <a:pt x="32536" y="52312"/>
                  </a:lnTo>
                  <a:lnTo>
                    <a:pt x="28864" y="56324"/>
                  </a:lnTo>
                  <a:lnTo>
                    <a:pt x="25325" y="60453"/>
                  </a:lnTo>
                  <a:lnTo>
                    <a:pt x="21922" y="64695"/>
                  </a:lnTo>
                  <a:lnTo>
                    <a:pt x="18658" y="69045"/>
                  </a:lnTo>
                  <a:lnTo>
                    <a:pt x="15538" y="73500"/>
                  </a:lnTo>
                  <a:lnTo>
                    <a:pt x="12565" y="78053"/>
                  </a:lnTo>
                  <a:lnTo>
                    <a:pt x="9741" y="82701"/>
                  </a:lnTo>
                  <a:lnTo>
                    <a:pt x="7070" y="87438"/>
                  </a:lnTo>
                  <a:lnTo>
                    <a:pt x="4554" y="92260"/>
                  </a:lnTo>
                  <a:lnTo>
                    <a:pt x="2196" y="97160"/>
                  </a:lnTo>
                  <a:lnTo>
                    <a:pt x="0" y="102135"/>
                  </a:lnTo>
                  <a:lnTo>
                    <a:pt x="15399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59" y="3709678"/>
              <a:ext cx="334305" cy="332377"/>
            </a:xfrm>
            <a:custGeom>
              <a:avLst/>
              <a:pathLst>
                <a:path w="334305" h="332377">
                  <a:moveTo>
                    <a:pt x="13152" y="100178"/>
                  </a:moveTo>
                  <a:lnTo>
                    <a:pt x="11163" y="105105"/>
                  </a:lnTo>
                  <a:lnTo>
                    <a:pt x="9331" y="110093"/>
                  </a:lnTo>
                  <a:lnTo>
                    <a:pt x="7659" y="115136"/>
                  </a:lnTo>
                  <a:lnTo>
                    <a:pt x="6149" y="120230"/>
                  </a:lnTo>
                  <a:lnTo>
                    <a:pt x="4800" y="125370"/>
                  </a:lnTo>
                  <a:lnTo>
                    <a:pt x="3616" y="130550"/>
                  </a:lnTo>
                  <a:lnTo>
                    <a:pt x="2597" y="135765"/>
                  </a:lnTo>
                  <a:lnTo>
                    <a:pt x="1745" y="141010"/>
                  </a:lnTo>
                  <a:lnTo>
                    <a:pt x="1059" y="146279"/>
                  </a:lnTo>
                  <a:lnTo>
                    <a:pt x="541" y="151567"/>
                  </a:lnTo>
                  <a:lnTo>
                    <a:pt x="192" y="156869"/>
                  </a:lnTo>
                  <a:lnTo>
                    <a:pt x="11" y="162179"/>
                  </a:lnTo>
                  <a:lnTo>
                    <a:pt x="0" y="167493"/>
                  </a:lnTo>
                  <a:lnTo>
                    <a:pt x="157" y="172804"/>
                  </a:lnTo>
                  <a:lnTo>
                    <a:pt x="482" y="178108"/>
                  </a:lnTo>
                  <a:lnTo>
                    <a:pt x="976" y="183398"/>
                  </a:lnTo>
                  <a:lnTo>
                    <a:pt x="1638" y="188670"/>
                  </a:lnTo>
                  <a:lnTo>
                    <a:pt x="2468" y="193919"/>
                  </a:lnTo>
                  <a:lnTo>
                    <a:pt x="3463" y="199138"/>
                  </a:lnTo>
                  <a:lnTo>
                    <a:pt x="4624" y="204323"/>
                  </a:lnTo>
                  <a:lnTo>
                    <a:pt x="5949" y="209469"/>
                  </a:lnTo>
                  <a:lnTo>
                    <a:pt x="7438" y="214570"/>
                  </a:lnTo>
                  <a:lnTo>
                    <a:pt x="9087" y="219621"/>
                  </a:lnTo>
                  <a:lnTo>
                    <a:pt x="10896" y="224617"/>
                  </a:lnTo>
                  <a:lnTo>
                    <a:pt x="12863" y="229553"/>
                  </a:lnTo>
                  <a:lnTo>
                    <a:pt x="14986" y="234424"/>
                  </a:lnTo>
                  <a:lnTo>
                    <a:pt x="17263" y="239225"/>
                  </a:lnTo>
                  <a:lnTo>
                    <a:pt x="19691" y="243951"/>
                  </a:lnTo>
                  <a:lnTo>
                    <a:pt x="22268" y="248598"/>
                  </a:lnTo>
                  <a:lnTo>
                    <a:pt x="24991" y="253160"/>
                  </a:lnTo>
                  <a:lnTo>
                    <a:pt x="27858" y="257634"/>
                  </a:lnTo>
                  <a:lnTo>
                    <a:pt x="30866" y="262014"/>
                  </a:lnTo>
                  <a:lnTo>
                    <a:pt x="34011" y="266297"/>
                  </a:lnTo>
                  <a:lnTo>
                    <a:pt x="37291" y="270477"/>
                  </a:lnTo>
                  <a:lnTo>
                    <a:pt x="40703" y="274551"/>
                  </a:lnTo>
                  <a:lnTo>
                    <a:pt x="44242" y="278515"/>
                  </a:lnTo>
                  <a:lnTo>
                    <a:pt x="47905" y="282364"/>
                  </a:lnTo>
                  <a:lnTo>
                    <a:pt x="51688" y="286094"/>
                  </a:lnTo>
                  <a:lnTo>
                    <a:pt x="55588" y="289703"/>
                  </a:lnTo>
                  <a:lnTo>
                    <a:pt x="59601" y="293186"/>
                  </a:lnTo>
                  <a:lnTo>
                    <a:pt x="63723" y="296539"/>
                  </a:lnTo>
                  <a:lnTo>
                    <a:pt x="67949" y="299760"/>
                  </a:lnTo>
                  <a:lnTo>
                    <a:pt x="72276" y="302845"/>
                  </a:lnTo>
                  <a:lnTo>
                    <a:pt x="76698" y="305790"/>
                  </a:lnTo>
                  <a:lnTo>
                    <a:pt x="81211" y="308594"/>
                  </a:lnTo>
                  <a:lnTo>
                    <a:pt x="85812" y="311253"/>
                  </a:lnTo>
                  <a:lnTo>
                    <a:pt x="90494" y="313764"/>
                  </a:lnTo>
                  <a:lnTo>
                    <a:pt x="95254" y="316126"/>
                  </a:lnTo>
                  <a:lnTo>
                    <a:pt x="100087" y="318334"/>
                  </a:lnTo>
                  <a:lnTo>
                    <a:pt x="104987" y="320388"/>
                  </a:lnTo>
                  <a:lnTo>
                    <a:pt x="109951" y="322286"/>
                  </a:lnTo>
                  <a:lnTo>
                    <a:pt x="114972" y="324024"/>
                  </a:lnTo>
                  <a:lnTo>
                    <a:pt x="120046" y="325602"/>
                  </a:lnTo>
                  <a:lnTo>
                    <a:pt x="125167" y="327018"/>
                  </a:lnTo>
                  <a:lnTo>
                    <a:pt x="130331" y="328271"/>
                  </a:lnTo>
                  <a:lnTo>
                    <a:pt x="135532" y="329359"/>
                  </a:lnTo>
                  <a:lnTo>
                    <a:pt x="140765" y="330281"/>
                  </a:lnTo>
                  <a:lnTo>
                    <a:pt x="146024" y="331036"/>
                  </a:lnTo>
                  <a:lnTo>
                    <a:pt x="151305" y="331624"/>
                  </a:lnTo>
                  <a:lnTo>
                    <a:pt x="156602" y="332043"/>
                  </a:lnTo>
                  <a:lnTo>
                    <a:pt x="161910" y="332294"/>
                  </a:lnTo>
                  <a:lnTo>
                    <a:pt x="167222" y="332377"/>
                  </a:lnTo>
                  <a:lnTo>
                    <a:pt x="172535" y="332290"/>
                  </a:lnTo>
                  <a:lnTo>
                    <a:pt x="177843" y="332034"/>
                  </a:lnTo>
                  <a:lnTo>
                    <a:pt x="183139" y="331610"/>
                  </a:lnTo>
                  <a:lnTo>
                    <a:pt x="188420" y="331018"/>
                  </a:lnTo>
                  <a:lnTo>
                    <a:pt x="193678" y="330258"/>
                  </a:lnTo>
                  <a:lnTo>
                    <a:pt x="198911" y="329332"/>
                  </a:lnTo>
                  <a:lnTo>
                    <a:pt x="204111" y="328240"/>
                  </a:lnTo>
                  <a:lnTo>
                    <a:pt x="209273" y="326983"/>
                  </a:lnTo>
                  <a:lnTo>
                    <a:pt x="214393" y="325562"/>
                  </a:lnTo>
                  <a:lnTo>
                    <a:pt x="219466" y="323980"/>
                  </a:lnTo>
                  <a:lnTo>
                    <a:pt x="224485" y="322237"/>
                  </a:lnTo>
                  <a:lnTo>
                    <a:pt x="229447" y="320336"/>
                  </a:lnTo>
                  <a:lnTo>
                    <a:pt x="234346" y="318277"/>
                  </a:lnTo>
                  <a:lnTo>
                    <a:pt x="239177" y="316064"/>
                  </a:lnTo>
                  <a:lnTo>
                    <a:pt x="243935" y="313699"/>
                  </a:lnTo>
                  <a:lnTo>
                    <a:pt x="248615" y="311184"/>
                  </a:lnTo>
                  <a:lnTo>
                    <a:pt x="253213" y="308521"/>
                  </a:lnTo>
                  <a:lnTo>
                    <a:pt x="257724" y="305713"/>
                  </a:lnTo>
                  <a:lnTo>
                    <a:pt x="262144" y="302764"/>
                  </a:lnTo>
                  <a:lnTo>
                    <a:pt x="266468" y="299675"/>
                  </a:lnTo>
                  <a:lnTo>
                    <a:pt x="270691" y="296451"/>
                  </a:lnTo>
                  <a:lnTo>
                    <a:pt x="274810" y="293094"/>
                  </a:lnTo>
                  <a:lnTo>
                    <a:pt x="278820" y="289608"/>
                  </a:lnTo>
                  <a:lnTo>
                    <a:pt x="282717" y="285996"/>
                  </a:lnTo>
                  <a:lnTo>
                    <a:pt x="286498" y="282262"/>
                  </a:lnTo>
                  <a:lnTo>
                    <a:pt x="290157" y="278410"/>
                  </a:lnTo>
                  <a:lnTo>
                    <a:pt x="293693" y="274444"/>
                  </a:lnTo>
                  <a:lnTo>
                    <a:pt x="297101" y="270367"/>
                  </a:lnTo>
                  <a:lnTo>
                    <a:pt x="300377" y="266184"/>
                  </a:lnTo>
                  <a:lnTo>
                    <a:pt x="303519" y="261898"/>
                  </a:lnTo>
                  <a:lnTo>
                    <a:pt x="306523" y="257516"/>
                  </a:lnTo>
                  <a:lnTo>
                    <a:pt x="309386" y="253040"/>
                  </a:lnTo>
                  <a:lnTo>
                    <a:pt x="312106" y="248475"/>
                  </a:lnTo>
                  <a:lnTo>
                    <a:pt x="314679" y="243826"/>
                  </a:lnTo>
                  <a:lnTo>
                    <a:pt x="317103" y="239097"/>
                  </a:lnTo>
                  <a:lnTo>
                    <a:pt x="319375" y="234294"/>
                  </a:lnTo>
                  <a:lnTo>
                    <a:pt x="321494" y="229422"/>
                  </a:lnTo>
                  <a:lnTo>
                    <a:pt x="323457" y="224484"/>
                  </a:lnTo>
                  <a:lnTo>
                    <a:pt x="325262" y="219486"/>
                  </a:lnTo>
                  <a:lnTo>
                    <a:pt x="326907" y="214434"/>
                  </a:lnTo>
                  <a:lnTo>
                    <a:pt x="328391" y="209332"/>
                  </a:lnTo>
                  <a:lnTo>
                    <a:pt x="329712" y="204185"/>
                  </a:lnTo>
                  <a:lnTo>
                    <a:pt x="330868" y="198999"/>
                  </a:lnTo>
                  <a:lnTo>
                    <a:pt x="331859" y="193779"/>
                  </a:lnTo>
                  <a:lnTo>
                    <a:pt x="332684" y="188529"/>
                  </a:lnTo>
                  <a:lnTo>
                    <a:pt x="333342" y="183257"/>
                  </a:lnTo>
                  <a:lnTo>
                    <a:pt x="333831" y="177966"/>
                  </a:lnTo>
                  <a:lnTo>
                    <a:pt x="334153" y="172662"/>
                  </a:lnTo>
                  <a:lnTo>
                    <a:pt x="334305" y="167351"/>
                  </a:lnTo>
                  <a:lnTo>
                    <a:pt x="334289" y="162037"/>
                  </a:lnTo>
                  <a:lnTo>
                    <a:pt x="334103" y="156727"/>
                  </a:lnTo>
                  <a:lnTo>
                    <a:pt x="333750" y="151425"/>
                  </a:lnTo>
                  <a:lnTo>
                    <a:pt x="333227" y="146137"/>
                  </a:lnTo>
                  <a:lnTo>
                    <a:pt x="332537" y="140869"/>
                  </a:lnTo>
                  <a:lnTo>
                    <a:pt x="331680" y="135625"/>
                  </a:lnTo>
                  <a:lnTo>
                    <a:pt x="330657" y="130411"/>
                  </a:lnTo>
                  <a:lnTo>
                    <a:pt x="329468" y="125232"/>
                  </a:lnTo>
                  <a:lnTo>
                    <a:pt x="328116" y="120094"/>
                  </a:lnTo>
                  <a:lnTo>
                    <a:pt x="326601" y="115001"/>
                  </a:lnTo>
                  <a:lnTo>
                    <a:pt x="324924" y="109959"/>
                  </a:lnTo>
                  <a:lnTo>
                    <a:pt x="323089" y="104972"/>
                  </a:lnTo>
                  <a:lnTo>
                    <a:pt x="321095" y="100047"/>
                  </a:lnTo>
                  <a:lnTo>
                    <a:pt x="318947" y="95187"/>
                  </a:lnTo>
                  <a:lnTo>
                    <a:pt x="316645" y="90398"/>
                  </a:lnTo>
                  <a:lnTo>
                    <a:pt x="314192" y="85685"/>
                  </a:lnTo>
                  <a:lnTo>
                    <a:pt x="311590" y="81052"/>
                  </a:lnTo>
                  <a:lnTo>
                    <a:pt x="308842" y="76504"/>
                  </a:lnTo>
                  <a:lnTo>
                    <a:pt x="305951" y="72045"/>
                  </a:lnTo>
                  <a:lnTo>
                    <a:pt x="302920" y="67681"/>
                  </a:lnTo>
                  <a:lnTo>
                    <a:pt x="299752" y="63415"/>
                  </a:lnTo>
                  <a:lnTo>
                    <a:pt x="296450" y="59253"/>
                  </a:lnTo>
                  <a:lnTo>
                    <a:pt x="293017" y="55197"/>
                  </a:lnTo>
                  <a:lnTo>
                    <a:pt x="289457" y="51252"/>
                  </a:lnTo>
                  <a:lnTo>
                    <a:pt x="285774" y="47423"/>
                  </a:lnTo>
                  <a:lnTo>
                    <a:pt x="281970" y="43712"/>
                  </a:lnTo>
                  <a:lnTo>
                    <a:pt x="278051" y="40124"/>
                  </a:lnTo>
                  <a:lnTo>
                    <a:pt x="274020" y="36663"/>
                  </a:lnTo>
                  <a:lnTo>
                    <a:pt x="269880" y="33332"/>
                  </a:lnTo>
                  <a:lnTo>
                    <a:pt x="265637" y="30133"/>
                  </a:lnTo>
                  <a:lnTo>
                    <a:pt x="261294" y="27071"/>
                  </a:lnTo>
                  <a:lnTo>
                    <a:pt x="256857" y="24149"/>
                  </a:lnTo>
                  <a:lnTo>
                    <a:pt x="252328" y="21369"/>
                  </a:lnTo>
                  <a:lnTo>
                    <a:pt x="247714" y="18735"/>
                  </a:lnTo>
                  <a:lnTo>
                    <a:pt x="243018" y="16249"/>
                  </a:lnTo>
                  <a:lnTo>
                    <a:pt x="238245" y="13913"/>
                  </a:lnTo>
                  <a:lnTo>
                    <a:pt x="233401" y="11730"/>
                  </a:lnTo>
                  <a:lnTo>
                    <a:pt x="228490" y="9702"/>
                  </a:lnTo>
                  <a:lnTo>
                    <a:pt x="223517" y="7831"/>
                  </a:lnTo>
                  <a:lnTo>
                    <a:pt x="218486" y="6119"/>
                  </a:lnTo>
                  <a:lnTo>
                    <a:pt x="213404" y="4568"/>
                  </a:lnTo>
                  <a:lnTo>
                    <a:pt x="208275" y="3179"/>
                  </a:lnTo>
                  <a:lnTo>
                    <a:pt x="203105" y="1954"/>
                  </a:lnTo>
                  <a:lnTo>
                    <a:pt x="197898" y="894"/>
                  </a:lnTo>
                  <a:lnTo>
                    <a:pt x="192661" y="0"/>
                  </a:lnTo>
                  <a:lnTo>
                    <a:pt x="167151" y="165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5509" cy="167167"/>
            </a:xfrm>
            <a:custGeom>
              <a:avLst/>
              <a:pathLst>
                <a:path w="25509" h="167167">
                  <a:moveTo>
                    <a:pt x="25509" y="1957"/>
                  </a:moveTo>
                  <a:lnTo>
                    <a:pt x="17043" y="871"/>
                  </a:lnTo>
                  <a:lnTo>
                    <a:pt x="8532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2025-06-06T08:23:09Z</dcterms:modified>
  <cp:category/>
</cp:coreProperties>
</file>