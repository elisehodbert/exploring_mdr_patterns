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82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97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06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47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47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48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86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97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30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48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97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358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745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852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1775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97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662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97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1745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48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3068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30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86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06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35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182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85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188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06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82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68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182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182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182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358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30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178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75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62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97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3068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471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014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43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24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97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068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471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43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24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84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47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248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86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97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06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306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47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248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86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531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42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247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97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068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471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75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97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068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471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14869" y="3170392"/>
              <a:ext cx="68909" cy="167167"/>
            </a:xfrm>
            <a:custGeom>
              <a:avLst/>
              <a:pathLst>
                <a:path w="68909" h="167167">
                  <a:moveTo>
                    <a:pt x="68909" y="0"/>
                  </a:moveTo>
                  <a:lnTo>
                    <a:pt x="62991" y="104"/>
                  </a:lnTo>
                  <a:lnTo>
                    <a:pt x="57081" y="418"/>
                  </a:lnTo>
                  <a:lnTo>
                    <a:pt x="51186" y="942"/>
                  </a:lnTo>
                  <a:lnTo>
                    <a:pt x="45312" y="1673"/>
                  </a:lnTo>
                  <a:lnTo>
                    <a:pt x="39469" y="2612"/>
                  </a:lnTo>
                  <a:lnTo>
                    <a:pt x="33662" y="3758"/>
                  </a:lnTo>
                  <a:lnTo>
                    <a:pt x="27899" y="5108"/>
                  </a:lnTo>
                  <a:lnTo>
                    <a:pt x="22188" y="6661"/>
                  </a:lnTo>
                  <a:lnTo>
                    <a:pt x="16535" y="8416"/>
                  </a:lnTo>
                  <a:lnTo>
                    <a:pt x="10949" y="10369"/>
                  </a:lnTo>
                  <a:lnTo>
                    <a:pt x="5434" y="12519"/>
                  </a:lnTo>
                  <a:lnTo>
                    <a:pt x="0" y="14863"/>
                  </a:lnTo>
                  <a:lnTo>
                    <a:pt x="6890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816616" y="3170398"/>
              <a:ext cx="334316" cy="334328"/>
            </a:xfrm>
            <a:custGeom>
              <a:avLst/>
              <a:pathLst>
                <a:path w="334316" h="334328">
                  <a:moveTo>
                    <a:pt x="98253" y="14857"/>
                  </a:moveTo>
                  <a:lnTo>
                    <a:pt x="93472" y="17112"/>
                  </a:lnTo>
                  <a:lnTo>
                    <a:pt x="88765" y="19516"/>
                  </a:lnTo>
                  <a:lnTo>
                    <a:pt x="84137" y="22069"/>
                  </a:lnTo>
                  <a:lnTo>
                    <a:pt x="79591" y="24766"/>
                  </a:lnTo>
                  <a:lnTo>
                    <a:pt x="75133" y="27606"/>
                  </a:lnTo>
                  <a:lnTo>
                    <a:pt x="70767" y="30585"/>
                  </a:lnTo>
                  <a:lnTo>
                    <a:pt x="66497" y="33701"/>
                  </a:lnTo>
                  <a:lnTo>
                    <a:pt x="62328" y="36950"/>
                  </a:lnTo>
                  <a:lnTo>
                    <a:pt x="58264" y="40329"/>
                  </a:lnTo>
                  <a:lnTo>
                    <a:pt x="54309" y="43836"/>
                  </a:lnTo>
                  <a:lnTo>
                    <a:pt x="50466" y="47465"/>
                  </a:lnTo>
                  <a:lnTo>
                    <a:pt x="46741" y="51214"/>
                  </a:lnTo>
                  <a:lnTo>
                    <a:pt x="43135" y="55079"/>
                  </a:lnTo>
                  <a:lnTo>
                    <a:pt x="39654" y="59056"/>
                  </a:lnTo>
                  <a:lnTo>
                    <a:pt x="36300" y="63142"/>
                  </a:lnTo>
                  <a:lnTo>
                    <a:pt x="33077" y="67331"/>
                  </a:lnTo>
                  <a:lnTo>
                    <a:pt x="29988" y="71620"/>
                  </a:lnTo>
                  <a:lnTo>
                    <a:pt x="27036" y="76004"/>
                  </a:lnTo>
                  <a:lnTo>
                    <a:pt x="24224" y="80480"/>
                  </a:lnTo>
                  <a:lnTo>
                    <a:pt x="21555" y="85042"/>
                  </a:lnTo>
                  <a:lnTo>
                    <a:pt x="19031" y="89687"/>
                  </a:lnTo>
                  <a:lnTo>
                    <a:pt x="16656" y="94409"/>
                  </a:lnTo>
                  <a:lnTo>
                    <a:pt x="14431" y="99203"/>
                  </a:lnTo>
                  <a:lnTo>
                    <a:pt x="12359" y="104066"/>
                  </a:lnTo>
                  <a:lnTo>
                    <a:pt x="10442" y="108991"/>
                  </a:lnTo>
                  <a:lnTo>
                    <a:pt x="8681" y="113975"/>
                  </a:lnTo>
                  <a:lnTo>
                    <a:pt x="7079" y="119012"/>
                  </a:lnTo>
                  <a:lnTo>
                    <a:pt x="5637" y="124097"/>
                  </a:lnTo>
                  <a:lnTo>
                    <a:pt x="4356" y="129225"/>
                  </a:lnTo>
                  <a:lnTo>
                    <a:pt x="3238" y="134391"/>
                  </a:lnTo>
                  <a:lnTo>
                    <a:pt x="2284" y="139590"/>
                  </a:lnTo>
                  <a:lnTo>
                    <a:pt x="1495" y="144816"/>
                  </a:lnTo>
                  <a:lnTo>
                    <a:pt x="871" y="150065"/>
                  </a:lnTo>
                  <a:lnTo>
                    <a:pt x="414" y="155331"/>
                  </a:lnTo>
                  <a:lnTo>
                    <a:pt x="123" y="160608"/>
                  </a:lnTo>
                  <a:lnTo>
                    <a:pt x="0" y="165893"/>
                  </a:lnTo>
                  <a:lnTo>
                    <a:pt x="43" y="171178"/>
                  </a:lnTo>
                  <a:lnTo>
                    <a:pt x="254" y="176460"/>
                  </a:lnTo>
                  <a:lnTo>
                    <a:pt x="631" y="181732"/>
                  </a:lnTo>
                  <a:lnTo>
                    <a:pt x="1175" y="186989"/>
                  </a:lnTo>
                  <a:lnTo>
                    <a:pt x="1885" y="192227"/>
                  </a:lnTo>
                  <a:lnTo>
                    <a:pt x="2760" y="197440"/>
                  </a:lnTo>
                  <a:lnTo>
                    <a:pt x="3799" y="202622"/>
                  </a:lnTo>
                  <a:lnTo>
                    <a:pt x="5002" y="207769"/>
                  </a:lnTo>
                  <a:lnTo>
                    <a:pt x="6367" y="212875"/>
                  </a:lnTo>
                  <a:lnTo>
                    <a:pt x="7892" y="217936"/>
                  </a:lnTo>
                  <a:lnTo>
                    <a:pt x="9577" y="222946"/>
                  </a:lnTo>
                  <a:lnTo>
                    <a:pt x="11420" y="227900"/>
                  </a:lnTo>
                  <a:lnTo>
                    <a:pt x="13418" y="232794"/>
                  </a:lnTo>
                  <a:lnTo>
                    <a:pt x="15570" y="237621"/>
                  </a:lnTo>
                  <a:lnTo>
                    <a:pt x="17873" y="242379"/>
                  </a:lnTo>
                  <a:lnTo>
                    <a:pt x="20326" y="247061"/>
                  </a:lnTo>
                  <a:lnTo>
                    <a:pt x="22925" y="251663"/>
                  </a:lnTo>
                  <a:lnTo>
                    <a:pt x="25669" y="256181"/>
                  </a:lnTo>
                  <a:lnTo>
                    <a:pt x="28554" y="260610"/>
                  </a:lnTo>
                  <a:lnTo>
                    <a:pt x="31577" y="264945"/>
                  </a:lnTo>
                  <a:lnTo>
                    <a:pt x="34737" y="269183"/>
                  </a:lnTo>
                  <a:lnTo>
                    <a:pt x="38028" y="273318"/>
                  </a:lnTo>
                  <a:lnTo>
                    <a:pt x="41449" y="277348"/>
                  </a:lnTo>
                  <a:lnTo>
                    <a:pt x="44995" y="281267"/>
                  </a:lnTo>
                  <a:lnTo>
                    <a:pt x="48664" y="285072"/>
                  </a:lnTo>
                  <a:lnTo>
                    <a:pt x="52451" y="288760"/>
                  </a:lnTo>
                  <a:lnTo>
                    <a:pt x="56352" y="292325"/>
                  </a:lnTo>
                  <a:lnTo>
                    <a:pt x="60365" y="295766"/>
                  </a:lnTo>
                  <a:lnTo>
                    <a:pt x="64484" y="299078"/>
                  </a:lnTo>
                  <a:lnTo>
                    <a:pt x="68706" y="302258"/>
                  </a:lnTo>
                  <a:lnTo>
                    <a:pt x="73026" y="305303"/>
                  </a:lnTo>
                  <a:lnTo>
                    <a:pt x="77441" y="308211"/>
                  </a:lnTo>
                  <a:lnTo>
                    <a:pt x="81945" y="310977"/>
                  </a:lnTo>
                  <a:lnTo>
                    <a:pt x="86534" y="313599"/>
                  </a:lnTo>
                  <a:lnTo>
                    <a:pt x="91204" y="316075"/>
                  </a:lnTo>
                  <a:lnTo>
                    <a:pt x="95950" y="318402"/>
                  </a:lnTo>
                  <a:lnTo>
                    <a:pt x="100767" y="320577"/>
                  </a:lnTo>
                  <a:lnTo>
                    <a:pt x="105650" y="322600"/>
                  </a:lnTo>
                  <a:lnTo>
                    <a:pt x="110595" y="324467"/>
                  </a:lnTo>
                  <a:lnTo>
                    <a:pt x="115597" y="326176"/>
                  </a:lnTo>
                  <a:lnTo>
                    <a:pt x="120650" y="327727"/>
                  </a:lnTo>
                  <a:lnTo>
                    <a:pt x="125749" y="329117"/>
                  </a:lnTo>
                  <a:lnTo>
                    <a:pt x="130890" y="330346"/>
                  </a:lnTo>
                  <a:lnTo>
                    <a:pt x="136067" y="331411"/>
                  </a:lnTo>
                  <a:lnTo>
                    <a:pt x="141276" y="332312"/>
                  </a:lnTo>
                  <a:lnTo>
                    <a:pt x="146510" y="333048"/>
                  </a:lnTo>
                  <a:lnTo>
                    <a:pt x="151765" y="333618"/>
                  </a:lnTo>
                  <a:lnTo>
                    <a:pt x="157035" y="334021"/>
                  </a:lnTo>
                  <a:lnTo>
                    <a:pt x="162315" y="334258"/>
                  </a:lnTo>
                  <a:lnTo>
                    <a:pt x="167600" y="334328"/>
                  </a:lnTo>
                  <a:lnTo>
                    <a:pt x="172885" y="334230"/>
                  </a:lnTo>
                  <a:lnTo>
                    <a:pt x="178164" y="333966"/>
                  </a:lnTo>
                  <a:lnTo>
                    <a:pt x="183432" y="333535"/>
                  </a:lnTo>
                  <a:lnTo>
                    <a:pt x="188684" y="332937"/>
                  </a:lnTo>
                  <a:lnTo>
                    <a:pt x="193914" y="332174"/>
                  </a:lnTo>
                  <a:lnTo>
                    <a:pt x="199118" y="331246"/>
                  </a:lnTo>
                  <a:lnTo>
                    <a:pt x="204289" y="330153"/>
                  </a:lnTo>
                  <a:lnTo>
                    <a:pt x="209424" y="328898"/>
                  </a:lnTo>
                  <a:lnTo>
                    <a:pt x="214516" y="327481"/>
                  </a:lnTo>
                  <a:lnTo>
                    <a:pt x="219560" y="325904"/>
                  </a:lnTo>
                  <a:lnTo>
                    <a:pt x="224553" y="324168"/>
                  </a:lnTo>
                  <a:lnTo>
                    <a:pt x="229488" y="322275"/>
                  </a:lnTo>
                  <a:lnTo>
                    <a:pt x="234361" y="320227"/>
                  </a:lnTo>
                  <a:lnTo>
                    <a:pt x="239166" y="318026"/>
                  </a:lnTo>
                  <a:lnTo>
                    <a:pt x="243900" y="315674"/>
                  </a:lnTo>
                  <a:lnTo>
                    <a:pt x="248557" y="313174"/>
                  </a:lnTo>
                  <a:lnTo>
                    <a:pt x="253132" y="310528"/>
                  </a:lnTo>
                  <a:lnTo>
                    <a:pt x="257622" y="307738"/>
                  </a:lnTo>
                  <a:lnTo>
                    <a:pt x="262021" y="304808"/>
                  </a:lnTo>
                  <a:lnTo>
                    <a:pt x="266325" y="301740"/>
                  </a:lnTo>
                  <a:lnTo>
                    <a:pt x="270530" y="298538"/>
                  </a:lnTo>
                  <a:lnTo>
                    <a:pt x="274632" y="295204"/>
                  </a:lnTo>
                  <a:lnTo>
                    <a:pt x="278626" y="291743"/>
                  </a:lnTo>
                  <a:lnTo>
                    <a:pt x="282509" y="288156"/>
                  </a:lnTo>
                  <a:lnTo>
                    <a:pt x="286277" y="284449"/>
                  </a:lnTo>
                  <a:lnTo>
                    <a:pt x="289926" y="280625"/>
                  </a:lnTo>
                  <a:lnTo>
                    <a:pt x="293451" y="276687"/>
                  </a:lnTo>
                  <a:lnTo>
                    <a:pt x="296851" y="272640"/>
                  </a:lnTo>
                  <a:lnTo>
                    <a:pt x="300121" y="268487"/>
                  </a:lnTo>
                  <a:lnTo>
                    <a:pt x="303258" y="264233"/>
                  </a:lnTo>
                  <a:lnTo>
                    <a:pt x="306258" y="259882"/>
                  </a:lnTo>
                  <a:lnTo>
                    <a:pt x="309120" y="255438"/>
                  </a:lnTo>
                  <a:lnTo>
                    <a:pt x="311840" y="250906"/>
                  </a:lnTo>
                  <a:lnTo>
                    <a:pt x="314415" y="246290"/>
                  </a:lnTo>
                  <a:lnTo>
                    <a:pt x="316844" y="241595"/>
                  </a:lnTo>
                  <a:lnTo>
                    <a:pt x="319122" y="236826"/>
                  </a:lnTo>
                  <a:lnTo>
                    <a:pt x="321248" y="231987"/>
                  </a:lnTo>
                  <a:lnTo>
                    <a:pt x="323221" y="227083"/>
                  </a:lnTo>
                  <a:lnTo>
                    <a:pt x="325037" y="222119"/>
                  </a:lnTo>
                  <a:lnTo>
                    <a:pt x="326696" y="217100"/>
                  </a:lnTo>
                  <a:lnTo>
                    <a:pt x="328195" y="212032"/>
                  </a:lnTo>
                  <a:lnTo>
                    <a:pt x="329533" y="206918"/>
                  </a:lnTo>
                  <a:lnTo>
                    <a:pt x="330709" y="201765"/>
                  </a:lnTo>
                  <a:lnTo>
                    <a:pt x="331721" y="196577"/>
                  </a:lnTo>
                  <a:lnTo>
                    <a:pt x="332569" y="191360"/>
                  </a:lnTo>
                  <a:lnTo>
                    <a:pt x="333251" y="186119"/>
                  </a:lnTo>
                  <a:lnTo>
                    <a:pt x="333767" y="180858"/>
                  </a:lnTo>
                  <a:lnTo>
                    <a:pt x="334117" y="175584"/>
                  </a:lnTo>
                  <a:lnTo>
                    <a:pt x="334300" y="170302"/>
                  </a:lnTo>
                  <a:lnTo>
                    <a:pt x="334316" y="165016"/>
                  </a:lnTo>
                  <a:lnTo>
                    <a:pt x="334164" y="159733"/>
                  </a:lnTo>
                  <a:lnTo>
                    <a:pt x="333846" y="154457"/>
                  </a:lnTo>
                  <a:lnTo>
                    <a:pt x="333361" y="149193"/>
                  </a:lnTo>
                  <a:lnTo>
                    <a:pt x="332710" y="143948"/>
                  </a:lnTo>
                  <a:lnTo>
                    <a:pt x="331893" y="138726"/>
                  </a:lnTo>
                  <a:lnTo>
                    <a:pt x="330912" y="133532"/>
                  </a:lnTo>
                  <a:lnTo>
                    <a:pt x="329767" y="128372"/>
                  </a:lnTo>
                  <a:lnTo>
                    <a:pt x="328460" y="123251"/>
                  </a:lnTo>
                  <a:lnTo>
                    <a:pt x="326991" y="118173"/>
                  </a:lnTo>
                  <a:lnTo>
                    <a:pt x="325362" y="113145"/>
                  </a:lnTo>
                  <a:lnTo>
                    <a:pt x="323575" y="108170"/>
                  </a:lnTo>
                  <a:lnTo>
                    <a:pt x="321632" y="103255"/>
                  </a:lnTo>
                  <a:lnTo>
                    <a:pt x="319535" y="98403"/>
                  </a:lnTo>
                  <a:lnTo>
                    <a:pt x="317285" y="93620"/>
                  </a:lnTo>
                  <a:lnTo>
                    <a:pt x="314885" y="88911"/>
                  </a:lnTo>
                  <a:lnTo>
                    <a:pt x="312337" y="84280"/>
                  </a:lnTo>
                  <a:lnTo>
                    <a:pt x="309644" y="79732"/>
                  </a:lnTo>
                  <a:lnTo>
                    <a:pt x="306809" y="75271"/>
                  </a:lnTo>
                  <a:lnTo>
                    <a:pt x="303834" y="70902"/>
                  </a:lnTo>
                  <a:lnTo>
                    <a:pt x="300722" y="66629"/>
                  </a:lnTo>
                  <a:lnTo>
                    <a:pt x="297477" y="62457"/>
                  </a:lnTo>
                  <a:lnTo>
                    <a:pt x="294102" y="58389"/>
                  </a:lnTo>
                  <a:lnTo>
                    <a:pt x="290600" y="54431"/>
                  </a:lnTo>
                  <a:lnTo>
                    <a:pt x="286974" y="50584"/>
                  </a:lnTo>
                  <a:lnTo>
                    <a:pt x="283229" y="46855"/>
                  </a:lnTo>
                  <a:lnTo>
                    <a:pt x="279367" y="43246"/>
                  </a:lnTo>
                  <a:lnTo>
                    <a:pt x="275394" y="39760"/>
                  </a:lnTo>
                  <a:lnTo>
                    <a:pt x="271312" y="36402"/>
                  </a:lnTo>
                  <a:lnTo>
                    <a:pt x="267126" y="33175"/>
                  </a:lnTo>
                  <a:lnTo>
                    <a:pt x="262840" y="30082"/>
                  </a:lnTo>
                  <a:lnTo>
                    <a:pt x="258458" y="27125"/>
                  </a:lnTo>
                  <a:lnTo>
                    <a:pt x="253986" y="24309"/>
                  </a:lnTo>
                  <a:lnTo>
                    <a:pt x="249426" y="21635"/>
                  </a:lnTo>
                  <a:lnTo>
                    <a:pt x="244784" y="19107"/>
                  </a:lnTo>
                  <a:lnTo>
                    <a:pt x="240065" y="16727"/>
                  </a:lnTo>
                  <a:lnTo>
                    <a:pt x="235272" y="14498"/>
                  </a:lnTo>
                  <a:lnTo>
                    <a:pt x="230412" y="12421"/>
                  </a:lnTo>
                  <a:lnTo>
                    <a:pt x="225488" y="10499"/>
                  </a:lnTo>
                  <a:lnTo>
                    <a:pt x="220506" y="8733"/>
                  </a:lnTo>
                  <a:lnTo>
                    <a:pt x="215471" y="7126"/>
                  </a:lnTo>
                  <a:lnTo>
                    <a:pt x="210387" y="5678"/>
                  </a:lnTo>
                  <a:lnTo>
                    <a:pt x="205260" y="4393"/>
                  </a:lnTo>
                  <a:lnTo>
                    <a:pt x="200095" y="3269"/>
                  </a:lnTo>
                  <a:lnTo>
                    <a:pt x="194897" y="2310"/>
                  </a:lnTo>
                  <a:lnTo>
                    <a:pt x="189672" y="1516"/>
                  </a:lnTo>
                  <a:lnTo>
                    <a:pt x="184424" y="887"/>
                  </a:lnTo>
                  <a:lnTo>
                    <a:pt x="179158" y="424"/>
                  </a:lnTo>
                  <a:lnTo>
                    <a:pt x="173881" y="128"/>
                  </a:lnTo>
                  <a:lnTo>
                    <a:pt x="168597" y="0"/>
                  </a:lnTo>
                  <a:lnTo>
                    <a:pt x="167162" y="1671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83779" y="3170392"/>
              <a:ext cx="1434" cy="167167"/>
            </a:xfrm>
            <a:custGeom>
              <a:avLst/>
              <a:pathLst>
                <a:path w="1434" h="167167">
                  <a:moveTo>
                    <a:pt x="1434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1847" y="2633064"/>
              <a:ext cx="167163" cy="173622"/>
            </a:xfrm>
            <a:custGeom>
              <a:avLst/>
              <a:pathLst>
                <a:path w="167163" h="173622">
                  <a:moveTo>
                    <a:pt x="167163" y="0"/>
                  </a:moveTo>
                  <a:lnTo>
                    <a:pt x="161784" y="86"/>
                  </a:lnTo>
                  <a:lnTo>
                    <a:pt x="156409" y="346"/>
                  </a:lnTo>
                  <a:lnTo>
                    <a:pt x="151046" y="778"/>
                  </a:lnTo>
                  <a:lnTo>
                    <a:pt x="145699" y="1383"/>
                  </a:lnTo>
                  <a:lnTo>
                    <a:pt x="140375" y="2160"/>
                  </a:lnTo>
                  <a:lnTo>
                    <a:pt x="135079" y="3107"/>
                  </a:lnTo>
                  <a:lnTo>
                    <a:pt x="129815" y="4225"/>
                  </a:lnTo>
                  <a:lnTo>
                    <a:pt x="124591" y="5511"/>
                  </a:lnTo>
                  <a:lnTo>
                    <a:pt x="119410" y="6965"/>
                  </a:lnTo>
                  <a:lnTo>
                    <a:pt x="114279" y="8585"/>
                  </a:lnTo>
                  <a:lnTo>
                    <a:pt x="109203" y="10369"/>
                  </a:lnTo>
                  <a:lnTo>
                    <a:pt x="104187" y="12316"/>
                  </a:lnTo>
                  <a:lnTo>
                    <a:pt x="99236" y="14423"/>
                  </a:lnTo>
                  <a:lnTo>
                    <a:pt x="94355" y="16688"/>
                  </a:lnTo>
                  <a:lnTo>
                    <a:pt x="89550" y="19109"/>
                  </a:lnTo>
                  <a:lnTo>
                    <a:pt x="84825" y="21684"/>
                  </a:lnTo>
                  <a:lnTo>
                    <a:pt x="80186" y="24409"/>
                  </a:lnTo>
                  <a:lnTo>
                    <a:pt x="75637" y="27282"/>
                  </a:lnTo>
                  <a:lnTo>
                    <a:pt x="71182" y="30300"/>
                  </a:lnTo>
                  <a:lnTo>
                    <a:pt x="66827" y="33460"/>
                  </a:lnTo>
                  <a:lnTo>
                    <a:pt x="62576" y="36758"/>
                  </a:lnTo>
                  <a:lnTo>
                    <a:pt x="58433" y="40192"/>
                  </a:lnTo>
                  <a:lnTo>
                    <a:pt x="54403" y="43757"/>
                  </a:lnTo>
                  <a:lnTo>
                    <a:pt x="50490" y="47450"/>
                  </a:lnTo>
                  <a:lnTo>
                    <a:pt x="46698" y="51267"/>
                  </a:lnTo>
                  <a:lnTo>
                    <a:pt x="43030" y="55203"/>
                  </a:lnTo>
                  <a:lnTo>
                    <a:pt x="39491" y="59256"/>
                  </a:lnTo>
                  <a:lnTo>
                    <a:pt x="36084" y="63421"/>
                  </a:lnTo>
                  <a:lnTo>
                    <a:pt x="32813" y="67693"/>
                  </a:lnTo>
                  <a:lnTo>
                    <a:pt x="29681" y="72069"/>
                  </a:lnTo>
                  <a:lnTo>
                    <a:pt x="26692" y="76543"/>
                  </a:lnTo>
                  <a:lnTo>
                    <a:pt x="23848" y="81110"/>
                  </a:lnTo>
                  <a:lnTo>
                    <a:pt x="21153" y="85767"/>
                  </a:lnTo>
                  <a:lnTo>
                    <a:pt x="18609" y="90508"/>
                  </a:lnTo>
                  <a:lnTo>
                    <a:pt x="16219" y="95329"/>
                  </a:lnTo>
                  <a:lnTo>
                    <a:pt x="13985" y="100224"/>
                  </a:lnTo>
                  <a:lnTo>
                    <a:pt x="11910" y="105188"/>
                  </a:lnTo>
                  <a:lnTo>
                    <a:pt x="9996" y="110217"/>
                  </a:lnTo>
                  <a:lnTo>
                    <a:pt x="8244" y="115305"/>
                  </a:lnTo>
                  <a:lnTo>
                    <a:pt x="6658" y="120446"/>
                  </a:lnTo>
                  <a:lnTo>
                    <a:pt x="5237" y="125636"/>
                  </a:lnTo>
                  <a:lnTo>
                    <a:pt x="3984" y="130869"/>
                  </a:lnTo>
                  <a:lnTo>
                    <a:pt x="2901" y="136139"/>
                  </a:lnTo>
                  <a:lnTo>
                    <a:pt x="1987" y="141441"/>
                  </a:lnTo>
                  <a:lnTo>
                    <a:pt x="1245" y="146771"/>
                  </a:lnTo>
                  <a:lnTo>
                    <a:pt x="675" y="152121"/>
                  </a:lnTo>
                  <a:lnTo>
                    <a:pt x="277" y="157487"/>
                  </a:lnTo>
                  <a:lnTo>
                    <a:pt x="51" y="162863"/>
                  </a:lnTo>
                  <a:lnTo>
                    <a:pt x="0" y="168243"/>
                  </a:lnTo>
                  <a:lnTo>
                    <a:pt x="121" y="173622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1968" y="2800231"/>
              <a:ext cx="167042" cy="6455"/>
            </a:xfrm>
            <a:custGeom>
              <a:avLst/>
              <a:pathLst>
                <a:path w="167042" h="6455">
                  <a:moveTo>
                    <a:pt x="0" y="6455"/>
                  </a:moveTo>
                  <a:lnTo>
                    <a:pt x="167042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1968" y="2800231"/>
              <a:ext cx="167042" cy="6455"/>
            </a:xfrm>
            <a:custGeom>
              <a:avLst/>
              <a:pathLst>
                <a:path w="167042" h="6455">
                  <a:moveTo>
                    <a:pt x="0" y="6455"/>
                  </a:moveTo>
                  <a:lnTo>
                    <a:pt x="167042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1968" y="2800231"/>
              <a:ext cx="167042" cy="6455"/>
            </a:xfrm>
            <a:custGeom>
              <a:avLst/>
              <a:pathLst>
                <a:path w="167042" h="6455">
                  <a:moveTo>
                    <a:pt x="0" y="6455"/>
                  </a:moveTo>
                  <a:lnTo>
                    <a:pt x="16704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1968" y="2800231"/>
              <a:ext cx="167042" cy="6455"/>
            </a:xfrm>
            <a:custGeom>
              <a:avLst/>
              <a:pathLst>
                <a:path w="167042" h="6455">
                  <a:moveTo>
                    <a:pt x="0" y="6455"/>
                  </a:moveTo>
                  <a:lnTo>
                    <a:pt x="16704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1968" y="2800231"/>
              <a:ext cx="167042" cy="6455"/>
            </a:xfrm>
            <a:custGeom>
              <a:avLst/>
              <a:pathLst>
                <a:path w="167042" h="6455">
                  <a:moveTo>
                    <a:pt x="0" y="6455"/>
                  </a:moveTo>
                  <a:lnTo>
                    <a:pt x="16704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1968" y="2800231"/>
              <a:ext cx="167042" cy="6455"/>
            </a:xfrm>
            <a:custGeom>
              <a:avLst/>
              <a:pathLst>
                <a:path w="167042" h="6455">
                  <a:moveTo>
                    <a:pt x="0" y="6455"/>
                  </a:moveTo>
                  <a:lnTo>
                    <a:pt x="16704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1968" y="2800231"/>
              <a:ext cx="167042" cy="6455"/>
            </a:xfrm>
            <a:custGeom>
              <a:avLst/>
              <a:pathLst>
                <a:path w="167042" h="6455">
                  <a:moveTo>
                    <a:pt x="0" y="6455"/>
                  </a:moveTo>
                  <a:lnTo>
                    <a:pt x="16704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1968" y="2800231"/>
              <a:ext cx="167042" cy="6455"/>
            </a:xfrm>
            <a:custGeom>
              <a:avLst/>
              <a:pathLst>
                <a:path w="167042" h="6455">
                  <a:moveTo>
                    <a:pt x="0" y="6455"/>
                  </a:moveTo>
                  <a:lnTo>
                    <a:pt x="16704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1968" y="2800231"/>
              <a:ext cx="167042" cy="6455"/>
            </a:xfrm>
            <a:custGeom>
              <a:avLst/>
              <a:pathLst>
                <a:path w="167042" h="6455">
                  <a:moveTo>
                    <a:pt x="0" y="6455"/>
                  </a:moveTo>
                  <a:lnTo>
                    <a:pt x="16704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1968" y="2800231"/>
              <a:ext cx="167042" cy="6455"/>
            </a:xfrm>
            <a:custGeom>
              <a:avLst/>
              <a:pathLst>
                <a:path w="167042" h="6455">
                  <a:moveTo>
                    <a:pt x="0" y="6455"/>
                  </a:moveTo>
                  <a:lnTo>
                    <a:pt x="16704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1968" y="2800231"/>
              <a:ext cx="167042" cy="6455"/>
            </a:xfrm>
            <a:custGeom>
              <a:avLst/>
              <a:pathLst>
                <a:path w="167042" h="6455">
                  <a:moveTo>
                    <a:pt x="0" y="6455"/>
                  </a:moveTo>
                  <a:lnTo>
                    <a:pt x="1670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1968" y="2800231"/>
              <a:ext cx="167042" cy="6455"/>
            </a:xfrm>
            <a:custGeom>
              <a:avLst/>
              <a:pathLst>
                <a:path w="167042" h="6455">
                  <a:moveTo>
                    <a:pt x="0" y="6455"/>
                  </a:moveTo>
                  <a:lnTo>
                    <a:pt x="1670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1968" y="2800231"/>
              <a:ext cx="167042" cy="6455"/>
            </a:xfrm>
            <a:custGeom>
              <a:avLst/>
              <a:pathLst>
                <a:path w="167042" h="6455">
                  <a:moveTo>
                    <a:pt x="0" y="6455"/>
                  </a:moveTo>
                  <a:lnTo>
                    <a:pt x="1670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1968" y="2800231"/>
              <a:ext cx="167042" cy="6455"/>
            </a:xfrm>
            <a:custGeom>
              <a:avLst/>
              <a:pathLst>
                <a:path w="167042" h="6455">
                  <a:moveTo>
                    <a:pt x="0" y="6455"/>
                  </a:moveTo>
                  <a:lnTo>
                    <a:pt x="1670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1968" y="2800231"/>
              <a:ext cx="167042" cy="6455"/>
            </a:xfrm>
            <a:custGeom>
              <a:avLst/>
              <a:pathLst>
                <a:path w="167042" h="6455">
                  <a:moveTo>
                    <a:pt x="0" y="6455"/>
                  </a:moveTo>
                  <a:lnTo>
                    <a:pt x="16704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1968" y="2800231"/>
              <a:ext cx="167042" cy="6455"/>
            </a:xfrm>
            <a:custGeom>
              <a:avLst/>
              <a:pathLst>
                <a:path w="167042" h="6455">
                  <a:moveTo>
                    <a:pt x="0" y="6455"/>
                  </a:moveTo>
                  <a:lnTo>
                    <a:pt x="16704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1968" y="2800231"/>
              <a:ext cx="167042" cy="6455"/>
            </a:xfrm>
            <a:custGeom>
              <a:avLst/>
              <a:pathLst>
                <a:path w="167042" h="6455">
                  <a:moveTo>
                    <a:pt x="0" y="6455"/>
                  </a:moveTo>
                  <a:lnTo>
                    <a:pt x="16704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1968" y="2800231"/>
              <a:ext cx="167042" cy="6455"/>
            </a:xfrm>
            <a:custGeom>
              <a:avLst/>
              <a:pathLst>
                <a:path w="167042" h="6455">
                  <a:moveTo>
                    <a:pt x="0" y="6455"/>
                  </a:moveTo>
                  <a:lnTo>
                    <a:pt x="16704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1968" y="2800231"/>
              <a:ext cx="167042" cy="6455"/>
            </a:xfrm>
            <a:custGeom>
              <a:avLst/>
              <a:pathLst>
                <a:path w="167042" h="6455">
                  <a:moveTo>
                    <a:pt x="0" y="6455"/>
                  </a:moveTo>
                  <a:lnTo>
                    <a:pt x="1670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1968" y="2800231"/>
              <a:ext cx="167042" cy="6455"/>
            </a:xfrm>
            <a:custGeom>
              <a:avLst/>
              <a:pathLst>
                <a:path w="167042" h="6455">
                  <a:moveTo>
                    <a:pt x="0" y="6455"/>
                  </a:moveTo>
                  <a:lnTo>
                    <a:pt x="1670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1968" y="2800231"/>
              <a:ext cx="167042" cy="6455"/>
            </a:xfrm>
            <a:custGeom>
              <a:avLst/>
              <a:pathLst>
                <a:path w="167042" h="6455">
                  <a:moveTo>
                    <a:pt x="0" y="6455"/>
                  </a:moveTo>
                  <a:lnTo>
                    <a:pt x="1670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1968" y="2800231"/>
              <a:ext cx="167042" cy="6455"/>
            </a:xfrm>
            <a:custGeom>
              <a:avLst/>
              <a:pathLst>
                <a:path w="167042" h="6455">
                  <a:moveTo>
                    <a:pt x="0" y="6455"/>
                  </a:moveTo>
                  <a:lnTo>
                    <a:pt x="1670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1968" y="2800231"/>
              <a:ext cx="167042" cy="6455"/>
            </a:xfrm>
            <a:custGeom>
              <a:avLst/>
              <a:pathLst>
                <a:path w="167042" h="6455">
                  <a:moveTo>
                    <a:pt x="0" y="6455"/>
                  </a:moveTo>
                  <a:lnTo>
                    <a:pt x="16704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1968" y="2800231"/>
              <a:ext cx="167042" cy="6455"/>
            </a:xfrm>
            <a:custGeom>
              <a:avLst/>
              <a:pathLst>
                <a:path w="167042" h="6455">
                  <a:moveTo>
                    <a:pt x="0" y="6455"/>
                  </a:moveTo>
                  <a:lnTo>
                    <a:pt x="16704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1968" y="2676098"/>
              <a:ext cx="334200" cy="291296"/>
            </a:xfrm>
            <a:custGeom>
              <a:avLst/>
              <a:pathLst>
                <a:path w="334200" h="291296">
                  <a:moveTo>
                    <a:pt x="0" y="130588"/>
                  </a:moveTo>
                  <a:lnTo>
                    <a:pt x="289" y="135892"/>
                  </a:lnTo>
                  <a:lnTo>
                    <a:pt x="747" y="141183"/>
                  </a:lnTo>
                  <a:lnTo>
                    <a:pt x="1372" y="146457"/>
                  </a:lnTo>
                  <a:lnTo>
                    <a:pt x="2165" y="151709"/>
                  </a:lnTo>
                  <a:lnTo>
                    <a:pt x="3124" y="156933"/>
                  </a:lnTo>
                  <a:lnTo>
                    <a:pt x="4249" y="162124"/>
                  </a:lnTo>
                  <a:lnTo>
                    <a:pt x="5538" y="167276"/>
                  </a:lnTo>
                  <a:lnTo>
                    <a:pt x="6990" y="172385"/>
                  </a:lnTo>
                  <a:lnTo>
                    <a:pt x="8604" y="177445"/>
                  </a:lnTo>
                  <a:lnTo>
                    <a:pt x="10377" y="182452"/>
                  </a:lnTo>
                  <a:lnTo>
                    <a:pt x="12309" y="187399"/>
                  </a:lnTo>
                  <a:lnTo>
                    <a:pt x="14397" y="192283"/>
                  </a:lnTo>
                  <a:lnTo>
                    <a:pt x="16639" y="197097"/>
                  </a:lnTo>
                  <a:lnTo>
                    <a:pt x="19033" y="201839"/>
                  </a:lnTo>
                  <a:lnTo>
                    <a:pt x="21576" y="206501"/>
                  </a:lnTo>
                  <a:lnTo>
                    <a:pt x="24266" y="211081"/>
                  </a:lnTo>
                  <a:lnTo>
                    <a:pt x="27100" y="215573"/>
                  </a:lnTo>
                  <a:lnTo>
                    <a:pt x="30076" y="219972"/>
                  </a:lnTo>
                  <a:lnTo>
                    <a:pt x="33189" y="224275"/>
                  </a:lnTo>
                  <a:lnTo>
                    <a:pt x="36438" y="228477"/>
                  </a:lnTo>
                  <a:lnTo>
                    <a:pt x="39819" y="232573"/>
                  </a:lnTo>
                  <a:lnTo>
                    <a:pt x="43328" y="236560"/>
                  </a:lnTo>
                  <a:lnTo>
                    <a:pt x="46962" y="240433"/>
                  </a:lnTo>
                  <a:lnTo>
                    <a:pt x="50717" y="244189"/>
                  </a:lnTo>
                  <a:lnTo>
                    <a:pt x="54590" y="247824"/>
                  </a:lnTo>
                  <a:lnTo>
                    <a:pt x="58576" y="251334"/>
                  </a:lnTo>
                  <a:lnTo>
                    <a:pt x="62672" y="254715"/>
                  </a:lnTo>
                  <a:lnTo>
                    <a:pt x="66873" y="257965"/>
                  </a:lnTo>
                  <a:lnTo>
                    <a:pt x="71175" y="261080"/>
                  </a:lnTo>
                  <a:lnTo>
                    <a:pt x="75574" y="264056"/>
                  </a:lnTo>
                  <a:lnTo>
                    <a:pt x="80065" y="266891"/>
                  </a:lnTo>
                  <a:lnTo>
                    <a:pt x="84644" y="269582"/>
                  </a:lnTo>
                  <a:lnTo>
                    <a:pt x="89306" y="272126"/>
                  </a:lnTo>
                  <a:lnTo>
                    <a:pt x="94047" y="274521"/>
                  </a:lnTo>
                  <a:lnTo>
                    <a:pt x="98861" y="276764"/>
                  </a:lnTo>
                  <a:lnTo>
                    <a:pt x="103744" y="278853"/>
                  </a:lnTo>
                  <a:lnTo>
                    <a:pt x="108691" y="280786"/>
                  </a:lnTo>
                  <a:lnTo>
                    <a:pt x="113697" y="282561"/>
                  </a:lnTo>
                  <a:lnTo>
                    <a:pt x="118757" y="284175"/>
                  </a:lnTo>
                  <a:lnTo>
                    <a:pt x="123866" y="285628"/>
                  </a:lnTo>
                  <a:lnTo>
                    <a:pt x="129018" y="286918"/>
                  </a:lnTo>
                  <a:lnTo>
                    <a:pt x="134208" y="288044"/>
                  </a:lnTo>
                  <a:lnTo>
                    <a:pt x="139432" y="289005"/>
                  </a:lnTo>
                  <a:lnTo>
                    <a:pt x="144683" y="289798"/>
                  </a:lnTo>
                  <a:lnTo>
                    <a:pt x="149958" y="290425"/>
                  </a:lnTo>
                  <a:lnTo>
                    <a:pt x="155249" y="290884"/>
                  </a:lnTo>
                  <a:lnTo>
                    <a:pt x="160552" y="291174"/>
                  </a:lnTo>
                  <a:lnTo>
                    <a:pt x="165862" y="291296"/>
                  </a:lnTo>
                  <a:lnTo>
                    <a:pt x="171173" y="291249"/>
                  </a:lnTo>
                  <a:lnTo>
                    <a:pt x="176480" y="291034"/>
                  </a:lnTo>
                  <a:lnTo>
                    <a:pt x="181777" y="290650"/>
                  </a:lnTo>
                  <a:lnTo>
                    <a:pt x="187060" y="290098"/>
                  </a:lnTo>
                  <a:lnTo>
                    <a:pt x="192322" y="289378"/>
                  </a:lnTo>
                  <a:lnTo>
                    <a:pt x="197558" y="288492"/>
                  </a:lnTo>
                  <a:lnTo>
                    <a:pt x="202764" y="287439"/>
                  </a:lnTo>
                  <a:lnTo>
                    <a:pt x="207934" y="286222"/>
                  </a:lnTo>
                  <a:lnTo>
                    <a:pt x="213063" y="284841"/>
                  </a:lnTo>
                  <a:lnTo>
                    <a:pt x="218145" y="283298"/>
                  </a:lnTo>
                  <a:lnTo>
                    <a:pt x="223175" y="281594"/>
                  </a:lnTo>
                  <a:lnTo>
                    <a:pt x="228149" y="279732"/>
                  </a:lnTo>
                  <a:lnTo>
                    <a:pt x="233061" y="277712"/>
                  </a:lnTo>
                  <a:lnTo>
                    <a:pt x="237907" y="275537"/>
                  </a:lnTo>
                  <a:lnTo>
                    <a:pt x="242681" y="273209"/>
                  </a:lnTo>
                  <a:lnTo>
                    <a:pt x="247379" y="270731"/>
                  </a:lnTo>
                  <a:lnTo>
                    <a:pt x="251995" y="268105"/>
                  </a:lnTo>
                  <a:lnTo>
                    <a:pt x="256526" y="265334"/>
                  </a:lnTo>
                  <a:lnTo>
                    <a:pt x="260966" y="262420"/>
                  </a:lnTo>
                  <a:lnTo>
                    <a:pt x="265312" y="259366"/>
                  </a:lnTo>
                  <a:lnTo>
                    <a:pt x="269558" y="256176"/>
                  </a:lnTo>
                  <a:lnTo>
                    <a:pt x="273701" y="252853"/>
                  </a:lnTo>
                  <a:lnTo>
                    <a:pt x="277737" y="249399"/>
                  </a:lnTo>
                  <a:lnTo>
                    <a:pt x="281660" y="245820"/>
                  </a:lnTo>
                  <a:lnTo>
                    <a:pt x="285468" y="242117"/>
                  </a:lnTo>
                  <a:lnTo>
                    <a:pt x="289157" y="238295"/>
                  </a:lnTo>
                  <a:lnTo>
                    <a:pt x="292722" y="234359"/>
                  </a:lnTo>
                  <a:lnTo>
                    <a:pt x="296160" y="230310"/>
                  </a:lnTo>
                  <a:lnTo>
                    <a:pt x="299468" y="226155"/>
                  </a:lnTo>
                  <a:lnTo>
                    <a:pt x="302642" y="221897"/>
                  </a:lnTo>
                  <a:lnTo>
                    <a:pt x="305679" y="217540"/>
                  </a:lnTo>
                  <a:lnTo>
                    <a:pt x="308576" y="213088"/>
                  </a:lnTo>
                  <a:lnTo>
                    <a:pt x="311331" y="208547"/>
                  </a:lnTo>
                  <a:lnTo>
                    <a:pt x="313940" y="203921"/>
                  </a:lnTo>
                  <a:lnTo>
                    <a:pt x="316400" y="199214"/>
                  </a:lnTo>
                  <a:lnTo>
                    <a:pt x="318710" y="194431"/>
                  </a:lnTo>
                  <a:lnTo>
                    <a:pt x="320867" y="189578"/>
                  </a:lnTo>
                  <a:lnTo>
                    <a:pt x="322868" y="184658"/>
                  </a:lnTo>
                  <a:lnTo>
                    <a:pt x="324712" y="179677"/>
                  </a:lnTo>
                  <a:lnTo>
                    <a:pt x="326397" y="174640"/>
                  </a:lnTo>
                  <a:lnTo>
                    <a:pt x="327921" y="169552"/>
                  </a:lnTo>
                  <a:lnTo>
                    <a:pt x="329283" y="164419"/>
                  </a:lnTo>
                  <a:lnTo>
                    <a:pt x="330481" y="159244"/>
                  </a:lnTo>
                  <a:lnTo>
                    <a:pt x="331514" y="154035"/>
                  </a:lnTo>
                  <a:lnTo>
                    <a:pt x="332381" y="148795"/>
                  </a:lnTo>
                  <a:lnTo>
                    <a:pt x="333081" y="143530"/>
                  </a:lnTo>
                  <a:lnTo>
                    <a:pt x="333613" y="138245"/>
                  </a:lnTo>
                  <a:lnTo>
                    <a:pt x="333977" y="132947"/>
                  </a:lnTo>
                  <a:lnTo>
                    <a:pt x="334173" y="127639"/>
                  </a:lnTo>
                  <a:lnTo>
                    <a:pt x="334200" y="122328"/>
                  </a:lnTo>
                  <a:lnTo>
                    <a:pt x="334058" y="117019"/>
                  </a:lnTo>
                  <a:lnTo>
                    <a:pt x="333748" y="111716"/>
                  </a:lnTo>
                  <a:lnTo>
                    <a:pt x="333269" y="106427"/>
                  </a:lnTo>
                  <a:lnTo>
                    <a:pt x="332623" y="101155"/>
                  </a:lnTo>
                  <a:lnTo>
                    <a:pt x="331809" y="95907"/>
                  </a:lnTo>
                  <a:lnTo>
                    <a:pt x="330830" y="90687"/>
                  </a:lnTo>
                  <a:lnTo>
                    <a:pt x="329684" y="85500"/>
                  </a:lnTo>
                  <a:lnTo>
                    <a:pt x="328375" y="80353"/>
                  </a:lnTo>
                  <a:lnTo>
                    <a:pt x="326903" y="75250"/>
                  </a:lnTo>
                  <a:lnTo>
                    <a:pt x="325269" y="70196"/>
                  </a:lnTo>
                  <a:lnTo>
                    <a:pt x="323476" y="65197"/>
                  </a:lnTo>
                  <a:lnTo>
                    <a:pt x="321525" y="60257"/>
                  </a:lnTo>
                  <a:lnTo>
                    <a:pt x="319417" y="55382"/>
                  </a:lnTo>
                  <a:lnTo>
                    <a:pt x="317157" y="50576"/>
                  </a:lnTo>
                  <a:lnTo>
                    <a:pt x="314744" y="45844"/>
                  </a:lnTo>
                  <a:lnTo>
                    <a:pt x="312182" y="41192"/>
                  </a:lnTo>
                  <a:lnTo>
                    <a:pt x="309474" y="36623"/>
                  </a:lnTo>
                  <a:lnTo>
                    <a:pt x="306622" y="32142"/>
                  </a:lnTo>
                  <a:lnTo>
                    <a:pt x="303630" y="27754"/>
                  </a:lnTo>
                  <a:lnTo>
                    <a:pt x="300499" y="23464"/>
                  </a:lnTo>
                  <a:lnTo>
                    <a:pt x="297233" y="19275"/>
                  </a:lnTo>
                  <a:lnTo>
                    <a:pt x="293837" y="15192"/>
                  </a:lnTo>
                  <a:lnTo>
                    <a:pt x="290312" y="11219"/>
                  </a:lnTo>
                  <a:lnTo>
                    <a:pt x="286663" y="7360"/>
                  </a:lnTo>
                  <a:lnTo>
                    <a:pt x="282893" y="3619"/>
                  </a:lnTo>
                  <a:lnTo>
                    <a:pt x="279006" y="0"/>
                  </a:lnTo>
                  <a:lnTo>
                    <a:pt x="167042" y="1241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919011" y="2633064"/>
              <a:ext cx="111963" cy="167167"/>
            </a:xfrm>
            <a:custGeom>
              <a:avLst/>
              <a:pathLst>
                <a:path w="111963" h="167167">
                  <a:moveTo>
                    <a:pt x="111963" y="43033"/>
                  </a:moveTo>
                  <a:lnTo>
                    <a:pt x="107760" y="39368"/>
                  </a:lnTo>
                  <a:lnTo>
                    <a:pt x="103438" y="35845"/>
                  </a:lnTo>
                  <a:lnTo>
                    <a:pt x="99001" y="32468"/>
                  </a:lnTo>
                  <a:lnTo>
                    <a:pt x="94453" y="29241"/>
                  </a:lnTo>
                  <a:lnTo>
                    <a:pt x="89800" y="26168"/>
                  </a:lnTo>
                  <a:lnTo>
                    <a:pt x="85047" y="23251"/>
                  </a:lnTo>
                  <a:lnTo>
                    <a:pt x="80200" y="20495"/>
                  </a:lnTo>
                  <a:lnTo>
                    <a:pt x="75264" y="17901"/>
                  </a:lnTo>
                  <a:lnTo>
                    <a:pt x="70243" y="15474"/>
                  </a:lnTo>
                  <a:lnTo>
                    <a:pt x="65145" y="13216"/>
                  </a:lnTo>
                  <a:lnTo>
                    <a:pt x="59974" y="11128"/>
                  </a:lnTo>
                  <a:lnTo>
                    <a:pt x="54736" y="9215"/>
                  </a:lnTo>
                  <a:lnTo>
                    <a:pt x="49438" y="7477"/>
                  </a:lnTo>
                  <a:lnTo>
                    <a:pt x="44084" y="5917"/>
                  </a:lnTo>
                  <a:lnTo>
                    <a:pt x="38681" y="4536"/>
                  </a:lnTo>
                  <a:lnTo>
                    <a:pt x="33236" y="3337"/>
                  </a:lnTo>
                  <a:lnTo>
                    <a:pt x="27753" y="2319"/>
                  </a:lnTo>
                  <a:lnTo>
                    <a:pt x="22239" y="1486"/>
                  </a:lnTo>
                  <a:lnTo>
                    <a:pt x="16701" y="836"/>
                  </a:lnTo>
                  <a:lnTo>
                    <a:pt x="11144" y="371"/>
                  </a:lnTo>
                  <a:lnTo>
                    <a:pt x="5575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85206" y="2126963"/>
              <a:ext cx="43266" cy="167167"/>
            </a:xfrm>
            <a:custGeom>
              <a:avLst/>
              <a:pathLst>
                <a:path w="43266" h="167167">
                  <a:moveTo>
                    <a:pt x="43266" y="0"/>
                  </a:moveTo>
                  <a:lnTo>
                    <a:pt x="37015" y="116"/>
                  </a:lnTo>
                  <a:lnTo>
                    <a:pt x="30773" y="467"/>
                  </a:lnTo>
                  <a:lnTo>
                    <a:pt x="24549" y="1051"/>
                  </a:lnTo>
                  <a:lnTo>
                    <a:pt x="18351" y="1867"/>
                  </a:lnTo>
                  <a:lnTo>
                    <a:pt x="12187" y="2914"/>
                  </a:lnTo>
                  <a:lnTo>
                    <a:pt x="6067" y="4191"/>
                  </a:lnTo>
                  <a:lnTo>
                    <a:pt x="0" y="5696"/>
                  </a:lnTo>
                  <a:lnTo>
                    <a:pt x="4326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85206" y="213265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85206" y="213265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85206" y="213265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85206" y="213265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85206" y="213265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85206" y="213265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85206" y="213265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85206" y="213265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85206" y="213265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85206" y="213265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85206" y="213265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85206" y="213265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85206" y="213265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85206" y="213265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85206" y="213265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85206" y="213265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85206" y="213265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85206" y="213265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85206" y="213265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85206" y="213265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85206" y="213265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85206" y="213265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85206" y="213265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561304" y="2132659"/>
              <a:ext cx="192892" cy="328636"/>
            </a:xfrm>
            <a:custGeom>
              <a:avLst/>
              <a:pathLst>
                <a:path w="192892" h="328636">
                  <a:moveTo>
                    <a:pt x="123901" y="0"/>
                  </a:moveTo>
                  <a:lnTo>
                    <a:pt x="118766" y="1464"/>
                  </a:lnTo>
                  <a:lnTo>
                    <a:pt x="113681" y="3091"/>
                  </a:lnTo>
                  <a:lnTo>
                    <a:pt x="108651" y="4880"/>
                  </a:lnTo>
                  <a:lnTo>
                    <a:pt x="103680" y="6828"/>
                  </a:lnTo>
                  <a:lnTo>
                    <a:pt x="98774" y="8934"/>
                  </a:lnTo>
                  <a:lnTo>
                    <a:pt x="93938" y="11196"/>
                  </a:lnTo>
                  <a:lnTo>
                    <a:pt x="89176" y="13612"/>
                  </a:lnTo>
                  <a:lnTo>
                    <a:pt x="84494" y="16178"/>
                  </a:lnTo>
                  <a:lnTo>
                    <a:pt x="79896" y="18892"/>
                  </a:lnTo>
                  <a:lnTo>
                    <a:pt x="75388" y="21751"/>
                  </a:lnTo>
                  <a:lnTo>
                    <a:pt x="70972" y="24754"/>
                  </a:lnTo>
                  <a:lnTo>
                    <a:pt x="66656" y="27895"/>
                  </a:lnTo>
                  <a:lnTo>
                    <a:pt x="62441" y="31173"/>
                  </a:lnTo>
                  <a:lnTo>
                    <a:pt x="58334" y="34584"/>
                  </a:lnTo>
                  <a:lnTo>
                    <a:pt x="54337" y="38124"/>
                  </a:lnTo>
                  <a:lnTo>
                    <a:pt x="50456" y="41790"/>
                  </a:lnTo>
                  <a:lnTo>
                    <a:pt x="46693" y="45579"/>
                  </a:lnTo>
                  <a:lnTo>
                    <a:pt x="43054" y="49485"/>
                  </a:lnTo>
                  <a:lnTo>
                    <a:pt x="39541" y="53506"/>
                  </a:lnTo>
                  <a:lnTo>
                    <a:pt x="36158" y="57636"/>
                  </a:lnTo>
                  <a:lnTo>
                    <a:pt x="32909" y="61873"/>
                  </a:lnTo>
                  <a:lnTo>
                    <a:pt x="29797" y="66211"/>
                  </a:lnTo>
                  <a:lnTo>
                    <a:pt x="26825" y="70647"/>
                  </a:lnTo>
                  <a:lnTo>
                    <a:pt x="23996" y="75175"/>
                  </a:lnTo>
                  <a:lnTo>
                    <a:pt x="21313" y="79791"/>
                  </a:lnTo>
                  <a:lnTo>
                    <a:pt x="18779" y="84490"/>
                  </a:lnTo>
                  <a:lnTo>
                    <a:pt x="16396" y="89268"/>
                  </a:lnTo>
                  <a:lnTo>
                    <a:pt x="14168" y="94120"/>
                  </a:lnTo>
                  <a:lnTo>
                    <a:pt x="12095" y="99040"/>
                  </a:lnTo>
                  <a:lnTo>
                    <a:pt x="10180" y="104024"/>
                  </a:lnTo>
                  <a:lnTo>
                    <a:pt x="8426" y="109067"/>
                  </a:lnTo>
                  <a:lnTo>
                    <a:pt x="6833" y="114163"/>
                  </a:lnTo>
                  <a:lnTo>
                    <a:pt x="5404" y="119307"/>
                  </a:lnTo>
                  <a:lnTo>
                    <a:pt x="4140" y="124495"/>
                  </a:lnTo>
                  <a:lnTo>
                    <a:pt x="3043" y="129720"/>
                  </a:lnTo>
                  <a:lnTo>
                    <a:pt x="2112" y="134977"/>
                  </a:lnTo>
                  <a:lnTo>
                    <a:pt x="1350" y="140261"/>
                  </a:lnTo>
                  <a:lnTo>
                    <a:pt x="758" y="145568"/>
                  </a:lnTo>
                  <a:lnTo>
                    <a:pt x="335" y="150890"/>
                  </a:lnTo>
                  <a:lnTo>
                    <a:pt x="82" y="156223"/>
                  </a:lnTo>
                  <a:lnTo>
                    <a:pt x="0" y="161561"/>
                  </a:lnTo>
                  <a:lnTo>
                    <a:pt x="88" y="166900"/>
                  </a:lnTo>
                  <a:lnTo>
                    <a:pt x="346" y="172233"/>
                  </a:lnTo>
                  <a:lnTo>
                    <a:pt x="775" y="177555"/>
                  </a:lnTo>
                  <a:lnTo>
                    <a:pt x="1373" y="182860"/>
                  </a:lnTo>
                  <a:lnTo>
                    <a:pt x="2141" y="188144"/>
                  </a:lnTo>
                  <a:lnTo>
                    <a:pt x="3077" y="193400"/>
                  </a:lnTo>
                  <a:lnTo>
                    <a:pt x="4180" y="198624"/>
                  </a:lnTo>
                  <a:lnTo>
                    <a:pt x="5450" y="203810"/>
                  </a:lnTo>
                  <a:lnTo>
                    <a:pt x="6885" y="208953"/>
                  </a:lnTo>
                  <a:lnTo>
                    <a:pt x="8483" y="214047"/>
                  </a:lnTo>
                  <a:lnTo>
                    <a:pt x="10243" y="219088"/>
                  </a:lnTo>
                  <a:lnTo>
                    <a:pt x="12163" y="224070"/>
                  </a:lnTo>
                  <a:lnTo>
                    <a:pt x="14241" y="228988"/>
                  </a:lnTo>
                  <a:lnTo>
                    <a:pt x="16475" y="233837"/>
                  </a:lnTo>
                  <a:lnTo>
                    <a:pt x="18863" y="238612"/>
                  </a:lnTo>
                  <a:lnTo>
                    <a:pt x="21402" y="243309"/>
                  </a:lnTo>
                  <a:lnTo>
                    <a:pt x="24090" y="247922"/>
                  </a:lnTo>
                  <a:lnTo>
                    <a:pt x="26923" y="252447"/>
                  </a:lnTo>
                  <a:lnTo>
                    <a:pt x="29900" y="256879"/>
                  </a:lnTo>
                  <a:lnTo>
                    <a:pt x="33017" y="261214"/>
                  </a:lnTo>
                  <a:lnTo>
                    <a:pt x="36271" y="265447"/>
                  </a:lnTo>
                  <a:lnTo>
                    <a:pt x="39658" y="269574"/>
                  </a:lnTo>
                  <a:lnTo>
                    <a:pt x="43175" y="273591"/>
                  </a:lnTo>
                  <a:lnTo>
                    <a:pt x="46819" y="277494"/>
                  </a:lnTo>
                  <a:lnTo>
                    <a:pt x="50585" y="281278"/>
                  </a:lnTo>
                  <a:lnTo>
                    <a:pt x="54471" y="284940"/>
                  </a:lnTo>
                  <a:lnTo>
                    <a:pt x="58471" y="288476"/>
                  </a:lnTo>
                  <a:lnTo>
                    <a:pt x="62582" y="291882"/>
                  </a:lnTo>
                  <a:lnTo>
                    <a:pt x="66800" y="295155"/>
                  </a:lnTo>
                  <a:lnTo>
                    <a:pt x="71121" y="298292"/>
                  </a:lnTo>
                  <a:lnTo>
                    <a:pt x="75539" y="301290"/>
                  </a:lnTo>
                  <a:lnTo>
                    <a:pt x="80051" y="304144"/>
                  </a:lnTo>
                  <a:lnTo>
                    <a:pt x="84652" y="306854"/>
                  </a:lnTo>
                  <a:lnTo>
                    <a:pt x="89336" y="309415"/>
                  </a:lnTo>
                  <a:lnTo>
                    <a:pt x="94101" y="311825"/>
                  </a:lnTo>
                  <a:lnTo>
                    <a:pt x="98939" y="314081"/>
                  </a:lnTo>
                  <a:lnTo>
                    <a:pt x="103848" y="316182"/>
                  </a:lnTo>
                  <a:lnTo>
                    <a:pt x="108821" y="318125"/>
                  </a:lnTo>
                  <a:lnTo>
                    <a:pt x="113853" y="319909"/>
                  </a:lnTo>
                  <a:lnTo>
                    <a:pt x="118940" y="321531"/>
                  </a:lnTo>
                  <a:lnTo>
                    <a:pt x="124076" y="322989"/>
                  </a:lnTo>
                  <a:lnTo>
                    <a:pt x="129256" y="324283"/>
                  </a:lnTo>
                  <a:lnTo>
                    <a:pt x="134475" y="325410"/>
                  </a:lnTo>
                  <a:lnTo>
                    <a:pt x="139727" y="326371"/>
                  </a:lnTo>
                  <a:lnTo>
                    <a:pt x="145007" y="327163"/>
                  </a:lnTo>
                  <a:lnTo>
                    <a:pt x="150309" y="327786"/>
                  </a:lnTo>
                  <a:lnTo>
                    <a:pt x="155629" y="328240"/>
                  </a:lnTo>
                  <a:lnTo>
                    <a:pt x="160961" y="328523"/>
                  </a:lnTo>
                  <a:lnTo>
                    <a:pt x="166298" y="328636"/>
                  </a:lnTo>
                  <a:lnTo>
                    <a:pt x="171637" y="328579"/>
                  </a:lnTo>
                  <a:lnTo>
                    <a:pt x="176971" y="328351"/>
                  </a:lnTo>
                  <a:lnTo>
                    <a:pt x="182296" y="327952"/>
                  </a:lnTo>
                  <a:lnTo>
                    <a:pt x="187604" y="327384"/>
                  </a:lnTo>
                  <a:lnTo>
                    <a:pt x="192892" y="326647"/>
                  </a:lnTo>
                  <a:lnTo>
                    <a:pt x="167167" y="1614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728472" y="2126963"/>
              <a:ext cx="167151" cy="332343"/>
            </a:xfrm>
            <a:custGeom>
              <a:avLst/>
              <a:pathLst>
                <a:path w="167151" h="332343">
                  <a:moveTo>
                    <a:pt x="25725" y="332343"/>
                  </a:moveTo>
                  <a:lnTo>
                    <a:pt x="30960" y="331442"/>
                  </a:lnTo>
                  <a:lnTo>
                    <a:pt x="36164" y="330376"/>
                  </a:lnTo>
                  <a:lnTo>
                    <a:pt x="41331" y="329144"/>
                  </a:lnTo>
                  <a:lnTo>
                    <a:pt x="46457" y="327749"/>
                  </a:lnTo>
                  <a:lnTo>
                    <a:pt x="51535" y="326192"/>
                  </a:lnTo>
                  <a:lnTo>
                    <a:pt x="56562" y="324475"/>
                  </a:lnTo>
                  <a:lnTo>
                    <a:pt x="61531" y="322598"/>
                  </a:lnTo>
                  <a:lnTo>
                    <a:pt x="66438" y="320565"/>
                  </a:lnTo>
                  <a:lnTo>
                    <a:pt x="71279" y="318376"/>
                  </a:lnTo>
                  <a:lnTo>
                    <a:pt x="76047" y="316035"/>
                  </a:lnTo>
                  <a:lnTo>
                    <a:pt x="80738" y="313544"/>
                  </a:lnTo>
                  <a:lnTo>
                    <a:pt x="85348" y="310905"/>
                  </a:lnTo>
                  <a:lnTo>
                    <a:pt x="89872" y="308120"/>
                  </a:lnTo>
                  <a:lnTo>
                    <a:pt x="94305" y="305194"/>
                  </a:lnTo>
                  <a:lnTo>
                    <a:pt x="98643" y="302128"/>
                  </a:lnTo>
                  <a:lnTo>
                    <a:pt x="102881" y="298925"/>
                  </a:lnTo>
                  <a:lnTo>
                    <a:pt x="107015" y="295590"/>
                  </a:lnTo>
                  <a:lnTo>
                    <a:pt x="111042" y="292125"/>
                  </a:lnTo>
                  <a:lnTo>
                    <a:pt x="114956" y="288534"/>
                  </a:lnTo>
                  <a:lnTo>
                    <a:pt x="118754" y="284820"/>
                  </a:lnTo>
                  <a:lnTo>
                    <a:pt x="122432" y="280988"/>
                  </a:lnTo>
                  <a:lnTo>
                    <a:pt x="125987" y="277041"/>
                  </a:lnTo>
                  <a:lnTo>
                    <a:pt x="129414" y="272982"/>
                  </a:lnTo>
                  <a:lnTo>
                    <a:pt x="132711" y="268817"/>
                  </a:lnTo>
                  <a:lnTo>
                    <a:pt x="135873" y="264549"/>
                  </a:lnTo>
                  <a:lnTo>
                    <a:pt x="138899" y="260183"/>
                  </a:lnTo>
                  <a:lnTo>
                    <a:pt x="141784" y="255723"/>
                  </a:lnTo>
                  <a:lnTo>
                    <a:pt x="144526" y="251173"/>
                  </a:lnTo>
                  <a:lnTo>
                    <a:pt x="147122" y="246539"/>
                  </a:lnTo>
                  <a:lnTo>
                    <a:pt x="149570" y="241825"/>
                  </a:lnTo>
                  <a:lnTo>
                    <a:pt x="151866" y="237035"/>
                  </a:lnTo>
                  <a:lnTo>
                    <a:pt x="154009" y="232174"/>
                  </a:lnTo>
                  <a:lnTo>
                    <a:pt x="155997" y="227248"/>
                  </a:lnTo>
                  <a:lnTo>
                    <a:pt x="157827" y="222262"/>
                  </a:lnTo>
                  <a:lnTo>
                    <a:pt x="159498" y="217219"/>
                  </a:lnTo>
                  <a:lnTo>
                    <a:pt x="161008" y="212126"/>
                  </a:lnTo>
                  <a:lnTo>
                    <a:pt x="162355" y="206988"/>
                  </a:lnTo>
                  <a:lnTo>
                    <a:pt x="163538" y="201810"/>
                  </a:lnTo>
                  <a:lnTo>
                    <a:pt x="164556" y="196596"/>
                  </a:lnTo>
                  <a:lnTo>
                    <a:pt x="165408" y="191353"/>
                  </a:lnTo>
                  <a:lnTo>
                    <a:pt x="166093" y="186085"/>
                  </a:lnTo>
                  <a:lnTo>
                    <a:pt x="166610" y="180799"/>
                  </a:lnTo>
                  <a:lnTo>
                    <a:pt x="166959" y="175498"/>
                  </a:lnTo>
                  <a:lnTo>
                    <a:pt x="167140" y="170189"/>
                  </a:lnTo>
                  <a:lnTo>
                    <a:pt x="167151" y="164877"/>
                  </a:lnTo>
                  <a:lnTo>
                    <a:pt x="166994" y="159568"/>
                  </a:lnTo>
                  <a:lnTo>
                    <a:pt x="166668" y="154266"/>
                  </a:lnTo>
                  <a:lnTo>
                    <a:pt x="166174" y="148977"/>
                  </a:lnTo>
                  <a:lnTo>
                    <a:pt x="165512" y="143706"/>
                  </a:lnTo>
                  <a:lnTo>
                    <a:pt x="164684" y="138459"/>
                  </a:lnTo>
                  <a:lnTo>
                    <a:pt x="163688" y="133241"/>
                  </a:lnTo>
                  <a:lnTo>
                    <a:pt x="162528" y="128058"/>
                  </a:lnTo>
                  <a:lnTo>
                    <a:pt x="161203" y="122914"/>
                  </a:lnTo>
                  <a:lnTo>
                    <a:pt x="159716" y="117814"/>
                  </a:lnTo>
                  <a:lnTo>
                    <a:pt x="158067" y="112765"/>
                  </a:lnTo>
                  <a:lnTo>
                    <a:pt x="156259" y="107770"/>
                  </a:lnTo>
                  <a:lnTo>
                    <a:pt x="154293" y="102835"/>
                  </a:lnTo>
                  <a:lnTo>
                    <a:pt x="152171" y="97966"/>
                  </a:lnTo>
                  <a:lnTo>
                    <a:pt x="149895" y="93166"/>
                  </a:lnTo>
                  <a:lnTo>
                    <a:pt x="147468" y="88440"/>
                  </a:lnTo>
                  <a:lnTo>
                    <a:pt x="144893" y="83795"/>
                  </a:lnTo>
                  <a:lnTo>
                    <a:pt x="142171" y="79233"/>
                  </a:lnTo>
                  <a:lnTo>
                    <a:pt x="139305" y="74761"/>
                  </a:lnTo>
                  <a:lnTo>
                    <a:pt x="136299" y="70381"/>
                  </a:lnTo>
                  <a:lnTo>
                    <a:pt x="133155" y="66100"/>
                  </a:lnTo>
                  <a:lnTo>
                    <a:pt x="129876" y="61920"/>
                  </a:lnTo>
                  <a:lnTo>
                    <a:pt x="126467" y="57847"/>
                  </a:lnTo>
                  <a:lnTo>
                    <a:pt x="122930" y="53884"/>
                  </a:lnTo>
                  <a:lnTo>
                    <a:pt x="119268" y="50035"/>
                  </a:lnTo>
                  <a:lnTo>
                    <a:pt x="115487" y="46305"/>
                  </a:lnTo>
                  <a:lnTo>
                    <a:pt x="111588" y="42697"/>
                  </a:lnTo>
                  <a:lnTo>
                    <a:pt x="107577" y="39214"/>
                  </a:lnTo>
                  <a:lnTo>
                    <a:pt x="103458" y="35861"/>
                  </a:lnTo>
                  <a:lnTo>
                    <a:pt x="99234" y="32640"/>
                  </a:lnTo>
                  <a:lnTo>
                    <a:pt x="94909" y="29555"/>
                  </a:lnTo>
                  <a:lnTo>
                    <a:pt x="90489" y="26609"/>
                  </a:lnTo>
                  <a:lnTo>
                    <a:pt x="85978" y="23805"/>
                  </a:lnTo>
                  <a:lnTo>
                    <a:pt x="81379" y="21145"/>
                  </a:lnTo>
                  <a:lnTo>
                    <a:pt x="76699" y="18633"/>
                  </a:lnTo>
                  <a:lnTo>
                    <a:pt x="71941" y="16272"/>
                  </a:lnTo>
                  <a:lnTo>
                    <a:pt x="67110" y="14062"/>
                  </a:lnTo>
                  <a:lnTo>
                    <a:pt x="62212" y="12007"/>
                  </a:lnTo>
                  <a:lnTo>
                    <a:pt x="57251" y="10109"/>
                  </a:lnTo>
                  <a:lnTo>
                    <a:pt x="52232" y="8369"/>
                  </a:lnTo>
                  <a:lnTo>
                    <a:pt x="47160" y="6790"/>
                  </a:lnTo>
                  <a:lnTo>
                    <a:pt x="42041" y="5372"/>
                  </a:lnTo>
                  <a:lnTo>
                    <a:pt x="36879" y="4118"/>
                  </a:lnTo>
                  <a:lnTo>
                    <a:pt x="31680" y="3029"/>
                  </a:lnTo>
                  <a:lnTo>
                    <a:pt x="26449" y="2105"/>
                  </a:lnTo>
                  <a:lnTo>
                    <a:pt x="21191" y="1348"/>
                  </a:lnTo>
                  <a:lnTo>
                    <a:pt x="15912" y="759"/>
                  </a:lnTo>
                  <a:lnTo>
                    <a:pt x="10617" y="337"/>
                  </a:lnTo>
                  <a:lnTo>
                    <a:pt x="5311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4140" y="1681503"/>
              <a:ext cx="39094" cy="167167"/>
            </a:xfrm>
            <a:custGeom>
              <a:avLst/>
              <a:pathLst>
                <a:path w="39094" h="167167">
                  <a:moveTo>
                    <a:pt x="39094" y="0"/>
                  </a:moveTo>
                  <a:lnTo>
                    <a:pt x="32519" y="129"/>
                  </a:lnTo>
                  <a:lnTo>
                    <a:pt x="25954" y="517"/>
                  </a:lnTo>
                  <a:lnTo>
                    <a:pt x="19410" y="1162"/>
                  </a:lnTo>
                  <a:lnTo>
                    <a:pt x="12896" y="2065"/>
                  </a:lnTo>
                  <a:lnTo>
                    <a:pt x="6422" y="3223"/>
                  </a:lnTo>
                  <a:lnTo>
                    <a:pt x="0" y="4635"/>
                  </a:lnTo>
                  <a:lnTo>
                    <a:pt x="39094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256071" y="1686138"/>
              <a:ext cx="334318" cy="329698"/>
            </a:xfrm>
            <a:custGeom>
              <a:avLst/>
              <a:pathLst>
                <a:path w="334318" h="329698">
                  <a:moveTo>
                    <a:pt x="128068" y="0"/>
                  </a:moveTo>
                  <a:lnTo>
                    <a:pt x="122951" y="1316"/>
                  </a:lnTo>
                  <a:lnTo>
                    <a:pt x="117878" y="2794"/>
                  </a:lnTo>
                  <a:lnTo>
                    <a:pt x="112854" y="4431"/>
                  </a:lnTo>
                  <a:lnTo>
                    <a:pt x="107885" y="6227"/>
                  </a:lnTo>
                  <a:lnTo>
                    <a:pt x="102975" y="8178"/>
                  </a:lnTo>
                  <a:lnTo>
                    <a:pt x="98128" y="10284"/>
                  </a:lnTo>
                  <a:lnTo>
                    <a:pt x="93351" y="12542"/>
                  </a:lnTo>
                  <a:lnTo>
                    <a:pt x="88648" y="14950"/>
                  </a:lnTo>
                  <a:lnTo>
                    <a:pt x="84023" y="17505"/>
                  </a:lnTo>
                  <a:lnTo>
                    <a:pt x="79481" y="20205"/>
                  </a:lnTo>
                  <a:lnTo>
                    <a:pt x="75026" y="23047"/>
                  </a:lnTo>
                  <a:lnTo>
                    <a:pt x="70664" y="26029"/>
                  </a:lnTo>
                  <a:lnTo>
                    <a:pt x="66398" y="29147"/>
                  </a:lnTo>
                  <a:lnTo>
                    <a:pt x="62233" y="32398"/>
                  </a:lnTo>
                  <a:lnTo>
                    <a:pt x="58173" y="35779"/>
                  </a:lnTo>
                  <a:lnTo>
                    <a:pt x="54221" y="39287"/>
                  </a:lnTo>
                  <a:lnTo>
                    <a:pt x="50382" y="42918"/>
                  </a:lnTo>
                  <a:lnTo>
                    <a:pt x="46660" y="46669"/>
                  </a:lnTo>
                  <a:lnTo>
                    <a:pt x="43059" y="50535"/>
                  </a:lnTo>
                  <a:lnTo>
                    <a:pt x="39581" y="54513"/>
                  </a:lnTo>
                  <a:lnTo>
                    <a:pt x="36231" y="58599"/>
                  </a:lnTo>
                  <a:lnTo>
                    <a:pt x="33012" y="62789"/>
                  </a:lnTo>
                  <a:lnTo>
                    <a:pt x="29926" y="67079"/>
                  </a:lnTo>
                  <a:lnTo>
                    <a:pt x="26978" y="71464"/>
                  </a:lnTo>
                  <a:lnTo>
                    <a:pt x="24170" y="75940"/>
                  </a:lnTo>
                  <a:lnTo>
                    <a:pt x="21505" y="80502"/>
                  </a:lnTo>
                  <a:lnTo>
                    <a:pt x="18985" y="85147"/>
                  </a:lnTo>
                  <a:lnTo>
                    <a:pt x="16614" y="89868"/>
                  </a:lnTo>
                  <a:lnTo>
                    <a:pt x="14392" y="94663"/>
                  </a:lnTo>
                  <a:lnTo>
                    <a:pt x="12324" y="99525"/>
                  </a:lnTo>
                  <a:lnTo>
                    <a:pt x="10410" y="104450"/>
                  </a:lnTo>
                  <a:lnTo>
                    <a:pt x="8652" y="109433"/>
                  </a:lnTo>
                  <a:lnTo>
                    <a:pt x="7053" y="114469"/>
                  </a:lnTo>
                  <a:lnTo>
                    <a:pt x="5614" y="119553"/>
                  </a:lnTo>
                  <a:lnTo>
                    <a:pt x="4337" y="124681"/>
                  </a:lnTo>
                  <a:lnTo>
                    <a:pt x="3222" y="129845"/>
                  </a:lnTo>
                  <a:lnTo>
                    <a:pt x="2271" y="135043"/>
                  </a:lnTo>
                  <a:lnTo>
                    <a:pt x="1484" y="140268"/>
                  </a:lnTo>
                  <a:lnTo>
                    <a:pt x="864" y="145515"/>
                  </a:lnTo>
                  <a:lnTo>
                    <a:pt x="409" y="150780"/>
                  </a:lnTo>
                  <a:lnTo>
                    <a:pt x="121" y="156056"/>
                  </a:lnTo>
                  <a:lnTo>
                    <a:pt x="0" y="161338"/>
                  </a:lnTo>
                  <a:lnTo>
                    <a:pt x="45" y="166622"/>
                  </a:lnTo>
                  <a:lnTo>
                    <a:pt x="258" y="171902"/>
                  </a:lnTo>
                  <a:lnTo>
                    <a:pt x="638" y="177172"/>
                  </a:lnTo>
                  <a:lnTo>
                    <a:pt x="1183" y="182427"/>
                  </a:lnTo>
                  <a:lnTo>
                    <a:pt x="1895" y="187663"/>
                  </a:lnTo>
                  <a:lnTo>
                    <a:pt x="2772" y="192874"/>
                  </a:lnTo>
                  <a:lnTo>
                    <a:pt x="3813" y="198054"/>
                  </a:lnTo>
                  <a:lnTo>
                    <a:pt x="5017" y="203199"/>
                  </a:lnTo>
                  <a:lnTo>
                    <a:pt x="6384" y="208303"/>
                  </a:lnTo>
                  <a:lnTo>
                    <a:pt x="7911" y="213362"/>
                  </a:lnTo>
                  <a:lnTo>
                    <a:pt x="9597" y="218369"/>
                  </a:lnTo>
                  <a:lnTo>
                    <a:pt x="11440" y="223321"/>
                  </a:lnTo>
                  <a:lnTo>
                    <a:pt x="13439" y="228213"/>
                  </a:lnTo>
                  <a:lnTo>
                    <a:pt x="15592" y="233038"/>
                  </a:lnTo>
                  <a:lnTo>
                    <a:pt x="17896" y="237793"/>
                  </a:lnTo>
                  <a:lnTo>
                    <a:pt x="20349" y="242473"/>
                  </a:lnTo>
                  <a:lnTo>
                    <a:pt x="22949" y="247073"/>
                  </a:lnTo>
                  <a:lnTo>
                    <a:pt x="25693" y="251589"/>
                  </a:lnTo>
                  <a:lnTo>
                    <a:pt x="28578" y="256015"/>
                  </a:lnTo>
                  <a:lnTo>
                    <a:pt x="31602" y="260349"/>
                  </a:lnTo>
                  <a:lnTo>
                    <a:pt x="34761" y="264584"/>
                  </a:lnTo>
                  <a:lnTo>
                    <a:pt x="38052" y="268717"/>
                  </a:lnTo>
                  <a:lnTo>
                    <a:pt x="41473" y="272745"/>
                  </a:lnTo>
                  <a:lnTo>
                    <a:pt x="45019" y="276662"/>
                  </a:lnTo>
                  <a:lnTo>
                    <a:pt x="48687" y="280465"/>
                  </a:lnTo>
                  <a:lnTo>
                    <a:pt x="52473" y="284151"/>
                  </a:lnTo>
                  <a:lnTo>
                    <a:pt x="56374" y="287715"/>
                  </a:lnTo>
                  <a:lnTo>
                    <a:pt x="60386" y="291154"/>
                  </a:lnTo>
                  <a:lnTo>
                    <a:pt x="64505" y="294464"/>
                  </a:lnTo>
                  <a:lnTo>
                    <a:pt x="68726" y="297643"/>
                  </a:lnTo>
                  <a:lnTo>
                    <a:pt x="73045" y="300686"/>
                  </a:lnTo>
                  <a:lnTo>
                    <a:pt x="77458" y="303592"/>
                  </a:lnTo>
                  <a:lnTo>
                    <a:pt x="81961" y="306356"/>
                  </a:lnTo>
                  <a:lnTo>
                    <a:pt x="86549" y="308977"/>
                  </a:lnTo>
                  <a:lnTo>
                    <a:pt x="91218" y="311452"/>
                  </a:lnTo>
                  <a:lnTo>
                    <a:pt x="95962" y="313778"/>
                  </a:lnTo>
                  <a:lnTo>
                    <a:pt x="100778" y="315952"/>
                  </a:lnTo>
                  <a:lnTo>
                    <a:pt x="105660" y="317974"/>
                  </a:lnTo>
                  <a:lnTo>
                    <a:pt x="110603" y="319840"/>
                  </a:lnTo>
                  <a:lnTo>
                    <a:pt x="115603" y="321549"/>
                  </a:lnTo>
                  <a:lnTo>
                    <a:pt x="120655" y="323099"/>
                  </a:lnTo>
                  <a:lnTo>
                    <a:pt x="125753" y="324489"/>
                  </a:lnTo>
                  <a:lnTo>
                    <a:pt x="130892" y="325716"/>
                  </a:lnTo>
                  <a:lnTo>
                    <a:pt x="136067" y="326781"/>
                  </a:lnTo>
                  <a:lnTo>
                    <a:pt x="141274" y="327682"/>
                  </a:lnTo>
                  <a:lnTo>
                    <a:pt x="146506" y="328418"/>
                  </a:lnTo>
                  <a:lnTo>
                    <a:pt x="151759" y="328988"/>
                  </a:lnTo>
                  <a:lnTo>
                    <a:pt x="157028" y="329391"/>
                  </a:lnTo>
                  <a:lnTo>
                    <a:pt x="162306" y="329628"/>
                  </a:lnTo>
                  <a:lnTo>
                    <a:pt x="167590" y="329698"/>
                  </a:lnTo>
                  <a:lnTo>
                    <a:pt x="172873" y="329601"/>
                  </a:lnTo>
                  <a:lnTo>
                    <a:pt x="178150" y="329337"/>
                  </a:lnTo>
                  <a:lnTo>
                    <a:pt x="183417" y="328907"/>
                  </a:lnTo>
                  <a:lnTo>
                    <a:pt x="188667" y="328310"/>
                  </a:lnTo>
                  <a:lnTo>
                    <a:pt x="193895" y="327547"/>
                  </a:lnTo>
                  <a:lnTo>
                    <a:pt x="199097" y="326620"/>
                  </a:lnTo>
                  <a:lnTo>
                    <a:pt x="204267" y="325529"/>
                  </a:lnTo>
                  <a:lnTo>
                    <a:pt x="209400" y="324275"/>
                  </a:lnTo>
                  <a:lnTo>
                    <a:pt x="214491" y="322859"/>
                  </a:lnTo>
                  <a:lnTo>
                    <a:pt x="219534" y="321283"/>
                  </a:lnTo>
                  <a:lnTo>
                    <a:pt x="224525" y="319549"/>
                  </a:lnTo>
                  <a:lnTo>
                    <a:pt x="229459" y="317657"/>
                  </a:lnTo>
                  <a:lnTo>
                    <a:pt x="234331" y="315611"/>
                  </a:lnTo>
                  <a:lnTo>
                    <a:pt x="239135" y="313412"/>
                  </a:lnTo>
                  <a:lnTo>
                    <a:pt x="243868" y="311062"/>
                  </a:lnTo>
                  <a:lnTo>
                    <a:pt x="248524" y="308563"/>
                  </a:lnTo>
                  <a:lnTo>
                    <a:pt x="253098" y="305919"/>
                  </a:lnTo>
                  <a:lnTo>
                    <a:pt x="257587" y="303131"/>
                  </a:lnTo>
                  <a:lnTo>
                    <a:pt x="261986" y="300203"/>
                  </a:lnTo>
                  <a:lnTo>
                    <a:pt x="266289" y="297138"/>
                  </a:lnTo>
                  <a:lnTo>
                    <a:pt x="270494" y="293938"/>
                  </a:lnTo>
                  <a:lnTo>
                    <a:pt x="274595" y="290606"/>
                  </a:lnTo>
                  <a:lnTo>
                    <a:pt x="278589" y="287147"/>
                  </a:lnTo>
                  <a:lnTo>
                    <a:pt x="282472" y="283563"/>
                  </a:lnTo>
                  <a:lnTo>
                    <a:pt x="286240" y="279858"/>
                  </a:lnTo>
                  <a:lnTo>
                    <a:pt x="289888" y="276036"/>
                  </a:lnTo>
                  <a:lnTo>
                    <a:pt x="293414" y="272101"/>
                  </a:lnTo>
                  <a:lnTo>
                    <a:pt x="296814" y="268056"/>
                  </a:lnTo>
                  <a:lnTo>
                    <a:pt x="300084" y="263906"/>
                  </a:lnTo>
                  <a:lnTo>
                    <a:pt x="303222" y="259654"/>
                  </a:lnTo>
                  <a:lnTo>
                    <a:pt x="306223" y="255306"/>
                  </a:lnTo>
                  <a:lnTo>
                    <a:pt x="309086" y="250864"/>
                  </a:lnTo>
                  <a:lnTo>
                    <a:pt x="311807" y="246335"/>
                  </a:lnTo>
                  <a:lnTo>
                    <a:pt x="314383" y="241722"/>
                  </a:lnTo>
                  <a:lnTo>
                    <a:pt x="316812" y="237029"/>
                  </a:lnTo>
                  <a:lnTo>
                    <a:pt x="319092" y="232262"/>
                  </a:lnTo>
                  <a:lnTo>
                    <a:pt x="321220" y="227426"/>
                  </a:lnTo>
                  <a:lnTo>
                    <a:pt x="323194" y="222525"/>
                  </a:lnTo>
                  <a:lnTo>
                    <a:pt x="325012" y="217563"/>
                  </a:lnTo>
                  <a:lnTo>
                    <a:pt x="326672" y="212547"/>
                  </a:lnTo>
                  <a:lnTo>
                    <a:pt x="328174" y="207481"/>
                  </a:lnTo>
                  <a:lnTo>
                    <a:pt x="329514" y="202370"/>
                  </a:lnTo>
                  <a:lnTo>
                    <a:pt x="330692" y="197219"/>
                  </a:lnTo>
                  <a:lnTo>
                    <a:pt x="331706" y="192033"/>
                  </a:lnTo>
                  <a:lnTo>
                    <a:pt x="332556" y="186818"/>
                  </a:lnTo>
                  <a:lnTo>
                    <a:pt x="333241" y="181579"/>
                  </a:lnTo>
                  <a:lnTo>
                    <a:pt x="333760" y="176320"/>
                  </a:lnTo>
                  <a:lnTo>
                    <a:pt x="334113" y="171048"/>
                  </a:lnTo>
                  <a:lnTo>
                    <a:pt x="334299" y="165768"/>
                  </a:lnTo>
                  <a:lnTo>
                    <a:pt x="334318" y="160484"/>
                  </a:lnTo>
                  <a:lnTo>
                    <a:pt x="334169" y="155202"/>
                  </a:lnTo>
                  <a:lnTo>
                    <a:pt x="333854" y="149927"/>
                  </a:lnTo>
                  <a:lnTo>
                    <a:pt x="333373" y="144666"/>
                  </a:lnTo>
                  <a:lnTo>
                    <a:pt x="332725" y="139422"/>
                  </a:lnTo>
                  <a:lnTo>
                    <a:pt x="331912" y="134201"/>
                  </a:lnTo>
                  <a:lnTo>
                    <a:pt x="330934" y="129008"/>
                  </a:lnTo>
                  <a:lnTo>
                    <a:pt x="329793" y="123849"/>
                  </a:lnTo>
                  <a:lnTo>
                    <a:pt x="328489" y="118728"/>
                  </a:lnTo>
                  <a:lnTo>
                    <a:pt x="327024" y="113651"/>
                  </a:lnTo>
                  <a:lnTo>
                    <a:pt x="325400" y="108623"/>
                  </a:lnTo>
                  <a:lnTo>
                    <a:pt x="323617" y="103649"/>
                  </a:lnTo>
                  <a:lnTo>
                    <a:pt x="321678" y="98734"/>
                  </a:lnTo>
                  <a:lnTo>
                    <a:pt x="319584" y="93883"/>
                  </a:lnTo>
                  <a:lnTo>
                    <a:pt x="317338" y="89100"/>
                  </a:lnTo>
                  <a:lnTo>
                    <a:pt x="314943" y="84390"/>
                  </a:lnTo>
                  <a:lnTo>
                    <a:pt x="312399" y="79759"/>
                  </a:lnTo>
                  <a:lnTo>
                    <a:pt x="309711" y="75210"/>
                  </a:lnTo>
                  <a:lnTo>
                    <a:pt x="306880" y="70748"/>
                  </a:lnTo>
                  <a:lnTo>
                    <a:pt x="303909" y="66379"/>
                  </a:lnTo>
                  <a:lnTo>
                    <a:pt x="300802" y="62105"/>
                  </a:lnTo>
                  <a:lnTo>
                    <a:pt x="297561" y="57931"/>
                  </a:lnTo>
                  <a:lnTo>
                    <a:pt x="294190" y="53862"/>
                  </a:lnTo>
                  <a:lnTo>
                    <a:pt x="290692" y="49902"/>
                  </a:lnTo>
                  <a:lnTo>
                    <a:pt x="287071" y="46054"/>
                  </a:lnTo>
                  <a:lnTo>
                    <a:pt x="283330" y="42323"/>
                  </a:lnTo>
                  <a:lnTo>
                    <a:pt x="279473" y="38711"/>
                  </a:lnTo>
                  <a:lnTo>
                    <a:pt x="275504" y="35224"/>
                  </a:lnTo>
                  <a:lnTo>
                    <a:pt x="271426" y="31863"/>
                  </a:lnTo>
                  <a:lnTo>
                    <a:pt x="267244" y="28633"/>
                  </a:lnTo>
                  <a:lnTo>
                    <a:pt x="262962" y="25537"/>
                  </a:lnTo>
                  <a:lnTo>
                    <a:pt x="258585" y="22578"/>
                  </a:lnTo>
                  <a:lnTo>
                    <a:pt x="254116" y="19759"/>
                  </a:lnTo>
                  <a:lnTo>
                    <a:pt x="249560" y="17082"/>
                  </a:lnTo>
                  <a:lnTo>
                    <a:pt x="244922" y="14550"/>
                  </a:lnTo>
                  <a:lnTo>
                    <a:pt x="240207" y="12167"/>
                  </a:lnTo>
                  <a:lnTo>
                    <a:pt x="235418" y="9933"/>
                  </a:lnTo>
                  <a:lnTo>
                    <a:pt x="167163" y="1625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423235" y="1681503"/>
              <a:ext cx="68255" cy="167167"/>
            </a:xfrm>
            <a:custGeom>
              <a:avLst/>
              <a:pathLst>
                <a:path w="68255" h="167167">
                  <a:moveTo>
                    <a:pt x="68255" y="14569"/>
                  </a:moveTo>
                  <a:lnTo>
                    <a:pt x="62865" y="12271"/>
                  </a:lnTo>
                  <a:lnTo>
                    <a:pt x="57399" y="10163"/>
                  </a:lnTo>
                  <a:lnTo>
                    <a:pt x="51862" y="8248"/>
                  </a:lnTo>
                  <a:lnTo>
                    <a:pt x="46261" y="6528"/>
                  </a:lnTo>
                  <a:lnTo>
                    <a:pt x="40603" y="5006"/>
                  </a:lnTo>
                  <a:lnTo>
                    <a:pt x="34896" y="3682"/>
                  </a:lnTo>
                  <a:lnTo>
                    <a:pt x="29146" y="2560"/>
                  </a:lnTo>
                  <a:lnTo>
                    <a:pt x="23359" y="1640"/>
                  </a:lnTo>
                  <a:lnTo>
                    <a:pt x="17545" y="923"/>
                  </a:lnTo>
                  <a:lnTo>
                    <a:pt x="11708" y="410"/>
                  </a:lnTo>
                  <a:lnTo>
                    <a:pt x="5857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853880" y="1322571"/>
              <a:ext cx="334326" cy="334324"/>
            </a:xfrm>
            <a:custGeom>
              <a:avLst/>
              <a:pathLst>
                <a:path w="334326" h="334324">
                  <a:moveTo>
                    <a:pt x="167158" y="0"/>
                  </a:moveTo>
                  <a:lnTo>
                    <a:pt x="161873" y="83"/>
                  </a:lnTo>
                  <a:lnTo>
                    <a:pt x="156594" y="334"/>
                  </a:lnTo>
                  <a:lnTo>
                    <a:pt x="151324" y="751"/>
                  </a:lnTo>
                  <a:lnTo>
                    <a:pt x="146071" y="1335"/>
                  </a:lnTo>
                  <a:lnTo>
                    <a:pt x="140839" y="2084"/>
                  </a:lnTo>
                  <a:lnTo>
                    <a:pt x="135633" y="2999"/>
                  </a:lnTo>
                  <a:lnTo>
                    <a:pt x="130459" y="4078"/>
                  </a:lnTo>
                  <a:lnTo>
                    <a:pt x="125321" y="5319"/>
                  </a:lnTo>
                  <a:lnTo>
                    <a:pt x="120225" y="6723"/>
                  </a:lnTo>
                  <a:lnTo>
                    <a:pt x="115176" y="8287"/>
                  </a:lnTo>
                  <a:lnTo>
                    <a:pt x="110179" y="10010"/>
                  </a:lnTo>
                  <a:lnTo>
                    <a:pt x="105239" y="11890"/>
                  </a:lnTo>
                  <a:lnTo>
                    <a:pt x="100361" y="13925"/>
                  </a:lnTo>
                  <a:lnTo>
                    <a:pt x="95550" y="16113"/>
                  </a:lnTo>
                  <a:lnTo>
                    <a:pt x="90810" y="18453"/>
                  </a:lnTo>
                  <a:lnTo>
                    <a:pt x="86147" y="20941"/>
                  </a:lnTo>
                  <a:lnTo>
                    <a:pt x="81564" y="23575"/>
                  </a:lnTo>
                  <a:lnTo>
                    <a:pt x="77067" y="26353"/>
                  </a:lnTo>
                  <a:lnTo>
                    <a:pt x="72661" y="29272"/>
                  </a:lnTo>
                  <a:lnTo>
                    <a:pt x="68348" y="32328"/>
                  </a:lnTo>
                  <a:lnTo>
                    <a:pt x="64135" y="35519"/>
                  </a:lnTo>
                  <a:lnTo>
                    <a:pt x="60024" y="38842"/>
                  </a:lnTo>
                  <a:lnTo>
                    <a:pt x="56021" y="42293"/>
                  </a:lnTo>
                  <a:lnTo>
                    <a:pt x="52129" y="45869"/>
                  </a:lnTo>
                  <a:lnTo>
                    <a:pt x="48351" y="49567"/>
                  </a:lnTo>
                  <a:lnTo>
                    <a:pt x="44693" y="53381"/>
                  </a:lnTo>
                  <a:lnTo>
                    <a:pt x="41157" y="57310"/>
                  </a:lnTo>
                  <a:lnTo>
                    <a:pt x="37747" y="61348"/>
                  </a:lnTo>
                  <a:lnTo>
                    <a:pt x="34466" y="65493"/>
                  </a:lnTo>
                  <a:lnTo>
                    <a:pt x="31318" y="69739"/>
                  </a:lnTo>
                  <a:lnTo>
                    <a:pt x="28305" y="74082"/>
                  </a:lnTo>
                  <a:lnTo>
                    <a:pt x="25432" y="78518"/>
                  </a:lnTo>
                  <a:lnTo>
                    <a:pt x="22700" y="83043"/>
                  </a:lnTo>
                  <a:lnTo>
                    <a:pt x="20113" y="87652"/>
                  </a:lnTo>
                  <a:lnTo>
                    <a:pt x="17672" y="92341"/>
                  </a:lnTo>
                  <a:lnTo>
                    <a:pt x="15382" y="97104"/>
                  </a:lnTo>
                  <a:lnTo>
                    <a:pt x="13242" y="101937"/>
                  </a:lnTo>
                  <a:lnTo>
                    <a:pt x="11257" y="106836"/>
                  </a:lnTo>
                  <a:lnTo>
                    <a:pt x="9428" y="111795"/>
                  </a:lnTo>
                  <a:lnTo>
                    <a:pt x="7756" y="116809"/>
                  </a:lnTo>
                  <a:lnTo>
                    <a:pt x="6244" y="121874"/>
                  </a:lnTo>
                  <a:lnTo>
                    <a:pt x="4892" y="126984"/>
                  </a:lnTo>
                  <a:lnTo>
                    <a:pt x="3703" y="132134"/>
                  </a:lnTo>
                  <a:lnTo>
                    <a:pt x="2677" y="137319"/>
                  </a:lnTo>
                  <a:lnTo>
                    <a:pt x="1816" y="142534"/>
                  </a:lnTo>
                  <a:lnTo>
                    <a:pt x="1120" y="147774"/>
                  </a:lnTo>
                  <a:lnTo>
                    <a:pt x="589" y="153033"/>
                  </a:lnTo>
                  <a:lnTo>
                    <a:pt x="226" y="158306"/>
                  </a:lnTo>
                  <a:lnTo>
                    <a:pt x="29" y="163588"/>
                  </a:lnTo>
                  <a:lnTo>
                    <a:pt x="0" y="168873"/>
                  </a:lnTo>
                  <a:lnTo>
                    <a:pt x="137" y="174157"/>
                  </a:lnTo>
                  <a:lnTo>
                    <a:pt x="441" y="179434"/>
                  </a:lnTo>
                  <a:lnTo>
                    <a:pt x="913" y="184699"/>
                  </a:lnTo>
                  <a:lnTo>
                    <a:pt x="1550" y="189946"/>
                  </a:lnTo>
                  <a:lnTo>
                    <a:pt x="2353" y="195170"/>
                  </a:lnTo>
                  <a:lnTo>
                    <a:pt x="3321" y="200366"/>
                  </a:lnTo>
                  <a:lnTo>
                    <a:pt x="4452" y="205529"/>
                  </a:lnTo>
                  <a:lnTo>
                    <a:pt x="5746" y="210654"/>
                  </a:lnTo>
                  <a:lnTo>
                    <a:pt x="7202" y="215735"/>
                  </a:lnTo>
                  <a:lnTo>
                    <a:pt x="8817" y="220768"/>
                  </a:lnTo>
                  <a:lnTo>
                    <a:pt x="10591" y="225747"/>
                  </a:lnTo>
                  <a:lnTo>
                    <a:pt x="12521" y="230668"/>
                  </a:lnTo>
                  <a:lnTo>
                    <a:pt x="14606" y="235525"/>
                  </a:lnTo>
                  <a:lnTo>
                    <a:pt x="16843" y="240314"/>
                  </a:lnTo>
                  <a:lnTo>
                    <a:pt x="19231" y="245029"/>
                  </a:lnTo>
                  <a:lnTo>
                    <a:pt x="21767" y="249667"/>
                  </a:lnTo>
                  <a:lnTo>
                    <a:pt x="24448" y="254222"/>
                  </a:lnTo>
                  <a:lnTo>
                    <a:pt x="27271" y="258690"/>
                  </a:lnTo>
                  <a:lnTo>
                    <a:pt x="30235" y="263067"/>
                  </a:lnTo>
                  <a:lnTo>
                    <a:pt x="33335" y="267348"/>
                  </a:lnTo>
                  <a:lnTo>
                    <a:pt x="36569" y="271529"/>
                  </a:lnTo>
                  <a:lnTo>
                    <a:pt x="39934" y="275605"/>
                  </a:lnTo>
                  <a:lnTo>
                    <a:pt x="43425" y="279573"/>
                  </a:lnTo>
                  <a:lnTo>
                    <a:pt x="47041" y="283429"/>
                  </a:lnTo>
                  <a:lnTo>
                    <a:pt x="50777" y="287168"/>
                  </a:lnTo>
                  <a:lnTo>
                    <a:pt x="54629" y="290788"/>
                  </a:lnTo>
                  <a:lnTo>
                    <a:pt x="58593" y="294283"/>
                  </a:lnTo>
                  <a:lnTo>
                    <a:pt x="62666" y="297652"/>
                  </a:lnTo>
                  <a:lnTo>
                    <a:pt x="66844" y="300890"/>
                  </a:lnTo>
                  <a:lnTo>
                    <a:pt x="71121" y="303995"/>
                  </a:lnTo>
                  <a:lnTo>
                    <a:pt x="75495" y="306963"/>
                  </a:lnTo>
                  <a:lnTo>
                    <a:pt x="79961" y="309791"/>
                  </a:lnTo>
                  <a:lnTo>
                    <a:pt x="84513" y="312476"/>
                  </a:lnTo>
                  <a:lnTo>
                    <a:pt x="89149" y="315016"/>
                  </a:lnTo>
                  <a:lnTo>
                    <a:pt x="93862" y="317409"/>
                  </a:lnTo>
                  <a:lnTo>
                    <a:pt x="98648" y="319651"/>
                  </a:lnTo>
                  <a:lnTo>
                    <a:pt x="103503" y="321741"/>
                  </a:lnTo>
                  <a:lnTo>
                    <a:pt x="108422" y="323676"/>
                  </a:lnTo>
                  <a:lnTo>
                    <a:pt x="113399" y="325454"/>
                  </a:lnTo>
                  <a:lnTo>
                    <a:pt x="118430" y="327075"/>
                  </a:lnTo>
                  <a:lnTo>
                    <a:pt x="123510" y="328535"/>
                  </a:lnTo>
                  <a:lnTo>
                    <a:pt x="128634" y="329835"/>
                  </a:lnTo>
                  <a:lnTo>
                    <a:pt x="133796" y="330971"/>
                  </a:lnTo>
                  <a:lnTo>
                    <a:pt x="138991" y="331944"/>
                  </a:lnTo>
                  <a:lnTo>
                    <a:pt x="144214" y="332752"/>
                  </a:lnTo>
                  <a:lnTo>
                    <a:pt x="149461" y="333395"/>
                  </a:lnTo>
                  <a:lnTo>
                    <a:pt x="154725" y="333871"/>
                  </a:lnTo>
                  <a:lnTo>
                    <a:pt x="160001" y="334181"/>
                  </a:lnTo>
                  <a:lnTo>
                    <a:pt x="165285" y="334324"/>
                  </a:lnTo>
                  <a:lnTo>
                    <a:pt x="170571" y="334300"/>
                  </a:lnTo>
                  <a:lnTo>
                    <a:pt x="175853" y="334108"/>
                  </a:lnTo>
                  <a:lnTo>
                    <a:pt x="181126" y="333750"/>
                  </a:lnTo>
                  <a:lnTo>
                    <a:pt x="186386" y="333225"/>
                  </a:lnTo>
                  <a:lnTo>
                    <a:pt x="191626" y="332534"/>
                  </a:lnTo>
                  <a:lnTo>
                    <a:pt x="196842" y="331678"/>
                  </a:lnTo>
                  <a:lnTo>
                    <a:pt x="202028" y="330657"/>
                  </a:lnTo>
                  <a:lnTo>
                    <a:pt x="207179" y="329473"/>
                  </a:lnTo>
                  <a:lnTo>
                    <a:pt x="212291" y="328127"/>
                  </a:lnTo>
                  <a:lnTo>
                    <a:pt x="217357" y="326619"/>
                  </a:lnTo>
                  <a:lnTo>
                    <a:pt x="222373" y="324953"/>
                  </a:lnTo>
                  <a:lnTo>
                    <a:pt x="227334" y="323128"/>
                  </a:lnTo>
                  <a:lnTo>
                    <a:pt x="232234" y="321148"/>
                  </a:lnTo>
                  <a:lnTo>
                    <a:pt x="237070" y="319013"/>
                  </a:lnTo>
                  <a:lnTo>
                    <a:pt x="241835" y="316727"/>
                  </a:lnTo>
                  <a:lnTo>
                    <a:pt x="246526" y="314292"/>
                  </a:lnTo>
                  <a:lnTo>
                    <a:pt x="251138" y="311709"/>
                  </a:lnTo>
                  <a:lnTo>
                    <a:pt x="255666" y="308982"/>
                  </a:lnTo>
                  <a:lnTo>
                    <a:pt x="260105" y="306113"/>
                  </a:lnTo>
                  <a:lnTo>
                    <a:pt x="264451" y="303105"/>
                  </a:lnTo>
                  <a:lnTo>
                    <a:pt x="268700" y="299961"/>
                  </a:lnTo>
                  <a:lnTo>
                    <a:pt x="272848" y="296684"/>
                  </a:lnTo>
                  <a:lnTo>
                    <a:pt x="276889" y="293278"/>
                  </a:lnTo>
                  <a:lnTo>
                    <a:pt x="280822" y="289746"/>
                  </a:lnTo>
                  <a:lnTo>
                    <a:pt x="284640" y="286091"/>
                  </a:lnTo>
                  <a:lnTo>
                    <a:pt x="288341" y="282318"/>
                  </a:lnTo>
                  <a:lnTo>
                    <a:pt x="291921" y="278429"/>
                  </a:lnTo>
                  <a:lnTo>
                    <a:pt x="295376" y="274429"/>
                  </a:lnTo>
                  <a:lnTo>
                    <a:pt x="298703" y="270322"/>
                  </a:lnTo>
                  <a:lnTo>
                    <a:pt x="301899" y="266111"/>
                  </a:lnTo>
                  <a:lnTo>
                    <a:pt x="304959" y="261802"/>
                  </a:lnTo>
                  <a:lnTo>
                    <a:pt x="307882" y="257398"/>
                  </a:lnTo>
                  <a:lnTo>
                    <a:pt x="310665" y="252904"/>
                  </a:lnTo>
                  <a:lnTo>
                    <a:pt x="313303" y="248324"/>
                  </a:lnTo>
                  <a:lnTo>
                    <a:pt x="315796" y="243663"/>
                  </a:lnTo>
                  <a:lnTo>
                    <a:pt x="318140" y="238926"/>
                  </a:lnTo>
                  <a:lnTo>
                    <a:pt x="320333" y="234117"/>
                  </a:lnTo>
                  <a:lnTo>
                    <a:pt x="322374" y="229241"/>
                  </a:lnTo>
                  <a:lnTo>
                    <a:pt x="324258" y="224303"/>
                  </a:lnTo>
                  <a:lnTo>
                    <a:pt x="325986" y="219307"/>
                  </a:lnTo>
                  <a:lnTo>
                    <a:pt x="327555" y="214260"/>
                  </a:lnTo>
                  <a:lnTo>
                    <a:pt x="328964" y="209166"/>
                  </a:lnTo>
                  <a:lnTo>
                    <a:pt x="330211" y="204029"/>
                  </a:lnTo>
                  <a:lnTo>
                    <a:pt x="331295" y="198856"/>
                  </a:lnTo>
                  <a:lnTo>
                    <a:pt x="332214" y="193651"/>
                  </a:lnTo>
                  <a:lnTo>
                    <a:pt x="332969" y="188419"/>
                  </a:lnTo>
                  <a:lnTo>
                    <a:pt x="333558" y="183167"/>
                  </a:lnTo>
                  <a:lnTo>
                    <a:pt x="333981" y="177898"/>
                  </a:lnTo>
                  <a:lnTo>
                    <a:pt x="334237" y="172619"/>
                  </a:lnTo>
                  <a:lnTo>
                    <a:pt x="334326" y="167334"/>
                  </a:lnTo>
                  <a:lnTo>
                    <a:pt x="334247" y="162049"/>
                  </a:lnTo>
                  <a:lnTo>
                    <a:pt x="334002" y="156769"/>
                  </a:lnTo>
                  <a:lnTo>
                    <a:pt x="333590" y="151499"/>
                  </a:lnTo>
                  <a:lnTo>
                    <a:pt x="333011" y="146245"/>
                  </a:lnTo>
                  <a:lnTo>
                    <a:pt x="332267" y="141012"/>
                  </a:lnTo>
                  <a:lnTo>
                    <a:pt x="331358" y="135806"/>
                  </a:lnTo>
                  <a:lnTo>
                    <a:pt x="330284" y="130630"/>
                  </a:lnTo>
                  <a:lnTo>
                    <a:pt x="329047" y="125491"/>
                  </a:lnTo>
                  <a:lnTo>
                    <a:pt x="327649" y="120394"/>
                  </a:lnTo>
                  <a:lnTo>
                    <a:pt x="326090" y="115343"/>
                  </a:lnTo>
                  <a:lnTo>
                    <a:pt x="324372" y="110345"/>
                  </a:lnTo>
                  <a:lnTo>
                    <a:pt x="322497" y="105403"/>
                  </a:lnTo>
                  <a:lnTo>
                    <a:pt x="320467" y="100523"/>
                  </a:lnTo>
                  <a:lnTo>
                    <a:pt x="318283" y="95709"/>
                  </a:lnTo>
                  <a:lnTo>
                    <a:pt x="315949" y="90967"/>
                  </a:lnTo>
                  <a:lnTo>
                    <a:pt x="313465" y="86301"/>
                  </a:lnTo>
                  <a:lnTo>
                    <a:pt x="310835" y="81716"/>
                  </a:lnTo>
                  <a:lnTo>
                    <a:pt x="308062" y="77217"/>
                  </a:lnTo>
                  <a:lnTo>
                    <a:pt x="305148" y="72807"/>
                  </a:lnTo>
                  <a:lnTo>
                    <a:pt x="302096" y="68492"/>
                  </a:lnTo>
                  <a:lnTo>
                    <a:pt x="298909" y="64275"/>
                  </a:lnTo>
                  <a:lnTo>
                    <a:pt x="295590" y="60161"/>
                  </a:lnTo>
                  <a:lnTo>
                    <a:pt x="292143" y="56154"/>
                  </a:lnTo>
                  <a:lnTo>
                    <a:pt x="288571" y="52258"/>
                  </a:lnTo>
                  <a:lnTo>
                    <a:pt x="284877" y="48477"/>
                  </a:lnTo>
                  <a:lnTo>
                    <a:pt x="281066" y="44815"/>
                  </a:lnTo>
                  <a:lnTo>
                    <a:pt x="277141" y="41275"/>
                  </a:lnTo>
                  <a:lnTo>
                    <a:pt x="273106" y="37861"/>
                  </a:lnTo>
                  <a:lnTo>
                    <a:pt x="268965" y="34576"/>
                  </a:lnTo>
                  <a:lnTo>
                    <a:pt x="264722" y="31424"/>
                  </a:lnTo>
                  <a:lnTo>
                    <a:pt x="260382" y="28407"/>
                  </a:lnTo>
                  <a:lnTo>
                    <a:pt x="255948" y="25529"/>
                  </a:lnTo>
                  <a:lnTo>
                    <a:pt x="251426" y="22793"/>
                  </a:lnTo>
                  <a:lnTo>
                    <a:pt x="246820" y="20201"/>
                  </a:lnTo>
                  <a:lnTo>
                    <a:pt x="242134" y="17756"/>
                  </a:lnTo>
                  <a:lnTo>
                    <a:pt x="237372" y="1546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37732"/>
              <a:ext cx="70214" cy="152006"/>
            </a:xfrm>
            <a:custGeom>
              <a:avLst/>
              <a:pathLst>
                <a:path w="70214" h="152006">
                  <a:moveTo>
                    <a:pt x="70214" y="299"/>
                  </a:moveTo>
                  <a:lnTo>
                    <a:pt x="69562" y="0"/>
                  </a:lnTo>
                  <a:lnTo>
                    <a:pt x="0" y="1520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22571"/>
              <a:ext cx="69562" cy="167167"/>
            </a:xfrm>
            <a:custGeom>
              <a:avLst/>
              <a:pathLst>
                <a:path w="69562" h="167167">
                  <a:moveTo>
                    <a:pt x="69562" y="15160"/>
                  </a:moveTo>
                  <a:lnTo>
                    <a:pt x="64082" y="12770"/>
                  </a:lnTo>
                  <a:lnTo>
                    <a:pt x="58520" y="10577"/>
                  </a:lnTo>
                  <a:lnTo>
                    <a:pt x="52884" y="8585"/>
                  </a:lnTo>
                  <a:lnTo>
                    <a:pt x="47179" y="6795"/>
                  </a:lnTo>
                  <a:lnTo>
                    <a:pt x="41415" y="5211"/>
                  </a:lnTo>
                  <a:lnTo>
                    <a:pt x="35597" y="3834"/>
                  </a:lnTo>
                  <a:lnTo>
                    <a:pt x="29734" y="2665"/>
                  </a:lnTo>
                  <a:lnTo>
                    <a:pt x="23833" y="1707"/>
                  </a:lnTo>
                  <a:lnTo>
                    <a:pt x="17901" y="961"/>
                  </a:lnTo>
                  <a:lnTo>
                    <a:pt x="11947" y="427"/>
                  </a:lnTo>
                  <a:lnTo>
                    <a:pt x="5977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378110" y="1071028"/>
              <a:ext cx="331733" cy="334334"/>
            </a:xfrm>
            <a:custGeom>
              <a:avLst/>
              <a:pathLst>
                <a:path w="331733" h="334334">
                  <a:moveTo>
                    <a:pt x="167147" y="0"/>
                  </a:moveTo>
                  <a:lnTo>
                    <a:pt x="161845" y="84"/>
                  </a:lnTo>
                  <a:lnTo>
                    <a:pt x="156548" y="336"/>
                  </a:lnTo>
                  <a:lnTo>
                    <a:pt x="151262" y="756"/>
                  </a:lnTo>
                  <a:lnTo>
                    <a:pt x="145992" y="1344"/>
                  </a:lnTo>
                  <a:lnTo>
                    <a:pt x="140743" y="2098"/>
                  </a:lnTo>
                  <a:lnTo>
                    <a:pt x="135520" y="3019"/>
                  </a:lnTo>
                  <a:lnTo>
                    <a:pt x="130330" y="4104"/>
                  </a:lnTo>
                  <a:lnTo>
                    <a:pt x="125176" y="5354"/>
                  </a:lnTo>
                  <a:lnTo>
                    <a:pt x="120065" y="6767"/>
                  </a:lnTo>
                  <a:lnTo>
                    <a:pt x="115001" y="8341"/>
                  </a:lnTo>
                  <a:lnTo>
                    <a:pt x="109990" y="10075"/>
                  </a:lnTo>
                  <a:lnTo>
                    <a:pt x="105036" y="11967"/>
                  </a:lnTo>
                  <a:lnTo>
                    <a:pt x="100145" y="14015"/>
                  </a:lnTo>
                  <a:lnTo>
                    <a:pt x="95321" y="16217"/>
                  </a:lnTo>
                  <a:lnTo>
                    <a:pt x="90569" y="18571"/>
                  </a:lnTo>
                  <a:lnTo>
                    <a:pt x="85894" y="21075"/>
                  </a:lnTo>
                  <a:lnTo>
                    <a:pt x="81301" y="23725"/>
                  </a:lnTo>
                  <a:lnTo>
                    <a:pt x="76795" y="26520"/>
                  </a:lnTo>
                  <a:lnTo>
                    <a:pt x="72379" y="29457"/>
                  </a:lnTo>
                  <a:lnTo>
                    <a:pt x="68059" y="32532"/>
                  </a:lnTo>
                  <a:lnTo>
                    <a:pt x="63839" y="35743"/>
                  </a:lnTo>
                  <a:lnTo>
                    <a:pt x="59722" y="39086"/>
                  </a:lnTo>
                  <a:lnTo>
                    <a:pt x="55714" y="42557"/>
                  </a:lnTo>
                  <a:lnTo>
                    <a:pt x="51818" y="46154"/>
                  </a:lnTo>
                  <a:lnTo>
                    <a:pt x="48037" y="49873"/>
                  </a:lnTo>
                  <a:lnTo>
                    <a:pt x="44377" y="53710"/>
                  </a:lnTo>
                  <a:lnTo>
                    <a:pt x="40840" y="57661"/>
                  </a:lnTo>
                  <a:lnTo>
                    <a:pt x="37430" y="61723"/>
                  </a:lnTo>
                  <a:lnTo>
                    <a:pt x="34151" y="65890"/>
                  </a:lnTo>
                  <a:lnTo>
                    <a:pt x="31006" y="70159"/>
                  </a:lnTo>
                  <a:lnTo>
                    <a:pt x="27997" y="74526"/>
                  </a:lnTo>
                  <a:lnTo>
                    <a:pt x="25129" y="78987"/>
                  </a:lnTo>
                  <a:lnTo>
                    <a:pt x="22404" y="83535"/>
                  </a:lnTo>
                  <a:lnTo>
                    <a:pt x="19824" y="88168"/>
                  </a:lnTo>
                  <a:lnTo>
                    <a:pt x="17392" y="92881"/>
                  </a:lnTo>
                  <a:lnTo>
                    <a:pt x="15111" y="97668"/>
                  </a:lnTo>
                  <a:lnTo>
                    <a:pt x="12984" y="102526"/>
                  </a:lnTo>
                  <a:lnTo>
                    <a:pt x="11011" y="107448"/>
                  </a:lnTo>
                  <a:lnTo>
                    <a:pt x="9195" y="112430"/>
                  </a:lnTo>
                  <a:lnTo>
                    <a:pt x="7539" y="117468"/>
                  </a:lnTo>
                  <a:lnTo>
                    <a:pt x="6042" y="122555"/>
                  </a:lnTo>
                  <a:lnTo>
                    <a:pt x="4709" y="127687"/>
                  </a:lnTo>
                  <a:lnTo>
                    <a:pt x="3538" y="132860"/>
                  </a:lnTo>
                  <a:lnTo>
                    <a:pt x="2532" y="138066"/>
                  </a:lnTo>
                  <a:lnTo>
                    <a:pt x="1692" y="143302"/>
                  </a:lnTo>
                  <a:lnTo>
                    <a:pt x="1018" y="148562"/>
                  </a:lnTo>
                  <a:lnTo>
                    <a:pt x="512" y="153841"/>
                  </a:lnTo>
                  <a:lnTo>
                    <a:pt x="173" y="159133"/>
                  </a:lnTo>
                  <a:lnTo>
                    <a:pt x="2" y="164433"/>
                  </a:lnTo>
                  <a:lnTo>
                    <a:pt x="0" y="169736"/>
                  </a:lnTo>
                  <a:lnTo>
                    <a:pt x="165" y="175036"/>
                  </a:lnTo>
                  <a:lnTo>
                    <a:pt x="499" y="180328"/>
                  </a:lnTo>
                  <a:lnTo>
                    <a:pt x="1000" y="185607"/>
                  </a:lnTo>
                  <a:lnTo>
                    <a:pt x="1668" y="190868"/>
                  </a:lnTo>
                  <a:lnTo>
                    <a:pt x="2503" y="196105"/>
                  </a:lnTo>
                  <a:lnTo>
                    <a:pt x="3504" y="201312"/>
                  </a:lnTo>
                  <a:lnTo>
                    <a:pt x="4670" y="206486"/>
                  </a:lnTo>
                  <a:lnTo>
                    <a:pt x="5998" y="211619"/>
                  </a:lnTo>
                  <a:lnTo>
                    <a:pt x="7489" y="216708"/>
                  </a:lnTo>
                  <a:lnTo>
                    <a:pt x="9141" y="221747"/>
                  </a:lnTo>
                  <a:lnTo>
                    <a:pt x="10952" y="226731"/>
                  </a:lnTo>
                  <a:lnTo>
                    <a:pt x="12920" y="231656"/>
                  </a:lnTo>
                  <a:lnTo>
                    <a:pt x="15043" y="236515"/>
                  </a:lnTo>
                  <a:lnTo>
                    <a:pt x="17319" y="241305"/>
                  </a:lnTo>
                  <a:lnTo>
                    <a:pt x="19746" y="246019"/>
                  </a:lnTo>
                  <a:lnTo>
                    <a:pt x="22321" y="250655"/>
                  </a:lnTo>
                  <a:lnTo>
                    <a:pt x="25042" y="255207"/>
                  </a:lnTo>
                  <a:lnTo>
                    <a:pt x="27906" y="259670"/>
                  </a:lnTo>
                  <a:lnTo>
                    <a:pt x="30910" y="264040"/>
                  </a:lnTo>
                  <a:lnTo>
                    <a:pt x="34051" y="268312"/>
                  </a:lnTo>
                  <a:lnTo>
                    <a:pt x="37326" y="272483"/>
                  </a:lnTo>
                  <a:lnTo>
                    <a:pt x="40732" y="276547"/>
                  </a:lnTo>
                  <a:lnTo>
                    <a:pt x="44265" y="280502"/>
                  </a:lnTo>
                  <a:lnTo>
                    <a:pt x="47921" y="284342"/>
                  </a:lnTo>
                  <a:lnTo>
                    <a:pt x="51698" y="288065"/>
                  </a:lnTo>
                  <a:lnTo>
                    <a:pt x="55590" y="291666"/>
                  </a:lnTo>
                  <a:lnTo>
                    <a:pt x="59595" y="295142"/>
                  </a:lnTo>
                  <a:lnTo>
                    <a:pt x="63709" y="298489"/>
                  </a:lnTo>
                  <a:lnTo>
                    <a:pt x="67926" y="301704"/>
                  </a:lnTo>
                  <a:lnTo>
                    <a:pt x="72243" y="304783"/>
                  </a:lnTo>
                  <a:lnTo>
                    <a:pt x="76656" y="307724"/>
                  </a:lnTo>
                  <a:lnTo>
                    <a:pt x="81159" y="310523"/>
                  </a:lnTo>
                  <a:lnTo>
                    <a:pt x="85750" y="313179"/>
                  </a:lnTo>
                  <a:lnTo>
                    <a:pt x="90422" y="315687"/>
                  </a:lnTo>
                  <a:lnTo>
                    <a:pt x="95171" y="318046"/>
                  </a:lnTo>
                  <a:lnTo>
                    <a:pt x="99993" y="320253"/>
                  </a:lnTo>
                  <a:lnTo>
                    <a:pt x="104882" y="322306"/>
                  </a:lnTo>
                  <a:lnTo>
                    <a:pt x="109834" y="324203"/>
                  </a:lnTo>
                  <a:lnTo>
                    <a:pt x="114844" y="325941"/>
                  </a:lnTo>
                  <a:lnTo>
                    <a:pt x="119906" y="327520"/>
                  </a:lnTo>
                  <a:lnTo>
                    <a:pt x="125016" y="328938"/>
                  </a:lnTo>
                  <a:lnTo>
                    <a:pt x="130168" y="330193"/>
                  </a:lnTo>
                  <a:lnTo>
                    <a:pt x="135358" y="331284"/>
                  </a:lnTo>
                  <a:lnTo>
                    <a:pt x="140579" y="332210"/>
                  </a:lnTo>
                  <a:lnTo>
                    <a:pt x="145827" y="332969"/>
                  </a:lnTo>
                  <a:lnTo>
                    <a:pt x="151097" y="333562"/>
                  </a:lnTo>
                  <a:lnTo>
                    <a:pt x="156383" y="333987"/>
                  </a:lnTo>
                  <a:lnTo>
                    <a:pt x="161680" y="334245"/>
                  </a:lnTo>
                  <a:lnTo>
                    <a:pt x="166982" y="334334"/>
                  </a:lnTo>
                  <a:lnTo>
                    <a:pt x="172284" y="334255"/>
                  </a:lnTo>
                  <a:lnTo>
                    <a:pt x="177581" y="334008"/>
                  </a:lnTo>
                  <a:lnTo>
                    <a:pt x="182868" y="333594"/>
                  </a:lnTo>
                  <a:lnTo>
                    <a:pt x="188138" y="333011"/>
                  </a:lnTo>
                  <a:lnTo>
                    <a:pt x="193388" y="332262"/>
                  </a:lnTo>
                  <a:lnTo>
                    <a:pt x="198611" y="331347"/>
                  </a:lnTo>
                  <a:lnTo>
                    <a:pt x="203803" y="330266"/>
                  </a:lnTo>
                  <a:lnTo>
                    <a:pt x="208958" y="329021"/>
                  </a:lnTo>
                  <a:lnTo>
                    <a:pt x="214070" y="327614"/>
                  </a:lnTo>
                  <a:lnTo>
                    <a:pt x="219136" y="326045"/>
                  </a:lnTo>
                  <a:lnTo>
                    <a:pt x="224149" y="324316"/>
                  </a:lnTo>
                  <a:lnTo>
                    <a:pt x="229105" y="322429"/>
                  </a:lnTo>
                  <a:lnTo>
                    <a:pt x="233998" y="320385"/>
                  </a:lnTo>
                  <a:lnTo>
                    <a:pt x="238824" y="318188"/>
                  </a:lnTo>
                  <a:lnTo>
                    <a:pt x="243578" y="315839"/>
                  </a:lnTo>
                  <a:lnTo>
                    <a:pt x="248255" y="313340"/>
                  </a:lnTo>
                  <a:lnTo>
                    <a:pt x="252851" y="310693"/>
                  </a:lnTo>
                  <a:lnTo>
                    <a:pt x="257360" y="307903"/>
                  </a:lnTo>
                  <a:lnTo>
                    <a:pt x="261779" y="304971"/>
                  </a:lnTo>
                  <a:lnTo>
                    <a:pt x="266102" y="301900"/>
                  </a:lnTo>
                  <a:lnTo>
                    <a:pt x="270325" y="298693"/>
                  </a:lnTo>
                  <a:lnTo>
                    <a:pt x="274445" y="295355"/>
                  </a:lnTo>
                  <a:lnTo>
                    <a:pt x="278457" y="291887"/>
                  </a:lnTo>
                  <a:lnTo>
                    <a:pt x="282357" y="288294"/>
                  </a:lnTo>
                  <a:lnTo>
                    <a:pt x="286141" y="284578"/>
                  </a:lnTo>
                  <a:lnTo>
                    <a:pt x="289805" y="280745"/>
                  </a:lnTo>
                  <a:lnTo>
                    <a:pt x="293346" y="276797"/>
                  </a:lnTo>
                  <a:lnTo>
                    <a:pt x="296760" y="272740"/>
                  </a:lnTo>
                  <a:lnTo>
                    <a:pt x="300043" y="268575"/>
                  </a:lnTo>
                  <a:lnTo>
                    <a:pt x="303193" y="264309"/>
                  </a:lnTo>
                  <a:lnTo>
                    <a:pt x="306205" y="259945"/>
                  </a:lnTo>
                  <a:lnTo>
                    <a:pt x="309078" y="255488"/>
                  </a:lnTo>
                  <a:lnTo>
                    <a:pt x="311808" y="250942"/>
                  </a:lnTo>
                  <a:lnTo>
                    <a:pt x="314392" y="246311"/>
                  </a:lnTo>
                  <a:lnTo>
                    <a:pt x="316829" y="241601"/>
                  </a:lnTo>
                  <a:lnTo>
                    <a:pt x="319114" y="236816"/>
                  </a:lnTo>
                  <a:lnTo>
                    <a:pt x="321247" y="231961"/>
                  </a:lnTo>
                  <a:lnTo>
                    <a:pt x="323224" y="227041"/>
                  </a:lnTo>
                  <a:lnTo>
                    <a:pt x="325045" y="222060"/>
                  </a:lnTo>
                  <a:lnTo>
                    <a:pt x="326707" y="217024"/>
                  </a:lnTo>
                  <a:lnTo>
                    <a:pt x="328208" y="211938"/>
                  </a:lnTo>
                  <a:lnTo>
                    <a:pt x="329547" y="206807"/>
                  </a:lnTo>
                  <a:lnTo>
                    <a:pt x="330722" y="201636"/>
                  </a:lnTo>
                  <a:lnTo>
                    <a:pt x="331733" y="196431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38196"/>
              <a:ext cx="164586" cy="29263"/>
            </a:xfrm>
            <a:custGeom>
              <a:avLst/>
              <a:pathLst>
                <a:path w="164586" h="29263">
                  <a:moveTo>
                    <a:pt x="164586" y="2926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38196"/>
              <a:ext cx="164586" cy="29263"/>
            </a:xfrm>
            <a:custGeom>
              <a:avLst/>
              <a:pathLst>
                <a:path w="164586" h="29263">
                  <a:moveTo>
                    <a:pt x="164586" y="2926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38196"/>
              <a:ext cx="164586" cy="29263"/>
            </a:xfrm>
            <a:custGeom>
              <a:avLst/>
              <a:pathLst>
                <a:path w="164586" h="29263">
                  <a:moveTo>
                    <a:pt x="164586" y="2926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38196"/>
              <a:ext cx="164586" cy="29263"/>
            </a:xfrm>
            <a:custGeom>
              <a:avLst/>
              <a:pathLst>
                <a:path w="164586" h="29263">
                  <a:moveTo>
                    <a:pt x="164586" y="2926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38196"/>
              <a:ext cx="164586" cy="29263"/>
            </a:xfrm>
            <a:custGeom>
              <a:avLst/>
              <a:pathLst>
                <a:path w="164586" h="29263">
                  <a:moveTo>
                    <a:pt x="164586" y="2926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38196"/>
              <a:ext cx="164586" cy="29263"/>
            </a:xfrm>
            <a:custGeom>
              <a:avLst/>
              <a:pathLst>
                <a:path w="164586" h="29263">
                  <a:moveTo>
                    <a:pt x="164586" y="2926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38196"/>
              <a:ext cx="164586" cy="29263"/>
            </a:xfrm>
            <a:custGeom>
              <a:avLst/>
              <a:pathLst>
                <a:path w="164586" h="29263">
                  <a:moveTo>
                    <a:pt x="164586" y="2926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38196"/>
              <a:ext cx="164586" cy="29263"/>
            </a:xfrm>
            <a:custGeom>
              <a:avLst/>
              <a:pathLst>
                <a:path w="164586" h="29263">
                  <a:moveTo>
                    <a:pt x="164586" y="2926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38196"/>
              <a:ext cx="164586" cy="29263"/>
            </a:xfrm>
            <a:custGeom>
              <a:avLst/>
              <a:pathLst>
                <a:path w="164586" h="29263">
                  <a:moveTo>
                    <a:pt x="164586" y="2926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38196"/>
              <a:ext cx="164586" cy="29263"/>
            </a:xfrm>
            <a:custGeom>
              <a:avLst/>
              <a:pathLst>
                <a:path w="164586" h="29263">
                  <a:moveTo>
                    <a:pt x="164586" y="2926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38196"/>
              <a:ext cx="164586" cy="29263"/>
            </a:xfrm>
            <a:custGeom>
              <a:avLst/>
              <a:pathLst>
                <a:path w="164586" h="29263">
                  <a:moveTo>
                    <a:pt x="164586" y="2926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38196"/>
              <a:ext cx="164586" cy="29263"/>
            </a:xfrm>
            <a:custGeom>
              <a:avLst/>
              <a:pathLst>
                <a:path w="164586" h="29263">
                  <a:moveTo>
                    <a:pt x="164586" y="2926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38196"/>
              <a:ext cx="164586" cy="29263"/>
            </a:xfrm>
            <a:custGeom>
              <a:avLst/>
              <a:pathLst>
                <a:path w="164586" h="29263">
                  <a:moveTo>
                    <a:pt x="164586" y="2926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38196"/>
              <a:ext cx="164586" cy="29263"/>
            </a:xfrm>
            <a:custGeom>
              <a:avLst/>
              <a:pathLst>
                <a:path w="164586" h="29263">
                  <a:moveTo>
                    <a:pt x="164586" y="2926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38196"/>
              <a:ext cx="164586" cy="29263"/>
            </a:xfrm>
            <a:custGeom>
              <a:avLst/>
              <a:pathLst>
                <a:path w="164586" h="29263">
                  <a:moveTo>
                    <a:pt x="164586" y="2926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38196"/>
              <a:ext cx="164586" cy="29263"/>
            </a:xfrm>
            <a:custGeom>
              <a:avLst/>
              <a:pathLst>
                <a:path w="164586" h="29263">
                  <a:moveTo>
                    <a:pt x="164586" y="2926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38196"/>
              <a:ext cx="164586" cy="29263"/>
            </a:xfrm>
            <a:custGeom>
              <a:avLst/>
              <a:pathLst>
                <a:path w="164586" h="29263">
                  <a:moveTo>
                    <a:pt x="164586" y="2926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38196"/>
              <a:ext cx="164586" cy="29263"/>
            </a:xfrm>
            <a:custGeom>
              <a:avLst/>
              <a:pathLst>
                <a:path w="164586" h="29263">
                  <a:moveTo>
                    <a:pt x="164586" y="2926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38196"/>
              <a:ext cx="164586" cy="29263"/>
            </a:xfrm>
            <a:custGeom>
              <a:avLst/>
              <a:pathLst>
                <a:path w="164586" h="29263">
                  <a:moveTo>
                    <a:pt x="164586" y="2926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238196"/>
              <a:ext cx="164586" cy="29263"/>
            </a:xfrm>
            <a:custGeom>
              <a:avLst/>
              <a:pathLst>
                <a:path w="164586" h="29263">
                  <a:moveTo>
                    <a:pt x="164586" y="2926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238196"/>
              <a:ext cx="164831" cy="29263"/>
            </a:xfrm>
            <a:custGeom>
              <a:avLst/>
              <a:pathLst>
                <a:path w="164831" h="29263">
                  <a:moveTo>
                    <a:pt x="164586" y="29263"/>
                  </a:moveTo>
                  <a:lnTo>
                    <a:pt x="164831" y="278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071028"/>
              <a:ext cx="167163" cy="195017"/>
            </a:xfrm>
            <a:custGeom>
              <a:avLst/>
              <a:pathLst>
                <a:path w="167163" h="195017">
                  <a:moveTo>
                    <a:pt x="164831" y="195017"/>
                  </a:moveTo>
                  <a:lnTo>
                    <a:pt x="165642" y="189698"/>
                  </a:lnTo>
                  <a:lnTo>
                    <a:pt x="166281" y="184355"/>
                  </a:lnTo>
                  <a:lnTo>
                    <a:pt x="166748" y="178995"/>
                  </a:lnTo>
                  <a:lnTo>
                    <a:pt x="167042" y="173622"/>
                  </a:lnTo>
                  <a:lnTo>
                    <a:pt x="167163" y="168243"/>
                  </a:lnTo>
                  <a:lnTo>
                    <a:pt x="167112" y="162863"/>
                  </a:lnTo>
                  <a:lnTo>
                    <a:pt x="166886" y="157487"/>
                  </a:lnTo>
                  <a:lnTo>
                    <a:pt x="166488" y="152121"/>
                  </a:lnTo>
                  <a:lnTo>
                    <a:pt x="165918" y="146771"/>
                  </a:lnTo>
                  <a:lnTo>
                    <a:pt x="165176" y="141441"/>
                  </a:lnTo>
                  <a:lnTo>
                    <a:pt x="164262" y="136139"/>
                  </a:lnTo>
                  <a:lnTo>
                    <a:pt x="163178" y="130869"/>
                  </a:lnTo>
                  <a:lnTo>
                    <a:pt x="161926" y="125636"/>
                  </a:lnTo>
                  <a:lnTo>
                    <a:pt x="160505" y="120446"/>
                  </a:lnTo>
                  <a:lnTo>
                    <a:pt x="158919" y="115305"/>
                  </a:lnTo>
                  <a:lnTo>
                    <a:pt x="157167" y="110217"/>
                  </a:lnTo>
                  <a:lnTo>
                    <a:pt x="155253" y="105188"/>
                  </a:lnTo>
                  <a:lnTo>
                    <a:pt x="153178" y="100224"/>
                  </a:lnTo>
                  <a:lnTo>
                    <a:pt x="150944" y="95329"/>
                  </a:lnTo>
                  <a:lnTo>
                    <a:pt x="148554" y="90508"/>
                  </a:lnTo>
                  <a:lnTo>
                    <a:pt x="146010" y="85767"/>
                  </a:lnTo>
                  <a:lnTo>
                    <a:pt x="143315" y="81110"/>
                  </a:lnTo>
                  <a:lnTo>
                    <a:pt x="140471" y="76543"/>
                  </a:lnTo>
                  <a:lnTo>
                    <a:pt x="137481" y="72069"/>
                  </a:lnTo>
                  <a:lnTo>
                    <a:pt x="134350" y="67693"/>
                  </a:lnTo>
                  <a:lnTo>
                    <a:pt x="131079" y="63421"/>
                  </a:lnTo>
                  <a:lnTo>
                    <a:pt x="127672" y="59256"/>
                  </a:lnTo>
                  <a:lnTo>
                    <a:pt x="124133" y="55203"/>
                  </a:lnTo>
                  <a:lnTo>
                    <a:pt x="120465" y="51267"/>
                  </a:lnTo>
                  <a:lnTo>
                    <a:pt x="116673" y="47450"/>
                  </a:lnTo>
                  <a:lnTo>
                    <a:pt x="112760" y="43757"/>
                  </a:lnTo>
                  <a:lnTo>
                    <a:pt x="108730" y="40192"/>
                  </a:lnTo>
                  <a:lnTo>
                    <a:pt x="104587" y="36758"/>
                  </a:lnTo>
                  <a:lnTo>
                    <a:pt x="100336" y="33460"/>
                  </a:lnTo>
                  <a:lnTo>
                    <a:pt x="95981" y="30300"/>
                  </a:lnTo>
                  <a:lnTo>
                    <a:pt x="91526" y="27282"/>
                  </a:lnTo>
                  <a:lnTo>
                    <a:pt x="86977" y="24409"/>
                  </a:lnTo>
                  <a:lnTo>
                    <a:pt x="82338" y="21684"/>
                  </a:lnTo>
                  <a:lnTo>
                    <a:pt x="77613" y="19109"/>
                  </a:lnTo>
                  <a:lnTo>
                    <a:pt x="72808" y="16688"/>
                  </a:lnTo>
                  <a:lnTo>
                    <a:pt x="67927" y="14423"/>
                  </a:lnTo>
                  <a:lnTo>
                    <a:pt x="62976" y="12316"/>
                  </a:lnTo>
                  <a:lnTo>
                    <a:pt x="57960" y="10369"/>
                  </a:lnTo>
                  <a:lnTo>
                    <a:pt x="52884" y="8585"/>
                  </a:lnTo>
                  <a:lnTo>
                    <a:pt x="47753" y="6965"/>
                  </a:lnTo>
                  <a:lnTo>
                    <a:pt x="42572" y="5511"/>
                  </a:lnTo>
                  <a:lnTo>
                    <a:pt x="37348" y="4225"/>
                  </a:lnTo>
                  <a:lnTo>
                    <a:pt x="32084" y="3107"/>
                  </a:lnTo>
                  <a:lnTo>
                    <a:pt x="26788" y="2160"/>
                  </a:lnTo>
                  <a:lnTo>
                    <a:pt x="21464" y="1383"/>
                  </a:lnTo>
                  <a:lnTo>
                    <a:pt x="16117" y="778"/>
                  </a:lnTo>
                  <a:lnTo>
                    <a:pt x="10754" y="346"/>
                  </a:lnTo>
                  <a:lnTo>
                    <a:pt x="5379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890268" y="941493"/>
              <a:ext cx="133275" cy="167167"/>
            </a:xfrm>
            <a:custGeom>
              <a:avLst/>
              <a:pathLst>
                <a:path w="133275" h="167167">
                  <a:moveTo>
                    <a:pt x="133275" y="0"/>
                  </a:moveTo>
                  <a:lnTo>
                    <a:pt x="127767" y="90"/>
                  </a:lnTo>
                  <a:lnTo>
                    <a:pt x="122265" y="362"/>
                  </a:lnTo>
                  <a:lnTo>
                    <a:pt x="116775" y="816"/>
                  </a:lnTo>
                  <a:lnTo>
                    <a:pt x="111303" y="1450"/>
                  </a:lnTo>
                  <a:lnTo>
                    <a:pt x="105854" y="2264"/>
                  </a:lnTo>
                  <a:lnTo>
                    <a:pt x="100436" y="3257"/>
                  </a:lnTo>
                  <a:lnTo>
                    <a:pt x="95053" y="4428"/>
                  </a:lnTo>
                  <a:lnTo>
                    <a:pt x="89712" y="5775"/>
                  </a:lnTo>
                  <a:lnTo>
                    <a:pt x="84418" y="7298"/>
                  </a:lnTo>
                  <a:lnTo>
                    <a:pt x="79177" y="8995"/>
                  </a:lnTo>
                  <a:lnTo>
                    <a:pt x="73994" y="10863"/>
                  </a:lnTo>
                  <a:lnTo>
                    <a:pt x="68877" y="12901"/>
                  </a:lnTo>
                  <a:lnTo>
                    <a:pt x="63829" y="15107"/>
                  </a:lnTo>
                  <a:lnTo>
                    <a:pt x="58856" y="17478"/>
                  </a:lnTo>
                  <a:lnTo>
                    <a:pt x="53965" y="20011"/>
                  </a:lnTo>
                  <a:lnTo>
                    <a:pt x="49159" y="22704"/>
                  </a:lnTo>
                  <a:lnTo>
                    <a:pt x="44445" y="25554"/>
                  </a:lnTo>
                  <a:lnTo>
                    <a:pt x="39827" y="28558"/>
                  </a:lnTo>
                  <a:lnTo>
                    <a:pt x="35311" y="31712"/>
                  </a:lnTo>
                  <a:lnTo>
                    <a:pt x="30901" y="35013"/>
                  </a:lnTo>
                  <a:lnTo>
                    <a:pt x="26602" y="38458"/>
                  </a:lnTo>
                  <a:lnTo>
                    <a:pt x="22419" y="42043"/>
                  </a:lnTo>
                  <a:lnTo>
                    <a:pt x="18357" y="45763"/>
                  </a:lnTo>
                  <a:lnTo>
                    <a:pt x="14419" y="49616"/>
                  </a:lnTo>
                  <a:lnTo>
                    <a:pt x="10610" y="53596"/>
                  </a:lnTo>
                  <a:lnTo>
                    <a:pt x="6935" y="57699"/>
                  </a:lnTo>
                  <a:lnTo>
                    <a:pt x="3397" y="61921"/>
                  </a:lnTo>
                  <a:lnTo>
                    <a:pt x="0" y="66258"/>
                  </a:lnTo>
                  <a:lnTo>
                    <a:pt x="13327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890268" y="1007751"/>
              <a:ext cx="133275" cy="100909"/>
            </a:xfrm>
            <a:custGeom>
              <a:avLst/>
              <a:pathLst>
                <a:path w="133275" h="100909">
                  <a:moveTo>
                    <a:pt x="0" y="0"/>
                  </a:moveTo>
                  <a:lnTo>
                    <a:pt x="133275" y="1009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890268" y="1007751"/>
              <a:ext cx="133275" cy="100909"/>
            </a:xfrm>
            <a:custGeom>
              <a:avLst/>
              <a:pathLst>
                <a:path w="133275" h="100909">
                  <a:moveTo>
                    <a:pt x="0" y="0"/>
                  </a:moveTo>
                  <a:lnTo>
                    <a:pt x="133275" y="1009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890268" y="1007751"/>
              <a:ext cx="133275" cy="100909"/>
            </a:xfrm>
            <a:custGeom>
              <a:avLst/>
              <a:pathLst>
                <a:path w="133275" h="100909">
                  <a:moveTo>
                    <a:pt x="0" y="0"/>
                  </a:moveTo>
                  <a:lnTo>
                    <a:pt x="133275" y="1009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890268" y="1007751"/>
              <a:ext cx="133275" cy="100909"/>
            </a:xfrm>
            <a:custGeom>
              <a:avLst/>
              <a:pathLst>
                <a:path w="133275" h="100909">
                  <a:moveTo>
                    <a:pt x="0" y="0"/>
                  </a:moveTo>
                  <a:lnTo>
                    <a:pt x="133275" y="1009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890268" y="1007751"/>
              <a:ext cx="133275" cy="100909"/>
            </a:xfrm>
            <a:custGeom>
              <a:avLst/>
              <a:pathLst>
                <a:path w="133275" h="100909">
                  <a:moveTo>
                    <a:pt x="0" y="0"/>
                  </a:moveTo>
                  <a:lnTo>
                    <a:pt x="133275" y="1009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890268" y="1007751"/>
              <a:ext cx="133275" cy="100909"/>
            </a:xfrm>
            <a:custGeom>
              <a:avLst/>
              <a:pathLst>
                <a:path w="133275" h="100909">
                  <a:moveTo>
                    <a:pt x="0" y="0"/>
                  </a:moveTo>
                  <a:lnTo>
                    <a:pt x="133275" y="1009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890268" y="1007751"/>
              <a:ext cx="133275" cy="100909"/>
            </a:xfrm>
            <a:custGeom>
              <a:avLst/>
              <a:pathLst>
                <a:path w="133275" h="100909">
                  <a:moveTo>
                    <a:pt x="0" y="0"/>
                  </a:moveTo>
                  <a:lnTo>
                    <a:pt x="133275" y="1009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890268" y="1007751"/>
              <a:ext cx="133275" cy="100909"/>
            </a:xfrm>
            <a:custGeom>
              <a:avLst/>
              <a:pathLst>
                <a:path w="133275" h="100909">
                  <a:moveTo>
                    <a:pt x="0" y="0"/>
                  </a:moveTo>
                  <a:lnTo>
                    <a:pt x="133275" y="1009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890268" y="1007751"/>
              <a:ext cx="133275" cy="100909"/>
            </a:xfrm>
            <a:custGeom>
              <a:avLst/>
              <a:pathLst>
                <a:path w="133275" h="100909">
                  <a:moveTo>
                    <a:pt x="0" y="0"/>
                  </a:moveTo>
                  <a:lnTo>
                    <a:pt x="133275" y="1009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890268" y="1007751"/>
              <a:ext cx="133275" cy="100909"/>
            </a:xfrm>
            <a:custGeom>
              <a:avLst/>
              <a:pathLst>
                <a:path w="133275" h="100909">
                  <a:moveTo>
                    <a:pt x="0" y="0"/>
                  </a:moveTo>
                  <a:lnTo>
                    <a:pt x="133275" y="1009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890268" y="1007751"/>
              <a:ext cx="133275" cy="100909"/>
            </a:xfrm>
            <a:custGeom>
              <a:avLst/>
              <a:pathLst>
                <a:path w="133275" h="100909">
                  <a:moveTo>
                    <a:pt x="0" y="0"/>
                  </a:moveTo>
                  <a:lnTo>
                    <a:pt x="133275" y="1009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890268" y="1007751"/>
              <a:ext cx="133275" cy="100909"/>
            </a:xfrm>
            <a:custGeom>
              <a:avLst/>
              <a:pathLst>
                <a:path w="133275" h="100909">
                  <a:moveTo>
                    <a:pt x="0" y="0"/>
                  </a:moveTo>
                  <a:lnTo>
                    <a:pt x="133275" y="1009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890268" y="1007751"/>
              <a:ext cx="133275" cy="100909"/>
            </a:xfrm>
            <a:custGeom>
              <a:avLst/>
              <a:pathLst>
                <a:path w="133275" h="100909">
                  <a:moveTo>
                    <a:pt x="0" y="0"/>
                  </a:moveTo>
                  <a:lnTo>
                    <a:pt x="133275" y="1009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890268" y="1007751"/>
              <a:ext cx="133275" cy="100909"/>
            </a:xfrm>
            <a:custGeom>
              <a:avLst/>
              <a:pathLst>
                <a:path w="133275" h="100909">
                  <a:moveTo>
                    <a:pt x="0" y="0"/>
                  </a:moveTo>
                  <a:lnTo>
                    <a:pt x="133275" y="100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890268" y="1007751"/>
              <a:ext cx="133275" cy="100909"/>
            </a:xfrm>
            <a:custGeom>
              <a:avLst/>
              <a:pathLst>
                <a:path w="133275" h="100909">
                  <a:moveTo>
                    <a:pt x="0" y="0"/>
                  </a:moveTo>
                  <a:lnTo>
                    <a:pt x="133275" y="100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890268" y="1007751"/>
              <a:ext cx="133275" cy="100909"/>
            </a:xfrm>
            <a:custGeom>
              <a:avLst/>
              <a:pathLst>
                <a:path w="133275" h="100909">
                  <a:moveTo>
                    <a:pt x="0" y="0"/>
                  </a:moveTo>
                  <a:lnTo>
                    <a:pt x="133275" y="100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890268" y="1007751"/>
              <a:ext cx="133275" cy="100909"/>
            </a:xfrm>
            <a:custGeom>
              <a:avLst/>
              <a:pathLst>
                <a:path w="133275" h="100909">
                  <a:moveTo>
                    <a:pt x="0" y="0"/>
                  </a:moveTo>
                  <a:lnTo>
                    <a:pt x="133275" y="100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890268" y="1007751"/>
              <a:ext cx="133275" cy="100909"/>
            </a:xfrm>
            <a:custGeom>
              <a:avLst/>
              <a:pathLst>
                <a:path w="133275" h="100909">
                  <a:moveTo>
                    <a:pt x="0" y="0"/>
                  </a:moveTo>
                  <a:lnTo>
                    <a:pt x="133275" y="1009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890268" y="1007751"/>
              <a:ext cx="133275" cy="100909"/>
            </a:xfrm>
            <a:custGeom>
              <a:avLst/>
              <a:pathLst>
                <a:path w="133275" h="100909">
                  <a:moveTo>
                    <a:pt x="0" y="0"/>
                  </a:moveTo>
                  <a:lnTo>
                    <a:pt x="133275" y="1009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856390" y="959453"/>
              <a:ext cx="334314" cy="316372"/>
            </a:xfrm>
            <a:custGeom>
              <a:avLst/>
              <a:pathLst>
                <a:path w="334314" h="316372">
                  <a:moveTo>
                    <a:pt x="33878" y="48297"/>
                  </a:moveTo>
                  <a:lnTo>
                    <a:pt x="30740" y="52582"/>
                  </a:lnTo>
                  <a:lnTo>
                    <a:pt x="27740" y="56964"/>
                  </a:lnTo>
                  <a:lnTo>
                    <a:pt x="24880" y="61439"/>
                  </a:lnTo>
                  <a:lnTo>
                    <a:pt x="22164" y="66002"/>
                  </a:lnTo>
                  <a:lnTo>
                    <a:pt x="19594" y="70650"/>
                  </a:lnTo>
                  <a:lnTo>
                    <a:pt x="17173" y="75377"/>
                  </a:lnTo>
                  <a:lnTo>
                    <a:pt x="14904" y="80178"/>
                  </a:lnTo>
                  <a:lnTo>
                    <a:pt x="12788" y="85049"/>
                  </a:lnTo>
                  <a:lnTo>
                    <a:pt x="10828" y="89985"/>
                  </a:lnTo>
                  <a:lnTo>
                    <a:pt x="9025" y="94981"/>
                  </a:lnTo>
                  <a:lnTo>
                    <a:pt x="7383" y="100031"/>
                  </a:lnTo>
                  <a:lnTo>
                    <a:pt x="5901" y="105131"/>
                  </a:lnTo>
                  <a:lnTo>
                    <a:pt x="4583" y="110275"/>
                  </a:lnTo>
                  <a:lnTo>
                    <a:pt x="3428" y="115459"/>
                  </a:lnTo>
                  <a:lnTo>
                    <a:pt x="2439" y="120677"/>
                  </a:lnTo>
                  <a:lnTo>
                    <a:pt x="1615" y="125923"/>
                  </a:lnTo>
                  <a:lnTo>
                    <a:pt x="959" y="131194"/>
                  </a:lnTo>
                  <a:lnTo>
                    <a:pt x="471" y="136482"/>
                  </a:lnTo>
                  <a:lnTo>
                    <a:pt x="151" y="141783"/>
                  </a:lnTo>
                  <a:lnTo>
                    <a:pt x="0" y="147091"/>
                  </a:lnTo>
                  <a:lnTo>
                    <a:pt x="17" y="152402"/>
                  </a:lnTo>
                  <a:lnTo>
                    <a:pt x="203" y="157710"/>
                  </a:lnTo>
                  <a:lnTo>
                    <a:pt x="557" y="163009"/>
                  </a:lnTo>
                  <a:lnTo>
                    <a:pt x="1079" y="168294"/>
                  </a:lnTo>
                  <a:lnTo>
                    <a:pt x="1769" y="173559"/>
                  </a:lnTo>
                  <a:lnTo>
                    <a:pt x="2627" y="178800"/>
                  </a:lnTo>
                  <a:lnTo>
                    <a:pt x="3650" y="184012"/>
                  </a:lnTo>
                  <a:lnTo>
                    <a:pt x="4838" y="189188"/>
                  </a:lnTo>
                  <a:lnTo>
                    <a:pt x="6190" y="194324"/>
                  </a:lnTo>
                  <a:lnTo>
                    <a:pt x="7704" y="199414"/>
                  </a:lnTo>
                  <a:lnTo>
                    <a:pt x="9379" y="204454"/>
                  </a:lnTo>
                  <a:lnTo>
                    <a:pt x="11214" y="209437"/>
                  </a:lnTo>
                  <a:lnTo>
                    <a:pt x="13206" y="214360"/>
                  </a:lnTo>
                  <a:lnTo>
                    <a:pt x="15353" y="219218"/>
                  </a:lnTo>
                  <a:lnTo>
                    <a:pt x="17654" y="224004"/>
                  </a:lnTo>
                  <a:lnTo>
                    <a:pt x="20105" y="228715"/>
                  </a:lnTo>
                  <a:lnTo>
                    <a:pt x="22705" y="233346"/>
                  </a:lnTo>
                  <a:lnTo>
                    <a:pt x="25450" y="237892"/>
                  </a:lnTo>
                  <a:lnTo>
                    <a:pt x="28339" y="242349"/>
                  </a:lnTo>
                  <a:lnTo>
                    <a:pt x="31368" y="246711"/>
                  </a:lnTo>
                  <a:lnTo>
                    <a:pt x="34534" y="250975"/>
                  </a:lnTo>
                  <a:lnTo>
                    <a:pt x="37833" y="255137"/>
                  </a:lnTo>
                  <a:lnTo>
                    <a:pt x="41263" y="259191"/>
                  </a:lnTo>
                  <a:lnTo>
                    <a:pt x="44821" y="263134"/>
                  </a:lnTo>
                  <a:lnTo>
                    <a:pt x="48501" y="266963"/>
                  </a:lnTo>
                  <a:lnTo>
                    <a:pt x="52302" y="270672"/>
                  </a:lnTo>
                  <a:lnTo>
                    <a:pt x="56218" y="274259"/>
                  </a:lnTo>
                  <a:lnTo>
                    <a:pt x="60246" y="277720"/>
                  </a:lnTo>
                  <a:lnTo>
                    <a:pt x="64382" y="281051"/>
                  </a:lnTo>
                  <a:lnTo>
                    <a:pt x="68622" y="284249"/>
                  </a:lnTo>
                  <a:lnTo>
                    <a:pt x="72962" y="287311"/>
                  </a:lnTo>
                  <a:lnTo>
                    <a:pt x="77396" y="290233"/>
                  </a:lnTo>
                  <a:lnTo>
                    <a:pt x="81921" y="293013"/>
                  </a:lnTo>
                  <a:lnTo>
                    <a:pt x="86532" y="295648"/>
                  </a:lnTo>
                  <a:lnTo>
                    <a:pt x="91225" y="298135"/>
                  </a:lnTo>
                  <a:lnTo>
                    <a:pt x="95994" y="300472"/>
                  </a:lnTo>
                  <a:lnTo>
                    <a:pt x="100835" y="302656"/>
                  </a:lnTo>
                  <a:lnTo>
                    <a:pt x="105742" y="304685"/>
                  </a:lnTo>
                  <a:lnTo>
                    <a:pt x="110712" y="306557"/>
                  </a:lnTo>
                  <a:lnTo>
                    <a:pt x="115739" y="308271"/>
                  </a:lnTo>
                  <a:lnTo>
                    <a:pt x="120817" y="309824"/>
                  </a:lnTo>
                  <a:lnTo>
                    <a:pt x="125943" y="311215"/>
                  </a:lnTo>
                  <a:lnTo>
                    <a:pt x="131110" y="312442"/>
                  </a:lnTo>
                  <a:lnTo>
                    <a:pt x="136313" y="313504"/>
                  </a:lnTo>
                  <a:lnTo>
                    <a:pt x="141548" y="314401"/>
                  </a:lnTo>
                  <a:lnTo>
                    <a:pt x="146808" y="315131"/>
                  </a:lnTo>
                  <a:lnTo>
                    <a:pt x="152089" y="315694"/>
                  </a:lnTo>
                  <a:lnTo>
                    <a:pt x="157385" y="316088"/>
                  </a:lnTo>
                  <a:lnTo>
                    <a:pt x="162691" y="316314"/>
                  </a:lnTo>
                  <a:lnTo>
                    <a:pt x="168001" y="316372"/>
                  </a:lnTo>
                  <a:lnTo>
                    <a:pt x="173311" y="316260"/>
                  </a:lnTo>
                  <a:lnTo>
                    <a:pt x="178614" y="315981"/>
                  </a:lnTo>
                  <a:lnTo>
                    <a:pt x="183906" y="315532"/>
                  </a:lnTo>
                  <a:lnTo>
                    <a:pt x="189181" y="314916"/>
                  </a:lnTo>
                  <a:lnTo>
                    <a:pt x="194434" y="314133"/>
                  </a:lnTo>
                  <a:lnTo>
                    <a:pt x="199659" y="313183"/>
                  </a:lnTo>
                  <a:lnTo>
                    <a:pt x="204851" y="312068"/>
                  </a:lnTo>
                  <a:lnTo>
                    <a:pt x="210006" y="310788"/>
                  </a:lnTo>
                  <a:lnTo>
                    <a:pt x="215117" y="309345"/>
                  </a:lnTo>
                  <a:lnTo>
                    <a:pt x="220179" y="307741"/>
                  </a:lnTo>
                  <a:lnTo>
                    <a:pt x="225188" y="305977"/>
                  </a:lnTo>
                  <a:lnTo>
                    <a:pt x="230139" y="304054"/>
                  </a:lnTo>
                  <a:lnTo>
                    <a:pt x="235026" y="301975"/>
                  </a:lnTo>
                  <a:lnTo>
                    <a:pt x="239844" y="299742"/>
                  </a:lnTo>
                  <a:lnTo>
                    <a:pt x="244589" y="297357"/>
                  </a:lnTo>
                  <a:lnTo>
                    <a:pt x="249256" y="294823"/>
                  </a:lnTo>
                  <a:lnTo>
                    <a:pt x="253840" y="292141"/>
                  </a:lnTo>
                  <a:lnTo>
                    <a:pt x="258337" y="289316"/>
                  </a:lnTo>
                  <a:lnTo>
                    <a:pt x="262742" y="286348"/>
                  </a:lnTo>
                  <a:lnTo>
                    <a:pt x="267050" y="283243"/>
                  </a:lnTo>
                  <a:lnTo>
                    <a:pt x="271257" y="280002"/>
                  </a:lnTo>
                  <a:lnTo>
                    <a:pt x="275359" y="276629"/>
                  </a:lnTo>
                  <a:lnTo>
                    <a:pt x="279352" y="273128"/>
                  </a:lnTo>
                  <a:lnTo>
                    <a:pt x="283232" y="269501"/>
                  </a:lnTo>
                  <a:lnTo>
                    <a:pt x="286994" y="265753"/>
                  </a:lnTo>
                  <a:lnTo>
                    <a:pt x="290636" y="261888"/>
                  </a:lnTo>
                  <a:lnTo>
                    <a:pt x="294153" y="257908"/>
                  </a:lnTo>
                  <a:lnTo>
                    <a:pt x="297542" y="253819"/>
                  </a:lnTo>
                  <a:lnTo>
                    <a:pt x="300799" y="249625"/>
                  </a:lnTo>
                  <a:lnTo>
                    <a:pt x="303921" y="245329"/>
                  </a:lnTo>
                  <a:lnTo>
                    <a:pt x="306906" y="240936"/>
                  </a:lnTo>
                  <a:lnTo>
                    <a:pt x="309749" y="236450"/>
                  </a:lnTo>
                  <a:lnTo>
                    <a:pt x="312448" y="231877"/>
                  </a:lnTo>
                  <a:lnTo>
                    <a:pt x="315001" y="227220"/>
                  </a:lnTo>
                  <a:lnTo>
                    <a:pt x="317405" y="222484"/>
                  </a:lnTo>
                  <a:lnTo>
                    <a:pt x="319656" y="217674"/>
                  </a:lnTo>
                  <a:lnTo>
                    <a:pt x="321754" y="212795"/>
                  </a:lnTo>
                  <a:lnTo>
                    <a:pt x="323696" y="207852"/>
                  </a:lnTo>
                  <a:lnTo>
                    <a:pt x="325480" y="202850"/>
                  </a:lnTo>
                  <a:lnTo>
                    <a:pt x="327104" y="197794"/>
                  </a:lnTo>
                  <a:lnTo>
                    <a:pt x="328567" y="192689"/>
                  </a:lnTo>
                  <a:lnTo>
                    <a:pt x="329867" y="187539"/>
                  </a:lnTo>
                  <a:lnTo>
                    <a:pt x="331002" y="182351"/>
                  </a:lnTo>
                  <a:lnTo>
                    <a:pt x="331972" y="177130"/>
                  </a:lnTo>
                  <a:lnTo>
                    <a:pt x="332776" y="171880"/>
                  </a:lnTo>
                  <a:lnTo>
                    <a:pt x="333413" y="166608"/>
                  </a:lnTo>
                  <a:lnTo>
                    <a:pt x="333882" y="161318"/>
                  </a:lnTo>
                  <a:lnTo>
                    <a:pt x="334182" y="156016"/>
                  </a:lnTo>
                  <a:lnTo>
                    <a:pt x="334314" y="150707"/>
                  </a:lnTo>
                  <a:lnTo>
                    <a:pt x="334278" y="145396"/>
                  </a:lnTo>
                  <a:lnTo>
                    <a:pt x="334072" y="140089"/>
                  </a:lnTo>
                  <a:lnTo>
                    <a:pt x="333698" y="134792"/>
                  </a:lnTo>
                  <a:lnTo>
                    <a:pt x="333156" y="129509"/>
                  </a:lnTo>
                  <a:lnTo>
                    <a:pt x="332447" y="124245"/>
                  </a:lnTo>
                  <a:lnTo>
                    <a:pt x="331571" y="119007"/>
                  </a:lnTo>
                  <a:lnTo>
                    <a:pt x="330528" y="113800"/>
                  </a:lnTo>
                  <a:lnTo>
                    <a:pt x="329321" y="108628"/>
                  </a:lnTo>
                  <a:lnTo>
                    <a:pt x="327950" y="103497"/>
                  </a:lnTo>
                  <a:lnTo>
                    <a:pt x="326417" y="98413"/>
                  </a:lnTo>
                  <a:lnTo>
                    <a:pt x="324724" y="93379"/>
                  </a:lnTo>
                  <a:lnTo>
                    <a:pt x="322871" y="88402"/>
                  </a:lnTo>
                  <a:lnTo>
                    <a:pt x="320861" y="83487"/>
                  </a:lnTo>
                  <a:lnTo>
                    <a:pt x="318695" y="78637"/>
                  </a:lnTo>
                  <a:lnTo>
                    <a:pt x="316377" y="73859"/>
                  </a:lnTo>
                  <a:lnTo>
                    <a:pt x="313909" y="69157"/>
                  </a:lnTo>
                  <a:lnTo>
                    <a:pt x="311292" y="64536"/>
                  </a:lnTo>
                  <a:lnTo>
                    <a:pt x="308529" y="60000"/>
                  </a:lnTo>
                  <a:lnTo>
                    <a:pt x="305624" y="55554"/>
                  </a:lnTo>
                  <a:lnTo>
                    <a:pt x="302580" y="51203"/>
                  </a:lnTo>
                  <a:lnTo>
                    <a:pt x="299398" y="46951"/>
                  </a:lnTo>
                  <a:lnTo>
                    <a:pt x="296083" y="42801"/>
                  </a:lnTo>
                  <a:lnTo>
                    <a:pt x="292638" y="38760"/>
                  </a:lnTo>
                  <a:lnTo>
                    <a:pt x="289067" y="34829"/>
                  </a:lnTo>
                  <a:lnTo>
                    <a:pt x="285372" y="31014"/>
                  </a:lnTo>
                  <a:lnTo>
                    <a:pt x="281558" y="27319"/>
                  </a:lnTo>
                  <a:lnTo>
                    <a:pt x="277628" y="23746"/>
                  </a:lnTo>
                  <a:lnTo>
                    <a:pt x="273587" y="20300"/>
                  </a:lnTo>
                  <a:lnTo>
                    <a:pt x="269439" y="16985"/>
                  </a:lnTo>
                  <a:lnTo>
                    <a:pt x="265187" y="13802"/>
                  </a:lnTo>
                  <a:lnTo>
                    <a:pt x="260837" y="10756"/>
                  </a:lnTo>
                  <a:lnTo>
                    <a:pt x="256392" y="7850"/>
                  </a:lnTo>
                  <a:lnTo>
                    <a:pt x="251856" y="5087"/>
                  </a:lnTo>
                  <a:lnTo>
                    <a:pt x="247236" y="2469"/>
                  </a:lnTo>
                  <a:lnTo>
                    <a:pt x="242534" y="0"/>
                  </a:lnTo>
                  <a:lnTo>
                    <a:pt x="167154" y="1492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5023544" y="941493"/>
              <a:ext cx="75380" cy="167167"/>
            </a:xfrm>
            <a:custGeom>
              <a:avLst/>
              <a:pathLst>
                <a:path w="75380" h="167167">
                  <a:moveTo>
                    <a:pt x="75380" y="17960"/>
                  </a:moveTo>
                  <a:lnTo>
                    <a:pt x="69963" y="15345"/>
                  </a:lnTo>
                  <a:lnTo>
                    <a:pt x="64456" y="12926"/>
                  </a:lnTo>
                  <a:lnTo>
                    <a:pt x="58865" y="10707"/>
                  </a:lnTo>
                  <a:lnTo>
                    <a:pt x="53198" y="8690"/>
                  </a:lnTo>
                  <a:lnTo>
                    <a:pt x="47462" y="6879"/>
                  </a:lnTo>
                  <a:lnTo>
                    <a:pt x="41664" y="5275"/>
                  </a:lnTo>
                  <a:lnTo>
                    <a:pt x="35813" y="3881"/>
                  </a:lnTo>
                  <a:lnTo>
                    <a:pt x="29915" y="2698"/>
                  </a:lnTo>
                  <a:lnTo>
                    <a:pt x="23979" y="1728"/>
                  </a:lnTo>
                  <a:lnTo>
                    <a:pt x="18011" y="973"/>
                  </a:lnTo>
                  <a:lnTo>
                    <a:pt x="12020" y="432"/>
                  </a:lnTo>
                  <a:lnTo>
                    <a:pt x="6014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71614" y="941493"/>
              <a:ext cx="114601" cy="167167"/>
            </a:xfrm>
            <a:custGeom>
              <a:avLst/>
              <a:pathLst>
                <a:path w="114601" h="167167">
                  <a:moveTo>
                    <a:pt x="114601" y="0"/>
                  </a:moveTo>
                  <a:lnTo>
                    <a:pt x="109112" y="90"/>
                  </a:lnTo>
                  <a:lnTo>
                    <a:pt x="103629" y="360"/>
                  </a:lnTo>
                  <a:lnTo>
                    <a:pt x="98157" y="810"/>
                  </a:lnTo>
                  <a:lnTo>
                    <a:pt x="92704" y="1440"/>
                  </a:lnTo>
                  <a:lnTo>
                    <a:pt x="87274" y="2248"/>
                  </a:lnTo>
                  <a:lnTo>
                    <a:pt x="81873" y="3234"/>
                  </a:lnTo>
                  <a:lnTo>
                    <a:pt x="76508" y="4397"/>
                  </a:lnTo>
                  <a:lnTo>
                    <a:pt x="71184" y="5736"/>
                  </a:lnTo>
                  <a:lnTo>
                    <a:pt x="65907" y="7249"/>
                  </a:lnTo>
                  <a:lnTo>
                    <a:pt x="60682" y="8934"/>
                  </a:lnTo>
                  <a:lnTo>
                    <a:pt x="55515" y="10790"/>
                  </a:lnTo>
                  <a:lnTo>
                    <a:pt x="50412" y="12814"/>
                  </a:lnTo>
                  <a:lnTo>
                    <a:pt x="45379" y="15005"/>
                  </a:lnTo>
                  <a:lnTo>
                    <a:pt x="40420" y="17360"/>
                  </a:lnTo>
                  <a:lnTo>
                    <a:pt x="35541" y="19877"/>
                  </a:lnTo>
                  <a:lnTo>
                    <a:pt x="30747" y="22552"/>
                  </a:lnTo>
                  <a:lnTo>
                    <a:pt x="26044" y="25383"/>
                  </a:lnTo>
                  <a:lnTo>
                    <a:pt x="21436" y="28368"/>
                  </a:lnTo>
                  <a:lnTo>
                    <a:pt x="16929" y="31502"/>
                  </a:lnTo>
                  <a:lnTo>
                    <a:pt x="12527" y="34782"/>
                  </a:lnTo>
                  <a:lnTo>
                    <a:pt x="8235" y="38205"/>
                  </a:lnTo>
                  <a:lnTo>
                    <a:pt x="4057" y="41767"/>
                  </a:lnTo>
                  <a:lnTo>
                    <a:pt x="0" y="45464"/>
                  </a:lnTo>
                  <a:lnTo>
                    <a:pt x="11460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19048" y="986958"/>
              <a:ext cx="167167" cy="259995"/>
            </a:xfrm>
            <a:custGeom>
              <a:avLst/>
              <a:pathLst>
                <a:path w="167167" h="259995">
                  <a:moveTo>
                    <a:pt x="52565" y="0"/>
                  </a:moveTo>
                  <a:lnTo>
                    <a:pt x="48667" y="3792"/>
                  </a:lnTo>
                  <a:lnTo>
                    <a:pt x="44893" y="7710"/>
                  </a:lnTo>
                  <a:lnTo>
                    <a:pt x="41249" y="11748"/>
                  </a:lnTo>
                  <a:lnTo>
                    <a:pt x="37739" y="15903"/>
                  </a:lnTo>
                  <a:lnTo>
                    <a:pt x="34365" y="20170"/>
                  </a:lnTo>
                  <a:lnTo>
                    <a:pt x="31132" y="24544"/>
                  </a:lnTo>
                  <a:lnTo>
                    <a:pt x="28043" y="29021"/>
                  </a:lnTo>
                  <a:lnTo>
                    <a:pt x="25102" y="33597"/>
                  </a:lnTo>
                  <a:lnTo>
                    <a:pt x="22311" y="38265"/>
                  </a:lnTo>
                  <a:lnTo>
                    <a:pt x="19673" y="43022"/>
                  </a:lnTo>
                  <a:lnTo>
                    <a:pt x="17191" y="47862"/>
                  </a:lnTo>
                  <a:lnTo>
                    <a:pt x="14868" y="52781"/>
                  </a:lnTo>
                  <a:lnTo>
                    <a:pt x="12707" y="57772"/>
                  </a:lnTo>
                  <a:lnTo>
                    <a:pt x="10708" y="62831"/>
                  </a:lnTo>
                  <a:lnTo>
                    <a:pt x="8876" y="67952"/>
                  </a:lnTo>
                  <a:lnTo>
                    <a:pt x="7211" y="73131"/>
                  </a:lnTo>
                  <a:lnTo>
                    <a:pt x="5716" y="78360"/>
                  </a:lnTo>
                  <a:lnTo>
                    <a:pt x="4391" y="83636"/>
                  </a:lnTo>
                  <a:lnTo>
                    <a:pt x="3239" y="88952"/>
                  </a:lnTo>
                  <a:lnTo>
                    <a:pt x="2260" y="94302"/>
                  </a:lnTo>
                  <a:lnTo>
                    <a:pt x="1456" y="99682"/>
                  </a:lnTo>
                  <a:lnTo>
                    <a:pt x="827" y="105085"/>
                  </a:lnTo>
                  <a:lnTo>
                    <a:pt x="375" y="110505"/>
                  </a:lnTo>
                  <a:lnTo>
                    <a:pt x="99" y="115938"/>
                  </a:lnTo>
                  <a:lnTo>
                    <a:pt x="0" y="121376"/>
                  </a:lnTo>
                  <a:lnTo>
                    <a:pt x="77" y="126815"/>
                  </a:lnTo>
                  <a:lnTo>
                    <a:pt x="332" y="132248"/>
                  </a:lnTo>
                  <a:lnTo>
                    <a:pt x="764" y="137670"/>
                  </a:lnTo>
                  <a:lnTo>
                    <a:pt x="1371" y="143076"/>
                  </a:lnTo>
                  <a:lnTo>
                    <a:pt x="2154" y="148458"/>
                  </a:lnTo>
                  <a:lnTo>
                    <a:pt x="3112" y="153812"/>
                  </a:lnTo>
                  <a:lnTo>
                    <a:pt x="4244" y="159133"/>
                  </a:lnTo>
                  <a:lnTo>
                    <a:pt x="5548" y="164414"/>
                  </a:lnTo>
                  <a:lnTo>
                    <a:pt x="7023" y="169649"/>
                  </a:lnTo>
                  <a:lnTo>
                    <a:pt x="8667" y="174834"/>
                  </a:lnTo>
                  <a:lnTo>
                    <a:pt x="10480" y="179962"/>
                  </a:lnTo>
                  <a:lnTo>
                    <a:pt x="12458" y="185029"/>
                  </a:lnTo>
                  <a:lnTo>
                    <a:pt x="14600" y="190029"/>
                  </a:lnTo>
                  <a:lnTo>
                    <a:pt x="16904" y="194956"/>
                  </a:lnTo>
                  <a:lnTo>
                    <a:pt x="19367" y="199806"/>
                  </a:lnTo>
                  <a:lnTo>
                    <a:pt x="21986" y="204573"/>
                  </a:lnTo>
                  <a:lnTo>
                    <a:pt x="24759" y="209252"/>
                  </a:lnTo>
                  <a:lnTo>
                    <a:pt x="27683" y="213839"/>
                  </a:lnTo>
                  <a:lnTo>
                    <a:pt x="30754" y="218328"/>
                  </a:lnTo>
                  <a:lnTo>
                    <a:pt x="33970" y="222715"/>
                  </a:lnTo>
                  <a:lnTo>
                    <a:pt x="37327" y="226995"/>
                  </a:lnTo>
                  <a:lnTo>
                    <a:pt x="40821" y="231164"/>
                  </a:lnTo>
                  <a:lnTo>
                    <a:pt x="44449" y="235216"/>
                  </a:lnTo>
                  <a:lnTo>
                    <a:pt x="48207" y="239149"/>
                  </a:lnTo>
                  <a:lnTo>
                    <a:pt x="52091" y="242957"/>
                  </a:lnTo>
                  <a:lnTo>
                    <a:pt x="56097" y="246636"/>
                  </a:lnTo>
                  <a:lnTo>
                    <a:pt x="60221" y="250184"/>
                  </a:lnTo>
                  <a:lnTo>
                    <a:pt x="64457" y="253595"/>
                  </a:lnTo>
                  <a:lnTo>
                    <a:pt x="68803" y="256867"/>
                  </a:lnTo>
                  <a:lnTo>
                    <a:pt x="73252" y="259995"/>
                  </a:lnTo>
                  <a:lnTo>
                    <a:pt x="167167" y="121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92301" y="941493"/>
              <a:ext cx="261079" cy="334325"/>
            </a:xfrm>
            <a:custGeom>
              <a:avLst/>
              <a:pathLst>
                <a:path w="261079" h="334325">
                  <a:moveTo>
                    <a:pt x="0" y="305460"/>
                  </a:moveTo>
                  <a:lnTo>
                    <a:pt x="4465" y="308390"/>
                  </a:lnTo>
                  <a:lnTo>
                    <a:pt x="9022" y="311175"/>
                  </a:lnTo>
                  <a:lnTo>
                    <a:pt x="13666" y="313813"/>
                  </a:lnTo>
                  <a:lnTo>
                    <a:pt x="18391" y="316302"/>
                  </a:lnTo>
                  <a:lnTo>
                    <a:pt x="23194" y="318638"/>
                  </a:lnTo>
                  <a:lnTo>
                    <a:pt x="28069" y="320820"/>
                  </a:lnTo>
                  <a:lnTo>
                    <a:pt x="33011" y="322845"/>
                  </a:lnTo>
                  <a:lnTo>
                    <a:pt x="38015" y="324711"/>
                  </a:lnTo>
                  <a:lnTo>
                    <a:pt x="43076" y="326417"/>
                  </a:lnTo>
                  <a:lnTo>
                    <a:pt x="48189" y="327959"/>
                  </a:lnTo>
                  <a:lnTo>
                    <a:pt x="53349" y="329338"/>
                  </a:lnTo>
                  <a:lnTo>
                    <a:pt x="58550" y="330551"/>
                  </a:lnTo>
                  <a:lnTo>
                    <a:pt x="63787" y="331597"/>
                  </a:lnTo>
                  <a:lnTo>
                    <a:pt x="69055" y="332476"/>
                  </a:lnTo>
                  <a:lnTo>
                    <a:pt x="74349" y="333185"/>
                  </a:lnTo>
                  <a:lnTo>
                    <a:pt x="79662" y="333726"/>
                  </a:lnTo>
                  <a:lnTo>
                    <a:pt x="84990" y="334096"/>
                  </a:lnTo>
                  <a:lnTo>
                    <a:pt x="90327" y="334296"/>
                  </a:lnTo>
                  <a:lnTo>
                    <a:pt x="95668" y="334325"/>
                  </a:lnTo>
                  <a:lnTo>
                    <a:pt x="101007" y="334184"/>
                  </a:lnTo>
                  <a:lnTo>
                    <a:pt x="106338" y="333872"/>
                  </a:lnTo>
                  <a:lnTo>
                    <a:pt x="111657" y="333390"/>
                  </a:lnTo>
                  <a:lnTo>
                    <a:pt x="116958" y="332738"/>
                  </a:lnTo>
                  <a:lnTo>
                    <a:pt x="122236" y="331918"/>
                  </a:lnTo>
                  <a:lnTo>
                    <a:pt x="127484" y="330929"/>
                  </a:lnTo>
                  <a:lnTo>
                    <a:pt x="132698" y="329773"/>
                  </a:lnTo>
                  <a:lnTo>
                    <a:pt x="137873" y="328451"/>
                  </a:lnTo>
                  <a:lnTo>
                    <a:pt x="143003" y="326965"/>
                  </a:lnTo>
                  <a:lnTo>
                    <a:pt x="148082" y="325315"/>
                  </a:lnTo>
                  <a:lnTo>
                    <a:pt x="153106" y="323504"/>
                  </a:lnTo>
                  <a:lnTo>
                    <a:pt x="158070" y="321533"/>
                  </a:lnTo>
                  <a:lnTo>
                    <a:pt x="162969" y="319405"/>
                  </a:lnTo>
                  <a:lnTo>
                    <a:pt x="167797" y="317121"/>
                  </a:lnTo>
                  <a:lnTo>
                    <a:pt x="172549" y="314685"/>
                  </a:lnTo>
                  <a:lnTo>
                    <a:pt x="177221" y="312097"/>
                  </a:lnTo>
                  <a:lnTo>
                    <a:pt x="181809" y="309362"/>
                  </a:lnTo>
                  <a:lnTo>
                    <a:pt x="186306" y="306482"/>
                  </a:lnTo>
                  <a:lnTo>
                    <a:pt x="190709" y="303459"/>
                  </a:lnTo>
                  <a:lnTo>
                    <a:pt x="195014" y="300298"/>
                  </a:lnTo>
                  <a:lnTo>
                    <a:pt x="199215" y="297000"/>
                  </a:lnTo>
                  <a:lnTo>
                    <a:pt x="203309" y="293570"/>
                  </a:lnTo>
                  <a:lnTo>
                    <a:pt x="207291" y="290011"/>
                  </a:lnTo>
                  <a:lnTo>
                    <a:pt x="211157" y="286327"/>
                  </a:lnTo>
                  <a:lnTo>
                    <a:pt x="214904" y="282520"/>
                  </a:lnTo>
                  <a:lnTo>
                    <a:pt x="218527" y="278597"/>
                  </a:lnTo>
                  <a:lnTo>
                    <a:pt x="222023" y="274559"/>
                  </a:lnTo>
                  <a:lnTo>
                    <a:pt x="225388" y="270412"/>
                  </a:lnTo>
                  <a:lnTo>
                    <a:pt x="228619" y="266159"/>
                  </a:lnTo>
                  <a:lnTo>
                    <a:pt x="231713" y="261806"/>
                  </a:lnTo>
                  <a:lnTo>
                    <a:pt x="234666" y="257355"/>
                  </a:lnTo>
                  <a:lnTo>
                    <a:pt x="237475" y="252813"/>
                  </a:lnTo>
                  <a:lnTo>
                    <a:pt x="240137" y="248183"/>
                  </a:lnTo>
                  <a:lnTo>
                    <a:pt x="242651" y="243471"/>
                  </a:lnTo>
                  <a:lnTo>
                    <a:pt x="245012" y="238681"/>
                  </a:lnTo>
                  <a:lnTo>
                    <a:pt x="247220" y="233817"/>
                  </a:lnTo>
                  <a:lnTo>
                    <a:pt x="249271" y="228886"/>
                  </a:lnTo>
                  <a:lnTo>
                    <a:pt x="251163" y="223892"/>
                  </a:lnTo>
                  <a:lnTo>
                    <a:pt x="252895" y="218840"/>
                  </a:lnTo>
                  <a:lnTo>
                    <a:pt x="254464" y="213735"/>
                  </a:lnTo>
                  <a:lnTo>
                    <a:pt x="255870" y="208582"/>
                  </a:lnTo>
                  <a:lnTo>
                    <a:pt x="257110" y="203388"/>
                  </a:lnTo>
                  <a:lnTo>
                    <a:pt x="258184" y="198156"/>
                  </a:lnTo>
                  <a:lnTo>
                    <a:pt x="259090" y="192892"/>
                  </a:lnTo>
                  <a:lnTo>
                    <a:pt x="259828" y="187603"/>
                  </a:lnTo>
                  <a:lnTo>
                    <a:pt x="260396" y="182292"/>
                  </a:lnTo>
                  <a:lnTo>
                    <a:pt x="260794" y="176966"/>
                  </a:lnTo>
                  <a:lnTo>
                    <a:pt x="261022" y="171631"/>
                  </a:lnTo>
                  <a:lnTo>
                    <a:pt x="261079" y="166290"/>
                  </a:lnTo>
                  <a:lnTo>
                    <a:pt x="260966" y="160950"/>
                  </a:lnTo>
                  <a:lnTo>
                    <a:pt x="260682" y="155617"/>
                  </a:lnTo>
                  <a:lnTo>
                    <a:pt x="260228" y="150296"/>
                  </a:lnTo>
                  <a:lnTo>
                    <a:pt x="259604" y="144992"/>
                  </a:lnTo>
                  <a:lnTo>
                    <a:pt x="258811" y="139710"/>
                  </a:lnTo>
                  <a:lnTo>
                    <a:pt x="257850" y="134456"/>
                  </a:lnTo>
                  <a:lnTo>
                    <a:pt x="256721" y="129236"/>
                  </a:lnTo>
                  <a:lnTo>
                    <a:pt x="255427" y="124055"/>
                  </a:lnTo>
                  <a:lnTo>
                    <a:pt x="253967" y="118917"/>
                  </a:lnTo>
                  <a:lnTo>
                    <a:pt x="252344" y="113829"/>
                  </a:lnTo>
                  <a:lnTo>
                    <a:pt x="250559" y="108795"/>
                  </a:lnTo>
                  <a:lnTo>
                    <a:pt x="248615" y="103821"/>
                  </a:lnTo>
                  <a:lnTo>
                    <a:pt x="246512" y="98912"/>
                  </a:lnTo>
                  <a:lnTo>
                    <a:pt x="244254" y="94072"/>
                  </a:lnTo>
                  <a:lnTo>
                    <a:pt x="241842" y="89307"/>
                  </a:lnTo>
                  <a:lnTo>
                    <a:pt x="239279" y="84621"/>
                  </a:lnTo>
                  <a:lnTo>
                    <a:pt x="236568" y="80019"/>
                  </a:lnTo>
                  <a:lnTo>
                    <a:pt x="233712" y="75507"/>
                  </a:lnTo>
                  <a:lnTo>
                    <a:pt x="230712" y="71088"/>
                  </a:lnTo>
                  <a:lnTo>
                    <a:pt x="227573" y="66767"/>
                  </a:lnTo>
                  <a:lnTo>
                    <a:pt x="224298" y="62548"/>
                  </a:lnTo>
                  <a:lnTo>
                    <a:pt x="220889" y="58437"/>
                  </a:lnTo>
                  <a:lnTo>
                    <a:pt x="217351" y="54436"/>
                  </a:lnTo>
                  <a:lnTo>
                    <a:pt x="213687" y="50551"/>
                  </a:lnTo>
                  <a:lnTo>
                    <a:pt x="209901" y="46784"/>
                  </a:lnTo>
                  <a:lnTo>
                    <a:pt x="205996" y="43140"/>
                  </a:lnTo>
                  <a:lnTo>
                    <a:pt x="201977" y="39623"/>
                  </a:lnTo>
                  <a:lnTo>
                    <a:pt x="197847" y="36236"/>
                  </a:lnTo>
                  <a:lnTo>
                    <a:pt x="193612" y="32983"/>
                  </a:lnTo>
                  <a:lnTo>
                    <a:pt x="189274" y="29867"/>
                  </a:lnTo>
                  <a:lnTo>
                    <a:pt x="184840" y="26890"/>
                  </a:lnTo>
                  <a:lnTo>
                    <a:pt x="180312" y="24057"/>
                  </a:lnTo>
                  <a:lnTo>
                    <a:pt x="175696" y="21371"/>
                  </a:lnTo>
                  <a:lnTo>
                    <a:pt x="170997" y="18832"/>
                  </a:lnTo>
                  <a:lnTo>
                    <a:pt x="166219" y="16446"/>
                  </a:lnTo>
                  <a:lnTo>
                    <a:pt x="161368" y="14213"/>
                  </a:lnTo>
                  <a:lnTo>
                    <a:pt x="156447" y="12136"/>
                  </a:lnTo>
                  <a:lnTo>
                    <a:pt x="151463" y="10218"/>
                  </a:lnTo>
                  <a:lnTo>
                    <a:pt x="146420" y="8459"/>
                  </a:lnTo>
                  <a:lnTo>
                    <a:pt x="141323" y="6863"/>
                  </a:lnTo>
                  <a:lnTo>
                    <a:pt x="136178" y="5430"/>
                  </a:lnTo>
                  <a:lnTo>
                    <a:pt x="130990" y="4163"/>
                  </a:lnTo>
                  <a:lnTo>
                    <a:pt x="125764" y="3062"/>
                  </a:lnTo>
                  <a:lnTo>
                    <a:pt x="120506" y="2128"/>
                  </a:lnTo>
                  <a:lnTo>
                    <a:pt x="115220" y="1363"/>
                  </a:lnTo>
                  <a:lnTo>
                    <a:pt x="109913" y="767"/>
                  </a:lnTo>
                  <a:lnTo>
                    <a:pt x="104589" y="341"/>
                  </a:lnTo>
                  <a:lnTo>
                    <a:pt x="99254" y="85"/>
                  </a:lnTo>
                  <a:lnTo>
                    <a:pt x="93914" y="0"/>
                  </a:lnTo>
                  <a:lnTo>
                    <a:pt x="9391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797344" y="1071028"/>
              <a:ext cx="167157" cy="333719"/>
            </a:xfrm>
            <a:custGeom>
              <a:avLst/>
              <a:pathLst>
                <a:path w="167157" h="333719">
                  <a:moveTo>
                    <a:pt x="167157" y="0"/>
                  </a:moveTo>
                  <a:lnTo>
                    <a:pt x="161836" y="84"/>
                  </a:lnTo>
                  <a:lnTo>
                    <a:pt x="156522" y="338"/>
                  </a:lnTo>
                  <a:lnTo>
                    <a:pt x="151218" y="761"/>
                  </a:lnTo>
                  <a:lnTo>
                    <a:pt x="145930" y="1353"/>
                  </a:lnTo>
                  <a:lnTo>
                    <a:pt x="140663" y="2112"/>
                  </a:lnTo>
                  <a:lnTo>
                    <a:pt x="135424" y="3039"/>
                  </a:lnTo>
                  <a:lnTo>
                    <a:pt x="130217" y="4132"/>
                  </a:lnTo>
                  <a:lnTo>
                    <a:pt x="125047" y="5390"/>
                  </a:lnTo>
                  <a:lnTo>
                    <a:pt x="119919" y="6812"/>
                  </a:lnTo>
                  <a:lnTo>
                    <a:pt x="114840" y="8397"/>
                  </a:lnTo>
                  <a:lnTo>
                    <a:pt x="109814" y="10142"/>
                  </a:lnTo>
                  <a:lnTo>
                    <a:pt x="104845" y="12047"/>
                  </a:lnTo>
                  <a:lnTo>
                    <a:pt x="99940" y="14109"/>
                  </a:lnTo>
                  <a:lnTo>
                    <a:pt x="95103" y="16325"/>
                  </a:lnTo>
                  <a:lnTo>
                    <a:pt x="90339" y="18695"/>
                  </a:lnTo>
                  <a:lnTo>
                    <a:pt x="85653" y="21215"/>
                  </a:lnTo>
                  <a:lnTo>
                    <a:pt x="81049" y="23883"/>
                  </a:lnTo>
                  <a:lnTo>
                    <a:pt x="76532" y="26696"/>
                  </a:lnTo>
                  <a:lnTo>
                    <a:pt x="72108" y="29651"/>
                  </a:lnTo>
                  <a:lnTo>
                    <a:pt x="67779" y="32746"/>
                  </a:lnTo>
                  <a:lnTo>
                    <a:pt x="63552" y="35976"/>
                  </a:lnTo>
                  <a:lnTo>
                    <a:pt x="59429" y="39340"/>
                  </a:lnTo>
                  <a:lnTo>
                    <a:pt x="55415" y="42833"/>
                  </a:lnTo>
                  <a:lnTo>
                    <a:pt x="51515" y="46453"/>
                  </a:lnTo>
                  <a:lnTo>
                    <a:pt x="47732" y="50194"/>
                  </a:lnTo>
                  <a:lnTo>
                    <a:pt x="44070" y="54054"/>
                  </a:lnTo>
                  <a:lnTo>
                    <a:pt x="40532" y="58029"/>
                  </a:lnTo>
                  <a:lnTo>
                    <a:pt x="37123" y="62114"/>
                  </a:lnTo>
                  <a:lnTo>
                    <a:pt x="33845" y="66305"/>
                  </a:lnTo>
                  <a:lnTo>
                    <a:pt x="30703" y="70599"/>
                  </a:lnTo>
                  <a:lnTo>
                    <a:pt x="27699" y="74991"/>
                  </a:lnTo>
                  <a:lnTo>
                    <a:pt x="24836" y="79476"/>
                  </a:lnTo>
                  <a:lnTo>
                    <a:pt x="22117" y="84050"/>
                  </a:lnTo>
                  <a:lnTo>
                    <a:pt x="19545" y="88708"/>
                  </a:lnTo>
                  <a:lnTo>
                    <a:pt x="17123" y="93445"/>
                  </a:lnTo>
                  <a:lnTo>
                    <a:pt x="14853" y="98257"/>
                  </a:lnTo>
                  <a:lnTo>
                    <a:pt x="12737" y="103139"/>
                  </a:lnTo>
                  <a:lnTo>
                    <a:pt x="10778" y="108086"/>
                  </a:lnTo>
                  <a:lnTo>
                    <a:pt x="8976" y="113093"/>
                  </a:lnTo>
                  <a:lnTo>
                    <a:pt x="7336" y="118155"/>
                  </a:lnTo>
                  <a:lnTo>
                    <a:pt x="5857" y="123266"/>
                  </a:lnTo>
                  <a:lnTo>
                    <a:pt x="4541" y="128422"/>
                  </a:lnTo>
                  <a:lnTo>
                    <a:pt x="3391" y="133617"/>
                  </a:lnTo>
                  <a:lnTo>
                    <a:pt x="2406" y="138845"/>
                  </a:lnTo>
                  <a:lnTo>
                    <a:pt x="1588" y="144103"/>
                  </a:lnTo>
                  <a:lnTo>
                    <a:pt x="938" y="149384"/>
                  </a:lnTo>
                  <a:lnTo>
                    <a:pt x="456" y="154683"/>
                  </a:lnTo>
                  <a:lnTo>
                    <a:pt x="143" y="159995"/>
                  </a:lnTo>
                  <a:lnTo>
                    <a:pt x="0" y="165314"/>
                  </a:lnTo>
                  <a:lnTo>
                    <a:pt x="25" y="170634"/>
                  </a:lnTo>
                  <a:lnTo>
                    <a:pt x="220" y="175952"/>
                  </a:lnTo>
                  <a:lnTo>
                    <a:pt x="584" y="181260"/>
                  </a:lnTo>
                  <a:lnTo>
                    <a:pt x="1117" y="186554"/>
                  </a:lnTo>
                  <a:lnTo>
                    <a:pt x="1818" y="191829"/>
                  </a:lnTo>
                  <a:lnTo>
                    <a:pt x="2687" y="197078"/>
                  </a:lnTo>
                  <a:lnTo>
                    <a:pt x="3722" y="202297"/>
                  </a:lnTo>
                  <a:lnTo>
                    <a:pt x="4923" y="207481"/>
                  </a:lnTo>
                  <a:lnTo>
                    <a:pt x="6288" y="212624"/>
                  </a:lnTo>
                  <a:lnTo>
                    <a:pt x="7816" y="217720"/>
                  </a:lnTo>
                  <a:lnTo>
                    <a:pt x="9506" y="222766"/>
                  </a:lnTo>
                  <a:lnTo>
                    <a:pt x="11355" y="227755"/>
                  </a:lnTo>
                  <a:lnTo>
                    <a:pt x="13362" y="232683"/>
                  </a:lnTo>
                  <a:lnTo>
                    <a:pt x="15525" y="237544"/>
                  </a:lnTo>
                  <a:lnTo>
                    <a:pt x="17842" y="242334"/>
                  </a:lnTo>
                  <a:lnTo>
                    <a:pt x="20310" y="247048"/>
                  </a:lnTo>
                  <a:lnTo>
                    <a:pt x="22926" y="251681"/>
                  </a:lnTo>
                  <a:lnTo>
                    <a:pt x="25689" y="256228"/>
                  </a:lnTo>
                  <a:lnTo>
                    <a:pt x="28595" y="260685"/>
                  </a:lnTo>
                  <a:lnTo>
                    <a:pt x="31642" y="265048"/>
                  </a:lnTo>
                  <a:lnTo>
                    <a:pt x="34826" y="269311"/>
                  </a:lnTo>
                  <a:lnTo>
                    <a:pt x="38143" y="273471"/>
                  </a:lnTo>
                  <a:lnTo>
                    <a:pt x="41592" y="277523"/>
                  </a:lnTo>
                  <a:lnTo>
                    <a:pt x="45168" y="281463"/>
                  </a:lnTo>
                  <a:lnTo>
                    <a:pt x="48867" y="285288"/>
                  </a:lnTo>
                  <a:lnTo>
                    <a:pt x="52686" y="288992"/>
                  </a:lnTo>
                  <a:lnTo>
                    <a:pt x="56621" y="292574"/>
                  </a:lnTo>
                  <a:lnTo>
                    <a:pt x="60668" y="296028"/>
                  </a:lnTo>
                  <a:lnTo>
                    <a:pt x="64823" y="299352"/>
                  </a:lnTo>
                  <a:lnTo>
                    <a:pt x="69082" y="302542"/>
                  </a:lnTo>
                  <a:lnTo>
                    <a:pt x="73440" y="305594"/>
                  </a:lnTo>
                  <a:lnTo>
                    <a:pt x="77893" y="308507"/>
                  </a:lnTo>
                  <a:lnTo>
                    <a:pt x="82436" y="311276"/>
                  </a:lnTo>
                  <a:lnTo>
                    <a:pt x="87066" y="313899"/>
                  </a:lnTo>
                  <a:lnTo>
                    <a:pt x="91776" y="316374"/>
                  </a:lnTo>
                  <a:lnTo>
                    <a:pt x="96563" y="318697"/>
                  </a:lnTo>
                  <a:lnTo>
                    <a:pt x="101421" y="320867"/>
                  </a:lnTo>
                  <a:lnTo>
                    <a:pt x="106346" y="322881"/>
                  </a:lnTo>
                  <a:lnTo>
                    <a:pt x="111332" y="324738"/>
                  </a:lnTo>
                  <a:lnTo>
                    <a:pt x="116376" y="326435"/>
                  </a:lnTo>
                  <a:lnTo>
                    <a:pt x="121470" y="327970"/>
                  </a:lnTo>
                  <a:lnTo>
                    <a:pt x="126611" y="329343"/>
                  </a:lnTo>
                  <a:lnTo>
                    <a:pt x="131793" y="330551"/>
                  </a:lnTo>
                  <a:lnTo>
                    <a:pt x="137010" y="331594"/>
                  </a:lnTo>
                  <a:lnTo>
                    <a:pt x="142259" y="332470"/>
                  </a:lnTo>
                  <a:lnTo>
                    <a:pt x="147532" y="333178"/>
                  </a:lnTo>
                  <a:lnTo>
                    <a:pt x="152825" y="333719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50170" y="1238196"/>
              <a:ext cx="14331" cy="166551"/>
            </a:xfrm>
            <a:custGeom>
              <a:avLst/>
              <a:pathLst>
                <a:path w="14331" h="166551">
                  <a:moveTo>
                    <a:pt x="0" y="166551"/>
                  </a:moveTo>
                  <a:lnTo>
                    <a:pt x="1433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50170" y="1238196"/>
              <a:ext cx="14331" cy="166551"/>
            </a:xfrm>
            <a:custGeom>
              <a:avLst/>
              <a:pathLst>
                <a:path w="14331" h="166551">
                  <a:moveTo>
                    <a:pt x="0" y="166551"/>
                  </a:moveTo>
                  <a:lnTo>
                    <a:pt x="1433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50170" y="1238196"/>
              <a:ext cx="14331" cy="166551"/>
            </a:xfrm>
            <a:custGeom>
              <a:avLst/>
              <a:pathLst>
                <a:path w="14331" h="166551">
                  <a:moveTo>
                    <a:pt x="0" y="166551"/>
                  </a:moveTo>
                  <a:lnTo>
                    <a:pt x="1433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50170" y="1238196"/>
              <a:ext cx="14331" cy="166551"/>
            </a:xfrm>
            <a:custGeom>
              <a:avLst/>
              <a:pathLst>
                <a:path w="14331" h="166551">
                  <a:moveTo>
                    <a:pt x="0" y="166551"/>
                  </a:moveTo>
                  <a:lnTo>
                    <a:pt x="143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50170" y="1238196"/>
              <a:ext cx="14331" cy="166551"/>
            </a:xfrm>
            <a:custGeom>
              <a:avLst/>
              <a:pathLst>
                <a:path w="14331" h="166551">
                  <a:moveTo>
                    <a:pt x="0" y="166551"/>
                  </a:moveTo>
                  <a:lnTo>
                    <a:pt x="143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50170" y="1238196"/>
              <a:ext cx="14331" cy="166551"/>
            </a:xfrm>
            <a:custGeom>
              <a:avLst/>
              <a:pathLst>
                <a:path w="14331" h="166551">
                  <a:moveTo>
                    <a:pt x="0" y="166551"/>
                  </a:moveTo>
                  <a:lnTo>
                    <a:pt x="143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50170" y="1238196"/>
              <a:ext cx="14331" cy="166551"/>
            </a:xfrm>
            <a:custGeom>
              <a:avLst/>
              <a:pathLst>
                <a:path w="14331" h="166551">
                  <a:moveTo>
                    <a:pt x="0" y="166551"/>
                  </a:moveTo>
                  <a:lnTo>
                    <a:pt x="143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50170" y="1238196"/>
              <a:ext cx="14331" cy="166551"/>
            </a:xfrm>
            <a:custGeom>
              <a:avLst/>
              <a:pathLst>
                <a:path w="14331" h="166551">
                  <a:moveTo>
                    <a:pt x="0" y="166551"/>
                  </a:moveTo>
                  <a:lnTo>
                    <a:pt x="1433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50170" y="1238196"/>
              <a:ext cx="14331" cy="166551"/>
            </a:xfrm>
            <a:custGeom>
              <a:avLst/>
              <a:pathLst>
                <a:path w="14331" h="166551">
                  <a:moveTo>
                    <a:pt x="0" y="166551"/>
                  </a:moveTo>
                  <a:lnTo>
                    <a:pt x="1433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50170" y="1238196"/>
              <a:ext cx="14331" cy="166551"/>
            </a:xfrm>
            <a:custGeom>
              <a:avLst/>
              <a:pathLst>
                <a:path w="14331" h="166551">
                  <a:moveTo>
                    <a:pt x="0" y="166551"/>
                  </a:moveTo>
                  <a:lnTo>
                    <a:pt x="1433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50170" y="1238196"/>
              <a:ext cx="14331" cy="166551"/>
            </a:xfrm>
            <a:custGeom>
              <a:avLst/>
              <a:pathLst>
                <a:path w="14331" h="166551">
                  <a:moveTo>
                    <a:pt x="0" y="166551"/>
                  </a:moveTo>
                  <a:lnTo>
                    <a:pt x="1433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50170" y="1238196"/>
              <a:ext cx="14331" cy="166551"/>
            </a:xfrm>
            <a:custGeom>
              <a:avLst/>
              <a:pathLst>
                <a:path w="14331" h="166551">
                  <a:moveTo>
                    <a:pt x="0" y="166551"/>
                  </a:moveTo>
                  <a:lnTo>
                    <a:pt x="143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50170" y="1238196"/>
              <a:ext cx="14331" cy="166551"/>
            </a:xfrm>
            <a:custGeom>
              <a:avLst/>
              <a:pathLst>
                <a:path w="14331" h="166551">
                  <a:moveTo>
                    <a:pt x="0" y="166551"/>
                  </a:moveTo>
                  <a:lnTo>
                    <a:pt x="143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50170" y="1238196"/>
              <a:ext cx="14331" cy="166551"/>
            </a:xfrm>
            <a:custGeom>
              <a:avLst/>
              <a:pathLst>
                <a:path w="14331" h="166551">
                  <a:moveTo>
                    <a:pt x="0" y="166551"/>
                  </a:moveTo>
                  <a:lnTo>
                    <a:pt x="143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50170" y="1238196"/>
              <a:ext cx="14331" cy="166551"/>
            </a:xfrm>
            <a:custGeom>
              <a:avLst/>
              <a:pathLst>
                <a:path w="14331" h="166551">
                  <a:moveTo>
                    <a:pt x="0" y="166551"/>
                  </a:moveTo>
                  <a:lnTo>
                    <a:pt x="143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50170" y="1238196"/>
              <a:ext cx="14331" cy="166551"/>
            </a:xfrm>
            <a:custGeom>
              <a:avLst/>
              <a:pathLst>
                <a:path w="14331" h="166551">
                  <a:moveTo>
                    <a:pt x="0" y="166551"/>
                  </a:moveTo>
                  <a:lnTo>
                    <a:pt x="1433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50170" y="1238196"/>
              <a:ext cx="14331" cy="166551"/>
            </a:xfrm>
            <a:custGeom>
              <a:avLst/>
              <a:pathLst>
                <a:path w="14331" h="166551">
                  <a:moveTo>
                    <a:pt x="0" y="166551"/>
                  </a:moveTo>
                  <a:lnTo>
                    <a:pt x="1433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50170" y="1085598"/>
              <a:ext cx="181498" cy="319757"/>
            </a:xfrm>
            <a:custGeom>
              <a:avLst/>
              <a:pathLst>
                <a:path w="181498" h="319757">
                  <a:moveTo>
                    <a:pt x="0" y="319150"/>
                  </a:moveTo>
                  <a:lnTo>
                    <a:pt x="5318" y="319522"/>
                  </a:lnTo>
                  <a:lnTo>
                    <a:pt x="10646" y="319724"/>
                  </a:lnTo>
                  <a:lnTo>
                    <a:pt x="15978" y="319757"/>
                  </a:lnTo>
                  <a:lnTo>
                    <a:pt x="21308" y="319619"/>
                  </a:lnTo>
                  <a:lnTo>
                    <a:pt x="26630" y="319312"/>
                  </a:lnTo>
                  <a:lnTo>
                    <a:pt x="31941" y="318835"/>
                  </a:lnTo>
                  <a:lnTo>
                    <a:pt x="37233" y="318189"/>
                  </a:lnTo>
                  <a:lnTo>
                    <a:pt x="42502" y="317374"/>
                  </a:lnTo>
                  <a:lnTo>
                    <a:pt x="47743" y="316392"/>
                  </a:lnTo>
                  <a:lnTo>
                    <a:pt x="52949" y="315243"/>
                  </a:lnTo>
                  <a:lnTo>
                    <a:pt x="58116" y="313929"/>
                  </a:lnTo>
                  <a:lnTo>
                    <a:pt x="63239" y="312450"/>
                  </a:lnTo>
                  <a:lnTo>
                    <a:pt x="68312" y="310809"/>
                  </a:lnTo>
                  <a:lnTo>
                    <a:pt x="73330" y="309007"/>
                  </a:lnTo>
                  <a:lnTo>
                    <a:pt x="78288" y="307046"/>
                  </a:lnTo>
                  <a:lnTo>
                    <a:pt x="83181" y="304928"/>
                  </a:lnTo>
                  <a:lnTo>
                    <a:pt x="88004" y="302655"/>
                  </a:lnTo>
                  <a:lnTo>
                    <a:pt x="92752" y="300229"/>
                  </a:lnTo>
                  <a:lnTo>
                    <a:pt x="97420" y="297653"/>
                  </a:lnTo>
                  <a:lnTo>
                    <a:pt x="102003" y="294930"/>
                  </a:lnTo>
                  <a:lnTo>
                    <a:pt x="106498" y="292062"/>
                  </a:lnTo>
                  <a:lnTo>
                    <a:pt x="110899" y="289051"/>
                  </a:lnTo>
                  <a:lnTo>
                    <a:pt x="115201" y="285902"/>
                  </a:lnTo>
                  <a:lnTo>
                    <a:pt x="119401" y="282618"/>
                  </a:lnTo>
                  <a:lnTo>
                    <a:pt x="123494" y="279201"/>
                  </a:lnTo>
                  <a:lnTo>
                    <a:pt x="127476" y="275655"/>
                  </a:lnTo>
                  <a:lnTo>
                    <a:pt x="131343" y="271984"/>
                  </a:lnTo>
                  <a:lnTo>
                    <a:pt x="135090" y="268192"/>
                  </a:lnTo>
                  <a:lnTo>
                    <a:pt x="138715" y="264282"/>
                  </a:lnTo>
                  <a:lnTo>
                    <a:pt x="142214" y="260259"/>
                  </a:lnTo>
                  <a:lnTo>
                    <a:pt x="145582" y="256126"/>
                  </a:lnTo>
                  <a:lnTo>
                    <a:pt x="148817" y="251887"/>
                  </a:lnTo>
                  <a:lnTo>
                    <a:pt x="151915" y="247548"/>
                  </a:lnTo>
                  <a:lnTo>
                    <a:pt x="154873" y="243112"/>
                  </a:lnTo>
                  <a:lnTo>
                    <a:pt x="157688" y="238584"/>
                  </a:lnTo>
                  <a:lnTo>
                    <a:pt x="160357" y="233969"/>
                  </a:lnTo>
                  <a:lnTo>
                    <a:pt x="162878" y="229271"/>
                  </a:lnTo>
                  <a:lnTo>
                    <a:pt x="165247" y="224494"/>
                  </a:lnTo>
                  <a:lnTo>
                    <a:pt x="167463" y="219645"/>
                  </a:lnTo>
                  <a:lnTo>
                    <a:pt x="169524" y="214727"/>
                  </a:lnTo>
                  <a:lnTo>
                    <a:pt x="171426" y="209747"/>
                  </a:lnTo>
                  <a:lnTo>
                    <a:pt x="173169" y="204708"/>
                  </a:lnTo>
                  <a:lnTo>
                    <a:pt x="174750" y="199616"/>
                  </a:lnTo>
                  <a:lnTo>
                    <a:pt x="176168" y="194476"/>
                  </a:lnTo>
                  <a:lnTo>
                    <a:pt x="177421" y="189294"/>
                  </a:lnTo>
                  <a:lnTo>
                    <a:pt x="178508" y="184074"/>
                  </a:lnTo>
                  <a:lnTo>
                    <a:pt x="179428" y="178822"/>
                  </a:lnTo>
                  <a:lnTo>
                    <a:pt x="180181" y="173544"/>
                  </a:lnTo>
                  <a:lnTo>
                    <a:pt x="180764" y="168244"/>
                  </a:lnTo>
                  <a:lnTo>
                    <a:pt x="181179" y="162929"/>
                  </a:lnTo>
                  <a:lnTo>
                    <a:pt x="181423" y="157603"/>
                  </a:lnTo>
                  <a:lnTo>
                    <a:pt x="181498" y="152271"/>
                  </a:lnTo>
                  <a:lnTo>
                    <a:pt x="181403" y="146941"/>
                  </a:lnTo>
                  <a:lnTo>
                    <a:pt x="181137" y="141616"/>
                  </a:lnTo>
                  <a:lnTo>
                    <a:pt x="180702" y="136302"/>
                  </a:lnTo>
                  <a:lnTo>
                    <a:pt x="180098" y="131004"/>
                  </a:lnTo>
                  <a:lnTo>
                    <a:pt x="179325" y="125729"/>
                  </a:lnTo>
                  <a:lnTo>
                    <a:pt x="178384" y="120481"/>
                  </a:lnTo>
                  <a:lnTo>
                    <a:pt x="177276" y="115265"/>
                  </a:lnTo>
                  <a:lnTo>
                    <a:pt x="176003" y="110088"/>
                  </a:lnTo>
                  <a:lnTo>
                    <a:pt x="174565" y="104954"/>
                  </a:lnTo>
                  <a:lnTo>
                    <a:pt x="172964" y="99868"/>
                  </a:lnTo>
                  <a:lnTo>
                    <a:pt x="171202" y="94836"/>
                  </a:lnTo>
                  <a:lnTo>
                    <a:pt x="169280" y="89863"/>
                  </a:lnTo>
                  <a:lnTo>
                    <a:pt x="167201" y="84953"/>
                  </a:lnTo>
                  <a:lnTo>
                    <a:pt x="164966" y="80113"/>
                  </a:lnTo>
                  <a:lnTo>
                    <a:pt x="162578" y="75346"/>
                  </a:lnTo>
                  <a:lnTo>
                    <a:pt x="160039" y="70657"/>
                  </a:lnTo>
                  <a:lnTo>
                    <a:pt x="157351" y="66052"/>
                  </a:lnTo>
                  <a:lnTo>
                    <a:pt x="154519" y="61535"/>
                  </a:lnTo>
                  <a:lnTo>
                    <a:pt x="151543" y="57111"/>
                  </a:lnTo>
                  <a:lnTo>
                    <a:pt x="148428" y="52784"/>
                  </a:lnTo>
                  <a:lnTo>
                    <a:pt x="145177" y="48558"/>
                  </a:lnTo>
                  <a:lnTo>
                    <a:pt x="141793" y="44438"/>
                  </a:lnTo>
                  <a:lnTo>
                    <a:pt x="138279" y="40428"/>
                  </a:lnTo>
                  <a:lnTo>
                    <a:pt x="134638" y="36533"/>
                  </a:lnTo>
                  <a:lnTo>
                    <a:pt x="130876" y="32755"/>
                  </a:lnTo>
                  <a:lnTo>
                    <a:pt x="126995" y="29099"/>
                  </a:lnTo>
                  <a:lnTo>
                    <a:pt x="122999" y="25569"/>
                  </a:lnTo>
                  <a:lnTo>
                    <a:pt x="118893" y="22168"/>
                  </a:lnTo>
                  <a:lnTo>
                    <a:pt x="114680" y="18900"/>
                  </a:lnTo>
                  <a:lnTo>
                    <a:pt x="110365" y="15768"/>
                  </a:lnTo>
                  <a:lnTo>
                    <a:pt x="105953" y="12775"/>
                  </a:lnTo>
                  <a:lnTo>
                    <a:pt x="101447" y="9924"/>
                  </a:lnTo>
                  <a:lnTo>
                    <a:pt x="96853" y="7219"/>
                  </a:lnTo>
                  <a:lnTo>
                    <a:pt x="92175" y="4661"/>
                  </a:lnTo>
                  <a:lnTo>
                    <a:pt x="87418" y="2254"/>
                  </a:lnTo>
                  <a:lnTo>
                    <a:pt x="82586" y="0"/>
                  </a:lnTo>
                  <a:lnTo>
                    <a:pt x="14331" y="1525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071028"/>
              <a:ext cx="68255" cy="167167"/>
            </a:xfrm>
            <a:custGeom>
              <a:avLst/>
              <a:pathLst>
                <a:path w="68255" h="167167">
                  <a:moveTo>
                    <a:pt x="68255" y="14569"/>
                  </a:moveTo>
                  <a:lnTo>
                    <a:pt x="62865" y="12271"/>
                  </a:lnTo>
                  <a:lnTo>
                    <a:pt x="57399" y="10163"/>
                  </a:lnTo>
                  <a:lnTo>
                    <a:pt x="51862" y="8248"/>
                  </a:lnTo>
                  <a:lnTo>
                    <a:pt x="46261" y="6528"/>
                  </a:lnTo>
                  <a:lnTo>
                    <a:pt x="40603" y="5006"/>
                  </a:lnTo>
                  <a:lnTo>
                    <a:pt x="34896" y="3682"/>
                  </a:lnTo>
                  <a:lnTo>
                    <a:pt x="29146" y="2560"/>
                  </a:lnTo>
                  <a:lnTo>
                    <a:pt x="23359" y="1640"/>
                  </a:lnTo>
                  <a:lnTo>
                    <a:pt x="17545" y="923"/>
                  </a:lnTo>
                  <a:lnTo>
                    <a:pt x="11708" y="410"/>
                  </a:lnTo>
                  <a:lnTo>
                    <a:pt x="5857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73598" y="1322571"/>
              <a:ext cx="115122" cy="167167"/>
            </a:xfrm>
            <a:custGeom>
              <a:avLst/>
              <a:pathLst>
                <a:path w="115122" h="167167">
                  <a:moveTo>
                    <a:pt x="115122" y="0"/>
                  </a:moveTo>
                  <a:lnTo>
                    <a:pt x="109602" y="91"/>
                  </a:lnTo>
                  <a:lnTo>
                    <a:pt x="104088" y="364"/>
                  </a:lnTo>
                  <a:lnTo>
                    <a:pt x="98585" y="819"/>
                  </a:lnTo>
                  <a:lnTo>
                    <a:pt x="93101" y="1456"/>
                  </a:lnTo>
                  <a:lnTo>
                    <a:pt x="87641" y="2274"/>
                  </a:lnTo>
                  <a:lnTo>
                    <a:pt x="82211" y="3271"/>
                  </a:lnTo>
                  <a:lnTo>
                    <a:pt x="76817" y="4447"/>
                  </a:lnTo>
                  <a:lnTo>
                    <a:pt x="71464" y="5801"/>
                  </a:lnTo>
                  <a:lnTo>
                    <a:pt x="66159" y="7331"/>
                  </a:lnTo>
                  <a:lnTo>
                    <a:pt x="60908" y="9035"/>
                  </a:lnTo>
                  <a:lnTo>
                    <a:pt x="55716" y="10911"/>
                  </a:lnTo>
                  <a:lnTo>
                    <a:pt x="50588" y="12958"/>
                  </a:lnTo>
                  <a:lnTo>
                    <a:pt x="45531" y="15173"/>
                  </a:lnTo>
                  <a:lnTo>
                    <a:pt x="40550" y="17554"/>
                  </a:lnTo>
                  <a:lnTo>
                    <a:pt x="35650" y="20098"/>
                  </a:lnTo>
                  <a:lnTo>
                    <a:pt x="30837" y="22803"/>
                  </a:lnTo>
                  <a:lnTo>
                    <a:pt x="26116" y="25665"/>
                  </a:lnTo>
                  <a:lnTo>
                    <a:pt x="21491" y="28681"/>
                  </a:lnTo>
                  <a:lnTo>
                    <a:pt x="16969" y="31849"/>
                  </a:lnTo>
                  <a:lnTo>
                    <a:pt x="12555" y="35164"/>
                  </a:lnTo>
                  <a:lnTo>
                    <a:pt x="8251" y="38623"/>
                  </a:lnTo>
                  <a:lnTo>
                    <a:pt x="4065" y="42222"/>
                  </a:lnTo>
                  <a:lnTo>
                    <a:pt x="0" y="45957"/>
                  </a:lnTo>
                  <a:lnTo>
                    <a:pt x="11512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73598" y="1368529"/>
              <a:ext cx="115122" cy="121209"/>
            </a:xfrm>
            <a:custGeom>
              <a:avLst/>
              <a:pathLst>
                <a:path w="115122" h="121209">
                  <a:moveTo>
                    <a:pt x="0" y="0"/>
                  </a:moveTo>
                  <a:lnTo>
                    <a:pt x="115122" y="1212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73598" y="1368529"/>
              <a:ext cx="115122" cy="121209"/>
            </a:xfrm>
            <a:custGeom>
              <a:avLst/>
              <a:pathLst>
                <a:path w="115122" h="121209">
                  <a:moveTo>
                    <a:pt x="0" y="0"/>
                  </a:moveTo>
                  <a:lnTo>
                    <a:pt x="115122" y="1212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73598" y="1368529"/>
              <a:ext cx="115122" cy="121209"/>
            </a:xfrm>
            <a:custGeom>
              <a:avLst/>
              <a:pathLst>
                <a:path w="115122" h="121209">
                  <a:moveTo>
                    <a:pt x="0" y="0"/>
                  </a:moveTo>
                  <a:lnTo>
                    <a:pt x="115122" y="1212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73598" y="1368529"/>
              <a:ext cx="115122" cy="121209"/>
            </a:xfrm>
            <a:custGeom>
              <a:avLst/>
              <a:pathLst>
                <a:path w="115122" h="121209">
                  <a:moveTo>
                    <a:pt x="0" y="0"/>
                  </a:moveTo>
                  <a:lnTo>
                    <a:pt x="115122" y="1212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73598" y="1368529"/>
              <a:ext cx="115122" cy="121209"/>
            </a:xfrm>
            <a:custGeom>
              <a:avLst/>
              <a:pathLst>
                <a:path w="115122" h="121209">
                  <a:moveTo>
                    <a:pt x="0" y="0"/>
                  </a:moveTo>
                  <a:lnTo>
                    <a:pt x="115122" y="1212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73598" y="1368529"/>
              <a:ext cx="115122" cy="121209"/>
            </a:xfrm>
            <a:custGeom>
              <a:avLst/>
              <a:pathLst>
                <a:path w="115122" h="121209">
                  <a:moveTo>
                    <a:pt x="0" y="0"/>
                  </a:moveTo>
                  <a:lnTo>
                    <a:pt x="115122" y="1212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73598" y="1368529"/>
              <a:ext cx="115122" cy="121209"/>
            </a:xfrm>
            <a:custGeom>
              <a:avLst/>
              <a:pathLst>
                <a:path w="115122" h="121209">
                  <a:moveTo>
                    <a:pt x="0" y="0"/>
                  </a:moveTo>
                  <a:lnTo>
                    <a:pt x="115122" y="1212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73598" y="1368529"/>
              <a:ext cx="115122" cy="121209"/>
            </a:xfrm>
            <a:custGeom>
              <a:avLst/>
              <a:pathLst>
                <a:path w="115122" h="121209">
                  <a:moveTo>
                    <a:pt x="0" y="0"/>
                  </a:moveTo>
                  <a:lnTo>
                    <a:pt x="115122" y="1212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73598" y="1368529"/>
              <a:ext cx="115122" cy="121209"/>
            </a:xfrm>
            <a:custGeom>
              <a:avLst/>
              <a:pathLst>
                <a:path w="115122" h="121209">
                  <a:moveTo>
                    <a:pt x="0" y="0"/>
                  </a:moveTo>
                  <a:lnTo>
                    <a:pt x="115122" y="1212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73598" y="1368529"/>
              <a:ext cx="115122" cy="121209"/>
            </a:xfrm>
            <a:custGeom>
              <a:avLst/>
              <a:pathLst>
                <a:path w="115122" h="121209">
                  <a:moveTo>
                    <a:pt x="0" y="0"/>
                  </a:moveTo>
                  <a:lnTo>
                    <a:pt x="115122" y="1212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73598" y="1368529"/>
              <a:ext cx="115122" cy="121209"/>
            </a:xfrm>
            <a:custGeom>
              <a:avLst/>
              <a:pathLst>
                <a:path w="115122" h="121209">
                  <a:moveTo>
                    <a:pt x="0" y="0"/>
                  </a:moveTo>
                  <a:lnTo>
                    <a:pt x="115122" y="1212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73598" y="1368529"/>
              <a:ext cx="115122" cy="121209"/>
            </a:xfrm>
            <a:custGeom>
              <a:avLst/>
              <a:pathLst>
                <a:path w="115122" h="121209">
                  <a:moveTo>
                    <a:pt x="0" y="0"/>
                  </a:moveTo>
                  <a:lnTo>
                    <a:pt x="115122" y="1212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73598" y="1368529"/>
              <a:ext cx="115122" cy="121209"/>
            </a:xfrm>
            <a:custGeom>
              <a:avLst/>
              <a:pathLst>
                <a:path w="115122" h="121209">
                  <a:moveTo>
                    <a:pt x="0" y="0"/>
                  </a:moveTo>
                  <a:lnTo>
                    <a:pt x="115122" y="1212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73598" y="1368529"/>
              <a:ext cx="115122" cy="121209"/>
            </a:xfrm>
            <a:custGeom>
              <a:avLst/>
              <a:pathLst>
                <a:path w="115122" h="121209">
                  <a:moveTo>
                    <a:pt x="0" y="0"/>
                  </a:moveTo>
                  <a:lnTo>
                    <a:pt x="115122" y="1212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73598" y="1368529"/>
              <a:ext cx="115122" cy="121209"/>
            </a:xfrm>
            <a:custGeom>
              <a:avLst/>
              <a:pathLst>
                <a:path w="115122" h="121209">
                  <a:moveTo>
                    <a:pt x="0" y="0"/>
                  </a:moveTo>
                  <a:lnTo>
                    <a:pt x="115122" y="1212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73598" y="1368529"/>
              <a:ext cx="115122" cy="121209"/>
            </a:xfrm>
            <a:custGeom>
              <a:avLst/>
              <a:pathLst>
                <a:path w="115122" h="121209">
                  <a:moveTo>
                    <a:pt x="0" y="0"/>
                  </a:moveTo>
                  <a:lnTo>
                    <a:pt x="115122" y="1212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21574" y="1368529"/>
              <a:ext cx="334308" cy="288375"/>
            </a:xfrm>
            <a:custGeom>
              <a:avLst/>
              <a:pathLst>
                <a:path w="334308" h="288375">
                  <a:moveTo>
                    <a:pt x="52023" y="0"/>
                  </a:moveTo>
                  <a:lnTo>
                    <a:pt x="48226" y="3722"/>
                  </a:lnTo>
                  <a:lnTo>
                    <a:pt x="44550" y="7564"/>
                  </a:lnTo>
                  <a:lnTo>
                    <a:pt x="40997" y="11521"/>
                  </a:lnTo>
                  <a:lnTo>
                    <a:pt x="37572" y="15589"/>
                  </a:lnTo>
                  <a:lnTo>
                    <a:pt x="34279" y="19763"/>
                  </a:lnTo>
                  <a:lnTo>
                    <a:pt x="31119" y="24041"/>
                  </a:lnTo>
                  <a:lnTo>
                    <a:pt x="28097" y="28416"/>
                  </a:lnTo>
                  <a:lnTo>
                    <a:pt x="25216" y="32886"/>
                  </a:lnTo>
                  <a:lnTo>
                    <a:pt x="22479" y="37445"/>
                  </a:lnTo>
                  <a:lnTo>
                    <a:pt x="19888" y="42089"/>
                  </a:lnTo>
                  <a:lnTo>
                    <a:pt x="17446" y="46812"/>
                  </a:lnTo>
                  <a:lnTo>
                    <a:pt x="15155" y="51611"/>
                  </a:lnTo>
                  <a:lnTo>
                    <a:pt x="13019" y="56481"/>
                  </a:lnTo>
                  <a:lnTo>
                    <a:pt x="11038" y="61416"/>
                  </a:lnTo>
                  <a:lnTo>
                    <a:pt x="9215" y="66411"/>
                  </a:lnTo>
                  <a:lnTo>
                    <a:pt x="7552" y="71462"/>
                  </a:lnTo>
                  <a:lnTo>
                    <a:pt x="6051" y="76563"/>
                  </a:lnTo>
                  <a:lnTo>
                    <a:pt x="4712" y="81710"/>
                  </a:lnTo>
                  <a:lnTo>
                    <a:pt x="3538" y="86896"/>
                  </a:lnTo>
                  <a:lnTo>
                    <a:pt x="2529" y="92117"/>
                  </a:lnTo>
                  <a:lnTo>
                    <a:pt x="1687" y="97368"/>
                  </a:lnTo>
                  <a:lnTo>
                    <a:pt x="1013" y="102642"/>
                  </a:lnTo>
                  <a:lnTo>
                    <a:pt x="506" y="107936"/>
                  </a:lnTo>
                  <a:lnTo>
                    <a:pt x="168" y="113243"/>
                  </a:lnTo>
                  <a:lnTo>
                    <a:pt x="0" y="118558"/>
                  </a:lnTo>
                  <a:lnTo>
                    <a:pt x="0" y="123875"/>
                  </a:lnTo>
                  <a:lnTo>
                    <a:pt x="169" y="129190"/>
                  </a:lnTo>
                  <a:lnTo>
                    <a:pt x="507" y="134497"/>
                  </a:lnTo>
                  <a:lnTo>
                    <a:pt x="1014" y="139790"/>
                  </a:lnTo>
                  <a:lnTo>
                    <a:pt x="1689" y="145065"/>
                  </a:lnTo>
                  <a:lnTo>
                    <a:pt x="2532" y="150315"/>
                  </a:lnTo>
                  <a:lnTo>
                    <a:pt x="3541" y="155536"/>
                  </a:lnTo>
                  <a:lnTo>
                    <a:pt x="4716" y="160723"/>
                  </a:lnTo>
                  <a:lnTo>
                    <a:pt x="6054" y="165869"/>
                  </a:lnTo>
                  <a:lnTo>
                    <a:pt x="7556" y="170970"/>
                  </a:lnTo>
                  <a:lnTo>
                    <a:pt x="9220" y="176021"/>
                  </a:lnTo>
                  <a:lnTo>
                    <a:pt x="11043" y="181016"/>
                  </a:lnTo>
                  <a:lnTo>
                    <a:pt x="13024" y="185951"/>
                  </a:lnTo>
                  <a:lnTo>
                    <a:pt x="15161" y="190820"/>
                  </a:lnTo>
                  <a:lnTo>
                    <a:pt x="17452" y="195619"/>
                  </a:lnTo>
                  <a:lnTo>
                    <a:pt x="19895" y="200342"/>
                  </a:lnTo>
                  <a:lnTo>
                    <a:pt x="22486" y="204986"/>
                  </a:lnTo>
                  <a:lnTo>
                    <a:pt x="25224" y="209545"/>
                  </a:lnTo>
                  <a:lnTo>
                    <a:pt x="28105" y="214014"/>
                  </a:lnTo>
                  <a:lnTo>
                    <a:pt x="31128" y="218389"/>
                  </a:lnTo>
                  <a:lnTo>
                    <a:pt x="34287" y="222666"/>
                  </a:lnTo>
                  <a:lnTo>
                    <a:pt x="37582" y="226841"/>
                  </a:lnTo>
                  <a:lnTo>
                    <a:pt x="41007" y="230908"/>
                  </a:lnTo>
                  <a:lnTo>
                    <a:pt x="44560" y="234865"/>
                  </a:lnTo>
                  <a:lnTo>
                    <a:pt x="48237" y="238706"/>
                  </a:lnTo>
                  <a:lnTo>
                    <a:pt x="52034" y="242429"/>
                  </a:lnTo>
                  <a:lnTo>
                    <a:pt x="55948" y="246029"/>
                  </a:lnTo>
                  <a:lnTo>
                    <a:pt x="59974" y="249502"/>
                  </a:lnTo>
                  <a:lnTo>
                    <a:pt x="64109" y="252846"/>
                  </a:lnTo>
                  <a:lnTo>
                    <a:pt x="68348" y="256057"/>
                  </a:lnTo>
                  <a:lnTo>
                    <a:pt x="72687" y="259131"/>
                  </a:lnTo>
                  <a:lnTo>
                    <a:pt x="77121" y="262065"/>
                  </a:lnTo>
                  <a:lnTo>
                    <a:pt x="81647" y="264857"/>
                  </a:lnTo>
                  <a:lnTo>
                    <a:pt x="86259" y="267504"/>
                  </a:lnTo>
                  <a:lnTo>
                    <a:pt x="90953" y="270003"/>
                  </a:lnTo>
                  <a:lnTo>
                    <a:pt x="95724" y="272351"/>
                  </a:lnTo>
                  <a:lnTo>
                    <a:pt x="100567" y="274546"/>
                  </a:lnTo>
                  <a:lnTo>
                    <a:pt x="105478" y="276586"/>
                  </a:lnTo>
                  <a:lnTo>
                    <a:pt x="110451" y="278469"/>
                  </a:lnTo>
                  <a:lnTo>
                    <a:pt x="115482" y="280193"/>
                  </a:lnTo>
                  <a:lnTo>
                    <a:pt x="120565" y="281755"/>
                  </a:lnTo>
                  <a:lnTo>
                    <a:pt x="125695" y="283156"/>
                  </a:lnTo>
                  <a:lnTo>
                    <a:pt x="130866" y="284392"/>
                  </a:lnTo>
                  <a:lnTo>
                    <a:pt x="136075" y="285464"/>
                  </a:lnTo>
                  <a:lnTo>
                    <a:pt x="141315" y="286369"/>
                  </a:lnTo>
                  <a:lnTo>
                    <a:pt x="146581" y="287107"/>
                  </a:lnTo>
                  <a:lnTo>
                    <a:pt x="151868" y="287677"/>
                  </a:lnTo>
                  <a:lnTo>
                    <a:pt x="157171" y="288079"/>
                  </a:lnTo>
                  <a:lnTo>
                    <a:pt x="162483" y="288311"/>
                  </a:lnTo>
                  <a:lnTo>
                    <a:pt x="167800" y="288375"/>
                  </a:lnTo>
                  <a:lnTo>
                    <a:pt x="173117" y="288270"/>
                  </a:lnTo>
                  <a:lnTo>
                    <a:pt x="178427" y="287995"/>
                  </a:lnTo>
                  <a:lnTo>
                    <a:pt x="183727" y="287552"/>
                  </a:lnTo>
                  <a:lnTo>
                    <a:pt x="189009" y="286941"/>
                  </a:lnTo>
                  <a:lnTo>
                    <a:pt x="194269" y="286161"/>
                  </a:lnTo>
                  <a:lnTo>
                    <a:pt x="199502" y="285215"/>
                  </a:lnTo>
                  <a:lnTo>
                    <a:pt x="204702" y="284103"/>
                  </a:lnTo>
                  <a:lnTo>
                    <a:pt x="209864" y="282826"/>
                  </a:lnTo>
                  <a:lnTo>
                    <a:pt x="214983" y="281386"/>
                  </a:lnTo>
                  <a:lnTo>
                    <a:pt x="220053" y="279783"/>
                  </a:lnTo>
                  <a:lnTo>
                    <a:pt x="225070" y="278020"/>
                  </a:lnTo>
                  <a:lnTo>
                    <a:pt x="230028" y="276099"/>
                  </a:lnTo>
                  <a:lnTo>
                    <a:pt x="234923" y="274020"/>
                  </a:lnTo>
                  <a:lnTo>
                    <a:pt x="239749" y="271787"/>
                  </a:lnTo>
                  <a:lnTo>
                    <a:pt x="244501" y="269402"/>
                  </a:lnTo>
                  <a:lnTo>
                    <a:pt x="249176" y="266866"/>
                  </a:lnTo>
                  <a:lnTo>
                    <a:pt x="253767" y="264184"/>
                  </a:lnTo>
                  <a:lnTo>
                    <a:pt x="258271" y="261356"/>
                  </a:lnTo>
                  <a:lnTo>
                    <a:pt x="262682" y="258387"/>
                  </a:lnTo>
                  <a:lnTo>
                    <a:pt x="266997" y="255279"/>
                  </a:lnTo>
                  <a:lnTo>
                    <a:pt x="271211" y="252035"/>
                  </a:lnTo>
                  <a:lnTo>
                    <a:pt x="275319" y="248659"/>
                  </a:lnTo>
                  <a:lnTo>
                    <a:pt x="279318" y="245154"/>
                  </a:lnTo>
                  <a:lnTo>
                    <a:pt x="283203" y="241524"/>
                  </a:lnTo>
                  <a:lnTo>
                    <a:pt x="286971" y="237771"/>
                  </a:lnTo>
                  <a:lnTo>
                    <a:pt x="290618" y="233901"/>
                  </a:lnTo>
                  <a:lnTo>
                    <a:pt x="294140" y="229917"/>
                  </a:lnTo>
                  <a:lnTo>
                    <a:pt x="297533" y="225823"/>
                  </a:lnTo>
                  <a:lnTo>
                    <a:pt x="300795" y="221623"/>
                  </a:lnTo>
                  <a:lnTo>
                    <a:pt x="303921" y="217321"/>
                  </a:lnTo>
                  <a:lnTo>
                    <a:pt x="306909" y="212922"/>
                  </a:lnTo>
                  <a:lnTo>
                    <a:pt x="309755" y="208431"/>
                  </a:lnTo>
                  <a:lnTo>
                    <a:pt x="312457" y="203851"/>
                  </a:lnTo>
                  <a:lnTo>
                    <a:pt x="315012" y="199187"/>
                  </a:lnTo>
                  <a:lnTo>
                    <a:pt x="317417" y="194445"/>
                  </a:lnTo>
                  <a:lnTo>
                    <a:pt x="319671" y="189628"/>
                  </a:lnTo>
                  <a:lnTo>
                    <a:pt x="321770" y="184742"/>
                  </a:lnTo>
                  <a:lnTo>
                    <a:pt x="323712" y="179792"/>
                  </a:lnTo>
                  <a:lnTo>
                    <a:pt x="325496" y="174783"/>
                  </a:lnTo>
                  <a:lnTo>
                    <a:pt x="327120" y="169719"/>
                  </a:lnTo>
                  <a:lnTo>
                    <a:pt x="328582" y="164606"/>
                  </a:lnTo>
                  <a:lnTo>
                    <a:pt x="329881" y="159450"/>
                  </a:lnTo>
                  <a:lnTo>
                    <a:pt x="331015" y="154254"/>
                  </a:lnTo>
                  <a:lnTo>
                    <a:pt x="331983" y="149026"/>
                  </a:lnTo>
                  <a:lnTo>
                    <a:pt x="332784" y="143769"/>
                  </a:lnTo>
                  <a:lnTo>
                    <a:pt x="333418" y="138489"/>
                  </a:lnTo>
                  <a:lnTo>
                    <a:pt x="333883" y="133192"/>
                  </a:lnTo>
                  <a:lnTo>
                    <a:pt x="334180" y="127882"/>
                  </a:lnTo>
                  <a:lnTo>
                    <a:pt x="334308" y="122566"/>
                  </a:lnTo>
                  <a:lnTo>
                    <a:pt x="334266" y="117249"/>
                  </a:lnTo>
                  <a:lnTo>
                    <a:pt x="334056" y="111935"/>
                  </a:lnTo>
                  <a:lnTo>
                    <a:pt x="333677" y="106631"/>
                  </a:lnTo>
                  <a:lnTo>
                    <a:pt x="333129" y="101342"/>
                  </a:lnTo>
                  <a:lnTo>
                    <a:pt x="332413" y="96073"/>
                  </a:lnTo>
                  <a:lnTo>
                    <a:pt x="331530" y="90829"/>
                  </a:lnTo>
                  <a:lnTo>
                    <a:pt x="330480" y="85616"/>
                  </a:lnTo>
                  <a:lnTo>
                    <a:pt x="329265" y="80439"/>
                  </a:lnTo>
                  <a:lnTo>
                    <a:pt x="327887" y="75303"/>
                  </a:lnTo>
                  <a:lnTo>
                    <a:pt x="326345" y="70214"/>
                  </a:lnTo>
                  <a:lnTo>
                    <a:pt x="324643" y="65176"/>
                  </a:lnTo>
                  <a:lnTo>
                    <a:pt x="322781" y="60195"/>
                  </a:lnTo>
                  <a:lnTo>
                    <a:pt x="320762" y="55276"/>
                  </a:lnTo>
                  <a:lnTo>
                    <a:pt x="318587" y="50423"/>
                  </a:lnTo>
                  <a:lnTo>
                    <a:pt x="316259" y="45643"/>
                  </a:lnTo>
                  <a:lnTo>
                    <a:pt x="313780" y="40938"/>
                  </a:lnTo>
                  <a:lnTo>
                    <a:pt x="311153" y="36315"/>
                  </a:lnTo>
                  <a:lnTo>
                    <a:pt x="308380" y="31777"/>
                  </a:lnTo>
                  <a:lnTo>
                    <a:pt x="305464" y="27331"/>
                  </a:lnTo>
                  <a:lnTo>
                    <a:pt x="302408" y="22979"/>
                  </a:lnTo>
                  <a:lnTo>
                    <a:pt x="299215" y="18726"/>
                  </a:lnTo>
                  <a:lnTo>
                    <a:pt x="295889" y="14578"/>
                  </a:lnTo>
                  <a:lnTo>
                    <a:pt x="292432" y="10537"/>
                  </a:lnTo>
                  <a:lnTo>
                    <a:pt x="288848" y="6608"/>
                  </a:lnTo>
                  <a:lnTo>
                    <a:pt x="167146" y="1212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488720" y="1322571"/>
              <a:ext cx="121702" cy="167167"/>
            </a:xfrm>
            <a:custGeom>
              <a:avLst/>
              <a:pathLst>
                <a:path w="121702" h="167167">
                  <a:moveTo>
                    <a:pt x="121702" y="52566"/>
                  </a:moveTo>
                  <a:lnTo>
                    <a:pt x="117739" y="48498"/>
                  </a:lnTo>
                  <a:lnTo>
                    <a:pt x="113640" y="44566"/>
                  </a:lnTo>
                  <a:lnTo>
                    <a:pt x="109409" y="40777"/>
                  </a:lnTo>
                  <a:lnTo>
                    <a:pt x="105053" y="37133"/>
                  </a:lnTo>
                  <a:lnTo>
                    <a:pt x="100575" y="33640"/>
                  </a:lnTo>
                  <a:lnTo>
                    <a:pt x="95981" y="30300"/>
                  </a:lnTo>
                  <a:lnTo>
                    <a:pt x="91276" y="27119"/>
                  </a:lnTo>
                  <a:lnTo>
                    <a:pt x="86466" y="24099"/>
                  </a:lnTo>
                  <a:lnTo>
                    <a:pt x="81556" y="21244"/>
                  </a:lnTo>
                  <a:lnTo>
                    <a:pt x="76552" y="18558"/>
                  </a:lnTo>
                  <a:lnTo>
                    <a:pt x="71459" y="16043"/>
                  </a:lnTo>
                  <a:lnTo>
                    <a:pt x="66284" y="13703"/>
                  </a:lnTo>
                  <a:lnTo>
                    <a:pt x="61033" y="11540"/>
                  </a:lnTo>
                  <a:lnTo>
                    <a:pt x="55711" y="9556"/>
                  </a:lnTo>
                  <a:lnTo>
                    <a:pt x="50325" y="7755"/>
                  </a:lnTo>
                  <a:lnTo>
                    <a:pt x="44880" y="6137"/>
                  </a:lnTo>
                  <a:lnTo>
                    <a:pt x="39384" y="4705"/>
                  </a:lnTo>
                  <a:lnTo>
                    <a:pt x="33843" y="3461"/>
                  </a:lnTo>
                  <a:lnTo>
                    <a:pt x="28262" y="2406"/>
                  </a:lnTo>
                  <a:lnTo>
                    <a:pt x="22649" y="1541"/>
                  </a:lnTo>
                  <a:lnTo>
                    <a:pt x="17009" y="867"/>
                  </a:lnTo>
                  <a:lnTo>
                    <a:pt x="11350" y="385"/>
                  </a:lnTo>
                  <a:lnTo>
                    <a:pt x="5678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22221" y="1681503"/>
              <a:ext cx="64303" cy="167167"/>
            </a:xfrm>
            <a:custGeom>
              <a:avLst/>
              <a:pathLst>
                <a:path w="64303" h="167167">
                  <a:moveTo>
                    <a:pt x="64303" y="0"/>
                  </a:moveTo>
                  <a:lnTo>
                    <a:pt x="58304" y="107"/>
                  </a:lnTo>
                  <a:lnTo>
                    <a:pt x="52312" y="430"/>
                  </a:lnTo>
                  <a:lnTo>
                    <a:pt x="46336" y="968"/>
                  </a:lnTo>
                  <a:lnTo>
                    <a:pt x="40383" y="1720"/>
                  </a:lnTo>
                  <a:lnTo>
                    <a:pt x="34461" y="2685"/>
                  </a:lnTo>
                  <a:lnTo>
                    <a:pt x="28578" y="3862"/>
                  </a:lnTo>
                  <a:lnTo>
                    <a:pt x="22740" y="5249"/>
                  </a:lnTo>
                  <a:lnTo>
                    <a:pt x="16956" y="6845"/>
                  </a:lnTo>
                  <a:lnTo>
                    <a:pt x="11233" y="8647"/>
                  </a:lnTo>
                  <a:lnTo>
                    <a:pt x="5579" y="10654"/>
                  </a:lnTo>
                  <a:lnTo>
                    <a:pt x="0" y="12862"/>
                  </a:lnTo>
                  <a:lnTo>
                    <a:pt x="6430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22221" y="1694365"/>
              <a:ext cx="64303" cy="154304"/>
            </a:xfrm>
            <a:custGeom>
              <a:avLst/>
              <a:pathLst>
                <a:path w="64303" h="154304">
                  <a:moveTo>
                    <a:pt x="0" y="0"/>
                  </a:moveTo>
                  <a:lnTo>
                    <a:pt x="64303" y="1543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22221" y="1694365"/>
              <a:ext cx="64303" cy="154304"/>
            </a:xfrm>
            <a:custGeom>
              <a:avLst/>
              <a:pathLst>
                <a:path w="64303" h="154304">
                  <a:moveTo>
                    <a:pt x="0" y="0"/>
                  </a:moveTo>
                  <a:lnTo>
                    <a:pt x="64303" y="1543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22221" y="1694365"/>
              <a:ext cx="64303" cy="154304"/>
            </a:xfrm>
            <a:custGeom>
              <a:avLst/>
              <a:pathLst>
                <a:path w="64303" h="154304">
                  <a:moveTo>
                    <a:pt x="0" y="0"/>
                  </a:moveTo>
                  <a:lnTo>
                    <a:pt x="64303" y="1543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22221" y="1694365"/>
              <a:ext cx="64303" cy="154304"/>
            </a:xfrm>
            <a:custGeom>
              <a:avLst/>
              <a:pathLst>
                <a:path w="64303" h="154304">
                  <a:moveTo>
                    <a:pt x="0" y="0"/>
                  </a:moveTo>
                  <a:lnTo>
                    <a:pt x="64303" y="1543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22221" y="1694365"/>
              <a:ext cx="64303" cy="154304"/>
            </a:xfrm>
            <a:custGeom>
              <a:avLst/>
              <a:pathLst>
                <a:path w="64303" h="154304">
                  <a:moveTo>
                    <a:pt x="0" y="0"/>
                  </a:moveTo>
                  <a:lnTo>
                    <a:pt x="64303" y="1543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22221" y="1694365"/>
              <a:ext cx="64303" cy="154304"/>
            </a:xfrm>
            <a:custGeom>
              <a:avLst/>
              <a:pathLst>
                <a:path w="64303" h="154304">
                  <a:moveTo>
                    <a:pt x="0" y="0"/>
                  </a:moveTo>
                  <a:lnTo>
                    <a:pt x="64303" y="15430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22221" y="1694365"/>
              <a:ext cx="64303" cy="154304"/>
            </a:xfrm>
            <a:custGeom>
              <a:avLst/>
              <a:pathLst>
                <a:path w="64303" h="154304">
                  <a:moveTo>
                    <a:pt x="0" y="0"/>
                  </a:moveTo>
                  <a:lnTo>
                    <a:pt x="64303" y="1543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22221" y="1694365"/>
              <a:ext cx="64303" cy="154304"/>
            </a:xfrm>
            <a:custGeom>
              <a:avLst/>
              <a:pathLst>
                <a:path w="64303" h="154304">
                  <a:moveTo>
                    <a:pt x="0" y="0"/>
                  </a:moveTo>
                  <a:lnTo>
                    <a:pt x="64303" y="1543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22221" y="1694365"/>
              <a:ext cx="64303" cy="154304"/>
            </a:xfrm>
            <a:custGeom>
              <a:avLst/>
              <a:pathLst>
                <a:path w="64303" h="154304">
                  <a:moveTo>
                    <a:pt x="0" y="0"/>
                  </a:moveTo>
                  <a:lnTo>
                    <a:pt x="64303" y="15430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022221" y="1694365"/>
              <a:ext cx="64303" cy="154304"/>
            </a:xfrm>
            <a:custGeom>
              <a:avLst/>
              <a:pathLst>
                <a:path w="64303" h="154304">
                  <a:moveTo>
                    <a:pt x="0" y="0"/>
                  </a:moveTo>
                  <a:lnTo>
                    <a:pt x="64303" y="1543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022221" y="1694365"/>
              <a:ext cx="64303" cy="154304"/>
            </a:xfrm>
            <a:custGeom>
              <a:avLst/>
              <a:pathLst>
                <a:path w="64303" h="154304">
                  <a:moveTo>
                    <a:pt x="0" y="0"/>
                  </a:moveTo>
                  <a:lnTo>
                    <a:pt x="64303" y="1543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022221" y="1694365"/>
              <a:ext cx="64303" cy="154304"/>
            </a:xfrm>
            <a:custGeom>
              <a:avLst/>
              <a:pathLst>
                <a:path w="64303" h="154304">
                  <a:moveTo>
                    <a:pt x="0" y="0"/>
                  </a:moveTo>
                  <a:lnTo>
                    <a:pt x="64303" y="1543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022221" y="1694365"/>
              <a:ext cx="64303" cy="154304"/>
            </a:xfrm>
            <a:custGeom>
              <a:avLst/>
              <a:pathLst>
                <a:path w="64303" h="154304">
                  <a:moveTo>
                    <a:pt x="0" y="0"/>
                  </a:moveTo>
                  <a:lnTo>
                    <a:pt x="64303" y="1543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3022221" y="1694365"/>
              <a:ext cx="64303" cy="154304"/>
            </a:xfrm>
            <a:custGeom>
              <a:avLst/>
              <a:pathLst>
                <a:path w="64303" h="154304">
                  <a:moveTo>
                    <a:pt x="0" y="0"/>
                  </a:moveTo>
                  <a:lnTo>
                    <a:pt x="64303" y="1543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3022221" y="1694365"/>
              <a:ext cx="64303" cy="154304"/>
            </a:xfrm>
            <a:custGeom>
              <a:avLst/>
              <a:pathLst>
                <a:path w="64303" h="154304">
                  <a:moveTo>
                    <a:pt x="0" y="0"/>
                  </a:moveTo>
                  <a:lnTo>
                    <a:pt x="64303" y="1543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3022221" y="1694365"/>
              <a:ext cx="64303" cy="154304"/>
            </a:xfrm>
            <a:custGeom>
              <a:avLst/>
              <a:pathLst>
                <a:path w="64303" h="154304">
                  <a:moveTo>
                    <a:pt x="0" y="0"/>
                  </a:moveTo>
                  <a:lnTo>
                    <a:pt x="64303" y="1543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19359" y="1681503"/>
              <a:ext cx="334320" cy="334330"/>
            </a:xfrm>
            <a:custGeom>
              <a:avLst/>
              <a:pathLst>
                <a:path w="334320" h="334330">
                  <a:moveTo>
                    <a:pt x="102862" y="12862"/>
                  </a:moveTo>
                  <a:lnTo>
                    <a:pt x="98010" y="14975"/>
                  </a:lnTo>
                  <a:lnTo>
                    <a:pt x="93227" y="17240"/>
                  </a:lnTo>
                  <a:lnTo>
                    <a:pt x="88519" y="19655"/>
                  </a:lnTo>
                  <a:lnTo>
                    <a:pt x="83889" y="22219"/>
                  </a:lnTo>
                  <a:lnTo>
                    <a:pt x="79343" y="24927"/>
                  </a:lnTo>
                  <a:lnTo>
                    <a:pt x="74884" y="27778"/>
                  </a:lnTo>
                  <a:lnTo>
                    <a:pt x="70519" y="30769"/>
                  </a:lnTo>
                  <a:lnTo>
                    <a:pt x="66250" y="33896"/>
                  </a:lnTo>
                  <a:lnTo>
                    <a:pt x="62082" y="37157"/>
                  </a:lnTo>
                  <a:lnTo>
                    <a:pt x="58020" y="40549"/>
                  </a:lnTo>
                  <a:lnTo>
                    <a:pt x="54066" y="44067"/>
                  </a:lnTo>
                  <a:lnTo>
                    <a:pt x="50227" y="47708"/>
                  </a:lnTo>
                  <a:lnTo>
                    <a:pt x="46504" y="51470"/>
                  </a:lnTo>
                  <a:lnTo>
                    <a:pt x="42903" y="55347"/>
                  </a:lnTo>
                  <a:lnTo>
                    <a:pt x="39425" y="59336"/>
                  </a:lnTo>
                  <a:lnTo>
                    <a:pt x="36076" y="63433"/>
                  </a:lnTo>
                  <a:lnTo>
                    <a:pt x="32859" y="67635"/>
                  </a:lnTo>
                  <a:lnTo>
                    <a:pt x="29775" y="71936"/>
                  </a:lnTo>
                  <a:lnTo>
                    <a:pt x="26830" y="76332"/>
                  </a:lnTo>
                  <a:lnTo>
                    <a:pt x="24025" y="80820"/>
                  </a:lnTo>
                  <a:lnTo>
                    <a:pt x="21364" y="85394"/>
                  </a:lnTo>
                  <a:lnTo>
                    <a:pt x="18848" y="90049"/>
                  </a:lnTo>
                  <a:lnTo>
                    <a:pt x="16482" y="94783"/>
                  </a:lnTo>
                  <a:lnTo>
                    <a:pt x="14266" y="99588"/>
                  </a:lnTo>
                  <a:lnTo>
                    <a:pt x="12204" y="104462"/>
                  </a:lnTo>
                  <a:lnTo>
                    <a:pt x="10297" y="109398"/>
                  </a:lnTo>
                  <a:lnTo>
                    <a:pt x="8547" y="114393"/>
                  </a:lnTo>
                  <a:lnTo>
                    <a:pt x="6956" y="119440"/>
                  </a:lnTo>
                  <a:lnTo>
                    <a:pt x="5525" y="124535"/>
                  </a:lnTo>
                  <a:lnTo>
                    <a:pt x="4257" y="129672"/>
                  </a:lnTo>
                  <a:lnTo>
                    <a:pt x="3152" y="134847"/>
                  </a:lnTo>
                  <a:lnTo>
                    <a:pt x="2211" y="140055"/>
                  </a:lnTo>
                  <a:lnTo>
                    <a:pt x="1435" y="145290"/>
                  </a:lnTo>
                  <a:lnTo>
                    <a:pt x="826" y="150547"/>
                  </a:lnTo>
                  <a:lnTo>
                    <a:pt x="383" y="155820"/>
                  </a:lnTo>
                  <a:lnTo>
                    <a:pt x="108" y="161105"/>
                  </a:lnTo>
                  <a:lnTo>
                    <a:pt x="0" y="166395"/>
                  </a:lnTo>
                  <a:lnTo>
                    <a:pt x="59" y="171687"/>
                  </a:lnTo>
                  <a:lnTo>
                    <a:pt x="286" y="176974"/>
                  </a:lnTo>
                  <a:lnTo>
                    <a:pt x="680" y="182251"/>
                  </a:lnTo>
                  <a:lnTo>
                    <a:pt x="1241" y="187513"/>
                  </a:lnTo>
                  <a:lnTo>
                    <a:pt x="1968" y="192755"/>
                  </a:lnTo>
                  <a:lnTo>
                    <a:pt x="2860" y="197971"/>
                  </a:lnTo>
                  <a:lnTo>
                    <a:pt x="3918" y="203157"/>
                  </a:lnTo>
                  <a:lnTo>
                    <a:pt x="5139" y="208306"/>
                  </a:lnTo>
                  <a:lnTo>
                    <a:pt x="6522" y="213414"/>
                  </a:lnTo>
                  <a:lnTo>
                    <a:pt x="8066" y="218475"/>
                  </a:lnTo>
                  <a:lnTo>
                    <a:pt x="9770" y="223485"/>
                  </a:lnTo>
                  <a:lnTo>
                    <a:pt x="11632" y="228439"/>
                  </a:lnTo>
                  <a:lnTo>
                    <a:pt x="13649" y="233331"/>
                  </a:lnTo>
                  <a:lnTo>
                    <a:pt x="15820" y="238157"/>
                  </a:lnTo>
                  <a:lnTo>
                    <a:pt x="18143" y="242912"/>
                  </a:lnTo>
                  <a:lnTo>
                    <a:pt x="20615" y="247591"/>
                  </a:lnTo>
                  <a:lnTo>
                    <a:pt x="23234" y="252190"/>
                  </a:lnTo>
                  <a:lnTo>
                    <a:pt x="25998" y="256703"/>
                  </a:lnTo>
                  <a:lnTo>
                    <a:pt x="28902" y="261126"/>
                  </a:lnTo>
                  <a:lnTo>
                    <a:pt x="31946" y="265455"/>
                  </a:lnTo>
                  <a:lnTo>
                    <a:pt x="35124" y="269686"/>
                  </a:lnTo>
                  <a:lnTo>
                    <a:pt x="38436" y="273814"/>
                  </a:lnTo>
                  <a:lnTo>
                    <a:pt x="41876" y="277835"/>
                  </a:lnTo>
                  <a:lnTo>
                    <a:pt x="45441" y="281746"/>
                  </a:lnTo>
                  <a:lnTo>
                    <a:pt x="49129" y="285541"/>
                  </a:lnTo>
                  <a:lnTo>
                    <a:pt x="52935" y="289218"/>
                  </a:lnTo>
                  <a:lnTo>
                    <a:pt x="56856" y="292772"/>
                  </a:lnTo>
                  <a:lnTo>
                    <a:pt x="60887" y="296201"/>
                  </a:lnTo>
                  <a:lnTo>
                    <a:pt x="65024" y="299500"/>
                  </a:lnTo>
                  <a:lnTo>
                    <a:pt x="69264" y="302667"/>
                  </a:lnTo>
                  <a:lnTo>
                    <a:pt x="73602" y="305698"/>
                  </a:lnTo>
                  <a:lnTo>
                    <a:pt x="78034" y="308590"/>
                  </a:lnTo>
                  <a:lnTo>
                    <a:pt x="82555" y="311341"/>
                  </a:lnTo>
                  <a:lnTo>
                    <a:pt x="87161" y="313946"/>
                  </a:lnTo>
                  <a:lnTo>
                    <a:pt x="91847" y="316405"/>
                  </a:lnTo>
                  <a:lnTo>
                    <a:pt x="96608" y="318714"/>
                  </a:lnTo>
                  <a:lnTo>
                    <a:pt x="101440" y="320872"/>
                  </a:lnTo>
                  <a:lnTo>
                    <a:pt x="106338" y="322875"/>
                  </a:lnTo>
                  <a:lnTo>
                    <a:pt x="111297" y="324722"/>
                  </a:lnTo>
                  <a:lnTo>
                    <a:pt x="116312" y="326412"/>
                  </a:lnTo>
                  <a:lnTo>
                    <a:pt x="121378" y="327942"/>
                  </a:lnTo>
                  <a:lnTo>
                    <a:pt x="126490" y="329310"/>
                  </a:lnTo>
                  <a:lnTo>
                    <a:pt x="131643" y="330517"/>
                  </a:lnTo>
                  <a:lnTo>
                    <a:pt x="136831" y="331559"/>
                  </a:lnTo>
                  <a:lnTo>
                    <a:pt x="142050" y="332437"/>
                  </a:lnTo>
                  <a:lnTo>
                    <a:pt x="147293" y="333149"/>
                  </a:lnTo>
                  <a:lnTo>
                    <a:pt x="152557" y="333695"/>
                  </a:lnTo>
                  <a:lnTo>
                    <a:pt x="157835" y="334074"/>
                  </a:lnTo>
                  <a:lnTo>
                    <a:pt x="163123" y="334286"/>
                  </a:lnTo>
                  <a:lnTo>
                    <a:pt x="168415" y="334330"/>
                  </a:lnTo>
                  <a:lnTo>
                    <a:pt x="173705" y="334206"/>
                  </a:lnTo>
                  <a:lnTo>
                    <a:pt x="178989" y="333916"/>
                  </a:lnTo>
                  <a:lnTo>
                    <a:pt x="184261" y="333458"/>
                  </a:lnTo>
                  <a:lnTo>
                    <a:pt x="189516" y="332833"/>
                  </a:lnTo>
                  <a:lnTo>
                    <a:pt x="194749" y="332043"/>
                  </a:lnTo>
                  <a:lnTo>
                    <a:pt x="199954" y="331087"/>
                  </a:lnTo>
                  <a:lnTo>
                    <a:pt x="205126" y="329967"/>
                  </a:lnTo>
                  <a:lnTo>
                    <a:pt x="210260" y="328684"/>
                  </a:lnTo>
                  <a:lnTo>
                    <a:pt x="215351" y="327239"/>
                  </a:lnTo>
                  <a:lnTo>
                    <a:pt x="220393" y="325634"/>
                  </a:lnTo>
                  <a:lnTo>
                    <a:pt x="225382" y="323870"/>
                  </a:lnTo>
                  <a:lnTo>
                    <a:pt x="230313" y="321948"/>
                  </a:lnTo>
                  <a:lnTo>
                    <a:pt x="235181" y="319872"/>
                  </a:lnTo>
                  <a:lnTo>
                    <a:pt x="239980" y="317643"/>
                  </a:lnTo>
                  <a:lnTo>
                    <a:pt x="244707" y="315262"/>
                  </a:lnTo>
                  <a:lnTo>
                    <a:pt x="249355" y="312734"/>
                  </a:lnTo>
                  <a:lnTo>
                    <a:pt x="253922" y="310059"/>
                  </a:lnTo>
                  <a:lnTo>
                    <a:pt x="258401" y="307242"/>
                  </a:lnTo>
                  <a:lnTo>
                    <a:pt x="262789" y="304284"/>
                  </a:lnTo>
                  <a:lnTo>
                    <a:pt x="267081" y="301188"/>
                  </a:lnTo>
                  <a:lnTo>
                    <a:pt x="271273" y="297958"/>
                  </a:lnTo>
                  <a:lnTo>
                    <a:pt x="275361" y="294598"/>
                  </a:lnTo>
                  <a:lnTo>
                    <a:pt x="279340" y="291109"/>
                  </a:lnTo>
                  <a:lnTo>
                    <a:pt x="283207" y="287496"/>
                  </a:lnTo>
                  <a:lnTo>
                    <a:pt x="286958" y="283763"/>
                  </a:lnTo>
                  <a:lnTo>
                    <a:pt x="290588" y="279913"/>
                  </a:lnTo>
                  <a:lnTo>
                    <a:pt x="294095" y="275950"/>
                  </a:lnTo>
                  <a:lnTo>
                    <a:pt x="297475" y="271878"/>
                  </a:lnTo>
                  <a:lnTo>
                    <a:pt x="300724" y="267701"/>
                  </a:lnTo>
                  <a:lnTo>
                    <a:pt x="303839" y="263423"/>
                  </a:lnTo>
                  <a:lnTo>
                    <a:pt x="306817" y="259048"/>
                  </a:lnTo>
                  <a:lnTo>
                    <a:pt x="309656" y="254582"/>
                  </a:lnTo>
                  <a:lnTo>
                    <a:pt x="312351" y="250028"/>
                  </a:lnTo>
                  <a:lnTo>
                    <a:pt x="314901" y="245391"/>
                  </a:lnTo>
                  <a:lnTo>
                    <a:pt x="317303" y="240676"/>
                  </a:lnTo>
                  <a:lnTo>
                    <a:pt x="319555" y="235887"/>
                  </a:lnTo>
                  <a:lnTo>
                    <a:pt x="321653" y="231029"/>
                  </a:lnTo>
                  <a:lnTo>
                    <a:pt x="323597" y="226107"/>
                  </a:lnTo>
                  <a:lnTo>
                    <a:pt x="325385" y="221126"/>
                  </a:lnTo>
                  <a:lnTo>
                    <a:pt x="327013" y="216091"/>
                  </a:lnTo>
                  <a:lnTo>
                    <a:pt x="328482" y="211007"/>
                  </a:lnTo>
                  <a:lnTo>
                    <a:pt x="329789" y="205879"/>
                  </a:lnTo>
                  <a:lnTo>
                    <a:pt x="330932" y="200712"/>
                  </a:lnTo>
                  <a:lnTo>
                    <a:pt x="331912" y="195511"/>
                  </a:lnTo>
                  <a:lnTo>
                    <a:pt x="332727" y="190282"/>
                  </a:lnTo>
                  <a:lnTo>
                    <a:pt x="333375" y="185030"/>
                  </a:lnTo>
                  <a:lnTo>
                    <a:pt x="333858" y="179760"/>
                  </a:lnTo>
                  <a:lnTo>
                    <a:pt x="334173" y="174478"/>
                  </a:lnTo>
                  <a:lnTo>
                    <a:pt x="334320" y="169188"/>
                  </a:lnTo>
                  <a:lnTo>
                    <a:pt x="334301" y="163896"/>
                  </a:lnTo>
                  <a:lnTo>
                    <a:pt x="334113" y="158608"/>
                  </a:lnTo>
                  <a:lnTo>
                    <a:pt x="333759" y="153328"/>
                  </a:lnTo>
                  <a:lnTo>
                    <a:pt x="333237" y="148061"/>
                  </a:lnTo>
                  <a:lnTo>
                    <a:pt x="332549" y="142814"/>
                  </a:lnTo>
                  <a:lnTo>
                    <a:pt x="331696" y="137592"/>
                  </a:lnTo>
                  <a:lnTo>
                    <a:pt x="330677" y="132399"/>
                  </a:lnTo>
                  <a:lnTo>
                    <a:pt x="329495" y="127241"/>
                  </a:lnTo>
                  <a:lnTo>
                    <a:pt x="328149" y="122123"/>
                  </a:lnTo>
                  <a:lnTo>
                    <a:pt x="326643" y="117050"/>
                  </a:lnTo>
                  <a:lnTo>
                    <a:pt x="324977" y="112027"/>
                  </a:lnTo>
                  <a:lnTo>
                    <a:pt x="323152" y="107059"/>
                  </a:lnTo>
                  <a:lnTo>
                    <a:pt x="321172" y="102152"/>
                  </a:lnTo>
                  <a:lnTo>
                    <a:pt x="319037" y="97310"/>
                  </a:lnTo>
                  <a:lnTo>
                    <a:pt x="316749" y="92538"/>
                  </a:lnTo>
                  <a:lnTo>
                    <a:pt x="314312" y="87841"/>
                  </a:lnTo>
                  <a:lnTo>
                    <a:pt x="311728" y="83223"/>
                  </a:lnTo>
                  <a:lnTo>
                    <a:pt x="308998" y="78689"/>
                  </a:lnTo>
                  <a:lnTo>
                    <a:pt x="306127" y="74244"/>
                  </a:lnTo>
                  <a:lnTo>
                    <a:pt x="303116" y="69892"/>
                  </a:lnTo>
                  <a:lnTo>
                    <a:pt x="299969" y="65638"/>
                  </a:lnTo>
                  <a:lnTo>
                    <a:pt x="296688" y="61485"/>
                  </a:lnTo>
                  <a:lnTo>
                    <a:pt x="293278" y="57438"/>
                  </a:lnTo>
                  <a:lnTo>
                    <a:pt x="289742" y="53501"/>
                  </a:lnTo>
                  <a:lnTo>
                    <a:pt x="286083" y="49678"/>
                  </a:lnTo>
                  <a:lnTo>
                    <a:pt x="282304" y="45973"/>
                  </a:lnTo>
                  <a:lnTo>
                    <a:pt x="278411" y="42390"/>
                  </a:lnTo>
                  <a:lnTo>
                    <a:pt x="274405" y="38931"/>
                  </a:lnTo>
                  <a:lnTo>
                    <a:pt x="270293" y="35601"/>
                  </a:lnTo>
                  <a:lnTo>
                    <a:pt x="266077" y="32402"/>
                  </a:lnTo>
                  <a:lnTo>
                    <a:pt x="261761" y="29339"/>
                  </a:lnTo>
                  <a:lnTo>
                    <a:pt x="257351" y="26414"/>
                  </a:lnTo>
                  <a:lnTo>
                    <a:pt x="252851" y="23630"/>
                  </a:lnTo>
                  <a:lnTo>
                    <a:pt x="248265" y="20990"/>
                  </a:lnTo>
                  <a:lnTo>
                    <a:pt x="243597" y="18496"/>
                  </a:lnTo>
                  <a:lnTo>
                    <a:pt x="238853" y="16151"/>
                  </a:lnTo>
                  <a:lnTo>
                    <a:pt x="234037" y="13958"/>
                  </a:lnTo>
                  <a:lnTo>
                    <a:pt x="229154" y="11918"/>
                  </a:lnTo>
                  <a:lnTo>
                    <a:pt x="224209" y="10033"/>
                  </a:lnTo>
                  <a:lnTo>
                    <a:pt x="219207" y="8307"/>
                  </a:lnTo>
                  <a:lnTo>
                    <a:pt x="214153" y="6739"/>
                  </a:lnTo>
                  <a:lnTo>
                    <a:pt x="209051" y="5332"/>
                  </a:lnTo>
                  <a:lnTo>
                    <a:pt x="203908" y="4087"/>
                  </a:lnTo>
                  <a:lnTo>
                    <a:pt x="198727" y="3006"/>
                  </a:lnTo>
                  <a:lnTo>
                    <a:pt x="193516" y="2089"/>
                  </a:lnTo>
                  <a:lnTo>
                    <a:pt x="188277" y="1338"/>
                  </a:lnTo>
                  <a:lnTo>
                    <a:pt x="183018" y="753"/>
                  </a:lnTo>
                  <a:lnTo>
                    <a:pt x="177742" y="334"/>
                  </a:lnTo>
                  <a:lnTo>
                    <a:pt x="17245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74753" y="2126963"/>
              <a:ext cx="106534" cy="167167"/>
            </a:xfrm>
            <a:custGeom>
              <a:avLst/>
              <a:pathLst>
                <a:path w="106534" h="167167">
                  <a:moveTo>
                    <a:pt x="106534" y="0"/>
                  </a:moveTo>
                  <a:lnTo>
                    <a:pt x="100760" y="99"/>
                  </a:lnTo>
                  <a:lnTo>
                    <a:pt x="94992" y="398"/>
                  </a:lnTo>
                  <a:lnTo>
                    <a:pt x="89239" y="897"/>
                  </a:lnTo>
                  <a:lnTo>
                    <a:pt x="83506" y="1593"/>
                  </a:lnTo>
                  <a:lnTo>
                    <a:pt x="77800" y="2488"/>
                  </a:lnTo>
                  <a:lnTo>
                    <a:pt x="72129" y="3578"/>
                  </a:lnTo>
                  <a:lnTo>
                    <a:pt x="66499" y="4864"/>
                  </a:lnTo>
                  <a:lnTo>
                    <a:pt x="60916" y="6344"/>
                  </a:lnTo>
                  <a:lnTo>
                    <a:pt x="55388" y="8016"/>
                  </a:lnTo>
                  <a:lnTo>
                    <a:pt x="49921" y="9877"/>
                  </a:lnTo>
                  <a:lnTo>
                    <a:pt x="44522" y="11927"/>
                  </a:lnTo>
                  <a:lnTo>
                    <a:pt x="39197" y="14161"/>
                  </a:lnTo>
                  <a:lnTo>
                    <a:pt x="33952" y="16579"/>
                  </a:lnTo>
                  <a:lnTo>
                    <a:pt x="28794" y="19176"/>
                  </a:lnTo>
                  <a:lnTo>
                    <a:pt x="23728" y="21949"/>
                  </a:lnTo>
                  <a:lnTo>
                    <a:pt x="18761" y="24896"/>
                  </a:lnTo>
                  <a:lnTo>
                    <a:pt x="13899" y="28013"/>
                  </a:lnTo>
                  <a:lnTo>
                    <a:pt x="9148" y="31296"/>
                  </a:lnTo>
                  <a:lnTo>
                    <a:pt x="4513" y="34741"/>
                  </a:lnTo>
                  <a:lnTo>
                    <a:pt x="0" y="38344"/>
                  </a:lnTo>
                  <a:lnTo>
                    <a:pt x="10653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74753" y="2165308"/>
              <a:ext cx="106534" cy="128823"/>
            </a:xfrm>
            <a:custGeom>
              <a:avLst/>
              <a:pathLst>
                <a:path w="106534" h="128823">
                  <a:moveTo>
                    <a:pt x="0" y="0"/>
                  </a:moveTo>
                  <a:lnTo>
                    <a:pt x="106534" y="1288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74753" y="2165308"/>
              <a:ext cx="106534" cy="128823"/>
            </a:xfrm>
            <a:custGeom>
              <a:avLst/>
              <a:pathLst>
                <a:path w="106534" h="128823">
                  <a:moveTo>
                    <a:pt x="0" y="0"/>
                  </a:moveTo>
                  <a:lnTo>
                    <a:pt x="106534" y="1288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74753" y="2165308"/>
              <a:ext cx="106534" cy="128823"/>
            </a:xfrm>
            <a:custGeom>
              <a:avLst/>
              <a:pathLst>
                <a:path w="106534" h="128823">
                  <a:moveTo>
                    <a:pt x="0" y="0"/>
                  </a:moveTo>
                  <a:lnTo>
                    <a:pt x="106534" y="1288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74753" y="2165308"/>
              <a:ext cx="106534" cy="128823"/>
            </a:xfrm>
            <a:custGeom>
              <a:avLst/>
              <a:pathLst>
                <a:path w="106534" h="128823">
                  <a:moveTo>
                    <a:pt x="0" y="0"/>
                  </a:moveTo>
                  <a:lnTo>
                    <a:pt x="106534" y="1288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74753" y="2165308"/>
              <a:ext cx="106534" cy="128823"/>
            </a:xfrm>
            <a:custGeom>
              <a:avLst/>
              <a:pathLst>
                <a:path w="106534" h="128823">
                  <a:moveTo>
                    <a:pt x="0" y="0"/>
                  </a:moveTo>
                  <a:lnTo>
                    <a:pt x="106534" y="1288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74753" y="2165308"/>
              <a:ext cx="106534" cy="128823"/>
            </a:xfrm>
            <a:custGeom>
              <a:avLst/>
              <a:pathLst>
                <a:path w="106534" h="128823">
                  <a:moveTo>
                    <a:pt x="0" y="0"/>
                  </a:moveTo>
                  <a:lnTo>
                    <a:pt x="106534" y="1288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74753" y="2165308"/>
              <a:ext cx="106534" cy="128823"/>
            </a:xfrm>
            <a:custGeom>
              <a:avLst/>
              <a:pathLst>
                <a:path w="106534" h="128823">
                  <a:moveTo>
                    <a:pt x="0" y="0"/>
                  </a:moveTo>
                  <a:lnTo>
                    <a:pt x="106534" y="1288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74753" y="2165308"/>
              <a:ext cx="106534" cy="128823"/>
            </a:xfrm>
            <a:custGeom>
              <a:avLst/>
              <a:pathLst>
                <a:path w="106534" h="128823">
                  <a:moveTo>
                    <a:pt x="0" y="0"/>
                  </a:moveTo>
                  <a:lnTo>
                    <a:pt x="106534" y="1288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74753" y="2165308"/>
              <a:ext cx="106534" cy="128823"/>
            </a:xfrm>
            <a:custGeom>
              <a:avLst/>
              <a:pathLst>
                <a:path w="106534" h="128823">
                  <a:moveTo>
                    <a:pt x="0" y="0"/>
                  </a:moveTo>
                  <a:lnTo>
                    <a:pt x="106534" y="1288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74753" y="2165308"/>
              <a:ext cx="106534" cy="128823"/>
            </a:xfrm>
            <a:custGeom>
              <a:avLst/>
              <a:pathLst>
                <a:path w="106534" h="128823">
                  <a:moveTo>
                    <a:pt x="0" y="0"/>
                  </a:moveTo>
                  <a:lnTo>
                    <a:pt x="106534" y="1288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74753" y="2165308"/>
              <a:ext cx="106534" cy="128823"/>
            </a:xfrm>
            <a:custGeom>
              <a:avLst/>
              <a:pathLst>
                <a:path w="106534" h="128823">
                  <a:moveTo>
                    <a:pt x="0" y="0"/>
                  </a:moveTo>
                  <a:lnTo>
                    <a:pt x="106534" y="1288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74753" y="2165308"/>
              <a:ext cx="106534" cy="128823"/>
            </a:xfrm>
            <a:custGeom>
              <a:avLst/>
              <a:pathLst>
                <a:path w="106534" h="128823">
                  <a:moveTo>
                    <a:pt x="0" y="0"/>
                  </a:moveTo>
                  <a:lnTo>
                    <a:pt x="106534" y="1288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74753" y="2165308"/>
              <a:ext cx="106534" cy="128823"/>
            </a:xfrm>
            <a:custGeom>
              <a:avLst/>
              <a:pathLst>
                <a:path w="106534" h="128823">
                  <a:moveTo>
                    <a:pt x="0" y="0"/>
                  </a:moveTo>
                  <a:lnTo>
                    <a:pt x="106534" y="1288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74753" y="2165308"/>
              <a:ext cx="106534" cy="128823"/>
            </a:xfrm>
            <a:custGeom>
              <a:avLst/>
              <a:pathLst>
                <a:path w="106534" h="128823">
                  <a:moveTo>
                    <a:pt x="0" y="0"/>
                  </a:moveTo>
                  <a:lnTo>
                    <a:pt x="106534" y="1288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14124" y="2128003"/>
              <a:ext cx="334330" cy="333284"/>
            </a:xfrm>
            <a:custGeom>
              <a:avLst/>
              <a:pathLst>
                <a:path w="334330" h="333284">
                  <a:moveTo>
                    <a:pt x="60628" y="37304"/>
                  </a:moveTo>
                  <a:lnTo>
                    <a:pt x="56601" y="40743"/>
                  </a:lnTo>
                  <a:lnTo>
                    <a:pt x="52685" y="44308"/>
                  </a:lnTo>
                  <a:lnTo>
                    <a:pt x="48884" y="47995"/>
                  </a:lnTo>
                  <a:lnTo>
                    <a:pt x="45202" y="51801"/>
                  </a:lnTo>
                  <a:lnTo>
                    <a:pt x="41642" y="55721"/>
                  </a:lnTo>
                  <a:lnTo>
                    <a:pt x="38208" y="59753"/>
                  </a:lnTo>
                  <a:lnTo>
                    <a:pt x="34903" y="63891"/>
                  </a:lnTo>
                  <a:lnTo>
                    <a:pt x="31731" y="68131"/>
                  </a:lnTo>
                  <a:lnTo>
                    <a:pt x="28695" y="72470"/>
                  </a:lnTo>
                  <a:lnTo>
                    <a:pt x="25798" y="76903"/>
                  </a:lnTo>
                  <a:lnTo>
                    <a:pt x="23043" y="81426"/>
                  </a:lnTo>
                  <a:lnTo>
                    <a:pt x="20432" y="86033"/>
                  </a:lnTo>
                  <a:lnTo>
                    <a:pt x="17969" y="90721"/>
                  </a:lnTo>
                  <a:lnTo>
                    <a:pt x="15655" y="95484"/>
                  </a:lnTo>
                  <a:lnTo>
                    <a:pt x="13494" y="100319"/>
                  </a:lnTo>
                  <a:lnTo>
                    <a:pt x="11486" y="105219"/>
                  </a:lnTo>
                  <a:lnTo>
                    <a:pt x="9635" y="110181"/>
                  </a:lnTo>
                  <a:lnTo>
                    <a:pt x="7942" y="115198"/>
                  </a:lnTo>
                  <a:lnTo>
                    <a:pt x="6409" y="120267"/>
                  </a:lnTo>
                  <a:lnTo>
                    <a:pt x="5037" y="125382"/>
                  </a:lnTo>
                  <a:lnTo>
                    <a:pt x="3828" y="130538"/>
                  </a:lnTo>
                  <a:lnTo>
                    <a:pt x="2782" y="135729"/>
                  </a:lnTo>
                  <a:lnTo>
                    <a:pt x="1902" y="140951"/>
                  </a:lnTo>
                  <a:lnTo>
                    <a:pt x="1187" y="146198"/>
                  </a:lnTo>
                  <a:lnTo>
                    <a:pt x="639" y="151465"/>
                  </a:lnTo>
                  <a:lnTo>
                    <a:pt x="259" y="156747"/>
                  </a:lnTo>
                  <a:lnTo>
                    <a:pt x="45" y="162039"/>
                  </a:lnTo>
                  <a:lnTo>
                    <a:pt x="0" y="167334"/>
                  </a:lnTo>
                  <a:lnTo>
                    <a:pt x="122" y="172628"/>
                  </a:lnTo>
                  <a:lnTo>
                    <a:pt x="411" y="177916"/>
                  </a:lnTo>
                  <a:lnTo>
                    <a:pt x="868" y="183192"/>
                  </a:lnTo>
                  <a:lnTo>
                    <a:pt x="1492" y="188451"/>
                  </a:lnTo>
                  <a:lnTo>
                    <a:pt x="2283" y="193687"/>
                  </a:lnTo>
                  <a:lnTo>
                    <a:pt x="3238" y="198896"/>
                  </a:lnTo>
                  <a:lnTo>
                    <a:pt x="4358" y="204071"/>
                  </a:lnTo>
                  <a:lnTo>
                    <a:pt x="5642" y="209209"/>
                  </a:lnTo>
                  <a:lnTo>
                    <a:pt x="7088" y="214304"/>
                  </a:lnTo>
                  <a:lnTo>
                    <a:pt x="8694" y="219350"/>
                  </a:lnTo>
                  <a:lnTo>
                    <a:pt x="10459" y="224342"/>
                  </a:lnTo>
                  <a:lnTo>
                    <a:pt x="12382" y="229277"/>
                  </a:lnTo>
                  <a:lnTo>
                    <a:pt x="14460" y="234148"/>
                  </a:lnTo>
                  <a:lnTo>
                    <a:pt x="16691" y="238950"/>
                  </a:lnTo>
                  <a:lnTo>
                    <a:pt x="19073" y="243680"/>
                  </a:lnTo>
                  <a:lnTo>
                    <a:pt x="21604" y="248332"/>
                  </a:lnTo>
                  <a:lnTo>
                    <a:pt x="24281" y="252901"/>
                  </a:lnTo>
                  <a:lnTo>
                    <a:pt x="27101" y="257383"/>
                  </a:lnTo>
                  <a:lnTo>
                    <a:pt x="30062" y="261774"/>
                  </a:lnTo>
                  <a:lnTo>
                    <a:pt x="33160" y="266068"/>
                  </a:lnTo>
                  <a:lnTo>
                    <a:pt x="36393" y="270263"/>
                  </a:lnTo>
                  <a:lnTo>
                    <a:pt x="39757" y="274353"/>
                  </a:lnTo>
                  <a:lnTo>
                    <a:pt x="43249" y="278334"/>
                  </a:lnTo>
                  <a:lnTo>
                    <a:pt x="46865" y="282202"/>
                  </a:lnTo>
                  <a:lnTo>
                    <a:pt x="50602" y="285955"/>
                  </a:lnTo>
                  <a:lnTo>
                    <a:pt x="54456" y="289586"/>
                  </a:lnTo>
                  <a:lnTo>
                    <a:pt x="58423" y="293094"/>
                  </a:lnTo>
                  <a:lnTo>
                    <a:pt x="62499" y="296475"/>
                  </a:lnTo>
                  <a:lnTo>
                    <a:pt x="66680" y="299725"/>
                  </a:lnTo>
                  <a:lnTo>
                    <a:pt x="70962" y="302840"/>
                  </a:lnTo>
                  <a:lnTo>
                    <a:pt x="75341" y="305819"/>
                  </a:lnTo>
                  <a:lnTo>
                    <a:pt x="79812" y="308657"/>
                  </a:lnTo>
                  <a:lnTo>
                    <a:pt x="84370" y="311353"/>
                  </a:lnTo>
                  <a:lnTo>
                    <a:pt x="89012" y="313902"/>
                  </a:lnTo>
                  <a:lnTo>
                    <a:pt x="93732" y="316303"/>
                  </a:lnTo>
                  <a:lnTo>
                    <a:pt x="98525" y="318554"/>
                  </a:lnTo>
                  <a:lnTo>
                    <a:pt x="103388" y="320651"/>
                  </a:lnTo>
                  <a:lnTo>
                    <a:pt x="108314" y="322594"/>
                  </a:lnTo>
                  <a:lnTo>
                    <a:pt x="113300" y="324379"/>
                  </a:lnTo>
                  <a:lnTo>
                    <a:pt x="118339" y="326006"/>
                  </a:lnTo>
                  <a:lnTo>
                    <a:pt x="123428" y="327472"/>
                  </a:lnTo>
                  <a:lnTo>
                    <a:pt x="128560" y="328777"/>
                  </a:lnTo>
                  <a:lnTo>
                    <a:pt x="133732" y="329918"/>
                  </a:lnTo>
                  <a:lnTo>
                    <a:pt x="138936" y="330894"/>
                  </a:lnTo>
                  <a:lnTo>
                    <a:pt x="144170" y="331706"/>
                  </a:lnTo>
                  <a:lnTo>
                    <a:pt x="149426" y="332351"/>
                  </a:lnTo>
                  <a:lnTo>
                    <a:pt x="154700" y="332829"/>
                  </a:lnTo>
                  <a:lnTo>
                    <a:pt x="159986" y="333141"/>
                  </a:lnTo>
                  <a:lnTo>
                    <a:pt x="165280" y="333284"/>
                  </a:lnTo>
                  <a:lnTo>
                    <a:pt x="170575" y="333260"/>
                  </a:lnTo>
                  <a:lnTo>
                    <a:pt x="175868" y="333068"/>
                  </a:lnTo>
                  <a:lnTo>
                    <a:pt x="181151" y="332708"/>
                  </a:lnTo>
                  <a:lnTo>
                    <a:pt x="186420" y="332182"/>
                  </a:lnTo>
                  <a:lnTo>
                    <a:pt x="191670" y="331488"/>
                  </a:lnTo>
                  <a:lnTo>
                    <a:pt x="196896" y="330629"/>
                  </a:lnTo>
                  <a:lnTo>
                    <a:pt x="202091" y="329605"/>
                  </a:lnTo>
                  <a:lnTo>
                    <a:pt x="207252" y="328416"/>
                  </a:lnTo>
                  <a:lnTo>
                    <a:pt x="212372" y="327065"/>
                  </a:lnTo>
                  <a:lnTo>
                    <a:pt x="217447" y="325552"/>
                  </a:lnTo>
                  <a:lnTo>
                    <a:pt x="222472" y="323880"/>
                  </a:lnTo>
                  <a:lnTo>
                    <a:pt x="227441" y="322049"/>
                  </a:lnTo>
                  <a:lnTo>
                    <a:pt x="232349" y="320061"/>
                  </a:lnTo>
                  <a:lnTo>
                    <a:pt x="237192" y="317919"/>
                  </a:lnTo>
                  <a:lnTo>
                    <a:pt x="241965" y="315625"/>
                  </a:lnTo>
                  <a:lnTo>
                    <a:pt x="246663" y="313181"/>
                  </a:lnTo>
                  <a:lnTo>
                    <a:pt x="251281" y="310589"/>
                  </a:lnTo>
                  <a:lnTo>
                    <a:pt x="255814" y="307852"/>
                  </a:lnTo>
                  <a:lnTo>
                    <a:pt x="260259" y="304973"/>
                  </a:lnTo>
                  <a:lnTo>
                    <a:pt x="264610" y="301954"/>
                  </a:lnTo>
                  <a:lnTo>
                    <a:pt x="268864" y="298799"/>
                  </a:lnTo>
                  <a:lnTo>
                    <a:pt x="273015" y="295511"/>
                  </a:lnTo>
                  <a:lnTo>
                    <a:pt x="277060" y="292094"/>
                  </a:lnTo>
                  <a:lnTo>
                    <a:pt x="280995" y="288550"/>
                  </a:lnTo>
                  <a:lnTo>
                    <a:pt x="284815" y="284883"/>
                  </a:lnTo>
                  <a:lnTo>
                    <a:pt x="288518" y="281096"/>
                  </a:lnTo>
                  <a:lnTo>
                    <a:pt x="292098" y="277195"/>
                  </a:lnTo>
                  <a:lnTo>
                    <a:pt x="295554" y="273182"/>
                  </a:lnTo>
                  <a:lnTo>
                    <a:pt x="298880" y="269061"/>
                  </a:lnTo>
                  <a:lnTo>
                    <a:pt x="302075" y="264838"/>
                  </a:lnTo>
                  <a:lnTo>
                    <a:pt x="305133" y="260515"/>
                  </a:lnTo>
                  <a:lnTo>
                    <a:pt x="308054" y="256097"/>
                  </a:lnTo>
                  <a:lnTo>
                    <a:pt x="310833" y="251589"/>
                  </a:lnTo>
                  <a:lnTo>
                    <a:pt x="313468" y="246996"/>
                  </a:lnTo>
                  <a:lnTo>
                    <a:pt x="315956" y="242321"/>
                  </a:lnTo>
                  <a:lnTo>
                    <a:pt x="318295" y="237570"/>
                  </a:lnTo>
                  <a:lnTo>
                    <a:pt x="320482" y="232747"/>
                  </a:lnTo>
                  <a:lnTo>
                    <a:pt x="322515" y="227857"/>
                  </a:lnTo>
                  <a:lnTo>
                    <a:pt x="324392" y="222906"/>
                  </a:lnTo>
                  <a:lnTo>
                    <a:pt x="326112" y="217897"/>
                  </a:lnTo>
                  <a:lnTo>
                    <a:pt x="327672" y="212836"/>
                  </a:lnTo>
                  <a:lnTo>
                    <a:pt x="329071" y="207729"/>
                  </a:lnTo>
                  <a:lnTo>
                    <a:pt x="330307" y="202579"/>
                  </a:lnTo>
                  <a:lnTo>
                    <a:pt x="331380" y="197394"/>
                  </a:lnTo>
                  <a:lnTo>
                    <a:pt x="332288" y="192176"/>
                  </a:lnTo>
                  <a:lnTo>
                    <a:pt x="333030" y="186933"/>
                  </a:lnTo>
                  <a:lnTo>
                    <a:pt x="333606" y="181669"/>
                  </a:lnTo>
                  <a:lnTo>
                    <a:pt x="334015" y="176389"/>
                  </a:lnTo>
                  <a:lnTo>
                    <a:pt x="334256" y="171099"/>
                  </a:lnTo>
                  <a:lnTo>
                    <a:pt x="334330" y="165804"/>
                  </a:lnTo>
                  <a:lnTo>
                    <a:pt x="334236" y="160509"/>
                  </a:lnTo>
                  <a:lnTo>
                    <a:pt x="333974" y="155220"/>
                  </a:lnTo>
                  <a:lnTo>
                    <a:pt x="333545" y="149942"/>
                  </a:lnTo>
                  <a:lnTo>
                    <a:pt x="332948" y="144680"/>
                  </a:lnTo>
                  <a:lnTo>
                    <a:pt x="332186" y="139439"/>
                  </a:lnTo>
                  <a:lnTo>
                    <a:pt x="331258" y="134226"/>
                  </a:lnTo>
                  <a:lnTo>
                    <a:pt x="330165" y="129044"/>
                  </a:lnTo>
                  <a:lnTo>
                    <a:pt x="328909" y="123900"/>
                  </a:lnTo>
                  <a:lnTo>
                    <a:pt x="327490" y="118797"/>
                  </a:lnTo>
                  <a:lnTo>
                    <a:pt x="325910" y="113743"/>
                  </a:lnTo>
                  <a:lnTo>
                    <a:pt x="324171" y="108741"/>
                  </a:lnTo>
                  <a:lnTo>
                    <a:pt x="322275" y="103797"/>
                  </a:lnTo>
                  <a:lnTo>
                    <a:pt x="320223" y="98915"/>
                  </a:lnTo>
                  <a:lnTo>
                    <a:pt x="318017" y="94100"/>
                  </a:lnTo>
                  <a:lnTo>
                    <a:pt x="315660" y="89358"/>
                  </a:lnTo>
                  <a:lnTo>
                    <a:pt x="313154" y="84693"/>
                  </a:lnTo>
                  <a:lnTo>
                    <a:pt x="310501" y="80110"/>
                  </a:lnTo>
                  <a:lnTo>
                    <a:pt x="307705" y="75613"/>
                  </a:lnTo>
                  <a:lnTo>
                    <a:pt x="304767" y="71207"/>
                  </a:lnTo>
                  <a:lnTo>
                    <a:pt x="301692" y="66896"/>
                  </a:lnTo>
                  <a:lnTo>
                    <a:pt x="298481" y="62684"/>
                  </a:lnTo>
                  <a:lnTo>
                    <a:pt x="295138" y="58577"/>
                  </a:lnTo>
                  <a:lnTo>
                    <a:pt x="291668" y="54577"/>
                  </a:lnTo>
                  <a:lnTo>
                    <a:pt x="288072" y="50689"/>
                  </a:lnTo>
                  <a:lnTo>
                    <a:pt x="284355" y="46918"/>
                  </a:lnTo>
                  <a:lnTo>
                    <a:pt x="280520" y="43265"/>
                  </a:lnTo>
                  <a:lnTo>
                    <a:pt x="276572" y="39736"/>
                  </a:lnTo>
                  <a:lnTo>
                    <a:pt x="272513" y="36334"/>
                  </a:lnTo>
                  <a:lnTo>
                    <a:pt x="268349" y="33063"/>
                  </a:lnTo>
                  <a:lnTo>
                    <a:pt x="264084" y="29924"/>
                  </a:lnTo>
                  <a:lnTo>
                    <a:pt x="259721" y="26923"/>
                  </a:lnTo>
                  <a:lnTo>
                    <a:pt x="255265" y="24061"/>
                  </a:lnTo>
                  <a:lnTo>
                    <a:pt x="250721" y="21342"/>
                  </a:lnTo>
                  <a:lnTo>
                    <a:pt x="246093" y="18767"/>
                  </a:lnTo>
                  <a:lnTo>
                    <a:pt x="241386" y="16341"/>
                  </a:lnTo>
                  <a:lnTo>
                    <a:pt x="236604" y="14065"/>
                  </a:lnTo>
                  <a:lnTo>
                    <a:pt x="231753" y="11942"/>
                  </a:lnTo>
                  <a:lnTo>
                    <a:pt x="226837" y="9974"/>
                  </a:lnTo>
                  <a:lnTo>
                    <a:pt x="221861" y="8162"/>
                  </a:lnTo>
                  <a:lnTo>
                    <a:pt x="216830" y="6509"/>
                  </a:lnTo>
                  <a:lnTo>
                    <a:pt x="211749" y="5016"/>
                  </a:lnTo>
                  <a:lnTo>
                    <a:pt x="206624" y="3684"/>
                  </a:lnTo>
                  <a:lnTo>
                    <a:pt x="201459" y="2516"/>
                  </a:lnTo>
                  <a:lnTo>
                    <a:pt x="196259" y="1511"/>
                  </a:lnTo>
                  <a:lnTo>
                    <a:pt x="191030" y="672"/>
                  </a:lnTo>
                  <a:lnTo>
                    <a:pt x="185778" y="0"/>
                  </a:lnTo>
                  <a:lnTo>
                    <a:pt x="167163" y="166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781287" y="2126963"/>
              <a:ext cx="18614" cy="167167"/>
            </a:xfrm>
            <a:custGeom>
              <a:avLst/>
              <a:pathLst>
                <a:path w="18614" h="167167">
                  <a:moveTo>
                    <a:pt x="18614" y="1039"/>
                  </a:moveTo>
                  <a:lnTo>
                    <a:pt x="9321" y="26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423597" y="2633064"/>
              <a:ext cx="334309" cy="334333"/>
            </a:xfrm>
            <a:custGeom>
              <a:avLst/>
              <a:pathLst>
                <a:path w="334309" h="334333">
                  <a:moveTo>
                    <a:pt x="167150" y="0"/>
                  </a:moveTo>
                  <a:lnTo>
                    <a:pt x="161852" y="83"/>
                  </a:lnTo>
                  <a:lnTo>
                    <a:pt x="156560" y="335"/>
                  </a:lnTo>
                  <a:lnTo>
                    <a:pt x="151278" y="755"/>
                  </a:lnTo>
                  <a:lnTo>
                    <a:pt x="146012" y="1341"/>
                  </a:lnTo>
                  <a:lnTo>
                    <a:pt x="140767" y="2095"/>
                  </a:lnTo>
                  <a:lnTo>
                    <a:pt x="135549" y="3014"/>
                  </a:lnTo>
                  <a:lnTo>
                    <a:pt x="130362" y="4098"/>
                  </a:lnTo>
                  <a:lnTo>
                    <a:pt x="125213" y="5345"/>
                  </a:lnTo>
                  <a:lnTo>
                    <a:pt x="120105" y="6756"/>
                  </a:lnTo>
                  <a:lnTo>
                    <a:pt x="115045" y="8327"/>
                  </a:lnTo>
                  <a:lnTo>
                    <a:pt x="110037" y="10058"/>
                  </a:lnTo>
                  <a:lnTo>
                    <a:pt x="105087" y="11947"/>
                  </a:lnTo>
                  <a:lnTo>
                    <a:pt x="100199" y="13992"/>
                  </a:lnTo>
                  <a:lnTo>
                    <a:pt x="95378" y="16191"/>
                  </a:lnTo>
                  <a:lnTo>
                    <a:pt x="90629" y="18542"/>
                  </a:lnTo>
                  <a:lnTo>
                    <a:pt x="85958" y="21041"/>
                  </a:lnTo>
                  <a:lnTo>
                    <a:pt x="81367" y="23688"/>
                  </a:lnTo>
                  <a:lnTo>
                    <a:pt x="76863" y="26479"/>
                  </a:lnTo>
                  <a:lnTo>
                    <a:pt x="72450" y="29411"/>
                  </a:lnTo>
                  <a:lnTo>
                    <a:pt x="68132" y="32481"/>
                  </a:lnTo>
                  <a:lnTo>
                    <a:pt x="63913" y="35687"/>
                  </a:lnTo>
                  <a:lnTo>
                    <a:pt x="59798" y="39025"/>
                  </a:lnTo>
                  <a:lnTo>
                    <a:pt x="55791" y="42492"/>
                  </a:lnTo>
                  <a:lnTo>
                    <a:pt x="51895" y="46083"/>
                  </a:lnTo>
                  <a:lnTo>
                    <a:pt x="48116" y="49797"/>
                  </a:lnTo>
                  <a:lnTo>
                    <a:pt x="44456" y="53628"/>
                  </a:lnTo>
                  <a:lnTo>
                    <a:pt x="40919" y="57574"/>
                  </a:lnTo>
                  <a:lnTo>
                    <a:pt x="37509" y="61629"/>
                  </a:lnTo>
                  <a:lnTo>
                    <a:pt x="34230" y="65791"/>
                  </a:lnTo>
                  <a:lnTo>
                    <a:pt x="31084" y="70055"/>
                  </a:lnTo>
                  <a:lnTo>
                    <a:pt x="28074" y="74416"/>
                  </a:lnTo>
                  <a:lnTo>
                    <a:pt x="25205" y="78870"/>
                  </a:lnTo>
                  <a:lnTo>
                    <a:pt x="22478" y="83413"/>
                  </a:lnTo>
                  <a:lnTo>
                    <a:pt x="19896" y="88040"/>
                  </a:lnTo>
                  <a:lnTo>
                    <a:pt x="17462" y="92746"/>
                  </a:lnTo>
                  <a:lnTo>
                    <a:pt x="15179" y="97528"/>
                  </a:lnTo>
                  <a:lnTo>
                    <a:pt x="13048" y="102379"/>
                  </a:lnTo>
                  <a:lnTo>
                    <a:pt x="11072" y="107295"/>
                  </a:lnTo>
                  <a:lnTo>
                    <a:pt x="9253" y="112272"/>
                  </a:lnTo>
                  <a:lnTo>
                    <a:pt x="7593" y="117304"/>
                  </a:lnTo>
                  <a:lnTo>
                    <a:pt x="6093" y="122385"/>
                  </a:lnTo>
                  <a:lnTo>
                    <a:pt x="4754" y="127512"/>
                  </a:lnTo>
                  <a:lnTo>
                    <a:pt x="3579" y="132679"/>
                  </a:lnTo>
                  <a:lnTo>
                    <a:pt x="2568" y="137880"/>
                  </a:lnTo>
                  <a:lnTo>
                    <a:pt x="1723" y="143111"/>
                  </a:lnTo>
                  <a:lnTo>
                    <a:pt x="1044" y="148366"/>
                  </a:lnTo>
                  <a:lnTo>
                    <a:pt x="531" y="153639"/>
                  </a:lnTo>
                  <a:lnTo>
                    <a:pt x="186" y="158927"/>
                  </a:lnTo>
                  <a:lnTo>
                    <a:pt x="9" y="164222"/>
                  </a:lnTo>
                  <a:lnTo>
                    <a:pt x="0" y="169521"/>
                  </a:lnTo>
                  <a:lnTo>
                    <a:pt x="158" y="174817"/>
                  </a:lnTo>
                  <a:lnTo>
                    <a:pt x="484" y="180106"/>
                  </a:lnTo>
                  <a:lnTo>
                    <a:pt x="978" y="185381"/>
                  </a:lnTo>
                  <a:lnTo>
                    <a:pt x="1639" y="190638"/>
                  </a:lnTo>
                  <a:lnTo>
                    <a:pt x="2466" y="195872"/>
                  </a:lnTo>
                  <a:lnTo>
                    <a:pt x="3458" y="201077"/>
                  </a:lnTo>
                  <a:lnTo>
                    <a:pt x="4615" y="206247"/>
                  </a:lnTo>
                  <a:lnTo>
                    <a:pt x="5935" y="211379"/>
                  </a:lnTo>
                  <a:lnTo>
                    <a:pt x="7418" y="216466"/>
                  </a:lnTo>
                  <a:lnTo>
                    <a:pt x="9060" y="221504"/>
                  </a:lnTo>
                  <a:lnTo>
                    <a:pt x="10862" y="226486"/>
                  </a:lnTo>
                  <a:lnTo>
                    <a:pt x="12820" y="231410"/>
                  </a:lnTo>
                  <a:lnTo>
                    <a:pt x="14934" y="236269"/>
                  </a:lnTo>
                  <a:lnTo>
                    <a:pt x="17200" y="241058"/>
                  </a:lnTo>
                  <a:lnTo>
                    <a:pt x="19617" y="245773"/>
                  </a:lnTo>
                  <a:lnTo>
                    <a:pt x="22183" y="250409"/>
                  </a:lnTo>
                  <a:lnTo>
                    <a:pt x="24894" y="254962"/>
                  </a:lnTo>
                  <a:lnTo>
                    <a:pt x="27747" y="259426"/>
                  </a:lnTo>
                  <a:lnTo>
                    <a:pt x="30741" y="263798"/>
                  </a:lnTo>
                  <a:lnTo>
                    <a:pt x="33872" y="268072"/>
                  </a:lnTo>
                  <a:lnTo>
                    <a:pt x="37137" y="272246"/>
                  </a:lnTo>
                  <a:lnTo>
                    <a:pt x="40533" y="276313"/>
                  </a:lnTo>
                  <a:lnTo>
                    <a:pt x="44055" y="280271"/>
                  </a:lnTo>
                  <a:lnTo>
                    <a:pt x="47702" y="284116"/>
                  </a:lnTo>
                  <a:lnTo>
                    <a:pt x="51468" y="287842"/>
                  </a:lnTo>
                  <a:lnTo>
                    <a:pt x="55351" y="291448"/>
                  </a:lnTo>
                  <a:lnTo>
                    <a:pt x="59346" y="294929"/>
                  </a:lnTo>
                  <a:lnTo>
                    <a:pt x="63449" y="298281"/>
                  </a:lnTo>
                  <a:lnTo>
                    <a:pt x="67656" y="301502"/>
                  </a:lnTo>
                  <a:lnTo>
                    <a:pt x="71964" y="304588"/>
                  </a:lnTo>
                  <a:lnTo>
                    <a:pt x="76367" y="307535"/>
                  </a:lnTo>
                  <a:lnTo>
                    <a:pt x="80861" y="310342"/>
                  </a:lnTo>
                  <a:lnTo>
                    <a:pt x="85442" y="313005"/>
                  </a:lnTo>
                  <a:lnTo>
                    <a:pt x="90105" y="315521"/>
                  </a:lnTo>
                  <a:lnTo>
                    <a:pt x="94845" y="317888"/>
                  </a:lnTo>
                  <a:lnTo>
                    <a:pt x="99658" y="320104"/>
                  </a:lnTo>
                  <a:lnTo>
                    <a:pt x="104539" y="322166"/>
                  </a:lnTo>
                  <a:lnTo>
                    <a:pt x="109483" y="324073"/>
                  </a:lnTo>
                  <a:lnTo>
                    <a:pt x="114484" y="325821"/>
                  </a:lnTo>
                  <a:lnTo>
                    <a:pt x="119539" y="327411"/>
                  </a:lnTo>
                  <a:lnTo>
                    <a:pt x="124641" y="328839"/>
                  </a:lnTo>
                  <a:lnTo>
                    <a:pt x="129786" y="330105"/>
                  </a:lnTo>
                  <a:lnTo>
                    <a:pt x="134969" y="331208"/>
                  </a:lnTo>
                  <a:lnTo>
                    <a:pt x="140184" y="332145"/>
                  </a:lnTo>
                  <a:lnTo>
                    <a:pt x="145426" y="332917"/>
                  </a:lnTo>
                  <a:lnTo>
                    <a:pt x="150690" y="333522"/>
                  </a:lnTo>
                  <a:lnTo>
                    <a:pt x="155970" y="333960"/>
                  </a:lnTo>
                  <a:lnTo>
                    <a:pt x="161262" y="334231"/>
                  </a:lnTo>
                  <a:lnTo>
                    <a:pt x="166560" y="334333"/>
                  </a:lnTo>
                  <a:lnTo>
                    <a:pt x="171858" y="334268"/>
                  </a:lnTo>
                  <a:lnTo>
                    <a:pt x="177151" y="334035"/>
                  </a:lnTo>
                  <a:lnTo>
                    <a:pt x="182435" y="333634"/>
                  </a:lnTo>
                  <a:lnTo>
                    <a:pt x="187703" y="333066"/>
                  </a:lnTo>
                  <a:lnTo>
                    <a:pt x="192950" y="332332"/>
                  </a:lnTo>
                  <a:lnTo>
                    <a:pt x="198171" y="331431"/>
                  </a:lnTo>
                  <a:lnTo>
                    <a:pt x="203362" y="330365"/>
                  </a:lnTo>
                  <a:lnTo>
                    <a:pt x="208516" y="329136"/>
                  </a:lnTo>
                  <a:lnTo>
                    <a:pt x="213628" y="327743"/>
                  </a:lnTo>
                  <a:lnTo>
                    <a:pt x="218694" y="326190"/>
                  </a:lnTo>
                  <a:lnTo>
                    <a:pt x="223708" y="324476"/>
                  </a:lnTo>
                  <a:lnTo>
                    <a:pt x="228665" y="322605"/>
                  </a:lnTo>
                  <a:lnTo>
                    <a:pt x="233560" y="320577"/>
                  </a:lnTo>
                  <a:lnTo>
                    <a:pt x="238389" y="318395"/>
                  </a:lnTo>
                  <a:lnTo>
                    <a:pt x="243146" y="316062"/>
                  </a:lnTo>
                  <a:lnTo>
                    <a:pt x="247826" y="313579"/>
                  </a:lnTo>
                  <a:lnTo>
                    <a:pt x="252426" y="310948"/>
                  </a:lnTo>
                  <a:lnTo>
                    <a:pt x="256940" y="308173"/>
                  </a:lnTo>
                  <a:lnTo>
                    <a:pt x="261363" y="305257"/>
                  </a:lnTo>
                  <a:lnTo>
                    <a:pt x="265692" y="302202"/>
                  </a:lnTo>
                  <a:lnTo>
                    <a:pt x="269923" y="299011"/>
                  </a:lnTo>
                  <a:lnTo>
                    <a:pt x="274049" y="295688"/>
                  </a:lnTo>
                  <a:lnTo>
                    <a:pt x="278069" y="292235"/>
                  </a:lnTo>
                  <a:lnTo>
                    <a:pt x="281977" y="288657"/>
                  </a:lnTo>
                  <a:lnTo>
                    <a:pt x="285769" y="284957"/>
                  </a:lnTo>
                  <a:lnTo>
                    <a:pt x="289443" y="281139"/>
                  </a:lnTo>
                  <a:lnTo>
                    <a:pt x="292993" y="277206"/>
                  </a:lnTo>
                  <a:lnTo>
                    <a:pt x="296418" y="273162"/>
                  </a:lnTo>
                  <a:lnTo>
                    <a:pt x="299712" y="269012"/>
                  </a:lnTo>
                  <a:lnTo>
                    <a:pt x="302873" y="264760"/>
                  </a:lnTo>
                  <a:lnTo>
                    <a:pt x="305898" y="260409"/>
                  </a:lnTo>
                  <a:lnTo>
                    <a:pt x="308783" y="255965"/>
                  </a:lnTo>
                  <a:lnTo>
                    <a:pt x="311526" y="251432"/>
                  </a:lnTo>
                  <a:lnTo>
                    <a:pt x="314124" y="246814"/>
                  </a:lnTo>
                  <a:lnTo>
                    <a:pt x="316575" y="242116"/>
                  </a:lnTo>
                  <a:lnTo>
                    <a:pt x="318875" y="237343"/>
                  </a:lnTo>
                  <a:lnTo>
                    <a:pt x="321023" y="232499"/>
                  </a:lnTo>
                  <a:lnTo>
                    <a:pt x="323016" y="227590"/>
                  </a:lnTo>
                  <a:lnTo>
                    <a:pt x="324852" y="222620"/>
                  </a:lnTo>
                  <a:lnTo>
                    <a:pt x="326531" y="217594"/>
                  </a:lnTo>
                  <a:lnTo>
                    <a:pt x="328049" y="212517"/>
                  </a:lnTo>
                  <a:lnTo>
                    <a:pt x="329405" y="207395"/>
                  </a:lnTo>
                  <a:lnTo>
                    <a:pt x="330599" y="202233"/>
                  </a:lnTo>
                  <a:lnTo>
                    <a:pt x="331628" y="197035"/>
                  </a:lnTo>
                  <a:lnTo>
                    <a:pt x="332492" y="191808"/>
                  </a:lnTo>
                  <a:lnTo>
                    <a:pt x="333190" y="186555"/>
                  </a:lnTo>
                  <a:lnTo>
                    <a:pt x="333721" y="181283"/>
                  </a:lnTo>
                  <a:lnTo>
                    <a:pt x="334084" y="175997"/>
                  </a:lnTo>
                  <a:lnTo>
                    <a:pt x="334280" y="170702"/>
                  </a:lnTo>
                  <a:lnTo>
                    <a:pt x="334309" y="165404"/>
                  </a:lnTo>
                  <a:lnTo>
                    <a:pt x="334169" y="160107"/>
                  </a:lnTo>
                  <a:lnTo>
                    <a:pt x="333861" y="154817"/>
                  </a:lnTo>
                  <a:lnTo>
                    <a:pt x="333386" y="149540"/>
                  </a:lnTo>
                  <a:lnTo>
                    <a:pt x="332744" y="144281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77345"/>
              <a:ext cx="165593" cy="22886"/>
            </a:xfrm>
            <a:custGeom>
              <a:avLst/>
              <a:pathLst>
                <a:path w="165593" h="22886">
                  <a:moveTo>
                    <a:pt x="165593" y="0"/>
                  </a:moveTo>
                  <a:lnTo>
                    <a:pt x="0" y="228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77345"/>
              <a:ext cx="165593" cy="22886"/>
            </a:xfrm>
            <a:custGeom>
              <a:avLst/>
              <a:pathLst>
                <a:path w="165593" h="22886">
                  <a:moveTo>
                    <a:pt x="165593" y="0"/>
                  </a:moveTo>
                  <a:lnTo>
                    <a:pt x="0" y="228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77345"/>
              <a:ext cx="165593" cy="22886"/>
            </a:xfrm>
            <a:custGeom>
              <a:avLst/>
              <a:pathLst>
                <a:path w="165593" h="22886">
                  <a:moveTo>
                    <a:pt x="165593" y="0"/>
                  </a:moveTo>
                  <a:lnTo>
                    <a:pt x="0" y="228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77345"/>
              <a:ext cx="165593" cy="22886"/>
            </a:xfrm>
            <a:custGeom>
              <a:avLst/>
              <a:pathLst>
                <a:path w="165593" h="22886">
                  <a:moveTo>
                    <a:pt x="165593" y="0"/>
                  </a:moveTo>
                  <a:lnTo>
                    <a:pt x="0" y="228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77345"/>
              <a:ext cx="165593" cy="22886"/>
            </a:xfrm>
            <a:custGeom>
              <a:avLst/>
              <a:pathLst>
                <a:path w="165593" h="22886">
                  <a:moveTo>
                    <a:pt x="165593" y="0"/>
                  </a:moveTo>
                  <a:lnTo>
                    <a:pt x="0" y="228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77345"/>
              <a:ext cx="165593" cy="22886"/>
            </a:xfrm>
            <a:custGeom>
              <a:avLst/>
              <a:pathLst>
                <a:path w="165593" h="22886">
                  <a:moveTo>
                    <a:pt x="165593" y="0"/>
                  </a:moveTo>
                  <a:lnTo>
                    <a:pt x="0" y="228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77345"/>
              <a:ext cx="165593" cy="22886"/>
            </a:xfrm>
            <a:custGeom>
              <a:avLst/>
              <a:pathLst>
                <a:path w="165593" h="22886">
                  <a:moveTo>
                    <a:pt x="165593" y="0"/>
                  </a:moveTo>
                  <a:lnTo>
                    <a:pt x="0" y="228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77345"/>
              <a:ext cx="165593" cy="22886"/>
            </a:xfrm>
            <a:custGeom>
              <a:avLst/>
              <a:pathLst>
                <a:path w="165593" h="22886">
                  <a:moveTo>
                    <a:pt x="165593" y="0"/>
                  </a:moveTo>
                  <a:lnTo>
                    <a:pt x="0" y="22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77345"/>
              <a:ext cx="165593" cy="22886"/>
            </a:xfrm>
            <a:custGeom>
              <a:avLst/>
              <a:pathLst>
                <a:path w="165593" h="22886">
                  <a:moveTo>
                    <a:pt x="165593" y="0"/>
                  </a:moveTo>
                  <a:lnTo>
                    <a:pt x="0" y="22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77345"/>
              <a:ext cx="165593" cy="22886"/>
            </a:xfrm>
            <a:custGeom>
              <a:avLst/>
              <a:pathLst>
                <a:path w="165593" h="22886">
                  <a:moveTo>
                    <a:pt x="165593" y="0"/>
                  </a:moveTo>
                  <a:lnTo>
                    <a:pt x="0" y="22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77345"/>
              <a:ext cx="165593" cy="22886"/>
            </a:xfrm>
            <a:custGeom>
              <a:avLst/>
              <a:pathLst>
                <a:path w="165593" h="22886">
                  <a:moveTo>
                    <a:pt x="165593" y="0"/>
                  </a:moveTo>
                  <a:lnTo>
                    <a:pt x="0" y="22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77345"/>
              <a:ext cx="165593" cy="22886"/>
            </a:xfrm>
            <a:custGeom>
              <a:avLst/>
              <a:pathLst>
                <a:path w="165593" h="22886">
                  <a:moveTo>
                    <a:pt x="165593" y="0"/>
                  </a:moveTo>
                  <a:lnTo>
                    <a:pt x="0" y="228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77345"/>
              <a:ext cx="165593" cy="22886"/>
            </a:xfrm>
            <a:custGeom>
              <a:avLst/>
              <a:pathLst>
                <a:path w="165593" h="22886">
                  <a:moveTo>
                    <a:pt x="165593" y="0"/>
                  </a:moveTo>
                  <a:lnTo>
                    <a:pt x="0" y="228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641649"/>
              <a:ext cx="165593" cy="158581"/>
            </a:xfrm>
            <a:custGeom>
              <a:avLst/>
              <a:pathLst>
                <a:path w="165593" h="158581">
                  <a:moveTo>
                    <a:pt x="165593" y="135695"/>
                  </a:moveTo>
                  <a:lnTo>
                    <a:pt x="164756" y="130295"/>
                  </a:lnTo>
                  <a:lnTo>
                    <a:pt x="163744" y="124924"/>
                  </a:lnTo>
                  <a:lnTo>
                    <a:pt x="162556" y="119590"/>
                  </a:lnTo>
                  <a:lnTo>
                    <a:pt x="161195" y="114297"/>
                  </a:lnTo>
                  <a:lnTo>
                    <a:pt x="159661" y="109052"/>
                  </a:lnTo>
                  <a:lnTo>
                    <a:pt x="157957" y="103859"/>
                  </a:lnTo>
                  <a:lnTo>
                    <a:pt x="156083" y="98725"/>
                  </a:lnTo>
                  <a:lnTo>
                    <a:pt x="154043" y="93655"/>
                  </a:lnTo>
                  <a:lnTo>
                    <a:pt x="151839" y="88655"/>
                  </a:lnTo>
                  <a:lnTo>
                    <a:pt x="149472" y="83729"/>
                  </a:lnTo>
                  <a:lnTo>
                    <a:pt x="146945" y="78883"/>
                  </a:lnTo>
                  <a:lnTo>
                    <a:pt x="144262" y="74122"/>
                  </a:lnTo>
                  <a:lnTo>
                    <a:pt x="141424" y="69452"/>
                  </a:lnTo>
                  <a:lnTo>
                    <a:pt x="138435" y="64876"/>
                  </a:lnTo>
                  <a:lnTo>
                    <a:pt x="135298" y="60401"/>
                  </a:lnTo>
                  <a:lnTo>
                    <a:pt x="132016" y="56031"/>
                  </a:lnTo>
                  <a:lnTo>
                    <a:pt x="128594" y="51771"/>
                  </a:lnTo>
                  <a:lnTo>
                    <a:pt x="125034" y="47624"/>
                  </a:lnTo>
                  <a:lnTo>
                    <a:pt x="121340" y="43597"/>
                  </a:lnTo>
                  <a:lnTo>
                    <a:pt x="117516" y="39692"/>
                  </a:lnTo>
                  <a:lnTo>
                    <a:pt x="113567" y="35914"/>
                  </a:lnTo>
                  <a:lnTo>
                    <a:pt x="109497" y="32267"/>
                  </a:lnTo>
                  <a:lnTo>
                    <a:pt x="105310" y="28756"/>
                  </a:lnTo>
                  <a:lnTo>
                    <a:pt x="101010" y="25383"/>
                  </a:lnTo>
                  <a:lnTo>
                    <a:pt x="96602" y="22152"/>
                  </a:lnTo>
                  <a:lnTo>
                    <a:pt x="92091" y="19067"/>
                  </a:lnTo>
                  <a:lnTo>
                    <a:pt x="87481" y="16132"/>
                  </a:lnTo>
                  <a:lnTo>
                    <a:pt x="82778" y="13348"/>
                  </a:lnTo>
                  <a:lnTo>
                    <a:pt x="77986" y="10720"/>
                  </a:lnTo>
                  <a:lnTo>
                    <a:pt x="73111" y="8250"/>
                  </a:lnTo>
                  <a:lnTo>
                    <a:pt x="68158" y="5940"/>
                  </a:lnTo>
                  <a:lnTo>
                    <a:pt x="63132" y="3794"/>
                  </a:lnTo>
                  <a:lnTo>
                    <a:pt x="58039" y="1813"/>
                  </a:lnTo>
                  <a:lnTo>
                    <a:pt x="52884" y="0"/>
                  </a:lnTo>
                  <a:lnTo>
                    <a:pt x="0" y="1585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633064"/>
              <a:ext cx="52884" cy="167167"/>
            </a:xfrm>
            <a:custGeom>
              <a:avLst/>
              <a:pathLst>
                <a:path w="52884" h="167167">
                  <a:moveTo>
                    <a:pt x="52884" y="8585"/>
                  </a:moveTo>
                  <a:lnTo>
                    <a:pt x="47179" y="6795"/>
                  </a:lnTo>
                  <a:lnTo>
                    <a:pt x="41415" y="5211"/>
                  </a:lnTo>
                  <a:lnTo>
                    <a:pt x="35597" y="3834"/>
                  </a:lnTo>
                  <a:lnTo>
                    <a:pt x="29734" y="2665"/>
                  </a:lnTo>
                  <a:lnTo>
                    <a:pt x="23833" y="1707"/>
                  </a:lnTo>
                  <a:lnTo>
                    <a:pt x="17901" y="961"/>
                  </a:lnTo>
                  <a:lnTo>
                    <a:pt x="11947" y="427"/>
                  </a:lnTo>
                  <a:lnTo>
                    <a:pt x="5977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358828" y="3170392"/>
              <a:ext cx="334311" cy="334333"/>
            </a:xfrm>
            <a:custGeom>
              <a:avLst/>
              <a:pathLst>
                <a:path w="334311" h="334333">
                  <a:moveTo>
                    <a:pt x="167151" y="0"/>
                  </a:moveTo>
                  <a:lnTo>
                    <a:pt x="161855" y="83"/>
                  </a:lnTo>
                  <a:lnTo>
                    <a:pt x="156563" y="335"/>
                  </a:lnTo>
                  <a:lnTo>
                    <a:pt x="151283" y="754"/>
                  </a:lnTo>
                  <a:lnTo>
                    <a:pt x="146018" y="1341"/>
                  </a:lnTo>
                  <a:lnTo>
                    <a:pt x="140775" y="2094"/>
                  </a:lnTo>
                  <a:lnTo>
                    <a:pt x="135558" y="3012"/>
                  </a:lnTo>
                  <a:lnTo>
                    <a:pt x="130372" y="4096"/>
                  </a:lnTo>
                  <a:lnTo>
                    <a:pt x="125224" y="5343"/>
                  </a:lnTo>
                  <a:lnTo>
                    <a:pt x="120118" y="6752"/>
                  </a:lnTo>
                  <a:lnTo>
                    <a:pt x="115059" y="8323"/>
                  </a:lnTo>
                  <a:lnTo>
                    <a:pt x="110052" y="10054"/>
                  </a:lnTo>
                  <a:lnTo>
                    <a:pt x="105103" y="11942"/>
                  </a:lnTo>
                  <a:lnTo>
                    <a:pt x="100216" y="13985"/>
                  </a:lnTo>
                  <a:lnTo>
                    <a:pt x="95396" y="16183"/>
                  </a:lnTo>
                  <a:lnTo>
                    <a:pt x="90648" y="18533"/>
                  </a:lnTo>
                  <a:lnTo>
                    <a:pt x="85977" y="21031"/>
                  </a:lnTo>
                  <a:lnTo>
                    <a:pt x="81387" y="23676"/>
                  </a:lnTo>
                  <a:lnTo>
                    <a:pt x="76884" y="26466"/>
                  </a:lnTo>
                  <a:lnTo>
                    <a:pt x="72471" y="29397"/>
                  </a:lnTo>
                  <a:lnTo>
                    <a:pt x="68154" y="32466"/>
                  </a:lnTo>
                  <a:lnTo>
                    <a:pt x="63936" y="35670"/>
                  </a:lnTo>
                  <a:lnTo>
                    <a:pt x="59821" y="39006"/>
                  </a:lnTo>
                  <a:lnTo>
                    <a:pt x="55814" y="42471"/>
                  </a:lnTo>
                  <a:lnTo>
                    <a:pt x="51919" y="46062"/>
                  </a:lnTo>
                  <a:lnTo>
                    <a:pt x="48140" y="49773"/>
                  </a:lnTo>
                  <a:lnTo>
                    <a:pt x="44480" y="53603"/>
                  </a:lnTo>
                  <a:lnTo>
                    <a:pt x="40943" y="57547"/>
                  </a:lnTo>
                  <a:lnTo>
                    <a:pt x="37534" y="61601"/>
                  </a:lnTo>
                  <a:lnTo>
                    <a:pt x="34254" y="65761"/>
                  </a:lnTo>
                  <a:lnTo>
                    <a:pt x="31108" y="70022"/>
                  </a:lnTo>
                  <a:lnTo>
                    <a:pt x="28098" y="74382"/>
                  </a:lnTo>
                  <a:lnTo>
                    <a:pt x="25228" y="78834"/>
                  </a:lnTo>
                  <a:lnTo>
                    <a:pt x="22500" y="83375"/>
                  </a:lnTo>
                  <a:lnTo>
                    <a:pt x="19918" y="88000"/>
                  </a:lnTo>
                  <a:lnTo>
                    <a:pt x="17484" y="92705"/>
                  </a:lnTo>
                  <a:lnTo>
                    <a:pt x="15200" y="97485"/>
                  </a:lnTo>
                  <a:lnTo>
                    <a:pt x="13068" y="102334"/>
                  </a:lnTo>
                  <a:lnTo>
                    <a:pt x="11091" y="107249"/>
                  </a:lnTo>
                  <a:lnTo>
                    <a:pt x="9271" y="112223"/>
                  </a:lnTo>
                  <a:lnTo>
                    <a:pt x="7609" y="117253"/>
                  </a:lnTo>
                  <a:lnTo>
                    <a:pt x="6108" y="122333"/>
                  </a:lnTo>
                  <a:lnTo>
                    <a:pt x="4768" y="127458"/>
                  </a:lnTo>
                  <a:lnTo>
                    <a:pt x="3592" y="132623"/>
                  </a:lnTo>
                  <a:lnTo>
                    <a:pt x="2579" y="137823"/>
                  </a:lnTo>
                  <a:lnTo>
                    <a:pt x="1732" y="143052"/>
                  </a:lnTo>
                  <a:lnTo>
                    <a:pt x="1051" y="148305"/>
                  </a:lnTo>
                  <a:lnTo>
                    <a:pt x="537" y="153578"/>
                  </a:lnTo>
                  <a:lnTo>
                    <a:pt x="190" y="158863"/>
                  </a:lnTo>
                  <a:lnTo>
                    <a:pt x="11" y="164158"/>
                  </a:lnTo>
                  <a:lnTo>
                    <a:pt x="0" y="169455"/>
                  </a:lnTo>
                  <a:lnTo>
                    <a:pt x="156" y="174750"/>
                  </a:lnTo>
                  <a:lnTo>
                    <a:pt x="480" y="180037"/>
                  </a:lnTo>
                  <a:lnTo>
                    <a:pt x="971" y="185312"/>
                  </a:lnTo>
                  <a:lnTo>
                    <a:pt x="1630" y="190568"/>
                  </a:lnTo>
                  <a:lnTo>
                    <a:pt x="2454" y="195801"/>
                  </a:lnTo>
                  <a:lnTo>
                    <a:pt x="3444" y="201004"/>
                  </a:lnTo>
                  <a:lnTo>
                    <a:pt x="4599" y="206174"/>
                  </a:lnTo>
                  <a:lnTo>
                    <a:pt x="5916" y="211305"/>
                  </a:lnTo>
                  <a:lnTo>
                    <a:pt x="7396" y="216392"/>
                  </a:lnTo>
                  <a:lnTo>
                    <a:pt x="9035" y="221429"/>
                  </a:lnTo>
                  <a:lnTo>
                    <a:pt x="10834" y="226411"/>
                  </a:lnTo>
                  <a:lnTo>
                    <a:pt x="12790" y="231334"/>
                  </a:lnTo>
                  <a:lnTo>
                    <a:pt x="14900" y="236193"/>
                  </a:lnTo>
                  <a:lnTo>
                    <a:pt x="17164" y="240982"/>
                  </a:lnTo>
                  <a:lnTo>
                    <a:pt x="19578" y="245698"/>
                  </a:lnTo>
                  <a:lnTo>
                    <a:pt x="22140" y="250334"/>
                  </a:lnTo>
                  <a:lnTo>
                    <a:pt x="24848" y="254887"/>
                  </a:lnTo>
                  <a:lnTo>
                    <a:pt x="27699" y="259351"/>
                  </a:lnTo>
                  <a:lnTo>
                    <a:pt x="30690" y="263724"/>
                  </a:lnTo>
                  <a:lnTo>
                    <a:pt x="33818" y="267999"/>
                  </a:lnTo>
                  <a:lnTo>
                    <a:pt x="37079" y="272173"/>
                  </a:lnTo>
                  <a:lnTo>
                    <a:pt x="40472" y="276241"/>
                  </a:lnTo>
                  <a:lnTo>
                    <a:pt x="43991" y="280200"/>
                  </a:lnTo>
                  <a:lnTo>
                    <a:pt x="47634" y="284046"/>
                  </a:lnTo>
                  <a:lnTo>
                    <a:pt x="51398" y="287774"/>
                  </a:lnTo>
                  <a:lnTo>
                    <a:pt x="55277" y="291381"/>
                  </a:lnTo>
                  <a:lnTo>
                    <a:pt x="59269" y="294863"/>
                  </a:lnTo>
                  <a:lnTo>
                    <a:pt x="63369" y="298217"/>
                  </a:lnTo>
                  <a:lnTo>
                    <a:pt x="67573" y="301440"/>
                  </a:lnTo>
                  <a:lnTo>
                    <a:pt x="71878" y="304527"/>
                  </a:lnTo>
                  <a:lnTo>
                    <a:pt x="76278" y="307477"/>
                  </a:lnTo>
                  <a:lnTo>
                    <a:pt x="80769" y="310286"/>
                  </a:lnTo>
                  <a:lnTo>
                    <a:pt x="85347" y="312951"/>
                  </a:lnTo>
                  <a:lnTo>
                    <a:pt x="90007" y="315470"/>
                  </a:lnTo>
                  <a:lnTo>
                    <a:pt x="94745" y="317840"/>
                  </a:lnTo>
                  <a:lnTo>
                    <a:pt x="99555" y="320058"/>
                  </a:lnTo>
                  <a:lnTo>
                    <a:pt x="104433" y="322123"/>
                  </a:lnTo>
                  <a:lnTo>
                    <a:pt x="109375" y="324033"/>
                  </a:lnTo>
                  <a:lnTo>
                    <a:pt x="114374" y="325784"/>
                  </a:lnTo>
                  <a:lnTo>
                    <a:pt x="119426" y="327377"/>
                  </a:lnTo>
                  <a:lnTo>
                    <a:pt x="124526" y="328809"/>
                  </a:lnTo>
                  <a:lnTo>
                    <a:pt x="129669" y="330078"/>
                  </a:lnTo>
                  <a:lnTo>
                    <a:pt x="134850" y="331184"/>
                  </a:lnTo>
                  <a:lnTo>
                    <a:pt x="140063" y="332125"/>
                  </a:lnTo>
                  <a:lnTo>
                    <a:pt x="145303" y="332900"/>
                  </a:lnTo>
                  <a:lnTo>
                    <a:pt x="150565" y="333509"/>
                  </a:lnTo>
                  <a:lnTo>
                    <a:pt x="155844" y="333952"/>
                  </a:lnTo>
                  <a:lnTo>
                    <a:pt x="161134" y="334226"/>
                  </a:lnTo>
                  <a:lnTo>
                    <a:pt x="166430" y="334333"/>
                  </a:lnTo>
                  <a:lnTo>
                    <a:pt x="171727" y="334272"/>
                  </a:lnTo>
                  <a:lnTo>
                    <a:pt x="177019" y="334043"/>
                  </a:lnTo>
                  <a:lnTo>
                    <a:pt x="182302" y="333646"/>
                  </a:lnTo>
                  <a:lnTo>
                    <a:pt x="187569" y="333083"/>
                  </a:lnTo>
                  <a:lnTo>
                    <a:pt x="192815" y="332353"/>
                  </a:lnTo>
                  <a:lnTo>
                    <a:pt x="198036" y="331457"/>
                  </a:lnTo>
                  <a:lnTo>
                    <a:pt x="203226" y="330395"/>
                  </a:lnTo>
                  <a:lnTo>
                    <a:pt x="208380" y="329170"/>
                  </a:lnTo>
                  <a:lnTo>
                    <a:pt x="213492" y="327783"/>
                  </a:lnTo>
                  <a:lnTo>
                    <a:pt x="218558" y="326234"/>
                  </a:lnTo>
                  <a:lnTo>
                    <a:pt x="223572" y="324525"/>
                  </a:lnTo>
                  <a:lnTo>
                    <a:pt x="228530" y="322659"/>
                  </a:lnTo>
                  <a:lnTo>
                    <a:pt x="233425" y="320636"/>
                  </a:lnTo>
                  <a:lnTo>
                    <a:pt x="238255" y="318459"/>
                  </a:lnTo>
                  <a:lnTo>
                    <a:pt x="243013" y="316130"/>
                  </a:lnTo>
                  <a:lnTo>
                    <a:pt x="247694" y="313652"/>
                  </a:lnTo>
                  <a:lnTo>
                    <a:pt x="252295" y="311026"/>
                  </a:lnTo>
                  <a:lnTo>
                    <a:pt x="256811" y="308256"/>
                  </a:lnTo>
                  <a:lnTo>
                    <a:pt x="261236" y="305345"/>
                  </a:lnTo>
                  <a:lnTo>
                    <a:pt x="265567" y="302294"/>
                  </a:lnTo>
                  <a:lnTo>
                    <a:pt x="269799" y="299108"/>
                  </a:lnTo>
                  <a:lnTo>
                    <a:pt x="273928" y="295790"/>
                  </a:lnTo>
                  <a:lnTo>
                    <a:pt x="277949" y="292342"/>
                  </a:lnTo>
                  <a:lnTo>
                    <a:pt x="281860" y="288768"/>
                  </a:lnTo>
                  <a:lnTo>
                    <a:pt x="285655" y="285073"/>
                  </a:lnTo>
                  <a:lnTo>
                    <a:pt x="289331" y="281259"/>
                  </a:lnTo>
                  <a:lnTo>
                    <a:pt x="292885" y="277330"/>
                  </a:lnTo>
                  <a:lnTo>
                    <a:pt x="296312" y="273291"/>
                  </a:lnTo>
                  <a:lnTo>
                    <a:pt x="299610" y="269146"/>
                  </a:lnTo>
                  <a:lnTo>
                    <a:pt x="302775" y="264898"/>
                  </a:lnTo>
                  <a:lnTo>
                    <a:pt x="305803" y="260551"/>
                  </a:lnTo>
                  <a:lnTo>
                    <a:pt x="308692" y="256111"/>
                  </a:lnTo>
                  <a:lnTo>
                    <a:pt x="311439" y="251582"/>
                  </a:lnTo>
                  <a:lnTo>
                    <a:pt x="314041" y="246968"/>
                  </a:lnTo>
                  <a:lnTo>
                    <a:pt x="316496" y="242274"/>
                  </a:lnTo>
                  <a:lnTo>
                    <a:pt x="318801" y="237504"/>
                  </a:lnTo>
                  <a:lnTo>
                    <a:pt x="320953" y="232664"/>
                  </a:lnTo>
                  <a:lnTo>
                    <a:pt x="322951" y="227758"/>
                  </a:lnTo>
                  <a:lnTo>
                    <a:pt x="324793" y="222791"/>
                  </a:lnTo>
                  <a:lnTo>
                    <a:pt x="326476" y="217769"/>
                  </a:lnTo>
                  <a:lnTo>
                    <a:pt x="327999" y="212695"/>
                  </a:lnTo>
                  <a:lnTo>
                    <a:pt x="329361" y="207576"/>
                  </a:lnTo>
                  <a:lnTo>
                    <a:pt x="330560" y="202416"/>
                  </a:lnTo>
                  <a:lnTo>
                    <a:pt x="331595" y="197221"/>
                  </a:lnTo>
                  <a:lnTo>
                    <a:pt x="332465" y="191995"/>
                  </a:lnTo>
                  <a:lnTo>
                    <a:pt x="333168" y="186745"/>
                  </a:lnTo>
                  <a:lnTo>
                    <a:pt x="333705" y="181475"/>
                  </a:lnTo>
                  <a:lnTo>
                    <a:pt x="334075" y="176191"/>
                  </a:lnTo>
                  <a:lnTo>
                    <a:pt x="334277" y="170897"/>
                  </a:lnTo>
                  <a:lnTo>
                    <a:pt x="334311" y="165600"/>
                  </a:lnTo>
                  <a:lnTo>
                    <a:pt x="334178" y="160305"/>
                  </a:lnTo>
                  <a:lnTo>
                    <a:pt x="333877" y="155016"/>
                  </a:lnTo>
                  <a:lnTo>
                    <a:pt x="333408" y="149739"/>
                  </a:lnTo>
                  <a:lnTo>
                    <a:pt x="332772" y="144480"/>
                  </a:lnTo>
                  <a:lnTo>
                    <a:pt x="331970" y="139244"/>
                  </a:lnTo>
                  <a:lnTo>
                    <a:pt x="331003" y="134036"/>
                  </a:lnTo>
                  <a:lnTo>
                    <a:pt x="329871" y="128861"/>
                  </a:lnTo>
                  <a:lnTo>
                    <a:pt x="328575" y="123725"/>
                  </a:lnTo>
                  <a:lnTo>
                    <a:pt x="327118" y="118632"/>
                  </a:lnTo>
                  <a:lnTo>
                    <a:pt x="325500" y="113588"/>
                  </a:lnTo>
                  <a:lnTo>
                    <a:pt x="323723" y="108598"/>
                  </a:lnTo>
                  <a:lnTo>
                    <a:pt x="321788" y="103666"/>
                  </a:lnTo>
                  <a:lnTo>
                    <a:pt x="319699" y="98798"/>
                  </a:lnTo>
                  <a:lnTo>
                    <a:pt x="317456" y="93999"/>
                  </a:lnTo>
                  <a:lnTo>
                    <a:pt x="315062" y="89274"/>
                  </a:lnTo>
                  <a:lnTo>
                    <a:pt x="312520" y="84627"/>
                  </a:lnTo>
                  <a:lnTo>
                    <a:pt x="309832" y="80062"/>
                  </a:lnTo>
                  <a:lnTo>
                    <a:pt x="307000" y="75585"/>
                  </a:lnTo>
                  <a:lnTo>
                    <a:pt x="304028" y="71200"/>
                  </a:lnTo>
                  <a:lnTo>
                    <a:pt x="300919" y="66911"/>
                  </a:lnTo>
                  <a:lnTo>
                    <a:pt x="297675" y="62723"/>
                  </a:lnTo>
                  <a:lnTo>
                    <a:pt x="294300" y="58640"/>
                  </a:lnTo>
                  <a:lnTo>
                    <a:pt x="290798" y="54666"/>
                  </a:lnTo>
                  <a:lnTo>
                    <a:pt x="287171" y="50805"/>
                  </a:lnTo>
                  <a:lnTo>
                    <a:pt x="283424" y="47061"/>
                  </a:lnTo>
                  <a:lnTo>
                    <a:pt x="279560" y="43437"/>
                  </a:lnTo>
                  <a:lnTo>
                    <a:pt x="275584" y="39937"/>
                  </a:lnTo>
                  <a:lnTo>
                    <a:pt x="271498" y="36566"/>
                  </a:lnTo>
                  <a:lnTo>
                    <a:pt x="267308" y="33325"/>
                  </a:lnTo>
                  <a:lnTo>
                    <a:pt x="263017" y="30219"/>
                  </a:lnTo>
                  <a:lnTo>
                    <a:pt x="258629" y="27250"/>
                  </a:lnTo>
                  <a:lnTo>
                    <a:pt x="254150" y="24422"/>
                  </a:lnTo>
                  <a:lnTo>
                    <a:pt x="249584" y="21737"/>
                  </a:lnTo>
                  <a:lnTo>
                    <a:pt x="244935" y="19198"/>
                  </a:lnTo>
                  <a:lnTo>
                    <a:pt x="240207" y="16808"/>
                  </a:lnTo>
                  <a:lnTo>
                    <a:pt x="235406" y="14569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84961"/>
              <a:ext cx="68255" cy="152598"/>
            </a:xfrm>
            <a:custGeom>
              <a:avLst/>
              <a:pathLst>
                <a:path w="68255" h="152598">
                  <a:moveTo>
                    <a:pt x="68255" y="0"/>
                  </a:moveTo>
                  <a:lnTo>
                    <a:pt x="0" y="152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84961"/>
              <a:ext cx="68255" cy="152598"/>
            </a:xfrm>
            <a:custGeom>
              <a:avLst/>
              <a:pathLst>
                <a:path w="68255" h="152598">
                  <a:moveTo>
                    <a:pt x="68255" y="0"/>
                  </a:moveTo>
                  <a:lnTo>
                    <a:pt x="0" y="152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84961"/>
              <a:ext cx="68255" cy="152598"/>
            </a:xfrm>
            <a:custGeom>
              <a:avLst/>
              <a:pathLst>
                <a:path w="68255" h="152598">
                  <a:moveTo>
                    <a:pt x="68255" y="0"/>
                  </a:moveTo>
                  <a:lnTo>
                    <a:pt x="0" y="1525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84961"/>
              <a:ext cx="68255" cy="152598"/>
            </a:xfrm>
            <a:custGeom>
              <a:avLst/>
              <a:pathLst>
                <a:path w="68255" h="152598">
                  <a:moveTo>
                    <a:pt x="68255" y="0"/>
                  </a:moveTo>
                  <a:lnTo>
                    <a:pt x="0" y="1525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84961"/>
              <a:ext cx="68255" cy="152598"/>
            </a:xfrm>
            <a:custGeom>
              <a:avLst/>
              <a:pathLst>
                <a:path w="68255" h="152598">
                  <a:moveTo>
                    <a:pt x="68255" y="0"/>
                  </a:moveTo>
                  <a:lnTo>
                    <a:pt x="0" y="1525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84961"/>
              <a:ext cx="68255" cy="152598"/>
            </a:xfrm>
            <a:custGeom>
              <a:avLst/>
              <a:pathLst>
                <a:path w="68255" h="152598">
                  <a:moveTo>
                    <a:pt x="68255" y="0"/>
                  </a:moveTo>
                  <a:lnTo>
                    <a:pt x="0" y="1525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84961"/>
              <a:ext cx="68255" cy="152598"/>
            </a:xfrm>
            <a:custGeom>
              <a:avLst/>
              <a:pathLst>
                <a:path w="68255" h="152598">
                  <a:moveTo>
                    <a:pt x="68255" y="0"/>
                  </a:moveTo>
                  <a:lnTo>
                    <a:pt x="0" y="152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184961"/>
              <a:ext cx="68255" cy="152598"/>
            </a:xfrm>
            <a:custGeom>
              <a:avLst/>
              <a:pathLst>
                <a:path w="68255" h="152598">
                  <a:moveTo>
                    <a:pt x="68255" y="0"/>
                  </a:moveTo>
                  <a:lnTo>
                    <a:pt x="0" y="152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184961"/>
              <a:ext cx="68255" cy="152598"/>
            </a:xfrm>
            <a:custGeom>
              <a:avLst/>
              <a:pathLst>
                <a:path w="68255" h="152598">
                  <a:moveTo>
                    <a:pt x="68255" y="0"/>
                  </a:moveTo>
                  <a:lnTo>
                    <a:pt x="0" y="152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184961"/>
              <a:ext cx="68255" cy="152598"/>
            </a:xfrm>
            <a:custGeom>
              <a:avLst/>
              <a:pathLst>
                <a:path w="68255" h="152598">
                  <a:moveTo>
                    <a:pt x="68255" y="0"/>
                  </a:moveTo>
                  <a:lnTo>
                    <a:pt x="0" y="152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184961"/>
              <a:ext cx="68255" cy="152598"/>
            </a:xfrm>
            <a:custGeom>
              <a:avLst/>
              <a:pathLst>
                <a:path w="68255" h="152598">
                  <a:moveTo>
                    <a:pt x="68255" y="0"/>
                  </a:moveTo>
                  <a:lnTo>
                    <a:pt x="0" y="1525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184961"/>
              <a:ext cx="68255" cy="152598"/>
            </a:xfrm>
            <a:custGeom>
              <a:avLst/>
              <a:pathLst>
                <a:path w="68255" h="152598">
                  <a:moveTo>
                    <a:pt x="68255" y="0"/>
                  </a:moveTo>
                  <a:lnTo>
                    <a:pt x="0" y="1525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181138"/>
              <a:ext cx="68255" cy="156421"/>
            </a:xfrm>
            <a:custGeom>
              <a:avLst/>
              <a:pathLst>
                <a:path w="68255" h="156421">
                  <a:moveTo>
                    <a:pt x="68255" y="3823"/>
                  </a:moveTo>
                  <a:lnTo>
                    <a:pt x="58968" y="0"/>
                  </a:lnTo>
                  <a:lnTo>
                    <a:pt x="0" y="1564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170392"/>
              <a:ext cx="58968" cy="167167"/>
            </a:xfrm>
            <a:custGeom>
              <a:avLst/>
              <a:pathLst>
                <a:path w="58968" h="167167">
                  <a:moveTo>
                    <a:pt x="58968" y="10746"/>
                  </a:moveTo>
                  <a:lnTo>
                    <a:pt x="53292" y="8722"/>
                  </a:lnTo>
                  <a:lnTo>
                    <a:pt x="47546" y="6904"/>
                  </a:lnTo>
                  <a:lnTo>
                    <a:pt x="41739" y="5294"/>
                  </a:lnTo>
                  <a:lnTo>
                    <a:pt x="35878" y="3895"/>
                  </a:lnTo>
                  <a:lnTo>
                    <a:pt x="29969" y="2708"/>
                  </a:lnTo>
                  <a:lnTo>
                    <a:pt x="24022" y="1735"/>
                  </a:lnTo>
                  <a:lnTo>
                    <a:pt x="18044" y="976"/>
                  </a:lnTo>
                  <a:lnTo>
                    <a:pt x="12042" y="434"/>
                  </a:lnTo>
                  <a:lnTo>
                    <a:pt x="6025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423586" y="3707720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14125" y="4213821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20741" y="4659281"/>
              <a:ext cx="165783" cy="167167"/>
            </a:xfrm>
            <a:custGeom>
              <a:avLst/>
              <a:pathLst>
                <a:path w="165783" h="167167">
                  <a:moveTo>
                    <a:pt x="165783" y="0"/>
                  </a:moveTo>
                  <a:lnTo>
                    <a:pt x="160306" y="89"/>
                  </a:lnTo>
                  <a:lnTo>
                    <a:pt x="154834" y="358"/>
                  </a:lnTo>
                  <a:lnTo>
                    <a:pt x="149374" y="807"/>
                  </a:lnTo>
                  <a:lnTo>
                    <a:pt x="143931" y="1434"/>
                  </a:lnTo>
                  <a:lnTo>
                    <a:pt x="138512" y="2239"/>
                  </a:lnTo>
                  <a:lnTo>
                    <a:pt x="133123" y="3221"/>
                  </a:lnTo>
                  <a:lnTo>
                    <a:pt x="127768" y="4379"/>
                  </a:lnTo>
                  <a:lnTo>
                    <a:pt x="122454" y="5712"/>
                  </a:lnTo>
                  <a:lnTo>
                    <a:pt x="117187" y="7219"/>
                  </a:lnTo>
                  <a:lnTo>
                    <a:pt x="111972" y="8897"/>
                  </a:lnTo>
                  <a:lnTo>
                    <a:pt x="106815" y="10746"/>
                  </a:lnTo>
                  <a:lnTo>
                    <a:pt x="101721" y="12762"/>
                  </a:lnTo>
                  <a:lnTo>
                    <a:pt x="96696" y="14944"/>
                  </a:lnTo>
                  <a:lnTo>
                    <a:pt x="91745" y="17290"/>
                  </a:lnTo>
                  <a:lnTo>
                    <a:pt x="86873" y="19796"/>
                  </a:lnTo>
                  <a:lnTo>
                    <a:pt x="82087" y="22461"/>
                  </a:lnTo>
                  <a:lnTo>
                    <a:pt x="77390" y="25281"/>
                  </a:lnTo>
                  <a:lnTo>
                    <a:pt x="72788" y="28254"/>
                  </a:lnTo>
                  <a:lnTo>
                    <a:pt x="68286" y="31376"/>
                  </a:lnTo>
                  <a:lnTo>
                    <a:pt x="63889" y="34643"/>
                  </a:lnTo>
                  <a:lnTo>
                    <a:pt x="59601" y="38053"/>
                  </a:lnTo>
                  <a:lnTo>
                    <a:pt x="55427" y="41602"/>
                  </a:lnTo>
                  <a:lnTo>
                    <a:pt x="51372" y="45286"/>
                  </a:lnTo>
                  <a:lnTo>
                    <a:pt x="47440" y="49100"/>
                  </a:lnTo>
                  <a:lnTo>
                    <a:pt x="43634" y="53041"/>
                  </a:lnTo>
                  <a:lnTo>
                    <a:pt x="39960" y="57105"/>
                  </a:lnTo>
                  <a:lnTo>
                    <a:pt x="36422" y="61287"/>
                  </a:lnTo>
                  <a:lnTo>
                    <a:pt x="33022" y="65583"/>
                  </a:lnTo>
                  <a:lnTo>
                    <a:pt x="29764" y="69988"/>
                  </a:lnTo>
                  <a:lnTo>
                    <a:pt x="26653" y="74497"/>
                  </a:lnTo>
                  <a:lnTo>
                    <a:pt x="23691" y="79106"/>
                  </a:lnTo>
                  <a:lnTo>
                    <a:pt x="20882" y="83809"/>
                  </a:lnTo>
                  <a:lnTo>
                    <a:pt x="18228" y="88602"/>
                  </a:lnTo>
                  <a:lnTo>
                    <a:pt x="15733" y="93479"/>
                  </a:lnTo>
                  <a:lnTo>
                    <a:pt x="13399" y="98436"/>
                  </a:lnTo>
                  <a:lnTo>
                    <a:pt x="11229" y="103466"/>
                  </a:lnTo>
                  <a:lnTo>
                    <a:pt x="9224" y="108565"/>
                  </a:lnTo>
                  <a:lnTo>
                    <a:pt x="7388" y="113726"/>
                  </a:lnTo>
                  <a:lnTo>
                    <a:pt x="5722" y="118945"/>
                  </a:lnTo>
                  <a:lnTo>
                    <a:pt x="4228" y="124216"/>
                  </a:lnTo>
                  <a:lnTo>
                    <a:pt x="2907" y="129533"/>
                  </a:lnTo>
                  <a:lnTo>
                    <a:pt x="1761" y="134890"/>
                  </a:lnTo>
                  <a:lnTo>
                    <a:pt x="792" y="140282"/>
                  </a:lnTo>
                  <a:lnTo>
                    <a:pt x="0" y="145703"/>
                  </a:lnTo>
                  <a:lnTo>
                    <a:pt x="16578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20741" y="4804985"/>
              <a:ext cx="165783" cy="21464"/>
            </a:xfrm>
            <a:custGeom>
              <a:avLst/>
              <a:pathLst>
                <a:path w="165783" h="21464">
                  <a:moveTo>
                    <a:pt x="0" y="0"/>
                  </a:moveTo>
                  <a:lnTo>
                    <a:pt x="165783" y="214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0741" y="4804985"/>
              <a:ext cx="165783" cy="21464"/>
            </a:xfrm>
            <a:custGeom>
              <a:avLst/>
              <a:pathLst>
                <a:path w="165783" h="21464">
                  <a:moveTo>
                    <a:pt x="0" y="0"/>
                  </a:moveTo>
                  <a:lnTo>
                    <a:pt x="165783" y="214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20741" y="4804985"/>
              <a:ext cx="165783" cy="21464"/>
            </a:xfrm>
            <a:custGeom>
              <a:avLst/>
              <a:pathLst>
                <a:path w="165783" h="21464">
                  <a:moveTo>
                    <a:pt x="0" y="0"/>
                  </a:moveTo>
                  <a:lnTo>
                    <a:pt x="165783" y="214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20741" y="4804985"/>
              <a:ext cx="165783" cy="21464"/>
            </a:xfrm>
            <a:custGeom>
              <a:avLst/>
              <a:pathLst>
                <a:path w="165783" h="21464">
                  <a:moveTo>
                    <a:pt x="0" y="0"/>
                  </a:moveTo>
                  <a:lnTo>
                    <a:pt x="165783" y="21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20741" y="4804985"/>
              <a:ext cx="165783" cy="21464"/>
            </a:xfrm>
            <a:custGeom>
              <a:avLst/>
              <a:pathLst>
                <a:path w="165783" h="21464">
                  <a:moveTo>
                    <a:pt x="0" y="0"/>
                  </a:moveTo>
                  <a:lnTo>
                    <a:pt x="165783" y="21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20741" y="4804985"/>
              <a:ext cx="165783" cy="21464"/>
            </a:xfrm>
            <a:custGeom>
              <a:avLst/>
              <a:pathLst>
                <a:path w="165783" h="21464">
                  <a:moveTo>
                    <a:pt x="0" y="0"/>
                  </a:moveTo>
                  <a:lnTo>
                    <a:pt x="165783" y="21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0741" y="4804985"/>
              <a:ext cx="165783" cy="21464"/>
            </a:xfrm>
            <a:custGeom>
              <a:avLst/>
              <a:pathLst>
                <a:path w="165783" h="21464">
                  <a:moveTo>
                    <a:pt x="0" y="0"/>
                  </a:moveTo>
                  <a:lnTo>
                    <a:pt x="165783" y="21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20741" y="4804985"/>
              <a:ext cx="165783" cy="21464"/>
            </a:xfrm>
            <a:custGeom>
              <a:avLst/>
              <a:pathLst>
                <a:path w="165783" h="21464">
                  <a:moveTo>
                    <a:pt x="0" y="0"/>
                  </a:moveTo>
                  <a:lnTo>
                    <a:pt x="165783" y="214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20741" y="4804985"/>
              <a:ext cx="165783" cy="21464"/>
            </a:xfrm>
            <a:custGeom>
              <a:avLst/>
              <a:pathLst>
                <a:path w="165783" h="21464">
                  <a:moveTo>
                    <a:pt x="0" y="0"/>
                  </a:moveTo>
                  <a:lnTo>
                    <a:pt x="165783" y="214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19456" y="4804985"/>
              <a:ext cx="167068" cy="21464"/>
            </a:xfrm>
            <a:custGeom>
              <a:avLst/>
              <a:pathLst>
                <a:path w="167068" h="21464">
                  <a:moveTo>
                    <a:pt x="1285" y="0"/>
                  </a:moveTo>
                  <a:lnTo>
                    <a:pt x="456" y="7847"/>
                  </a:lnTo>
                  <a:lnTo>
                    <a:pt x="0" y="15725"/>
                  </a:lnTo>
                  <a:lnTo>
                    <a:pt x="167068" y="214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19358" y="4659281"/>
              <a:ext cx="334323" cy="334328"/>
            </a:xfrm>
            <a:custGeom>
              <a:avLst/>
              <a:pathLst>
                <a:path w="334323" h="334328">
                  <a:moveTo>
                    <a:pt x="97" y="161428"/>
                  </a:moveTo>
                  <a:lnTo>
                    <a:pt x="0" y="166717"/>
                  </a:lnTo>
                  <a:lnTo>
                    <a:pt x="69" y="172007"/>
                  </a:lnTo>
                  <a:lnTo>
                    <a:pt x="306" y="177291"/>
                  </a:lnTo>
                  <a:lnTo>
                    <a:pt x="710" y="182565"/>
                  </a:lnTo>
                  <a:lnTo>
                    <a:pt x="1280" y="187824"/>
                  </a:lnTo>
                  <a:lnTo>
                    <a:pt x="2017" y="193063"/>
                  </a:lnTo>
                  <a:lnTo>
                    <a:pt x="2919" y="198275"/>
                  </a:lnTo>
                  <a:lnTo>
                    <a:pt x="3985" y="203456"/>
                  </a:lnTo>
                  <a:lnTo>
                    <a:pt x="5215" y="208601"/>
                  </a:lnTo>
                  <a:lnTo>
                    <a:pt x="6607" y="213704"/>
                  </a:lnTo>
                  <a:lnTo>
                    <a:pt x="8160" y="218761"/>
                  </a:lnTo>
                  <a:lnTo>
                    <a:pt x="9872" y="223766"/>
                  </a:lnTo>
                  <a:lnTo>
                    <a:pt x="11742" y="228714"/>
                  </a:lnTo>
                  <a:lnTo>
                    <a:pt x="13767" y="233601"/>
                  </a:lnTo>
                  <a:lnTo>
                    <a:pt x="15945" y="238421"/>
                  </a:lnTo>
                  <a:lnTo>
                    <a:pt x="18276" y="243170"/>
                  </a:lnTo>
                  <a:lnTo>
                    <a:pt x="20755" y="247843"/>
                  </a:lnTo>
                  <a:lnTo>
                    <a:pt x="23381" y="252435"/>
                  </a:lnTo>
                  <a:lnTo>
                    <a:pt x="26150" y="256942"/>
                  </a:lnTo>
                  <a:lnTo>
                    <a:pt x="29062" y="261358"/>
                  </a:lnTo>
                  <a:lnTo>
                    <a:pt x="32111" y="265681"/>
                  </a:lnTo>
                  <a:lnTo>
                    <a:pt x="35295" y="269904"/>
                  </a:lnTo>
                  <a:lnTo>
                    <a:pt x="38612" y="274025"/>
                  </a:lnTo>
                  <a:lnTo>
                    <a:pt x="42057" y="278039"/>
                  </a:lnTo>
                  <a:lnTo>
                    <a:pt x="45628" y="281942"/>
                  </a:lnTo>
                  <a:lnTo>
                    <a:pt x="49320" y="285730"/>
                  </a:lnTo>
                  <a:lnTo>
                    <a:pt x="53130" y="289399"/>
                  </a:lnTo>
                  <a:lnTo>
                    <a:pt x="57055" y="292946"/>
                  </a:lnTo>
                  <a:lnTo>
                    <a:pt x="61090" y="296367"/>
                  </a:lnTo>
                  <a:lnTo>
                    <a:pt x="65231" y="299659"/>
                  </a:lnTo>
                  <a:lnTo>
                    <a:pt x="69474" y="302818"/>
                  </a:lnTo>
                  <a:lnTo>
                    <a:pt x="73814" y="305841"/>
                  </a:lnTo>
                  <a:lnTo>
                    <a:pt x="78249" y="308725"/>
                  </a:lnTo>
                  <a:lnTo>
                    <a:pt x="82772" y="311467"/>
                  </a:lnTo>
                  <a:lnTo>
                    <a:pt x="87380" y="314065"/>
                  </a:lnTo>
                  <a:lnTo>
                    <a:pt x="92068" y="316516"/>
                  </a:lnTo>
                  <a:lnTo>
                    <a:pt x="96831" y="318817"/>
                  </a:lnTo>
                  <a:lnTo>
                    <a:pt x="101664" y="320967"/>
                  </a:lnTo>
                  <a:lnTo>
                    <a:pt x="106563" y="322962"/>
                  </a:lnTo>
                  <a:lnTo>
                    <a:pt x="111523" y="324802"/>
                  </a:lnTo>
                  <a:lnTo>
                    <a:pt x="116538" y="326483"/>
                  </a:lnTo>
                  <a:lnTo>
                    <a:pt x="121604" y="328005"/>
                  </a:lnTo>
                  <a:lnTo>
                    <a:pt x="126716" y="329366"/>
                  </a:lnTo>
                  <a:lnTo>
                    <a:pt x="131868" y="330565"/>
                  </a:lnTo>
                  <a:lnTo>
                    <a:pt x="137055" y="331600"/>
                  </a:lnTo>
                  <a:lnTo>
                    <a:pt x="142273" y="332471"/>
                  </a:lnTo>
                  <a:lnTo>
                    <a:pt x="147516" y="333175"/>
                  </a:lnTo>
                  <a:lnTo>
                    <a:pt x="152778" y="333714"/>
                  </a:lnTo>
                  <a:lnTo>
                    <a:pt x="158054" y="334086"/>
                  </a:lnTo>
                  <a:lnTo>
                    <a:pt x="163340" y="334291"/>
                  </a:lnTo>
                  <a:lnTo>
                    <a:pt x="168630" y="334328"/>
                  </a:lnTo>
                  <a:lnTo>
                    <a:pt x="173918" y="334198"/>
                  </a:lnTo>
                  <a:lnTo>
                    <a:pt x="179199" y="333901"/>
                  </a:lnTo>
                  <a:lnTo>
                    <a:pt x="184469" y="333437"/>
                  </a:lnTo>
                  <a:lnTo>
                    <a:pt x="189721" y="332806"/>
                  </a:lnTo>
                  <a:lnTo>
                    <a:pt x="194950" y="332009"/>
                  </a:lnTo>
                  <a:lnTo>
                    <a:pt x="200152" y="331048"/>
                  </a:lnTo>
                  <a:lnTo>
                    <a:pt x="205321" y="329922"/>
                  </a:lnTo>
                  <a:lnTo>
                    <a:pt x="210451" y="328633"/>
                  </a:lnTo>
                  <a:lnTo>
                    <a:pt x="215538" y="327183"/>
                  </a:lnTo>
                  <a:lnTo>
                    <a:pt x="220577" y="325572"/>
                  </a:lnTo>
                  <a:lnTo>
                    <a:pt x="225562" y="323803"/>
                  </a:lnTo>
                  <a:lnTo>
                    <a:pt x="230488" y="321877"/>
                  </a:lnTo>
                  <a:lnTo>
                    <a:pt x="235352" y="319796"/>
                  </a:lnTo>
                  <a:lnTo>
                    <a:pt x="240147" y="317563"/>
                  </a:lnTo>
                  <a:lnTo>
                    <a:pt x="244869" y="315178"/>
                  </a:lnTo>
                  <a:lnTo>
                    <a:pt x="249513" y="312646"/>
                  </a:lnTo>
                  <a:lnTo>
                    <a:pt x="254074" y="309967"/>
                  </a:lnTo>
                  <a:lnTo>
                    <a:pt x="258549" y="307146"/>
                  </a:lnTo>
                  <a:lnTo>
                    <a:pt x="262932" y="304185"/>
                  </a:lnTo>
                  <a:lnTo>
                    <a:pt x="267219" y="301086"/>
                  </a:lnTo>
                  <a:lnTo>
                    <a:pt x="271406" y="297853"/>
                  </a:lnTo>
                  <a:lnTo>
                    <a:pt x="275489" y="294490"/>
                  </a:lnTo>
                  <a:lnTo>
                    <a:pt x="279463" y="290999"/>
                  </a:lnTo>
                  <a:lnTo>
                    <a:pt x="283325" y="287384"/>
                  </a:lnTo>
                  <a:lnTo>
                    <a:pt x="287070" y="283649"/>
                  </a:lnTo>
                  <a:lnTo>
                    <a:pt x="290696" y="279796"/>
                  </a:lnTo>
                  <a:lnTo>
                    <a:pt x="294198" y="275832"/>
                  </a:lnTo>
                  <a:lnTo>
                    <a:pt x="297572" y="271758"/>
                  </a:lnTo>
                  <a:lnTo>
                    <a:pt x="300816" y="267580"/>
                  </a:lnTo>
                  <a:lnTo>
                    <a:pt x="303926" y="263301"/>
                  </a:lnTo>
                  <a:lnTo>
                    <a:pt x="306899" y="258926"/>
                  </a:lnTo>
                  <a:lnTo>
                    <a:pt x="309732" y="254459"/>
                  </a:lnTo>
                  <a:lnTo>
                    <a:pt x="312423" y="249904"/>
                  </a:lnTo>
                  <a:lnTo>
                    <a:pt x="314968" y="245267"/>
                  </a:lnTo>
                  <a:lnTo>
                    <a:pt x="317365" y="240551"/>
                  </a:lnTo>
                  <a:lnTo>
                    <a:pt x="319612" y="235763"/>
                  </a:lnTo>
                  <a:lnTo>
                    <a:pt x="321706" y="230905"/>
                  </a:lnTo>
                  <a:lnTo>
                    <a:pt x="323645" y="225983"/>
                  </a:lnTo>
                  <a:lnTo>
                    <a:pt x="325428" y="221003"/>
                  </a:lnTo>
                  <a:lnTo>
                    <a:pt x="327052" y="215969"/>
                  </a:lnTo>
                  <a:lnTo>
                    <a:pt x="328516" y="210886"/>
                  </a:lnTo>
                  <a:lnTo>
                    <a:pt x="329818" y="205759"/>
                  </a:lnTo>
                  <a:lnTo>
                    <a:pt x="330958" y="200593"/>
                  </a:lnTo>
                  <a:lnTo>
                    <a:pt x="331933" y="195394"/>
                  </a:lnTo>
                  <a:lnTo>
                    <a:pt x="332744" y="190167"/>
                  </a:lnTo>
                  <a:lnTo>
                    <a:pt x="333389" y="184917"/>
                  </a:lnTo>
                  <a:lnTo>
                    <a:pt x="333867" y="179648"/>
                  </a:lnTo>
                  <a:lnTo>
                    <a:pt x="334179" y="174368"/>
                  </a:lnTo>
                  <a:lnTo>
                    <a:pt x="334323" y="169080"/>
                  </a:lnTo>
                  <a:lnTo>
                    <a:pt x="334300" y="163790"/>
                  </a:lnTo>
                  <a:lnTo>
                    <a:pt x="334109" y="158504"/>
                  </a:lnTo>
                  <a:lnTo>
                    <a:pt x="333751" y="153226"/>
                  </a:lnTo>
                  <a:lnTo>
                    <a:pt x="333227" y="147963"/>
                  </a:lnTo>
                  <a:lnTo>
                    <a:pt x="332536" y="142718"/>
                  </a:lnTo>
                  <a:lnTo>
                    <a:pt x="331680" y="137498"/>
                  </a:lnTo>
                  <a:lnTo>
                    <a:pt x="330659" y="132308"/>
                  </a:lnTo>
                  <a:lnTo>
                    <a:pt x="329474" y="127153"/>
                  </a:lnTo>
                  <a:lnTo>
                    <a:pt x="328127" y="122037"/>
                  </a:lnTo>
                  <a:lnTo>
                    <a:pt x="326618" y="116967"/>
                  </a:lnTo>
                  <a:lnTo>
                    <a:pt x="324950" y="111947"/>
                  </a:lnTo>
                  <a:lnTo>
                    <a:pt x="323124" y="106983"/>
                  </a:lnTo>
                  <a:lnTo>
                    <a:pt x="321142" y="102078"/>
                  </a:lnTo>
                  <a:lnTo>
                    <a:pt x="319005" y="97239"/>
                  </a:lnTo>
                  <a:lnTo>
                    <a:pt x="316717" y="92470"/>
                  </a:lnTo>
                  <a:lnTo>
                    <a:pt x="314279" y="87776"/>
                  </a:lnTo>
                  <a:lnTo>
                    <a:pt x="311693" y="83161"/>
                  </a:lnTo>
                  <a:lnTo>
                    <a:pt x="308963" y="78630"/>
                  </a:lnTo>
                  <a:lnTo>
                    <a:pt x="306091" y="74188"/>
                  </a:lnTo>
                  <a:lnTo>
                    <a:pt x="303079" y="69839"/>
                  </a:lnTo>
                  <a:lnTo>
                    <a:pt x="299932" y="65588"/>
                  </a:lnTo>
                  <a:lnTo>
                    <a:pt x="296651" y="61438"/>
                  </a:lnTo>
                  <a:lnTo>
                    <a:pt x="293241" y="57394"/>
                  </a:lnTo>
                  <a:lnTo>
                    <a:pt x="289705" y="53460"/>
                  </a:lnTo>
                  <a:lnTo>
                    <a:pt x="286046" y="49640"/>
                  </a:lnTo>
                  <a:lnTo>
                    <a:pt x="282268" y="45938"/>
                  </a:lnTo>
                  <a:lnTo>
                    <a:pt x="278375" y="42357"/>
                  </a:lnTo>
                  <a:lnTo>
                    <a:pt x="274370" y="38900"/>
                  </a:lnTo>
                  <a:lnTo>
                    <a:pt x="270258" y="35573"/>
                  </a:lnTo>
                  <a:lnTo>
                    <a:pt x="266043" y="32377"/>
                  </a:lnTo>
                  <a:lnTo>
                    <a:pt x="261729" y="29316"/>
                  </a:lnTo>
                  <a:lnTo>
                    <a:pt x="257320" y="26393"/>
                  </a:lnTo>
                  <a:lnTo>
                    <a:pt x="252821" y="23611"/>
                  </a:lnTo>
                  <a:lnTo>
                    <a:pt x="248236" y="20973"/>
                  </a:lnTo>
                  <a:lnTo>
                    <a:pt x="243570" y="18481"/>
                  </a:lnTo>
                  <a:lnTo>
                    <a:pt x="238827" y="16138"/>
                  </a:lnTo>
                  <a:lnTo>
                    <a:pt x="234013" y="13946"/>
                  </a:lnTo>
                  <a:lnTo>
                    <a:pt x="229131" y="11908"/>
                  </a:lnTo>
                  <a:lnTo>
                    <a:pt x="224188" y="10025"/>
                  </a:lnTo>
                  <a:lnTo>
                    <a:pt x="219188" y="8300"/>
                  </a:lnTo>
                  <a:lnTo>
                    <a:pt x="214135" y="6734"/>
                  </a:lnTo>
                  <a:lnTo>
                    <a:pt x="209036" y="5328"/>
                  </a:lnTo>
                  <a:lnTo>
                    <a:pt x="203894" y="4084"/>
                  </a:lnTo>
                  <a:lnTo>
                    <a:pt x="198716" y="3004"/>
                  </a:lnTo>
                  <a:lnTo>
                    <a:pt x="193506" y="2088"/>
                  </a:lnTo>
                  <a:lnTo>
                    <a:pt x="188270" y="1337"/>
                  </a:lnTo>
                  <a:lnTo>
                    <a:pt x="183012" y="752"/>
                  </a:lnTo>
                  <a:lnTo>
                    <a:pt x="177739" y="334"/>
                  </a:lnTo>
                  <a:lnTo>
                    <a:pt x="172455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6568" y="5018213"/>
              <a:ext cx="2152" cy="167167"/>
            </a:xfrm>
            <a:custGeom>
              <a:avLst/>
              <a:pathLst>
                <a:path w="2152" h="167167">
                  <a:moveTo>
                    <a:pt x="2152" y="0"/>
                  </a:moveTo>
                  <a:lnTo>
                    <a:pt x="0" y="13"/>
                  </a:lnTo>
                  <a:lnTo>
                    <a:pt x="215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321560" y="5018227"/>
              <a:ext cx="334320" cy="334321"/>
            </a:xfrm>
            <a:custGeom>
              <a:avLst/>
              <a:pathLst>
                <a:path w="334320" h="334321">
                  <a:moveTo>
                    <a:pt x="165007" y="0"/>
                  </a:moveTo>
                  <a:lnTo>
                    <a:pt x="159727" y="151"/>
                  </a:lnTo>
                  <a:lnTo>
                    <a:pt x="154453" y="469"/>
                  </a:lnTo>
                  <a:lnTo>
                    <a:pt x="149193" y="954"/>
                  </a:lnTo>
                  <a:lnTo>
                    <a:pt x="143950" y="1605"/>
                  </a:lnTo>
                  <a:lnTo>
                    <a:pt x="138731" y="2421"/>
                  </a:lnTo>
                  <a:lnTo>
                    <a:pt x="133540" y="3401"/>
                  </a:lnTo>
                  <a:lnTo>
                    <a:pt x="128383" y="4545"/>
                  </a:lnTo>
                  <a:lnTo>
                    <a:pt x="123264" y="5852"/>
                  </a:lnTo>
                  <a:lnTo>
                    <a:pt x="118189" y="7319"/>
                  </a:lnTo>
                  <a:lnTo>
                    <a:pt x="113163" y="8947"/>
                  </a:lnTo>
                  <a:lnTo>
                    <a:pt x="108191" y="10732"/>
                  </a:lnTo>
                  <a:lnTo>
                    <a:pt x="103278" y="12673"/>
                  </a:lnTo>
                  <a:lnTo>
                    <a:pt x="98428" y="14769"/>
                  </a:lnTo>
                  <a:lnTo>
                    <a:pt x="93648" y="17017"/>
                  </a:lnTo>
                  <a:lnTo>
                    <a:pt x="88940" y="19414"/>
                  </a:lnTo>
                  <a:lnTo>
                    <a:pt x="84311" y="21960"/>
                  </a:lnTo>
                  <a:lnTo>
                    <a:pt x="79765" y="24650"/>
                  </a:lnTo>
                  <a:lnTo>
                    <a:pt x="75306" y="27483"/>
                  </a:lnTo>
                  <a:lnTo>
                    <a:pt x="70938" y="30455"/>
                  </a:lnTo>
                  <a:lnTo>
                    <a:pt x="66667" y="33564"/>
                  </a:lnTo>
                  <a:lnTo>
                    <a:pt x="62496" y="36806"/>
                  </a:lnTo>
                  <a:lnTo>
                    <a:pt x="58429" y="40178"/>
                  </a:lnTo>
                  <a:lnTo>
                    <a:pt x="54472" y="43677"/>
                  </a:lnTo>
                  <a:lnTo>
                    <a:pt x="50626" y="47299"/>
                  </a:lnTo>
                  <a:lnTo>
                    <a:pt x="46897" y="51041"/>
                  </a:lnTo>
                  <a:lnTo>
                    <a:pt x="43288" y="54899"/>
                  </a:lnTo>
                  <a:lnTo>
                    <a:pt x="39803" y="58869"/>
                  </a:lnTo>
                  <a:lnTo>
                    <a:pt x="36445" y="62948"/>
                  </a:lnTo>
                  <a:lnTo>
                    <a:pt x="33218" y="67130"/>
                  </a:lnTo>
                  <a:lnTo>
                    <a:pt x="30124" y="71412"/>
                  </a:lnTo>
                  <a:lnTo>
                    <a:pt x="27168" y="75790"/>
                  </a:lnTo>
                  <a:lnTo>
                    <a:pt x="24351" y="80259"/>
                  </a:lnTo>
                  <a:lnTo>
                    <a:pt x="21676" y="84815"/>
                  </a:lnTo>
                  <a:lnTo>
                    <a:pt x="19147" y="89453"/>
                  </a:lnTo>
                  <a:lnTo>
                    <a:pt x="16766" y="94169"/>
                  </a:lnTo>
                  <a:lnTo>
                    <a:pt x="14535" y="98957"/>
                  </a:lnTo>
                  <a:lnTo>
                    <a:pt x="12456" y="103814"/>
                  </a:lnTo>
                  <a:lnTo>
                    <a:pt x="10532" y="108734"/>
                  </a:lnTo>
                  <a:lnTo>
                    <a:pt x="8764" y="113712"/>
                  </a:lnTo>
                  <a:lnTo>
                    <a:pt x="7155" y="118744"/>
                  </a:lnTo>
                  <a:lnTo>
                    <a:pt x="5705" y="123824"/>
                  </a:lnTo>
                  <a:lnTo>
                    <a:pt x="4417" y="128947"/>
                  </a:lnTo>
                  <a:lnTo>
                    <a:pt x="3291" y="134109"/>
                  </a:lnTo>
                  <a:lnTo>
                    <a:pt x="2328" y="139303"/>
                  </a:lnTo>
                  <a:lnTo>
                    <a:pt x="1531" y="144525"/>
                  </a:lnTo>
                  <a:lnTo>
                    <a:pt x="898" y="149770"/>
                  </a:lnTo>
                  <a:lnTo>
                    <a:pt x="432" y="155032"/>
                  </a:lnTo>
                  <a:lnTo>
                    <a:pt x="132" y="160307"/>
                  </a:lnTo>
                  <a:lnTo>
                    <a:pt x="0" y="165588"/>
                  </a:lnTo>
                  <a:lnTo>
                    <a:pt x="34" y="170870"/>
                  </a:lnTo>
                  <a:lnTo>
                    <a:pt x="234" y="176149"/>
                  </a:lnTo>
                  <a:lnTo>
                    <a:pt x="602" y="181419"/>
                  </a:lnTo>
                  <a:lnTo>
                    <a:pt x="1136" y="186675"/>
                  </a:lnTo>
                  <a:lnTo>
                    <a:pt x="1836" y="191911"/>
                  </a:lnTo>
                  <a:lnTo>
                    <a:pt x="2701" y="197123"/>
                  </a:lnTo>
                  <a:lnTo>
                    <a:pt x="3730" y="202305"/>
                  </a:lnTo>
                  <a:lnTo>
                    <a:pt x="4922" y="207451"/>
                  </a:lnTo>
                  <a:lnTo>
                    <a:pt x="6276" y="212557"/>
                  </a:lnTo>
                  <a:lnTo>
                    <a:pt x="7791" y="217618"/>
                  </a:lnTo>
                  <a:lnTo>
                    <a:pt x="9466" y="222629"/>
                  </a:lnTo>
                  <a:lnTo>
                    <a:pt x="11297" y="227584"/>
                  </a:lnTo>
                  <a:lnTo>
                    <a:pt x="13285" y="232479"/>
                  </a:lnTo>
                  <a:lnTo>
                    <a:pt x="15426" y="237308"/>
                  </a:lnTo>
                  <a:lnTo>
                    <a:pt x="17718" y="242068"/>
                  </a:lnTo>
                  <a:lnTo>
                    <a:pt x="20160" y="246752"/>
                  </a:lnTo>
                  <a:lnTo>
                    <a:pt x="22748" y="251357"/>
                  </a:lnTo>
                  <a:lnTo>
                    <a:pt x="25481" y="255878"/>
                  </a:lnTo>
                  <a:lnTo>
                    <a:pt x="28355" y="260311"/>
                  </a:lnTo>
                  <a:lnTo>
                    <a:pt x="31368" y="264650"/>
                  </a:lnTo>
                  <a:lnTo>
                    <a:pt x="34517" y="268892"/>
                  </a:lnTo>
                  <a:lnTo>
                    <a:pt x="37798" y="273033"/>
                  </a:lnTo>
                  <a:lnTo>
                    <a:pt x="41208" y="277067"/>
                  </a:lnTo>
                  <a:lnTo>
                    <a:pt x="44744" y="280992"/>
                  </a:lnTo>
                  <a:lnTo>
                    <a:pt x="48402" y="284804"/>
                  </a:lnTo>
                  <a:lnTo>
                    <a:pt x="52179" y="288497"/>
                  </a:lnTo>
                  <a:lnTo>
                    <a:pt x="56071" y="292070"/>
                  </a:lnTo>
                  <a:lnTo>
                    <a:pt x="60073" y="295518"/>
                  </a:lnTo>
                  <a:lnTo>
                    <a:pt x="64183" y="298837"/>
                  </a:lnTo>
                  <a:lnTo>
                    <a:pt x="68395" y="302025"/>
                  </a:lnTo>
                  <a:lnTo>
                    <a:pt x="72706" y="305079"/>
                  </a:lnTo>
                  <a:lnTo>
                    <a:pt x="77112" y="307994"/>
                  </a:lnTo>
                  <a:lnTo>
                    <a:pt x="81607" y="310769"/>
                  </a:lnTo>
                  <a:lnTo>
                    <a:pt x="86187" y="313401"/>
                  </a:lnTo>
                  <a:lnTo>
                    <a:pt x="90849" y="315887"/>
                  </a:lnTo>
                  <a:lnTo>
                    <a:pt x="95587" y="318224"/>
                  </a:lnTo>
                  <a:lnTo>
                    <a:pt x="100396" y="320410"/>
                  </a:lnTo>
                  <a:lnTo>
                    <a:pt x="105272" y="322443"/>
                  </a:lnTo>
                  <a:lnTo>
                    <a:pt x="110210" y="324321"/>
                  </a:lnTo>
                  <a:lnTo>
                    <a:pt x="115204" y="326042"/>
                  </a:lnTo>
                  <a:lnTo>
                    <a:pt x="120251" y="327604"/>
                  </a:lnTo>
                  <a:lnTo>
                    <a:pt x="125344" y="329006"/>
                  </a:lnTo>
                  <a:lnTo>
                    <a:pt x="130479" y="330247"/>
                  </a:lnTo>
                  <a:lnTo>
                    <a:pt x="135651" y="331324"/>
                  </a:lnTo>
                  <a:lnTo>
                    <a:pt x="140854" y="332238"/>
                  </a:lnTo>
                  <a:lnTo>
                    <a:pt x="146084" y="332987"/>
                  </a:lnTo>
                  <a:lnTo>
                    <a:pt x="151334" y="333570"/>
                  </a:lnTo>
                  <a:lnTo>
                    <a:pt x="156601" y="333987"/>
                  </a:lnTo>
                  <a:lnTo>
                    <a:pt x="161877" y="334237"/>
                  </a:lnTo>
                  <a:lnTo>
                    <a:pt x="167160" y="334321"/>
                  </a:lnTo>
                  <a:lnTo>
                    <a:pt x="172442" y="334237"/>
                  </a:lnTo>
                  <a:lnTo>
                    <a:pt x="177719" y="333987"/>
                  </a:lnTo>
                  <a:lnTo>
                    <a:pt x="182985" y="333570"/>
                  </a:lnTo>
                  <a:lnTo>
                    <a:pt x="188235" y="332987"/>
                  </a:lnTo>
                  <a:lnTo>
                    <a:pt x="193465" y="332238"/>
                  </a:lnTo>
                  <a:lnTo>
                    <a:pt x="198668" y="331324"/>
                  </a:lnTo>
                  <a:lnTo>
                    <a:pt x="203840" y="330247"/>
                  </a:lnTo>
                  <a:lnTo>
                    <a:pt x="208975" y="329006"/>
                  </a:lnTo>
                  <a:lnTo>
                    <a:pt x="214068" y="327604"/>
                  </a:lnTo>
                  <a:lnTo>
                    <a:pt x="219115" y="326042"/>
                  </a:lnTo>
                  <a:lnTo>
                    <a:pt x="224109" y="324321"/>
                  </a:lnTo>
                  <a:lnTo>
                    <a:pt x="229047" y="322443"/>
                  </a:lnTo>
                  <a:lnTo>
                    <a:pt x="233923" y="320410"/>
                  </a:lnTo>
                  <a:lnTo>
                    <a:pt x="238732" y="318224"/>
                  </a:lnTo>
                  <a:lnTo>
                    <a:pt x="243470" y="315887"/>
                  </a:lnTo>
                  <a:lnTo>
                    <a:pt x="248132" y="313401"/>
                  </a:lnTo>
                  <a:lnTo>
                    <a:pt x="252712" y="310769"/>
                  </a:lnTo>
                  <a:lnTo>
                    <a:pt x="257208" y="307994"/>
                  </a:lnTo>
                  <a:lnTo>
                    <a:pt x="261613" y="305079"/>
                  </a:lnTo>
                  <a:lnTo>
                    <a:pt x="265924" y="302025"/>
                  </a:lnTo>
                  <a:lnTo>
                    <a:pt x="270136" y="298837"/>
                  </a:lnTo>
                  <a:lnTo>
                    <a:pt x="274246" y="295518"/>
                  </a:lnTo>
                  <a:lnTo>
                    <a:pt x="278249" y="292070"/>
                  </a:lnTo>
                  <a:lnTo>
                    <a:pt x="282140" y="288497"/>
                  </a:lnTo>
                  <a:lnTo>
                    <a:pt x="285917" y="284804"/>
                  </a:lnTo>
                  <a:lnTo>
                    <a:pt x="289575" y="280992"/>
                  </a:lnTo>
                  <a:lnTo>
                    <a:pt x="293111" y="277067"/>
                  </a:lnTo>
                  <a:lnTo>
                    <a:pt x="296521" y="273033"/>
                  </a:lnTo>
                  <a:lnTo>
                    <a:pt x="299802" y="268892"/>
                  </a:lnTo>
                  <a:lnTo>
                    <a:pt x="302951" y="264650"/>
                  </a:lnTo>
                  <a:lnTo>
                    <a:pt x="305964" y="260311"/>
                  </a:lnTo>
                  <a:lnTo>
                    <a:pt x="308838" y="255878"/>
                  </a:lnTo>
                  <a:lnTo>
                    <a:pt x="311571" y="251357"/>
                  </a:lnTo>
                  <a:lnTo>
                    <a:pt x="314159" y="246752"/>
                  </a:lnTo>
                  <a:lnTo>
                    <a:pt x="316601" y="242068"/>
                  </a:lnTo>
                  <a:lnTo>
                    <a:pt x="318894" y="237308"/>
                  </a:lnTo>
                  <a:lnTo>
                    <a:pt x="321035" y="232479"/>
                  </a:lnTo>
                  <a:lnTo>
                    <a:pt x="323022" y="227584"/>
                  </a:lnTo>
                  <a:lnTo>
                    <a:pt x="324854" y="222629"/>
                  </a:lnTo>
                  <a:lnTo>
                    <a:pt x="326528" y="217618"/>
                  </a:lnTo>
                  <a:lnTo>
                    <a:pt x="328043" y="212557"/>
                  </a:lnTo>
                  <a:lnTo>
                    <a:pt x="329397" y="207451"/>
                  </a:lnTo>
                  <a:lnTo>
                    <a:pt x="330589" y="202305"/>
                  </a:lnTo>
                  <a:lnTo>
                    <a:pt x="331619" y="197123"/>
                  </a:lnTo>
                  <a:lnTo>
                    <a:pt x="332483" y="191911"/>
                  </a:lnTo>
                  <a:lnTo>
                    <a:pt x="333183" y="186675"/>
                  </a:lnTo>
                  <a:lnTo>
                    <a:pt x="333717" y="181419"/>
                  </a:lnTo>
                  <a:lnTo>
                    <a:pt x="334085" y="176149"/>
                  </a:lnTo>
                  <a:lnTo>
                    <a:pt x="334286" y="170870"/>
                  </a:lnTo>
                  <a:lnTo>
                    <a:pt x="334320" y="165588"/>
                  </a:lnTo>
                  <a:lnTo>
                    <a:pt x="334187" y="160307"/>
                  </a:lnTo>
                  <a:lnTo>
                    <a:pt x="333887" y="155032"/>
                  </a:lnTo>
                  <a:lnTo>
                    <a:pt x="333421" y="149770"/>
                  </a:lnTo>
                  <a:lnTo>
                    <a:pt x="332789" y="144525"/>
                  </a:lnTo>
                  <a:lnTo>
                    <a:pt x="331991" y="139303"/>
                  </a:lnTo>
                  <a:lnTo>
                    <a:pt x="331029" y="134109"/>
                  </a:lnTo>
                  <a:lnTo>
                    <a:pt x="329903" y="128947"/>
                  </a:lnTo>
                  <a:lnTo>
                    <a:pt x="328614" y="123824"/>
                  </a:lnTo>
                  <a:lnTo>
                    <a:pt x="327164" y="118744"/>
                  </a:lnTo>
                  <a:lnTo>
                    <a:pt x="325555" y="113712"/>
                  </a:lnTo>
                  <a:lnTo>
                    <a:pt x="323787" y="108734"/>
                  </a:lnTo>
                  <a:lnTo>
                    <a:pt x="321863" y="103814"/>
                  </a:lnTo>
                  <a:lnTo>
                    <a:pt x="319784" y="98957"/>
                  </a:lnTo>
                  <a:lnTo>
                    <a:pt x="317553" y="94169"/>
                  </a:lnTo>
                  <a:lnTo>
                    <a:pt x="315172" y="89453"/>
                  </a:lnTo>
                  <a:lnTo>
                    <a:pt x="312643" y="84815"/>
                  </a:lnTo>
                  <a:lnTo>
                    <a:pt x="309969" y="80259"/>
                  </a:lnTo>
                  <a:lnTo>
                    <a:pt x="307152" y="75790"/>
                  </a:lnTo>
                  <a:lnTo>
                    <a:pt x="304195" y="71412"/>
                  </a:lnTo>
                  <a:lnTo>
                    <a:pt x="301101" y="67130"/>
                  </a:lnTo>
                  <a:lnTo>
                    <a:pt x="297874" y="62948"/>
                  </a:lnTo>
                  <a:lnTo>
                    <a:pt x="294516" y="58869"/>
                  </a:lnTo>
                  <a:lnTo>
                    <a:pt x="291031" y="54899"/>
                  </a:lnTo>
                  <a:lnTo>
                    <a:pt x="287422" y="51041"/>
                  </a:lnTo>
                  <a:lnTo>
                    <a:pt x="283693" y="47299"/>
                  </a:lnTo>
                  <a:lnTo>
                    <a:pt x="279848" y="43677"/>
                  </a:lnTo>
                  <a:lnTo>
                    <a:pt x="275890" y="40178"/>
                  </a:lnTo>
                  <a:lnTo>
                    <a:pt x="271823" y="36806"/>
                  </a:lnTo>
                  <a:lnTo>
                    <a:pt x="267652" y="33564"/>
                  </a:lnTo>
                  <a:lnTo>
                    <a:pt x="263381" y="30455"/>
                  </a:lnTo>
                  <a:lnTo>
                    <a:pt x="259014" y="27483"/>
                  </a:lnTo>
                  <a:lnTo>
                    <a:pt x="254554" y="24650"/>
                  </a:lnTo>
                  <a:lnTo>
                    <a:pt x="250008" y="21960"/>
                  </a:lnTo>
                  <a:lnTo>
                    <a:pt x="245379" y="19414"/>
                  </a:lnTo>
                  <a:lnTo>
                    <a:pt x="240671" y="17017"/>
                  </a:lnTo>
                  <a:lnTo>
                    <a:pt x="235891" y="14769"/>
                  </a:lnTo>
                  <a:lnTo>
                    <a:pt x="231041" y="12673"/>
                  </a:lnTo>
                  <a:lnTo>
                    <a:pt x="226128" y="10732"/>
                  </a:lnTo>
                  <a:lnTo>
                    <a:pt x="221156" y="8947"/>
                  </a:lnTo>
                  <a:lnTo>
                    <a:pt x="216130" y="7319"/>
                  </a:lnTo>
                  <a:lnTo>
                    <a:pt x="211055" y="5852"/>
                  </a:lnTo>
                  <a:lnTo>
                    <a:pt x="205937" y="4545"/>
                  </a:lnTo>
                  <a:lnTo>
                    <a:pt x="200779" y="3401"/>
                  </a:lnTo>
                  <a:lnTo>
                    <a:pt x="195588" y="2421"/>
                  </a:lnTo>
                  <a:lnTo>
                    <a:pt x="190369" y="1605"/>
                  </a:lnTo>
                  <a:lnTo>
                    <a:pt x="185126" y="954"/>
                  </a:lnTo>
                  <a:lnTo>
                    <a:pt x="179866" y="469"/>
                  </a:lnTo>
                  <a:lnTo>
                    <a:pt x="174593" y="151"/>
                  </a:lnTo>
                  <a:lnTo>
                    <a:pt x="169312" y="0"/>
                  </a:lnTo>
                  <a:lnTo>
                    <a:pt x="167160" y="1671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8720" y="5018213"/>
              <a:ext cx="2152" cy="167167"/>
            </a:xfrm>
            <a:custGeom>
              <a:avLst/>
              <a:pathLst>
                <a:path w="2152" h="167167">
                  <a:moveTo>
                    <a:pt x="2152" y="1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798220" y="5269756"/>
              <a:ext cx="166281" cy="167167"/>
            </a:xfrm>
            <a:custGeom>
              <a:avLst/>
              <a:pathLst>
                <a:path w="166281" h="167167">
                  <a:moveTo>
                    <a:pt x="166281" y="0"/>
                  </a:moveTo>
                  <a:lnTo>
                    <a:pt x="160829" y="88"/>
                  </a:lnTo>
                  <a:lnTo>
                    <a:pt x="155383" y="355"/>
                  </a:lnTo>
                  <a:lnTo>
                    <a:pt x="149949" y="799"/>
                  </a:lnTo>
                  <a:lnTo>
                    <a:pt x="144532" y="1420"/>
                  </a:lnTo>
                  <a:lnTo>
                    <a:pt x="139139" y="2218"/>
                  </a:lnTo>
                  <a:lnTo>
                    <a:pt x="133774" y="3191"/>
                  </a:lnTo>
                  <a:lnTo>
                    <a:pt x="128443" y="4338"/>
                  </a:lnTo>
                  <a:lnTo>
                    <a:pt x="123153" y="5659"/>
                  </a:lnTo>
                  <a:lnTo>
                    <a:pt x="117909" y="7151"/>
                  </a:lnTo>
                  <a:lnTo>
                    <a:pt x="112717" y="8813"/>
                  </a:lnTo>
                  <a:lnTo>
                    <a:pt x="107581" y="10645"/>
                  </a:lnTo>
                  <a:lnTo>
                    <a:pt x="102508" y="12642"/>
                  </a:lnTo>
                  <a:lnTo>
                    <a:pt x="97502" y="14804"/>
                  </a:lnTo>
                  <a:lnTo>
                    <a:pt x="92570" y="17128"/>
                  </a:lnTo>
                  <a:lnTo>
                    <a:pt x="87716" y="19612"/>
                  </a:lnTo>
                  <a:lnTo>
                    <a:pt x="82946" y="22252"/>
                  </a:lnTo>
                  <a:lnTo>
                    <a:pt x="78264" y="25047"/>
                  </a:lnTo>
                  <a:lnTo>
                    <a:pt x="73676" y="27993"/>
                  </a:lnTo>
                  <a:lnTo>
                    <a:pt x="69187" y="31087"/>
                  </a:lnTo>
                  <a:lnTo>
                    <a:pt x="64801" y="34326"/>
                  </a:lnTo>
                  <a:lnTo>
                    <a:pt x="60522" y="37706"/>
                  </a:lnTo>
                  <a:lnTo>
                    <a:pt x="56357" y="41224"/>
                  </a:lnTo>
                  <a:lnTo>
                    <a:pt x="52308" y="44876"/>
                  </a:lnTo>
                  <a:lnTo>
                    <a:pt x="48380" y="48658"/>
                  </a:lnTo>
                  <a:lnTo>
                    <a:pt x="44578" y="52566"/>
                  </a:lnTo>
                  <a:lnTo>
                    <a:pt x="40906" y="56596"/>
                  </a:lnTo>
                  <a:lnTo>
                    <a:pt x="37367" y="60743"/>
                  </a:lnTo>
                  <a:lnTo>
                    <a:pt x="33964" y="65004"/>
                  </a:lnTo>
                  <a:lnTo>
                    <a:pt x="30703" y="69373"/>
                  </a:lnTo>
                  <a:lnTo>
                    <a:pt x="27586" y="73847"/>
                  </a:lnTo>
                  <a:lnTo>
                    <a:pt x="24616" y="78420"/>
                  </a:lnTo>
                  <a:lnTo>
                    <a:pt x="21798" y="83087"/>
                  </a:lnTo>
                  <a:lnTo>
                    <a:pt x="19132" y="87843"/>
                  </a:lnTo>
                  <a:lnTo>
                    <a:pt x="16624" y="92684"/>
                  </a:lnTo>
                  <a:lnTo>
                    <a:pt x="14274" y="97604"/>
                  </a:lnTo>
                  <a:lnTo>
                    <a:pt x="12087" y="102599"/>
                  </a:lnTo>
                  <a:lnTo>
                    <a:pt x="10063" y="107662"/>
                  </a:lnTo>
                  <a:lnTo>
                    <a:pt x="8205" y="112788"/>
                  </a:lnTo>
                  <a:lnTo>
                    <a:pt x="6516" y="117972"/>
                  </a:lnTo>
                  <a:lnTo>
                    <a:pt x="4997" y="123208"/>
                  </a:lnTo>
                  <a:lnTo>
                    <a:pt x="3649" y="128491"/>
                  </a:lnTo>
                  <a:lnTo>
                    <a:pt x="2474" y="133816"/>
                  </a:lnTo>
                  <a:lnTo>
                    <a:pt x="1474" y="139175"/>
                  </a:lnTo>
                  <a:lnTo>
                    <a:pt x="648" y="144565"/>
                  </a:lnTo>
                  <a:lnTo>
                    <a:pt x="0" y="149979"/>
                  </a:lnTo>
                  <a:lnTo>
                    <a:pt x="16628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797339" y="5269756"/>
              <a:ext cx="334314" cy="334332"/>
            </a:xfrm>
            <a:custGeom>
              <a:avLst/>
              <a:pathLst>
                <a:path w="334314" h="334332">
                  <a:moveTo>
                    <a:pt x="880" y="149979"/>
                  </a:moveTo>
                  <a:lnTo>
                    <a:pt x="419" y="155254"/>
                  </a:lnTo>
                  <a:lnTo>
                    <a:pt x="126" y="160542"/>
                  </a:lnTo>
                  <a:lnTo>
                    <a:pt x="0" y="165836"/>
                  </a:lnTo>
                  <a:lnTo>
                    <a:pt x="41" y="171131"/>
                  </a:lnTo>
                  <a:lnTo>
                    <a:pt x="251" y="176423"/>
                  </a:lnTo>
                  <a:lnTo>
                    <a:pt x="628" y="181705"/>
                  </a:lnTo>
                  <a:lnTo>
                    <a:pt x="1172" y="186973"/>
                  </a:lnTo>
                  <a:lnTo>
                    <a:pt x="1882" y="192221"/>
                  </a:lnTo>
                  <a:lnTo>
                    <a:pt x="2759" y="197443"/>
                  </a:lnTo>
                  <a:lnTo>
                    <a:pt x="3800" y="202636"/>
                  </a:lnTo>
                  <a:lnTo>
                    <a:pt x="5006" y="207792"/>
                  </a:lnTo>
                  <a:lnTo>
                    <a:pt x="6374" y="212908"/>
                  </a:lnTo>
                  <a:lnTo>
                    <a:pt x="7903" y="217978"/>
                  </a:lnTo>
                  <a:lnTo>
                    <a:pt x="9593" y="222997"/>
                  </a:lnTo>
                  <a:lnTo>
                    <a:pt x="11440" y="227960"/>
                  </a:lnTo>
                  <a:lnTo>
                    <a:pt x="13444" y="232862"/>
                  </a:lnTo>
                  <a:lnTo>
                    <a:pt x="15602" y="237698"/>
                  </a:lnTo>
                  <a:lnTo>
                    <a:pt x="17912" y="242463"/>
                  </a:lnTo>
                  <a:lnTo>
                    <a:pt x="20372" y="247153"/>
                  </a:lnTo>
                  <a:lnTo>
                    <a:pt x="22979" y="251762"/>
                  </a:lnTo>
                  <a:lnTo>
                    <a:pt x="25731" y="256287"/>
                  </a:lnTo>
                  <a:lnTo>
                    <a:pt x="28625" y="260722"/>
                  </a:lnTo>
                  <a:lnTo>
                    <a:pt x="31658" y="265063"/>
                  </a:lnTo>
                  <a:lnTo>
                    <a:pt x="34827" y="269306"/>
                  </a:lnTo>
                  <a:lnTo>
                    <a:pt x="38128" y="273447"/>
                  </a:lnTo>
                  <a:lnTo>
                    <a:pt x="41559" y="277480"/>
                  </a:lnTo>
                  <a:lnTo>
                    <a:pt x="45117" y="281403"/>
                  </a:lnTo>
                  <a:lnTo>
                    <a:pt x="48796" y="285212"/>
                  </a:lnTo>
                  <a:lnTo>
                    <a:pt x="52595" y="288902"/>
                  </a:lnTo>
                  <a:lnTo>
                    <a:pt x="56508" y="292470"/>
                  </a:lnTo>
                  <a:lnTo>
                    <a:pt x="60533" y="295912"/>
                  </a:lnTo>
                  <a:lnTo>
                    <a:pt x="64664" y="299225"/>
                  </a:lnTo>
                  <a:lnTo>
                    <a:pt x="68899" y="302405"/>
                  </a:lnTo>
                  <a:lnTo>
                    <a:pt x="73231" y="305450"/>
                  </a:lnTo>
                  <a:lnTo>
                    <a:pt x="77659" y="308355"/>
                  </a:lnTo>
                  <a:lnTo>
                    <a:pt x="82176" y="311120"/>
                  </a:lnTo>
                  <a:lnTo>
                    <a:pt x="86778" y="313739"/>
                  </a:lnTo>
                  <a:lnTo>
                    <a:pt x="91461" y="316212"/>
                  </a:lnTo>
                  <a:lnTo>
                    <a:pt x="96220" y="318535"/>
                  </a:lnTo>
                  <a:lnTo>
                    <a:pt x="101050" y="320706"/>
                  </a:lnTo>
                  <a:lnTo>
                    <a:pt x="105947" y="322723"/>
                  </a:lnTo>
                  <a:lnTo>
                    <a:pt x="110905" y="324584"/>
                  </a:lnTo>
                  <a:lnTo>
                    <a:pt x="115919" y="326287"/>
                  </a:lnTo>
                  <a:lnTo>
                    <a:pt x="120985" y="327830"/>
                  </a:lnTo>
                  <a:lnTo>
                    <a:pt x="126097" y="329212"/>
                  </a:lnTo>
                  <a:lnTo>
                    <a:pt x="131250" y="330432"/>
                  </a:lnTo>
                  <a:lnTo>
                    <a:pt x="136440" y="331487"/>
                  </a:lnTo>
                  <a:lnTo>
                    <a:pt x="141660" y="332378"/>
                  </a:lnTo>
                  <a:lnTo>
                    <a:pt x="146906" y="333103"/>
                  </a:lnTo>
                  <a:lnTo>
                    <a:pt x="152172" y="333661"/>
                  </a:lnTo>
                  <a:lnTo>
                    <a:pt x="157453" y="334052"/>
                  </a:lnTo>
                  <a:lnTo>
                    <a:pt x="162744" y="334276"/>
                  </a:lnTo>
                  <a:lnTo>
                    <a:pt x="168040" y="334332"/>
                  </a:lnTo>
                  <a:lnTo>
                    <a:pt x="173334" y="334220"/>
                  </a:lnTo>
                  <a:lnTo>
                    <a:pt x="178622" y="333941"/>
                  </a:lnTo>
                  <a:lnTo>
                    <a:pt x="183899" y="333494"/>
                  </a:lnTo>
                  <a:lnTo>
                    <a:pt x="189159" y="332881"/>
                  </a:lnTo>
                  <a:lnTo>
                    <a:pt x="194397" y="332101"/>
                  </a:lnTo>
                  <a:lnTo>
                    <a:pt x="199608" y="331155"/>
                  </a:lnTo>
                  <a:lnTo>
                    <a:pt x="204786" y="330045"/>
                  </a:lnTo>
                  <a:lnTo>
                    <a:pt x="209926" y="328772"/>
                  </a:lnTo>
                  <a:lnTo>
                    <a:pt x="215023" y="327336"/>
                  </a:lnTo>
                  <a:lnTo>
                    <a:pt x="220073" y="325740"/>
                  </a:lnTo>
                  <a:lnTo>
                    <a:pt x="225069" y="323984"/>
                  </a:lnTo>
                  <a:lnTo>
                    <a:pt x="230007" y="322071"/>
                  </a:lnTo>
                  <a:lnTo>
                    <a:pt x="234882" y="320003"/>
                  </a:lnTo>
                  <a:lnTo>
                    <a:pt x="239689" y="317781"/>
                  </a:lnTo>
                  <a:lnTo>
                    <a:pt x="244424" y="315408"/>
                  </a:lnTo>
                  <a:lnTo>
                    <a:pt x="249080" y="312887"/>
                  </a:lnTo>
                  <a:lnTo>
                    <a:pt x="253655" y="310219"/>
                  </a:lnTo>
                  <a:lnTo>
                    <a:pt x="258143" y="307408"/>
                  </a:lnTo>
                  <a:lnTo>
                    <a:pt x="262539" y="304455"/>
                  </a:lnTo>
                  <a:lnTo>
                    <a:pt x="266840" y="301365"/>
                  </a:lnTo>
                  <a:lnTo>
                    <a:pt x="271041" y="298141"/>
                  </a:lnTo>
                  <a:lnTo>
                    <a:pt x="275137" y="294785"/>
                  </a:lnTo>
                  <a:lnTo>
                    <a:pt x="279125" y="291301"/>
                  </a:lnTo>
                  <a:lnTo>
                    <a:pt x="283001" y="287692"/>
                  </a:lnTo>
                  <a:lnTo>
                    <a:pt x="286760" y="283962"/>
                  </a:lnTo>
                  <a:lnTo>
                    <a:pt x="290400" y="280115"/>
                  </a:lnTo>
                  <a:lnTo>
                    <a:pt x="293916" y="276155"/>
                  </a:lnTo>
                  <a:lnTo>
                    <a:pt x="297304" y="272085"/>
                  </a:lnTo>
                  <a:lnTo>
                    <a:pt x="300562" y="267910"/>
                  </a:lnTo>
                  <a:lnTo>
                    <a:pt x="303686" y="263634"/>
                  </a:lnTo>
                  <a:lnTo>
                    <a:pt x="306673" y="259262"/>
                  </a:lnTo>
                  <a:lnTo>
                    <a:pt x="309520" y="254796"/>
                  </a:lnTo>
                  <a:lnTo>
                    <a:pt x="312225" y="250243"/>
                  </a:lnTo>
                  <a:lnTo>
                    <a:pt x="314783" y="245607"/>
                  </a:lnTo>
                  <a:lnTo>
                    <a:pt x="317194" y="240891"/>
                  </a:lnTo>
                  <a:lnTo>
                    <a:pt x="319454" y="236102"/>
                  </a:lnTo>
                  <a:lnTo>
                    <a:pt x="321561" y="231244"/>
                  </a:lnTo>
                  <a:lnTo>
                    <a:pt x="323513" y="226321"/>
                  </a:lnTo>
                  <a:lnTo>
                    <a:pt x="325308" y="221339"/>
                  </a:lnTo>
                  <a:lnTo>
                    <a:pt x="326945" y="216303"/>
                  </a:lnTo>
                  <a:lnTo>
                    <a:pt x="328421" y="211217"/>
                  </a:lnTo>
                  <a:lnTo>
                    <a:pt x="329735" y="206087"/>
                  </a:lnTo>
                  <a:lnTo>
                    <a:pt x="330887" y="200918"/>
                  </a:lnTo>
                  <a:lnTo>
                    <a:pt x="331873" y="195715"/>
                  </a:lnTo>
                  <a:lnTo>
                    <a:pt x="332695" y="190483"/>
                  </a:lnTo>
                  <a:lnTo>
                    <a:pt x="333351" y="185228"/>
                  </a:lnTo>
                  <a:lnTo>
                    <a:pt x="333839" y="179955"/>
                  </a:lnTo>
                  <a:lnTo>
                    <a:pt x="334161" y="174669"/>
                  </a:lnTo>
                  <a:lnTo>
                    <a:pt x="334314" y="169376"/>
                  </a:lnTo>
                  <a:lnTo>
                    <a:pt x="334301" y="164080"/>
                  </a:lnTo>
                  <a:lnTo>
                    <a:pt x="334119" y="158788"/>
                  </a:lnTo>
                  <a:lnTo>
                    <a:pt x="333770" y="153503"/>
                  </a:lnTo>
                  <a:lnTo>
                    <a:pt x="333253" y="148233"/>
                  </a:lnTo>
                  <a:lnTo>
                    <a:pt x="332570" y="142982"/>
                  </a:lnTo>
                  <a:lnTo>
                    <a:pt x="331721" y="137754"/>
                  </a:lnTo>
                  <a:lnTo>
                    <a:pt x="330707" y="132557"/>
                  </a:lnTo>
                  <a:lnTo>
                    <a:pt x="329529" y="127394"/>
                  </a:lnTo>
                  <a:lnTo>
                    <a:pt x="328187" y="122271"/>
                  </a:lnTo>
                  <a:lnTo>
                    <a:pt x="326685" y="117193"/>
                  </a:lnTo>
                  <a:lnTo>
                    <a:pt x="325022" y="112165"/>
                  </a:lnTo>
                  <a:lnTo>
                    <a:pt x="323200" y="107193"/>
                  </a:lnTo>
                  <a:lnTo>
                    <a:pt x="321222" y="102280"/>
                  </a:lnTo>
                  <a:lnTo>
                    <a:pt x="319090" y="97433"/>
                  </a:lnTo>
                  <a:lnTo>
                    <a:pt x="316805" y="92655"/>
                  </a:lnTo>
                  <a:lnTo>
                    <a:pt x="314369" y="87953"/>
                  </a:lnTo>
                  <a:lnTo>
                    <a:pt x="311786" y="83330"/>
                  </a:lnTo>
                  <a:lnTo>
                    <a:pt x="309058" y="78791"/>
                  </a:lnTo>
                  <a:lnTo>
                    <a:pt x="306188" y="74341"/>
                  </a:lnTo>
                  <a:lnTo>
                    <a:pt x="303178" y="69984"/>
                  </a:lnTo>
                  <a:lnTo>
                    <a:pt x="300031" y="65724"/>
                  </a:lnTo>
                  <a:lnTo>
                    <a:pt x="296751" y="61566"/>
                  </a:lnTo>
                  <a:lnTo>
                    <a:pt x="293341" y="57515"/>
                  </a:lnTo>
                  <a:lnTo>
                    <a:pt x="289805" y="53573"/>
                  </a:lnTo>
                  <a:lnTo>
                    <a:pt x="286145" y="49745"/>
                  </a:lnTo>
                  <a:lnTo>
                    <a:pt x="282366" y="46035"/>
                  </a:lnTo>
                  <a:lnTo>
                    <a:pt x="278472" y="42447"/>
                  </a:lnTo>
                  <a:lnTo>
                    <a:pt x="274465" y="38984"/>
                  </a:lnTo>
                  <a:lnTo>
                    <a:pt x="270351" y="35649"/>
                  </a:lnTo>
                  <a:lnTo>
                    <a:pt x="266134" y="32447"/>
                  </a:lnTo>
                  <a:lnTo>
                    <a:pt x="261817" y="29380"/>
                  </a:lnTo>
                  <a:lnTo>
                    <a:pt x="257405" y="26451"/>
                  </a:lnTo>
                  <a:lnTo>
                    <a:pt x="252902" y="23663"/>
                  </a:lnTo>
                  <a:lnTo>
                    <a:pt x="248314" y="21019"/>
                  </a:lnTo>
                  <a:lnTo>
                    <a:pt x="243644" y="18522"/>
                  </a:lnTo>
                  <a:lnTo>
                    <a:pt x="238897" y="16174"/>
                  </a:lnTo>
                  <a:lnTo>
                    <a:pt x="234079" y="13977"/>
                  </a:lnTo>
                  <a:lnTo>
                    <a:pt x="229193" y="11935"/>
                  </a:lnTo>
                  <a:lnTo>
                    <a:pt x="224245" y="10048"/>
                  </a:lnTo>
                  <a:lnTo>
                    <a:pt x="219239" y="8318"/>
                  </a:lnTo>
                  <a:lnTo>
                    <a:pt x="214182" y="6748"/>
                  </a:lnTo>
                  <a:lnTo>
                    <a:pt x="209077" y="5340"/>
                  </a:lnTo>
                  <a:lnTo>
                    <a:pt x="203930" y="4093"/>
                  </a:lnTo>
                  <a:lnTo>
                    <a:pt x="198746" y="3010"/>
                  </a:lnTo>
                  <a:lnTo>
                    <a:pt x="193531" y="2092"/>
                  </a:lnTo>
                  <a:lnTo>
                    <a:pt x="188289" y="1340"/>
                  </a:lnTo>
                  <a:lnTo>
                    <a:pt x="183025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59073" y="5399291"/>
              <a:ext cx="27142" cy="167167"/>
            </a:xfrm>
            <a:custGeom>
              <a:avLst/>
              <a:pathLst>
                <a:path w="27142" h="167167">
                  <a:moveTo>
                    <a:pt x="27142" y="0"/>
                  </a:moveTo>
                  <a:lnTo>
                    <a:pt x="20328" y="138"/>
                  </a:lnTo>
                  <a:lnTo>
                    <a:pt x="13525" y="555"/>
                  </a:lnTo>
                  <a:lnTo>
                    <a:pt x="6746" y="1248"/>
                  </a:lnTo>
                  <a:lnTo>
                    <a:pt x="0" y="2218"/>
                  </a:lnTo>
                  <a:lnTo>
                    <a:pt x="2714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59073" y="5401509"/>
              <a:ext cx="27142" cy="164949"/>
            </a:xfrm>
            <a:custGeom>
              <a:avLst/>
              <a:pathLst>
                <a:path w="27142" h="164949">
                  <a:moveTo>
                    <a:pt x="0" y="0"/>
                  </a:moveTo>
                  <a:lnTo>
                    <a:pt x="27142" y="1649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59073" y="5401509"/>
              <a:ext cx="27142" cy="164949"/>
            </a:xfrm>
            <a:custGeom>
              <a:avLst/>
              <a:pathLst>
                <a:path w="27142" h="164949">
                  <a:moveTo>
                    <a:pt x="0" y="0"/>
                  </a:moveTo>
                  <a:lnTo>
                    <a:pt x="27142" y="1649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59073" y="5401509"/>
              <a:ext cx="27142" cy="164949"/>
            </a:xfrm>
            <a:custGeom>
              <a:avLst/>
              <a:pathLst>
                <a:path w="27142" h="164949">
                  <a:moveTo>
                    <a:pt x="0" y="0"/>
                  </a:moveTo>
                  <a:lnTo>
                    <a:pt x="27142" y="1649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59073" y="5401509"/>
              <a:ext cx="27142" cy="164949"/>
            </a:xfrm>
            <a:custGeom>
              <a:avLst/>
              <a:pathLst>
                <a:path w="27142" h="164949">
                  <a:moveTo>
                    <a:pt x="0" y="0"/>
                  </a:moveTo>
                  <a:lnTo>
                    <a:pt x="27142" y="1649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59073" y="5401509"/>
              <a:ext cx="27142" cy="164949"/>
            </a:xfrm>
            <a:custGeom>
              <a:avLst/>
              <a:pathLst>
                <a:path w="27142" h="164949">
                  <a:moveTo>
                    <a:pt x="0" y="0"/>
                  </a:moveTo>
                  <a:lnTo>
                    <a:pt x="27142" y="1649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59073" y="5401509"/>
              <a:ext cx="27142" cy="164949"/>
            </a:xfrm>
            <a:custGeom>
              <a:avLst/>
              <a:pathLst>
                <a:path w="27142" h="164949">
                  <a:moveTo>
                    <a:pt x="0" y="0"/>
                  </a:moveTo>
                  <a:lnTo>
                    <a:pt x="27142" y="1649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319066" y="5401509"/>
              <a:ext cx="334309" cy="332116"/>
            </a:xfrm>
            <a:custGeom>
              <a:avLst/>
              <a:pathLst>
                <a:path w="334309" h="332116">
                  <a:moveTo>
                    <a:pt x="140006" y="0"/>
                  </a:moveTo>
                  <a:lnTo>
                    <a:pt x="134799" y="941"/>
                  </a:lnTo>
                  <a:lnTo>
                    <a:pt x="129624" y="2047"/>
                  </a:lnTo>
                  <a:lnTo>
                    <a:pt x="124486" y="3317"/>
                  </a:lnTo>
                  <a:lnTo>
                    <a:pt x="119392" y="4748"/>
                  </a:lnTo>
                  <a:lnTo>
                    <a:pt x="114345" y="6340"/>
                  </a:lnTo>
                  <a:lnTo>
                    <a:pt x="109351" y="8091"/>
                  </a:lnTo>
                  <a:lnTo>
                    <a:pt x="104415" y="9999"/>
                  </a:lnTo>
                  <a:lnTo>
                    <a:pt x="99542" y="12062"/>
                  </a:lnTo>
                  <a:lnTo>
                    <a:pt x="94737" y="14279"/>
                  </a:lnTo>
                  <a:lnTo>
                    <a:pt x="90004" y="16646"/>
                  </a:lnTo>
                  <a:lnTo>
                    <a:pt x="85348" y="19162"/>
                  </a:lnTo>
                  <a:lnTo>
                    <a:pt x="80775" y="21825"/>
                  </a:lnTo>
                  <a:lnTo>
                    <a:pt x="76288" y="24630"/>
                  </a:lnTo>
                  <a:lnTo>
                    <a:pt x="71892" y="27577"/>
                  </a:lnTo>
                  <a:lnTo>
                    <a:pt x="67592" y="30660"/>
                  </a:lnTo>
                  <a:lnTo>
                    <a:pt x="63391" y="33879"/>
                  </a:lnTo>
                  <a:lnTo>
                    <a:pt x="59294" y="37229"/>
                  </a:lnTo>
                  <a:lnTo>
                    <a:pt x="55306" y="40707"/>
                  </a:lnTo>
                  <a:lnTo>
                    <a:pt x="51429" y="44309"/>
                  </a:lnTo>
                  <a:lnTo>
                    <a:pt x="47669" y="48032"/>
                  </a:lnTo>
                  <a:lnTo>
                    <a:pt x="44028" y="51873"/>
                  </a:lnTo>
                  <a:lnTo>
                    <a:pt x="40510" y="55827"/>
                  </a:lnTo>
                  <a:lnTo>
                    <a:pt x="37120" y="59890"/>
                  </a:lnTo>
                  <a:lnTo>
                    <a:pt x="33860" y="64058"/>
                  </a:lnTo>
                  <a:lnTo>
                    <a:pt x="30733" y="68327"/>
                  </a:lnTo>
                  <a:lnTo>
                    <a:pt x="27743" y="72694"/>
                  </a:lnTo>
                  <a:lnTo>
                    <a:pt x="24893" y="77153"/>
                  </a:lnTo>
                  <a:lnTo>
                    <a:pt x="22185" y="81699"/>
                  </a:lnTo>
                  <a:lnTo>
                    <a:pt x="19623" y="86329"/>
                  </a:lnTo>
                  <a:lnTo>
                    <a:pt x="17208" y="91038"/>
                  </a:lnTo>
                  <a:lnTo>
                    <a:pt x="14944" y="95821"/>
                  </a:lnTo>
                  <a:lnTo>
                    <a:pt x="12832" y="100674"/>
                  </a:lnTo>
                  <a:lnTo>
                    <a:pt x="10875" y="105590"/>
                  </a:lnTo>
                  <a:lnTo>
                    <a:pt x="9074" y="110567"/>
                  </a:lnTo>
                  <a:lnTo>
                    <a:pt x="7432" y="115597"/>
                  </a:lnTo>
                  <a:lnTo>
                    <a:pt x="5950" y="120677"/>
                  </a:lnTo>
                  <a:lnTo>
                    <a:pt x="4630" y="125802"/>
                  </a:lnTo>
                  <a:lnTo>
                    <a:pt x="3472" y="130966"/>
                  </a:lnTo>
                  <a:lnTo>
                    <a:pt x="2478" y="136164"/>
                  </a:lnTo>
                  <a:lnTo>
                    <a:pt x="1650" y="141390"/>
                  </a:lnTo>
                  <a:lnTo>
                    <a:pt x="987" y="146640"/>
                  </a:lnTo>
                  <a:lnTo>
                    <a:pt x="491" y="151909"/>
                  </a:lnTo>
                  <a:lnTo>
                    <a:pt x="161" y="157191"/>
                  </a:lnTo>
                  <a:lnTo>
                    <a:pt x="0" y="162480"/>
                  </a:lnTo>
                  <a:lnTo>
                    <a:pt x="5" y="167772"/>
                  </a:lnTo>
                  <a:lnTo>
                    <a:pt x="178" y="173061"/>
                  </a:lnTo>
                  <a:lnTo>
                    <a:pt x="519" y="178342"/>
                  </a:lnTo>
                  <a:lnTo>
                    <a:pt x="1026" y="183610"/>
                  </a:lnTo>
                  <a:lnTo>
                    <a:pt x="1700" y="188859"/>
                  </a:lnTo>
                  <a:lnTo>
                    <a:pt x="2540" y="194083"/>
                  </a:lnTo>
                  <a:lnTo>
                    <a:pt x="3544" y="199279"/>
                  </a:lnTo>
                  <a:lnTo>
                    <a:pt x="4713" y="204440"/>
                  </a:lnTo>
                  <a:lnTo>
                    <a:pt x="6044" y="209562"/>
                  </a:lnTo>
                  <a:lnTo>
                    <a:pt x="7537" y="214639"/>
                  </a:lnTo>
                  <a:lnTo>
                    <a:pt x="9190" y="219666"/>
                  </a:lnTo>
                  <a:lnTo>
                    <a:pt x="11001" y="224639"/>
                  </a:lnTo>
                  <a:lnTo>
                    <a:pt x="12969" y="229551"/>
                  </a:lnTo>
                  <a:lnTo>
                    <a:pt x="15091" y="234399"/>
                  </a:lnTo>
                  <a:lnTo>
                    <a:pt x="17365" y="239177"/>
                  </a:lnTo>
                  <a:lnTo>
                    <a:pt x="19790" y="243881"/>
                  </a:lnTo>
                  <a:lnTo>
                    <a:pt x="22362" y="248506"/>
                  </a:lnTo>
                  <a:lnTo>
                    <a:pt x="25079" y="253047"/>
                  </a:lnTo>
                  <a:lnTo>
                    <a:pt x="27939" y="257499"/>
                  </a:lnTo>
                  <a:lnTo>
                    <a:pt x="30938" y="261859"/>
                  </a:lnTo>
                  <a:lnTo>
                    <a:pt x="34074" y="266122"/>
                  </a:lnTo>
                  <a:lnTo>
                    <a:pt x="37343" y="270284"/>
                  </a:lnTo>
                  <a:lnTo>
                    <a:pt x="40742" y="274340"/>
                  </a:lnTo>
                  <a:lnTo>
                    <a:pt x="44268" y="278286"/>
                  </a:lnTo>
                  <a:lnTo>
                    <a:pt x="47917" y="282118"/>
                  </a:lnTo>
                  <a:lnTo>
                    <a:pt x="51685" y="285834"/>
                  </a:lnTo>
                  <a:lnTo>
                    <a:pt x="55570" y="289428"/>
                  </a:lnTo>
                  <a:lnTo>
                    <a:pt x="59566" y="292897"/>
                  </a:lnTo>
                  <a:lnTo>
                    <a:pt x="63669" y="296238"/>
                  </a:lnTo>
                  <a:lnTo>
                    <a:pt x="67877" y="299448"/>
                  </a:lnTo>
                  <a:lnTo>
                    <a:pt x="72184" y="302523"/>
                  </a:lnTo>
                  <a:lnTo>
                    <a:pt x="76586" y="305460"/>
                  </a:lnTo>
                  <a:lnTo>
                    <a:pt x="81079" y="308256"/>
                  </a:lnTo>
                  <a:lnTo>
                    <a:pt x="85658" y="310908"/>
                  </a:lnTo>
                  <a:lnTo>
                    <a:pt x="90319" y="313415"/>
                  </a:lnTo>
                  <a:lnTo>
                    <a:pt x="95057" y="315772"/>
                  </a:lnTo>
                  <a:lnTo>
                    <a:pt x="99867" y="317978"/>
                  </a:lnTo>
                  <a:lnTo>
                    <a:pt x="104744" y="320031"/>
                  </a:lnTo>
                  <a:lnTo>
                    <a:pt x="109684" y="321929"/>
                  </a:lnTo>
                  <a:lnTo>
                    <a:pt x="114682" y="323669"/>
                  </a:lnTo>
                  <a:lnTo>
                    <a:pt x="119732" y="325250"/>
                  </a:lnTo>
                  <a:lnTo>
                    <a:pt x="124830" y="326671"/>
                  </a:lnTo>
                  <a:lnTo>
                    <a:pt x="129970" y="327929"/>
                  </a:lnTo>
                  <a:lnTo>
                    <a:pt x="135147" y="329024"/>
                  </a:lnTo>
                  <a:lnTo>
                    <a:pt x="140357" y="329955"/>
                  </a:lnTo>
                  <a:lnTo>
                    <a:pt x="145593" y="330721"/>
                  </a:lnTo>
                  <a:lnTo>
                    <a:pt x="150851" y="331320"/>
                  </a:lnTo>
                  <a:lnTo>
                    <a:pt x="156125" y="331752"/>
                  </a:lnTo>
                  <a:lnTo>
                    <a:pt x="161410" y="332018"/>
                  </a:lnTo>
                  <a:lnTo>
                    <a:pt x="166701" y="332116"/>
                  </a:lnTo>
                  <a:lnTo>
                    <a:pt x="171993" y="332046"/>
                  </a:lnTo>
                  <a:lnTo>
                    <a:pt x="177279" y="331809"/>
                  </a:lnTo>
                  <a:lnTo>
                    <a:pt x="182556" y="331405"/>
                  </a:lnTo>
                  <a:lnTo>
                    <a:pt x="187817" y="330834"/>
                  </a:lnTo>
                  <a:lnTo>
                    <a:pt x="193057" y="330096"/>
                  </a:lnTo>
                  <a:lnTo>
                    <a:pt x="198271" y="329193"/>
                  </a:lnTo>
                  <a:lnTo>
                    <a:pt x="203455" y="328126"/>
                  </a:lnTo>
                  <a:lnTo>
                    <a:pt x="208601" y="326895"/>
                  </a:lnTo>
                  <a:lnTo>
                    <a:pt x="213707" y="325502"/>
                  </a:lnTo>
                  <a:lnTo>
                    <a:pt x="218765" y="323948"/>
                  </a:lnTo>
                  <a:lnTo>
                    <a:pt x="223772" y="322234"/>
                  </a:lnTo>
                  <a:lnTo>
                    <a:pt x="228722" y="320363"/>
                  </a:lnTo>
                  <a:lnTo>
                    <a:pt x="233611" y="318336"/>
                  </a:lnTo>
                  <a:lnTo>
                    <a:pt x="238432" y="316156"/>
                  </a:lnTo>
                  <a:lnTo>
                    <a:pt x="243183" y="313824"/>
                  </a:lnTo>
                  <a:lnTo>
                    <a:pt x="247857" y="311343"/>
                  </a:lnTo>
                  <a:lnTo>
                    <a:pt x="252450" y="308715"/>
                  </a:lnTo>
                  <a:lnTo>
                    <a:pt x="256958" y="305943"/>
                  </a:lnTo>
                  <a:lnTo>
                    <a:pt x="261376" y="303029"/>
                  </a:lnTo>
                  <a:lnTo>
                    <a:pt x="265699" y="299977"/>
                  </a:lnTo>
                  <a:lnTo>
                    <a:pt x="269924" y="296790"/>
                  </a:lnTo>
                  <a:lnTo>
                    <a:pt x="274045" y="293471"/>
                  </a:lnTo>
                  <a:lnTo>
                    <a:pt x="278060" y="290023"/>
                  </a:lnTo>
                  <a:lnTo>
                    <a:pt x="281963" y="286450"/>
                  </a:lnTo>
                  <a:lnTo>
                    <a:pt x="285751" y="282755"/>
                  </a:lnTo>
                  <a:lnTo>
                    <a:pt x="289421" y="278942"/>
                  </a:lnTo>
                  <a:lnTo>
                    <a:pt x="292968" y="275015"/>
                  </a:lnTo>
                  <a:lnTo>
                    <a:pt x="296389" y="270977"/>
                  </a:lnTo>
                  <a:lnTo>
                    <a:pt x="299680" y="266833"/>
                  </a:lnTo>
                  <a:lnTo>
                    <a:pt x="302838" y="262587"/>
                  </a:lnTo>
                  <a:lnTo>
                    <a:pt x="305861" y="258243"/>
                  </a:lnTo>
                  <a:lnTo>
                    <a:pt x="308744" y="253806"/>
                  </a:lnTo>
                  <a:lnTo>
                    <a:pt x="311486" y="249280"/>
                  </a:lnTo>
                  <a:lnTo>
                    <a:pt x="314083" y="244669"/>
                  </a:lnTo>
                  <a:lnTo>
                    <a:pt x="316533" y="239978"/>
                  </a:lnTo>
                  <a:lnTo>
                    <a:pt x="318833" y="235212"/>
                  </a:lnTo>
                  <a:lnTo>
                    <a:pt x="320981" y="230376"/>
                  </a:lnTo>
                  <a:lnTo>
                    <a:pt x="322975" y="225474"/>
                  </a:lnTo>
                  <a:lnTo>
                    <a:pt x="324812" y="220511"/>
                  </a:lnTo>
                  <a:lnTo>
                    <a:pt x="326492" y="215493"/>
                  </a:lnTo>
                  <a:lnTo>
                    <a:pt x="328012" y="210424"/>
                  </a:lnTo>
                  <a:lnTo>
                    <a:pt x="329371" y="205309"/>
                  </a:lnTo>
                  <a:lnTo>
                    <a:pt x="330567" y="200154"/>
                  </a:lnTo>
                  <a:lnTo>
                    <a:pt x="331599" y="194964"/>
                  </a:lnTo>
                  <a:lnTo>
                    <a:pt x="332467" y="189744"/>
                  </a:lnTo>
                  <a:lnTo>
                    <a:pt x="333169" y="184499"/>
                  </a:lnTo>
                  <a:lnTo>
                    <a:pt x="333705" y="179234"/>
                  </a:lnTo>
                  <a:lnTo>
                    <a:pt x="334073" y="173955"/>
                  </a:lnTo>
                  <a:lnTo>
                    <a:pt x="334275" y="168667"/>
                  </a:lnTo>
                  <a:lnTo>
                    <a:pt x="334309" y="163375"/>
                  </a:lnTo>
                  <a:lnTo>
                    <a:pt x="334175" y="158085"/>
                  </a:lnTo>
                  <a:lnTo>
                    <a:pt x="333874" y="152801"/>
                  </a:lnTo>
                  <a:lnTo>
                    <a:pt x="333406" y="147530"/>
                  </a:lnTo>
                  <a:lnTo>
                    <a:pt x="332772" y="142276"/>
                  </a:lnTo>
                  <a:lnTo>
                    <a:pt x="331971" y="137045"/>
                  </a:lnTo>
                  <a:lnTo>
                    <a:pt x="331005" y="131842"/>
                  </a:lnTo>
                  <a:lnTo>
                    <a:pt x="329875" y="126673"/>
                  </a:lnTo>
                  <a:lnTo>
                    <a:pt x="328582" y="121541"/>
                  </a:lnTo>
                  <a:lnTo>
                    <a:pt x="327127" y="116453"/>
                  </a:lnTo>
                  <a:lnTo>
                    <a:pt x="325512" y="111414"/>
                  </a:lnTo>
                  <a:lnTo>
                    <a:pt x="323738" y="106428"/>
                  </a:lnTo>
                  <a:lnTo>
                    <a:pt x="321807" y="101501"/>
                  </a:lnTo>
                  <a:lnTo>
                    <a:pt x="319722" y="96637"/>
                  </a:lnTo>
                  <a:lnTo>
                    <a:pt x="317483" y="91842"/>
                  </a:lnTo>
                  <a:lnTo>
                    <a:pt x="315094" y="87120"/>
                  </a:lnTo>
                  <a:lnTo>
                    <a:pt x="312556" y="82476"/>
                  </a:lnTo>
                  <a:lnTo>
                    <a:pt x="309873" y="77915"/>
                  </a:lnTo>
                  <a:lnTo>
                    <a:pt x="307046" y="73441"/>
                  </a:lnTo>
                  <a:lnTo>
                    <a:pt x="304080" y="69059"/>
                  </a:lnTo>
                  <a:lnTo>
                    <a:pt x="300976" y="64773"/>
                  </a:lnTo>
                  <a:lnTo>
                    <a:pt x="297738" y="60587"/>
                  </a:lnTo>
                  <a:lnTo>
                    <a:pt x="294369" y="56506"/>
                  </a:lnTo>
                  <a:lnTo>
                    <a:pt x="290873" y="52533"/>
                  </a:lnTo>
                  <a:lnTo>
                    <a:pt x="287253" y="48674"/>
                  </a:lnTo>
                  <a:lnTo>
                    <a:pt x="283512" y="44930"/>
                  </a:lnTo>
                  <a:lnTo>
                    <a:pt x="279655" y="41307"/>
                  </a:lnTo>
                  <a:lnTo>
                    <a:pt x="275685" y="37808"/>
                  </a:lnTo>
                  <a:lnTo>
                    <a:pt x="271607" y="34436"/>
                  </a:lnTo>
                  <a:lnTo>
                    <a:pt x="267423" y="31195"/>
                  </a:lnTo>
                  <a:lnTo>
                    <a:pt x="263139" y="28088"/>
                  </a:lnTo>
                  <a:lnTo>
                    <a:pt x="258759" y="25119"/>
                  </a:lnTo>
                  <a:lnTo>
                    <a:pt x="254287" y="22289"/>
                  </a:lnTo>
                  <a:lnTo>
                    <a:pt x="249728" y="19602"/>
                  </a:lnTo>
                  <a:lnTo>
                    <a:pt x="245086" y="17061"/>
                  </a:lnTo>
                  <a:lnTo>
                    <a:pt x="240366" y="14669"/>
                  </a:lnTo>
                  <a:lnTo>
                    <a:pt x="235573" y="12426"/>
                  </a:lnTo>
                  <a:lnTo>
                    <a:pt x="230711" y="10337"/>
                  </a:lnTo>
                  <a:lnTo>
                    <a:pt x="225785" y="8403"/>
                  </a:lnTo>
                  <a:lnTo>
                    <a:pt x="220801" y="6625"/>
                  </a:lnTo>
                  <a:lnTo>
                    <a:pt x="215763" y="5006"/>
                  </a:lnTo>
                  <a:lnTo>
                    <a:pt x="210676" y="3547"/>
                  </a:lnTo>
                  <a:lnTo>
                    <a:pt x="205545" y="2251"/>
                  </a:lnTo>
                  <a:lnTo>
                    <a:pt x="167149" y="1649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86215" y="5399291"/>
              <a:ext cx="38396" cy="167167"/>
            </a:xfrm>
            <a:custGeom>
              <a:avLst/>
              <a:pathLst>
                <a:path w="38396" h="167167">
                  <a:moveTo>
                    <a:pt x="38396" y="4469"/>
                  </a:moveTo>
                  <a:lnTo>
                    <a:pt x="32084" y="3107"/>
                  </a:lnTo>
                  <a:lnTo>
                    <a:pt x="25725" y="1991"/>
                  </a:lnTo>
                  <a:lnTo>
                    <a:pt x="19327" y="1121"/>
                  </a:lnTo>
                  <a:lnTo>
                    <a:pt x="12901" y="498"/>
                  </a:lnTo>
                  <a:lnTo>
                    <a:pt x="6455" y="12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856378" y="5399291"/>
              <a:ext cx="167165" cy="328451"/>
            </a:xfrm>
            <a:custGeom>
              <a:avLst/>
              <a:pathLst>
                <a:path w="167165" h="328451">
                  <a:moveTo>
                    <a:pt x="167165" y="0"/>
                  </a:moveTo>
                  <a:lnTo>
                    <a:pt x="161825" y="85"/>
                  </a:lnTo>
                  <a:lnTo>
                    <a:pt x="156490" y="341"/>
                  </a:lnTo>
                  <a:lnTo>
                    <a:pt x="151166" y="767"/>
                  </a:lnTo>
                  <a:lnTo>
                    <a:pt x="145859" y="1363"/>
                  </a:lnTo>
                  <a:lnTo>
                    <a:pt x="140573" y="2128"/>
                  </a:lnTo>
                  <a:lnTo>
                    <a:pt x="135315" y="3062"/>
                  </a:lnTo>
                  <a:lnTo>
                    <a:pt x="130089" y="4163"/>
                  </a:lnTo>
                  <a:lnTo>
                    <a:pt x="124900" y="5430"/>
                  </a:lnTo>
                  <a:lnTo>
                    <a:pt x="119755" y="6863"/>
                  </a:lnTo>
                  <a:lnTo>
                    <a:pt x="114659" y="8459"/>
                  </a:lnTo>
                  <a:lnTo>
                    <a:pt x="109616" y="10218"/>
                  </a:lnTo>
                  <a:lnTo>
                    <a:pt x="104631" y="12136"/>
                  </a:lnTo>
                  <a:lnTo>
                    <a:pt x="99711" y="14213"/>
                  </a:lnTo>
                  <a:lnTo>
                    <a:pt x="94859" y="16446"/>
                  </a:lnTo>
                  <a:lnTo>
                    <a:pt x="90081" y="18832"/>
                  </a:lnTo>
                  <a:lnTo>
                    <a:pt x="85382" y="21371"/>
                  </a:lnTo>
                  <a:lnTo>
                    <a:pt x="80767" y="24057"/>
                  </a:lnTo>
                  <a:lnTo>
                    <a:pt x="76239" y="26890"/>
                  </a:lnTo>
                  <a:lnTo>
                    <a:pt x="71804" y="29867"/>
                  </a:lnTo>
                  <a:lnTo>
                    <a:pt x="67467" y="32983"/>
                  </a:lnTo>
                  <a:lnTo>
                    <a:pt x="63232" y="36236"/>
                  </a:lnTo>
                  <a:lnTo>
                    <a:pt x="59102" y="39623"/>
                  </a:lnTo>
                  <a:lnTo>
                    <a:pt x="55083" y="43140"/>
                  </a:lnTo>
                  <a:lnTo>
                    <a:pt x="51178" y="46784"/>
                  </a:lnTo>
                  <a:lnTo>
                    <a:pt x="47392" y="50551"/>
                  </a:lnTo>
                  <a:lnTo>
                    <a:pt x="43728" y="54436"/>
                  </a:lnTo>
                  <a:lnTo>
                    <a:pt x="40189" y="58437"/>
                  </a:lnTo>
                  <a:lnTo>
                    <a:pt x="36781" y="62548"/>
                  </a:lnTo>
                  <a:lnTo>
                    <a:pt x="33505" y="66767"/>
                  </a:lnTo>
                  <a:lnTo>
                    <a:pt x="30366" y="71088"/>
                  </a:lnTo>
                  <a:lnTo>
                    <a:pt x="27367" y="75507"/>
                  </a:lnTo>
                  <a:lnTo>
                    <a:pt x="24510" y="80019"/>
                  </a:lnTo>
                  <a:lnTo>
                    <a:pt x="21799" y="84621"/>
                  </a:lnTo>
                  <a:lnTo>
                    <a:pt x="19237" y="89307"/>
                  </a:lnTo>
                  <a:lnTo>
                    <a:pt x="16825" y="94072"/>
                  </a:lnTo>
                  <a:lnTo>
                    <a:pt x="14567" y="98912"/>
                  </a:lnTo>
                  <a:lnTo>
                    <a:pt x="12464" y="103821"/>
                  </a:lnTo>
                  <a:lnTo>
                    <a:pt x="10519" y="108795"/>
                  </a:lnTo>
                  <a:lnTo>
                    <a:pt x="8735" y="113829"/>
                  </a:lnTo>
                  <a:lnTo>
                    <a:pt x="7112" y="118917"/>
                  </a:lnTo>
                  <a:lnTo>
                    <a:pt x="5652" y="124055"/>
                  </a:lnTo>
                  <a:lnTo>
                    <a:pt x="4357" y="129236"/>
                  </a:lnTo>
                  <a:lnTo>
                    <a:pt x="3229" y="134456"/>
                  </a:lnTo>
                  <a:lnTo>
                    <a:pt x="2267" y="139710"/>
                  </a:lnTo>
                  <a:lnTo>
                    <a:pt x="1475" y="144992"/>
                  </a:lnTo>
                  <a:lnTo>
                    <a:pt x="851" y="150296"/>
                  </a:lnTo>
                  <a:lnTo>
                    <a:pt x="397" y="155617"/>
                  </a:lnTo>
                  <a:lnTo>
                    <a:pt x="113" y="160950"/>
                  </a:lnTo>
                  <a:lnTo>
                    <a:pt x="0" y="166290"/>
                  </a:lnTo>
                  <a:lnTo>
                    <a:pt x="57" y="171631"/>
                  </a:lnTo>
                  <a:lnTo>
                    <a:pt x="285" y="176966"/>
                  </a:lnTo>
                  <a:lnTo>
                    <a:pt x="683" y="182292"/>
                  </a:lnTo>
                  <a:lnTo>
                    <a:pt x="1251" y="187603"/>
                  </a:lnTo>
                  <a:lnTo>
                    <a:pt x="1989" y="192892"/>
                  </a:lnTo>
                  <a:lnTo>
                    <a:pt x="2895" y="198156"/>
                  </a:lnTo>
                  <a:lnTo>
                    <a:pt x="3968" y="203388"/>
                  </a:lnTo>
                  <a:lnTo>
                    <a:pt x="5209" y="208582"/>
                  </a:lnTo>
                  <a:lnTo>
                    <a:pt x="6614" y="213735"/>
                  </a:lnTo>
                  <a:lnTo>
                    <a:pt x="8184" y="218840"/>
                  </a:lnTo>
                  <a:lnTo>
                    <a:pt x="9916" y="223892"/>
                  </a:lnTo>
                  <a:lnTo>
                    <a:pt x="11808" y="228886"/>
                  </a:lnTo>
                  <a:lnTo>
                    <a:pt x="13859" y="233817"/>
                  </a:lnTo>
                  <a:lnTo>
                    <a:pt x="16066" y="238681"/>
                  </a:lnTo>
                  <a:lnTo>
                    <a:pt x="18428" y="243471"/>
                  </a:lnTo>
                  <a:lnTo>
                    <a:pt x="20941" y="248183"/>
                  </a:lnTo>
                  <a:lnTo>
                    <a:pt x="23604" y="252813"/>
                  </a:lnTo>
                  <a:lnTo>
                    <a:pt x="26413" y="257355"/>
                  </a:lnTo>
                  <a:lnTo>
                    <a:pt x="29366" y="261806"/>
                  </a:lnTo>
                  <a:lnTo>
                    <a:pt x="32459" y="266159"/>
                  </a:lnTo>
                  <a:lnTo>
                    <a:pt x="35691" y="270412"/>
                  </a:lnTo>
                  <a:lnTo>
                    <a:pt x="39056" y="274559"/>
                  </a:lnTo>
                  <a:lnTo>
                    <a:pt x="42552" y="278597"/>
                  </a:lnTo>
                  <a:lnTo>
                    <a:pt x="46175" y="282520"/>
                  </a:lnTo>
                  <a:lnTo>
                    <a:pt x="49922" y="286327"/>
                  </a:lnTo>
                  <a:lnTo>
                    <a:pt x="53788" y="290011"/>
                  </a:lnTo>
                  <a:lnTo>
                    <a:pt x="57770" y="293570"/>
                  </a:lnTo>
                  <a:lnTo>
                    <a:pt x="61864" y="297000"/>
                  </a:lnTo>
                  <a:lnTo>
                    <a:pt x="66065" y="300298"/>
                  </a:lnTo>
                  <a:lnTo>
                    <a:pt x="70369" y="303459"/>
                  </a:lnTo>
                  <a:lnTo>
                    <a:pt x="74772" y="306482"/>
                  </a:lnTo>
                  <a:lnTo>
                    <a:pt x="79270" y="309362"/>
                  </a:lnTo>
                  <a:lnTo>
                    <a:pt x="83857" y="312097"/>
                  </a:lnTo>
                  <a:lnTo>
                    <a:pt x="88529" y="314685"/>
                  </a:lnTo>
                  <a:lnTo>
                    <a:pt x="93282" y="317121"/>
                  </a:lnTo>
                  <a:lnTo>
                    <a:pt x="98110" y="319405"/>
                  </a:lnTo>
                  <a:lnTo>
                    <a:pt x="103008" y="321533"/>
                  </a:lnTo>
                  <a:lnTo>
                    <a:pt x="107972" y="323504"/>
                  </a:lnTo>
                  <a:lnTo>
                    <a:pt x="112997" y="325315"/>
                  </a:lnTo>
                  <a:lnTo>
                    <a:pt x="118076" y="326965"/>
                  </a:lnTo>
                  <a:lnTo>
                    <a:pt x="123206" y="328451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979585" y="5566459"/>
              <a:ext cx="43958" cy="161284"/>
            </a:xfrm>
            <a:custGeom>
              <a:avLst/>
              <a:pathLst>
                <a:path w="43958" h="161284">
                  <a:moveTo>
                    <a:pt x="0" y="161284"/>
                  </a:moveTo>
                  <a:lnTo>
                    <a:pt x="439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79585" y="5566459"/>
              <a:ext cx="43958" cy="161284"/>
            </a:xfrm>
            <a:custGeom>
              <a:avLst/>
              <a:pathLst>
                <a:path w="43958" h="161284">
                  <a:moveTo>
                    <a:pt x="0" y="161284"/>
                  </a:moveTo>
                  <a:lnTo>
                    <a:pt x="439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79585" y="5566459"/>
              <a:ext cx="43958" cy="161284"/>
            </a:xfrm>
            <a:custGeom>
              <a:avLst/>
              <a:pathLst>
                <a:path w="43958" h="161284">
                  <a:moveTo>
                    <a:pt x="0" y="161284"/>
                  </a:moveTo>
                  <a:lnTo>
                    <a:pt x="439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79585" y="5566459"/>
              <a:ext cx="43958" cy="161284"/>
            </a:xfrm>
            <a:custGeom>
              <a:avLst/>
              <a:pathLst>
                <a:path w="43958" h="161284">
                  <a:moveTo>
                    <a:pt x="0" y="161284"/>
                  </a:moveTo>
                  <a:lnTo>
                    <a:pt x="4395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79585" y="5566459"/>
              <a:ext cx="43958" cy="161284"/>
            </a:xfrm>
            <a:custGeom>
              <a:avLst/>
              <a:pathLst>
                <a:path w="43958" h="161284">
                  <a:moveTo>
                    <a:pt x="0" y="161284"/>
                  </a:moveTo>
                  <a:lnTo>
                    <a:pt x="4395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79585" y="5566459"/>
              <a:ext cx="92055" cy="167153"/>
            </a:xfrm>
            <a:custGeom>
              <a:avLst/>
              <a:pathLst>
                <a:path w="92055" h="167153">
                  <a:moveTo>
                    <a:pt x="0" y="161284"/>
                  </a:moveTo>
                  <a:lnTo>
                    <a:pt x="5649" y="162718"/>
                  </a:lnTo>
                  <a:lnTo>
                    <a:pt x="11345" y="163955"/>
                  </a:lnTo>
                  <a:lnTo>
                    <a:pt x="17081" y="164992"/>
                  </a:lnTo>
                  <a:lnTo>
                    <a:pt x="22850" y="165829"/>
                  </a:lnTo>
                  <a:lnTo>
                    <a:pt x="28644" y="166464"/>
                  </a:lnTo>
                  <a:lnTo>
                    <a:pt x="34457" y="166897"/>
                  </a:lnTo>
                  <a:lnTo>
                    <a:pt x="40282" y="167127"/>
                  </a:lnTo>
                  <a:lnTo>
                    <a:pt x="46111" y="167153"/>
                  </a:lnTo>
                  <a:lnTo>
                    <a:pt x="51937" y="166976"/>
                  </a:lnTo>
                  <a:lnTo>
                    <a:pt x="57753" y="166597"/>
                  </a:lnTo>
                  <a:lnTo>
                    <a:pt x="63553" y="166015"/>
                  </a:lnTo>
                  <a:lnTo>
                    <a:pt x="69329" y="165230"/>
                  </a:lnTo>
                  <a:lnTo>
                    <a:pt x="75074" y="164245"/>
                  </a:lnTo>
                  <a:lnTo>
                    <a:pt x="80782" y="163061"/>
                  </a:lnTo>
                  <a:lnTo>
                    <a:pt x="86444" y="161678"/>
                  </a:lnTo>
                  <a:lnTo>
                    <a:pt x="92055" y="160098"/>
                  </a:lnTo>
                  <a:lnTo>
                    <a:pt x="4395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23544" y="5399291"/>
              <a:ext cx="167167" cy="327266"/>
            </a:xfrm>
            <a:custGeom>
              <a:avLst/>
              <a:pathLst>
                <a:path w="167167" h="327266">
                  <a:moveTo>
                    <a:pt x="48096" y="327266"/>
                  </a:moveTo>
                  <a:lnTo>
                    <a:pt x="53197" y="325644"/>
                  </a:lnTo>
                  <a:lnTo>
                    <a:pt x="58243" y="323860"/>
                  </a:lnTo>
                  <a:lnTo>
                    <a:pt x="63230" y="321915"/>
                  </a:lnTo>
                  <a:lnTo>
                    <a:pt x="68152" y="319811"/>
                  </a:lnTo>
                  <a:lnTo>
                    <a:pt x="73004" y="317551"/>
                  </a:lnTo>
                  <a:lnTo>
                    <a:pt x="77781" y="315137"/>
                  </a:lnTo>
                  <a:lnTo>
                    <a:pt x="82478" y="312571"/>
                  </a:lnTo>
                  <a:lnTo>
                    <a:pt x="87090" y="309856"/>
                  </a:lnTo>
                  <a:lnTo>
                    <a:pt x="91614" y="306995"/>
                  </a:lnTo>
                  <a:lnTo>
                    <a:pt x="96043" y="303990"/>
                  </a:lnTo>
                  <a:lnTo>
                    <a:pt x="100374" y="300845"/>
                  </a:lnTo>
                  <a:lnTo>
                    <a:pt x="104603" y="297563"/>
                  </a:lnTo>
                  <a:lnTo>
                    <a:pt x="108724" y="294147"/>
                  </a:lnTo>
                  <a:lnTo>
                    <a:pt x="112733" y="290602"/>
                  </a:lnTo>
                  <a:lnTo>
                    <a:pt x="116627" y="286929"/>
                  </a:lnTo>
                  <a:lnTo>
                    <a:pt x="120401" y="283134"/>
                  </a:lnTo>
                  <a:lnTo>
                    <a:pt x="124052" y="279220"/>
                  </a:lnTo>
                  <a:lnTo>
                    <a:pt x="127576" y="275191"/>
                  </a:lnTo>
                  <a:lnTo>
                    <a:pt x="130969" y="271052"/>
                  </a:lnTo>
                  <a:lnTo>
                    <a:pt x="134227" y="266806"/>
                  </a:lnTo>
                  <a:lnTo>
                    <a:pt x="137348" y="262457"/>
                  </a:lnTo>
                  <a:lnTo>
                    <a:pt x="140329" y="258011"/>
                  </a:lnTo>
                  <a:lnTo>
                    <a:pt x="143165" y="253472"/>
                  </a:lnTo>
                  <a:lnTo>
                    <a:pt x="145855" y="248845"/>
                  </a:lnTo>
                  <a:lnTo>
                    <a:pt x="148395" y="244133"/>
                  </a:lnTo>
                  <a:lnTo>
                    <a:pt x="150783" y="239343"/>
                  </a:lnTo>
                  <a:lnTo>
                    <a:pt x="153016" y="234479"/>
                  </a:lnTo>
                  <a:lnTo>
                    <a:pt x="155093" y="229546"/>
                  </a:lnTo>
                  <a:lnTo>
                    <a:pt x="157010" y="224549"/>
                  </a:lnTo>
                  <a:lnTo>
                    <a:pt x="158767" y="219493"/>
                  </a:lnTo>
                  <a:lnTo>
                    <a:pt x="160360" y="214383"/>
                  </a:lnTo>
                  <a:lnTo>
                    <a:pt x="161790" y="209225"/>
                  </a:lnTo>
                  <a:lnTo>
                    <a:pt x="163053" y="204024"/>
                  </a:lnTo>
                  <a:lnTo>
                    <a:pt x="164150" y="198785"/>
                  </a:lnTo>
                  <a:lnTo>
                    <a:pt x="165078" y="193514"/>
                  </a:lnTo>
                  <a:lnTo>
                    <a:pt x="165837" y="188215"/>
                  </a:lnTo>
                  <a:lnTo>
                    <a:pt x="166425" y="182895"/>
                  </a:lnTo>
                  <a:lnTo>
                    <a:pt x="166844" y="177559"/>
                  </a:lnTo>
                  <a:lnTo>
                    <a:pt x="167091" y="172212"/>
                  </a:lnTo>
                  <a:lnTo>
                    <a:pt x="167167" y="166861"/>
                  </a:lnTo>
                  <a:lnTo>
                    <a:pt x="167071" y="161509"/>
                  </a:lnTo>
                  <a:lnTo>
                    <a:pt x="166804" y="156163"/>
                  </a:lnTo>
                  <a:lnTo>
                    <a:pt x="166367" y="150829"/>
                  </a:lnTo>
                  <a:lnTo>
                    <a:pt x="165758" y="145511"/>
                  </a:lnTo>
                  <a:lnTo>
                    <a:pt x="164980" y="140216"/>
                  </a:lnTo>
                  <a:lnTo>
                    <a:pt x="164033" y="134948"/>
                  </a:lnTo>
                  <a:lnTo>
                    <a:pt x="162917" y="129713"/>
                  </a:lnTo>
                  <a:lnTo>
                    <a:pt x="161635" y="124516"/>
                  </a:lnTo>
                  <a:lnTo>
                    <a:pt x="160186" y="119364"/>
                  </a:lnTo>
                  <a:lnTo>
                    <a:pt x="158574" y="114260"/>
                  </a:lnTo>
                  <a:lnTo>
                    <a:pt x="156799" y="109210"/>
                  </a:lnTo>
                  <a:lnTo>
                    <a:pt x="154863" y="104220"/>
                  </a:lnTo>
                  <a:lnTo>
                    <a:pt x="152768" y="99295"/>
                  </a:lnTo>
                  <a:lnTo>
                    <a:pt x="150517" y="94439"/>
                  </a:lnTo>
                  <a:lnTo>
                    <a:pt x="148112" y="89657"/>
                  </a:lnTo>
                  <a:lnTo>
                    <a:pt x="145554" y="84955"/>
                  </a:lnTo>
                  <a:lnTo>
                    <a:pt x="142848" y="80338"/>
                  </a:lnTo>
                  <a:lnTo>
                    <a:pt x="139995" y="75809"/>
                  </a:lnTo>
                  <a:lnTo>
                    <a:pt x="136998" y="71374"/>
                  </a:lnTo>
                  <a:lnTo>
                    <a:pt x="133861" y="67037"/>
                  </a:lnTo>
                  <a:lnTo>
                    <a:pt x="130587" y="62803"/>
                  </a:lnTo>
                  <a:lnTo>
                    <a:pt x="127179" y="58676"/>
                  </a:lnTo>
                  <a:lnTo>
                    <a:pt x="123641" y="54660"/>
                  </a:lnTo>
                  <a:lnTo>
                    <a:pt x="119975" y="50759"/>
                  </a:lnTo>
                  <a:lnTo>
                    <a:pt x="116187" y="46978"/>
                  </a:lnTo>
                  <a:lnTo>
                    <a:pt x="112280" y="43320"/>
                  </a:lnTo>
                  <a:lnTo>
                    <a:pt x="108257" y="39789"/>
                  </a:lnTo>
                  <a:lnTo>
                    <a:pt x="104124" y="36388"/>
                  </a:lnTo>
                  <a:lnTo>
                    <a:pt x="99884" y="33122"/>
                  </a:lnTo>
                  <a:lnTo>
                    <a:pt x="95541" y="29993"/>
                  </a:lnTo>
                  <a:lnTo>
                    <a:pt x="91101" y="27005"/>
                  </a:lnTo>
                  <a:lnTo>
                    <a:pt x="86567" y="24160"/>
                  </a:lnTo>
                  <a:lnTo>
                    <a:pt x="81944" y="21462"/>
                  </a:lnTo>
                  <a:lnTo>
                    <a:pt x="77238" y="18913"/>
                  </a:lnTo>
                  <a:lnTo>
                    <a:pt x="72452" y="16516"/>
                  </a:lnTo>
                  <a:lnTo>
                    <a:pt x="67592" y="14274"/>
                  </a:lnTo>
                  <a:lnTo>
                    <a:pt x="62662" y="12189"/>
                  </a:lnTo>
                  <a:lnTo>
                    <a:pt x="57669" y="10262"/>
                  </a:lnTo>
                  <a:lnTo>
                    <a:pt x="52616" y="8496"/>
                  </a:lnTo>
                  <a:lnTo>
                    <a:pt x="47509" y="6893"/>
                  </a:lnTo>
                  <a:lnTo>
                    <a:pt x="42354" y="5454"/>
                  </a:lnTo>
                  <a:lnTo>
                    <a:pt x="37155" y="4181"/>
                  </a:lnTo>
                  <a:lnTo>
                    <a:pt x="31918" y="3075"/>
                  </a:lnTo>
                  <a:lnTo>
                    <a:pt x="26649" y="2137"/>
                  </a:lnTo>
                  <a:lnTo>
                    <a:pt x="21352" y="1369"/>
                  </a:lnTo>
                  <a:lnTo>
                    <a:pt x="16033" y="770"/>
                  </a:lnTo>
                  <a:lnTo>
                    <a:pt x="10697" y="342"/>
                  </a:lnTo>
                  <a:lnTo>
                    <a:pt x="535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411122" y="5269756"/>
              <a:ext cx="134136" cy="167167"/>
            </a:xfrm>
            <a:custGeom>
              <a:avLst/>
              <a:pathLst>
                <a:path w="134136" h="167167">
                  <a:moveTo>
                    <a:pt x="134136" y="0"/>
                  </a:moveTo>
                  <a:lnTo>
                    <a:pt x="128577" y="92"/>
                  </a:lnTo>
                  <a:lnTo>
                    <a:pt x="123024" y="369"/>
                  </a:lnTo>
                  <a:lnTo>
                    <a:pt x="117483" y="831"/>
                  </a:lnTo>
                  <a:lnTo>
                    <a:pt x="111961" y="1477"/>
                  </a:lnTo>
                  <a:lnTo>
                    <a:pt x="106463" y="2306"/>
                  </a:lnTo>
                  <a:lnTo>
                    <a:pt x="100996" y="3317"/>
                  </a:lnTo>
                  <a:lnTo>
                    <a:pt x="95565" y="4510"/>
                  </a:lnTo>
                  <a:lnTo>
                    <a:pt x="90177" y="5883"/>
                  </a:lnTo>
                  <a:lnTo>
                    <a:pt x="84838" y="7434"/>
                  </a:lnTo>
                  <a:lnTo>
                    <a:pt x="79553" y="9162"/>
                  </a:lnTo>
                  <a:lnTo>
                    <a:pt x="74329" y="11064"/>
                  </a:lnTo>
                  <a:lnTo>
                    <a:pt x="69171" y="13139"/>
                  </a:lnTo>
                  <a:lnTo>
                    <a:pt x="64085" y="15385"/>
                  </a:lnTo>
                  <a:lnTo>
                    <a:pt x="59076" y="17799"/>
                  </a:lnTo>
                  <a:lnTo>
                    <a:pt x="54150" y="20377"/>
                  </a:lnTo>
                  <a:lnTo>
                    <a:pt x="49313" y="23118"/>
                  </a:lnTo>
                  <a:lnTo>
                    <a:pt x="44569" y="26019"/>
                  </a:lnTo>
                  <a:lnTo>
                    <a:pt x="39925" y="29076"/>
                  </a:lnTo>
                  <a:lnTo>
                    <a:pt x="35385" y="32285"/>
                  </a:lnTo>
                  <a:lnTo>
                    <a:pt x="30954" y="35644"/>
                  </a:lnTo>
                  <a:lnTo>
                    <a:pt x="26637" y="39148"/>
                  </a:lnTo>
                  <a:lnTo>
                    <a:pt x="22439" y="42793"/>
                  </a:lnTo>
                  <a:lnTo>
                    <a:pt x="18365" y="46577"/>
                  </a:lnTo>
                  <a:lnTo>
                    <a:pt x="14419" y="50493"/>
                  </a:lnTo>
                  <a:lnTo>
                    <a:pt x="10605" y="54539"/>
                  </a:lnTo>
                  <a:lnTo>
                    <a:pt x="6928" y="58710"/>
                  </a:lnTo>
                  <a:lnTo>
                    <a:pt x="3391" y="63000"/>
                  </a:lnTo>
                  <a:lnTo>
                    <a:pt x="0" y="67405"/>
                  </a:lnTo>
                  <a:lnTo>
                    <a:pt x="13413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11122" y="5337162"/>
              <a:ext cx="134136" cy="99761"/>
            </a:xfrm>
            <a:custGeom>
              <a:avLst/>
              <a:pathLst>
                <a:path w="134136" h="99761">
                  <a:moveTo>
                    <a:pt x="0" y="0"/>
                  </a:moveTo>
                  <a:lnTo>
                    <a:pt x="134136" y="997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11122" y="5337162"/>
              <a:ext cx="134136" cy="99761"/>
            </a:xfrm>
            <a:custGeom>
              <a:avLst/>
              <a:pathLst>
                <a:path w="134136" h="99761">
                  <a:moveTo>
                    <a:pt x="0" y="0"/>
                  </a:moveTo>
                  <a:lnTo>
                    <a:pt x="134136" y="997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411122" y="5337162"/>
              <a:ext cx="134136" cy="99761"/>
            </a:xfrm>
            <a:custGeom>
              <a:avLst/>
              <a:pathLst>
                <a:path w="134136" h="99761">
                  <a:moveTo>
                    <a:pt x="0" y="0"/>
                  </a:moveTo>
                  <a:lnTo>
                    <a:pt x="134136" y="997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411122" y="5337162"/>
              <a:ext cx="134136" cy="99761"/>
            </a:xfrm>
            <a:custGeom>
              <a:avLst/>
              <a:pathLst>
                <a:path w="134136" h="99761">
                  <a:moveTo>
                    <a:pt x="0" y="0"/>
                  </a:moveTo>
                  <a:lnTo>
                    <a:pt x="134136" y="997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390953" y="5337162"/>
              <a:ext cx="154304" cy="99761"/>
            </a:xfrm>
            <a:custGeom>
              <a:avLst/>
              <a:pathLst>
                <a:path w="154304" h="99761">
                  <a:moveTo>
                    <a:pt x="20168" y="0"/>
                  </a:moveTo>
                  <a:lnTo>
                    <a:pt x="16213" y="5550"/>
                  </a:lnTo>
                  <a:lnTo>
                    <a:pt x="12488" y="11257"/>
                  </a:lnTo>
                  <a:lnTo>
                    <a:pt x="8998" y="17111"/>
                  </a:lnTo>
                  <a:lnTo>
                    <a:pt x="5750" y="23102"/>
                  </a:lnTo>
                  <a:lnTo>
                    <a:pt x="2749" y="29221"/>
                  </a:lnTo>
                  <a:lnTo>
                    <a:pt x="0" y="35458"/>
                  </a:lnTo>
                  <a:lnTo>
                    <a:pt x="154304" y="997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378107" y="5269756"/>
              <a:ext cx="334298" cy="334334"/>
            </a:xfrm>
            <a:custGeom>
              <a:avLst/>
              <a:pathLst>
                <a:path w="334298" h="334334">
                  <a:moveTo>
                    <a:pt x="12845" y="102863"/>
                  </a:moveTo>
                  <a:lnTo>
                    <a:pt x="10883" y="107790"/>
                  </a:lnTo>
                  <a:lnTo>
                    <a:pt x="9079" y="112776"/>
                  </a:lnTo>
                  <a:lnTo>
                    <a:pt x="7433" y="117817"/>
                  </a:lnTo>
                  <a:lnTo>
                    <a:pt x="5948" y="122907"/>
                  </a:lnTo>
                  <a:lnTo>
                    <a:pt x="4626" y="128042"/>
                  </a:lnTo>
                  <a:lnTo>
                    <a:pt x="3466" y="133217"/>
                  </a:lnTo>
                  <a:lnTo>
                    <a:pt x="2472" y="138425"/>
                  </a:lnTo>
                  <a:lnTo>
                    <a:pt x="1643" y="143663"/>
                  </a:lnTo>
                  <a:lnTo>
                    <a:pt x="981" y="148924"/>
                  </a:lnTo>
                  <a:lnTo>
                    <a:pt x="486" y="154204"/>
                  </a:lnTo>
                  <a:lnTo>
                    <a:pt x="159" y="159496"/>
                  </a:lnTo>
                  <a:lnTo>
                    <a:pt x="0" y="164796"/>
                  </a:lnTo>
                  <a:lnTo>
                    <a:pt x="8" y="170099"/>
                  </a:lnTo>
                  <a:lnTo>
                    <a:pt x="185" y="175399"/>
                  </a:lnTo>
                  <a:lnTo>
                    <a:pt x="531" y="180690"/>
                  </a:lnTo>
                  <a:lnTo>
                    <a:pt x="1043" y="185968"/>
                  </a:lnTo>
                  <a:lnTo>
                    <a:pt x="1723" y="191227"/>
                  </a:lnTo>
                  <a:lnTo>
                    <a:pt x="2569" y="196461"/>
                  </a:lnTo>
                  <a:lnTo>
                    <a:pt x="3581" y="201667"/>
                  </a:lnTo>
                  <a:lnTo>
                    <a:pt x="4758" y="206837"/>
                  </a:lnTo>
                  <a:lnTo>
                    <a:pt x="6098" y="211968"/>
                  </a:lnTo>
                  <a:lnTo>
                    <a:pt x="7600" y="217053"/>
                  </a:lnTo>
                  <a:lnTo>
                    <a:pt x="9262" y="222089"/>
                  </a:lnTo>
                  <a:lnTo>
                    <a:pt x="11084" y="227069"/>
                  </a:lnTo>
                  <a:lnTo>
                    <a:pt x="13062" y="231988"/>
                  </a:lnTo>
                  <a:lnTo>
                    <a:pt x="15195" y="236843"/>
                  </a:lnTo>
                  <a:lnTo>
                    <a:pt x="17482" y="241627"/>
                  </a:lnTo>
                  <a:lnTo>
                    <a:pt x="19919" y="246337"/>
                  </a:lnTo>
                  <a:lnTo>
                    <a:pt x="22504" y="250967"/>
                  </a:lnTo>
                  <a:lnTo>
                    <a:pt x="25234" y="255512"/>
                  </a:lnTo>
                  <a:lnTo>
                    <a:pt x="28108" y="259969"/>
                  </a:lnTo>
                  <a:lnTo>
                    <a:pt x="31121" y="264332"/>
                  </a:lnTo>
                  <a:lnTo>
                    <a:pt x="34271" y="268598"/>
                  </a:lnTo>
                  <a:lnTo>
                    <a:pt x="37555" y="272761"/>
                  </a:lnTo>
                  <a:lnTo>
                    <a:pt x="40970" y="276818"/>
                  </a:lnTo>
                  <a:lnTo>
                    <a:pt x="44511" y="280765"/>
                  </a:lnTo>
                  <a:lnTo>
                    <a:pt x="48175" y="284598"/>
                  </a:lnTo>
                  <a:lnTo>
                    <a:pt x="51960" y="288312"/>
                  </a:lnTo>
                  <a:lnTo>
                    <a:pt x="55860" y="291905"/>
                  </a:lnTo>
                  <a:lnTo>
                    <a:pt x="59872" y="295372"/>
                  </a:lnTo>
                  <a:lnTo>
                    <a:pt x="63992" y="298710"/>
                  </a:lnTo>
                  <a:lnTo>
                    <a:pt x="68216" y="301915"/>
                  </a:lnTo>
                  <a:lnTo>
                    <a:pt x="72540" y="304985"/>
                  </a:lnTo>
                  <a:lnTo>
                    <a:pt x="76959" y="307917"/>
                  </a:lnTo>
                  <a:lnTo>
                    <a:pt x="81468" y="310706"/>
                  </a:lnTo>
                  <a:lnTo>
                    <a:pt x="86064" y="313352"/>
                  </a:lnTo>
                  <a:lnTo>
                    <a:pt x="90741" y="315850"/>
                  </a:lnTo>
                  <a:lnTo>
                    <a:pt x="95495" y="318199"/>
                  </a:lnTo>
                  <a:lnTo>
                    <a:pt x="100322" y="320395"/>
                  </a:lnTo>
                  <a:lnTo>
                    <a:pt x="105215" y="322438"/>
                  </a:lnTo>
                  <a:lnTo>
                    <a:pt x="110171" y="324324"/>
                  </a:lnTo>
                  <a:lnTo>
                    <a:pt x="115184" y="326052"/>
                  </a:lnTo>
                  <a:lnTo>
                    <a:pt x="120250" y="327620"/>
                  </a:lnTo>
                  <a:lnTo>
                    <a:pt x="125362" y="329027"/>
                  </a:lnTo>
                  <a:lnTo>
                    <a:pt x="130517" y="330271"/>
                  </a:lnTo>
                  <a:lnTo>
                    <a:pt x="135708" y="331351"/>
                  </a:lnTo>
                  <a:lnTo>
                    <a:pt x="140932" y="332266"/>
                  </a:lnTo>
                  <a:lnTo>
                    <a:pt x="146181" y="333014"/>
                  </a:lnTo>
                  <a:lnTo>
                    <a:pt x="151452" y="333596"/>
                  </a:lnTo>
                  <a:lnTo>
                    <a:pt x="156738" y="334010"/>
                  </a:lnTo>
                  <a:lnTo>
                    <a:pt x="162035" y="334256"/>
                  </a:lnTo>
                  <a:lnTo>
                    <a:pt x="167337" y="334334"/>
                  </a:lnTo>
                  <a:lnTo>
                    <a:pt x="172639" y="334244"/>
                  </a:lnTo>
                  <a:lnTo>
                    <a:pt x="177936" y="333986"/>
                  </a:lnTo>
                  <a:lnTo>
                    <a:pt x="183221" y="333560"/>
                  </a:lnTo>
                  <a:lnTo>
                    <a:pt x="188490" y="332967"/>
                  </a:lnTo>
                  <a:lnTo>
                    <a:pt x="193738" y="332206"/>
                  </a:lnTo>
                  <a:lnTo>
                    <a:pt x="198959" y="331280"/>
                  </a:lnTo>
                  <a:lnTo>
                    <a:pt x="204149" y="330189"/>
                  </a:lnTo>
                  <a:lnTo>
                    <a:pt x="209300" y="328933"/>
                  </a:lnTo>
                  <a:lnTo>
                    <a:pt x="214410" y="327515"/>
                  </a:lnTo>
                  <a:lnTo>
                    <a:pt x="219472" y="325935"/>
                  </a:lnTo>
                  <a:lnTo>
                    <a:pt x="224481" y="324196"/>
                  </a:lnTo>
                  <a:lnTo>
                    <a:pt x="229433" y="322299"/>
                  </a:lnTo>
                  <a:lnTo>
                    <a:pt x="234322" y="320245"/>
                  </a:lnTo>
                  <a:lnTo>
                    <a:pt x="239143" y="318038"/>
                  </a:lnTo>
                  <a:lnTo>
                    <a:pt x="243892" y="315678"/>
                  </a:lnTo>
                  <a:lnTo>
                    <a:pt x="248563" y="313170"/>
                  </a:lnTo>
                  <a:lnTo>
                    <a:pt x="253153" y="310514"/>
                  </a:lnTo>
                  <a:lnTo>
                    <a:pt x="257656" y="307714"/>
                  </a:lnTo>
                  <a:lnTo>
                    <a:pt x="262069" y="304773"/>
                  </a:lnTo>
                  <a:lnTo>
                    <a:pt x="266385" y="301693"/>
                  </a:lnTo>
                  <a:lnTo>
                    <a:pt x="270602" y="298478"/>
                  </a:lnTo>
                  <a:lnTo>
                    <a:pt x="274715" y="295131"/>
                  </a:lnTo>
                  <a:lnTo>
                    <a:pt x="278719" y="291655"/>
                  </a:lnTo>
                  <a:lnTo>
                    <a:pt x="282611" y="288054"/>
                  </a:lnTo>
                  <a:lnTo>
                    <a:pt x="286387" y="284331"/>
                  </a:lnTo>
                  <a:lnTo>
                    <a:pt x="290044" y="280490"/>
                  </a:lnTo>
                  <a:lnTo>
                    <a:pt x="293576" y="276535"/>
                  </a:lnTo>
                  <a:lnTo>
                    <a:pt x="296981" y="272471"/>
                  </a:lnTo>
                  <a:lnTo>
                    <a:pt x="300256" y="268300"/>
                  </a:lnTo>
                  <a:lnTo>
                    <a:pt x="303396" y="264027"/>
                  </a:lnTo>
                  <a:lnTo>
                    <a:pt x="306400" y="259657"/>
                  </a:lnTo>
                  <a:lnTo>
                    <a:pt x="309263" y="255194"/>
                  </a:lnTo>
                  <a:lnTo>
                    <a:pt x="311984" y="250643"/>
                  </a:lnTo>
                  <a:lnTo>
                    <a:pt x="314558" y="246007"/>
                  </a:lnTo>
                  <a:lnTo>
                    <a:pt x="316985" y="241292"/>
                  </a:lnTo>
                  <a:lnTo>
                    <a:pt x="319260" y="236502"/>
                  </a:lnTo>
                  <a:lnTo>
                    <a:pt x="321383" y="231643"/>
                  </a:lnTo>
                  <a:lnTo>
                    <a:pt x="323350" y="226719"/>
                  </a:lnTo>
                  <a:lnTo>
                    <a:pt x="325161" y="221735"/>
                  </a:lnTo>
                  <a:lnTo>
                    <a:pt x="326812" y="216696"/>
                  </a:lnTo>
                  <a:lnTo>
                    <a:pt x="328302" y="211607"/>
                  </a:lnTo>
                  <a:lnTo>
                    <a:pt x="329631" y="206473"/>
                  </a:lnTo>
                  <a:lnTo>
                    <a:pt x="330796" y="201300"/>
                  </a:lnTo>
                  <a:lnTo>
                    <a:pt x="331796" y="196093"/>
                  </a:lnTo>
                  <a:lnTo>
                    <a:pt x="332631" y="190856"/>
                  </a:lnTo>
                  <a:lnTo>
                    <a:pt x="333299" y="185596"/>
                  </a:lnTo>
                  <a:lnTo>
                    <a:pt x="333800" y="180317"/>
                  </a:lnTo>
                  <a:lnTo>
                    <a:pt x="334133" y="175025"/>
                  </a:lnTo>
                  <a:lnTo>
                    <a:pt x="334298" y="169725"/>
                  </a:lnTo>
                  <a:lnTo>
                    <a:pt x="334295" y="164422"/>
                  </a:lnTo>
                  <a:lnTo>
                    <a:pt x="334124" y="159122"/>
                  </a:lnTo>
                  <a:lnTo>
                    <a:pt x="333785" y="153830"/>
                  </a:lnTo>
                  <a:lnTo>
                    <a:pt x="333278" y="148552"/>
                  </a:lnTo>
                  <a:lnTo>
                    <a:pt x="332604" y="143292"/>
                  </a:lnTo>
                  <a:lnTo>
                    <a:pt x="331763" y="138057"/>
                  </a:lnTo>
                  <a:lnTo>
                    <a:pt x="330757" y="132850"/>
                  </a:lnTo>
                  <a:lnTo>
                    <a:pt x="329587" y="127679"/>
                  </a:lnTo>
                  <a:lnTo>
                    <a:pt x="328252" y="122546"/>
                  </a:lnTo>
                  <a:lnTo>
                    <a:pt x="326756" y="117459"/>
                  </a:lnTo>
                  <a:lnTo>
                    <a:pt x="325099" y="112422"/>
                  </a:lnTo>
                  <a:lnTo>
                    <a:pt x="323284" y="107440"/>
                  </a:lnTo>
                  <a:lnTo>
                    <a:pt x="321311" y="102518"/>
                  </a:lnTo>
                  <a:lnTo>
                    <a:pt x="319183" y="97661"/>
                  </a:lnTo>
                  <a:lnTo>
                    <a:pt x="316902" y="92874"/>
                  </a:lnTo>
                  <a:lnTo>
                    <a:pt x="314470" y="88162"/>
                  </a:lnTo>
                  <a:lnTo>
                    <a:pt x="311890" y="83529"/>
                  </a:lnTo>
                  <a:lnTo>
                    <a:pt x="309165" y="78981"/>
                  </a:lnTo>
                  <a:lnTo>
                    <a:pt x="306296" y="74521"/>
                  </a:lnTo>
                  <a:lnTo>
                    <a:pt x="303288" y="70154"/>
                  </a:lnTo>
                  <a:lnTo>
                    <a:pt x="300142" y="65885"/>
                  </a:lnTo>
                  <a:lnTo>
                    <a:pt x="296863" y="61718"/>
                  </a:lnTo>
                  <a:lnTo>
                    <a:pt x="293453" y="57657"/>
                  </a:lnTo>
                  <a:lnTo>
                    <a:pt x="289917" y="53706"/>
                  </a:lnTo>
                  <a:lnTo>
                    <a:pt x="286256" y="49870"/>
                  </a:lnTo>
                  <a:lnTo>
                    <a:pt x="282476" y="46151"/>
                  </a:lnTo>
                  <a:lnTo>
                    <a:pt x="278580" y="42554"/>
                  </a:lnTo>
                  <a:lnTo>
                    <a:pt x="274571" y="39083"/>
                  </a:lnTo>
                  <a:lnTo>
                    <a:pt x="270455" y="35740"/>
                  </a:lnTo>
                  <a:lnTo>
                    <a:pt x="266235" y="32530"/>
                  </a:lnTo>
                  <a:lnTo>
                    <a:pt x="261914" y="29455"/>
                  </a:lnTo>
                  <a:lnTo>
                    <a:pt x="257499" y="26518"/>
                  </a:lnTo>
                  <a:lnTo>
                    <a:pt x="252993" y="23724"/>
                  </a:lnTo>
                  <a:lnTo>
                    <a:pt x="248400" y="21073"/>
                  </a:lnTo>
                  <a:lnTo>
                    <a:pt x="243725" y="18570"/>
                  </a:lnTo>
                  <a:lnTo>
                    <a:pt x="238974" y="16216"/>
                  </a:lnTo>
                  <a:lnTo>
                    <a:pt x="234150" y="14014"/>
                  </a:lnTo>
                  <a:lnTo>
                    <a:pt x="229259" y="11966"/>
                  </a:lnTo>
                  <a:lnTo>
                    <a:pt x="224305" y="10074"/>
                  </a:lnTo>
                  <a:lnTo>
                    <a:pt x="219294" y="8340"/>
                  </a:lnTo>
                  <a:lnTo>
                    <a:pt x="214230" y="6766"/>
                  </a:lnTo>
                  <a:lnTo>
                    <a:pt x="209119" y="5354"/>
                  </a:lnTo>
                  <a:lnTo>
                    <a:pt x="203966" y="4104"/>
                  </a:lnTo>
                  <a:lnTo>
                    <a:pt x="198776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63628" y="5018213"/>
              <a:ext cx="157410" cy="167167"/>
            </a:xfrm>
            <a:custGeom>
              <a:avLst/>
              <a:pathLst>
                <a:path w="157410" h="167167">
                  <a:moveTo>
                    <a:pt x="157410" y="0"/>
                  </a:moveTo>
                  <a:lnTo>
                    <a:pt x="152011" y="87"/>
                  </a:lnTo>
                  <a:lnTo>
                    <a:pt x="146618" y="348"/>
                  </a:lnTo>
                  <a:lnTo>
                    <a:pt x="141236" y="784"/>
                  </a:lnTo>
                  <a:lnTo>
                    <a:pt x="135871" y="1393"/>
                  </a:lnTo>
                  <a:lnTo>
                    <a:pt x="130529" y="2175"/>
                  </a:lnTo>
                  <a:lnTo>
                    <a:pt x="125214" y="3129"/>
                  </a:lnTo>
                  <a:lnTo>
                    <a:pt x="119933" y="4255"/>
                  </a:lnTo>
                  <a:lnTo>
                    <a:pt x="114691" y="5550"/>
                  </a:lnTo>
                  <a:lnTo>
                    <a:pt x="109494" y="7014"/>
                  </a:lnTo>
                  <a:lnTo>
                    <a:pt x="104347" y="8645"/>
                  </a:lnTo>
                  <a:lnTo>
                    <a:pt x="99255" y="10441"/>
                  </a:lnTo>
                  <a:lnTo>
                    <a:pt x="94224" y="12401"/>
                  </a:lnTo>
                  <a:lnTo>
                    <a:pt x="89258" y="14523"/>
                  </a:lnTo>
                  <a:lnTo>
                    <a:pt x="84364" y="16803"/>
                  </a:lnTo>
                  <a:lnTo>
                    <a:pt x="79546" y="19241"/>
                  </a:lnTo>
                  <a:lnTo>
                    <a:pt x="74809" y="21833"/>
                  </a:lnTo>
                  <a:lnTo>
                    <a:pt x="70159" y="24576"/>
                  </a:lnTo>
                  <a:lnTo>
                    <a:pt x="65599" y="27468"/>
                  </a:lnTo>
                  <a:lnTo>
                    <a:pt x="61135" y="30506"/>
                  </a:lnTo>
                  <a:lnTo>
                    <a:pt x="56772" y="33687"/>
                  </a:lnTo>
                  <a:lnTo>
                    <a:pt x="52514" y="37007"/>
                  </a:lnTo>
                  <a:lnTo>
                    <a:pt x="48365" y="40462"/>
                  </a:lnTo>
                  <a:lnTo>
                    <a:pt x="44330" y="44050"/>
                  </a:lnTo>
                  <a:lnTo>
                    <a:pt x="40412" y="47766"/>
                  </a:lnTo>
                  <a:lnTo>
                    <a:pt x="36617" y="51607"/>
                  </a:lnTo>
                  <a:lnTo>
                    <a:pt x="32948" y="55568"/>
                  </a:lnTo>
                  <a:lnTo>
                    <a:pt x="29409" y="59646"/>
                  </a:lnTo>
                  <a:lnTo>
                    <a:pt x="26003" y="63836"/>
                  </a:lnTo>
                  <a:lnTo>
                    <a:pt x="22735" y="68134"/>
                  </a:lnTo>
                  <a:lnTo>
                    <a:pt x="19607" y="72535"/>
                  </a:lnTo>
                  <a:lnTo>
                    <a:pt x="16622" y="77035"/>
                  </a:lnTo>
                  <a:lnTo>
                    <a:pt x="13785" y="81629"/>
                  </a:lnTo>
                  <a:lnTo>
                    <a:pt x="11097" y="86312"/>
                  </a:lnTo>
                  <a:lnTo>
                    <a:pt x="8562" y="91079"/>
                  </a:lnTo>
                  <a:lnTo>
                    <a:pt x="6183" y="95926"/>
                  </a:lnTo>
                  <a:lnTo>
                    <a:pt x="3961" y="100847"/>
                  </a:lnTo>
                  <a:lnTo>
                    <a:pt x="1899" y="105838"/>
                  </a:lnTo>
                  <a:lnTo>
                    <a:pt x="0" y="110892"/>
                  </a:lnTo>
                  <a:lnTo>
                    <a:pt x="15741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63628" y="5129106"/>
              <a:ext cx="157410" cy="56274"/>
            </a:xfrm>
            <a:custGeom>
              <a:avLst/>
              <a:pathLst>
                <a:path w="157410" h="56274">
                  <a:moveTo>
                    <a:pt x="0" y="0"/>
                  </a:moveTo>
                  <a:lnTo>
                    <a:pt x="157410" y="56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63628" y="5129106"/>
              <a:ext cx="157410" cy="56274"/>
            </a:xfrm>
            <a:custGeom>
              <a:avLst/>
              <a:pathLst>
                <a:path w="157410" h="56274">
                  <a:moveTo>
                    <a:pt x="0" y="0"/>
                  </a:moveTo>
                  <a:lnTo>
                    <a:pt x="157410" y="562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63628" y="5129106"/>
              <a:ext cx="157410" cy="56274"/>
            </a:xfrm>
            <a:custGeom>
              <a:avLst/>
              <a:pathLst>
                <a:path w="157410" h="56274">
                  <a:moveTo>
                    <a:pt x="0" y="0"/>
                  </a:moveTo>
                  <a:lnTo>
                    <a:pt x="157410" y="562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54427" y="5129106"/>
              <a:ext cx="166611" cy="56274"/>
            </a:xfrm>
            <a:custGeom>
              <a:avLst/>
              <a:pathLst>
                <a:path w="166611" h="56274">
                  <a:moveTo>
                    <a:pt x="9201" y="0"/>
                  </a:moveTo>
                  <a:lnTo>
                    <a:pt x="7207" y="5925"/>
                  </a:lnTo>
                  <a:lnTo>
                    <a:pt x="5436" y="11920"/>
                  </a:lnTo>
                  <a:lnTo>
                    <a:pt x="3890" y="17978"/>
                  </a:lnTo>
                  <a:lnTo>
                    <a:pt x="2572" y="24089"/>
                  </a:lnTo>
                  <a:lnTo>
                    <a:pt x="1483" y="30245"/>
                  </a:lnTo>
                  <a:lnTo>
                    <a:pt x="625" y="36438"/>
                  </a:lnTo>
                  <a:lnTo>
                    <a:pt x="0" y="42658"/>
                  </a:lnTo>
                  <a:lnTo>
                    <a:pt x="166611" y="562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53887" y="5018213"/>
              <a:ext cx="334300" cy="334334"/>
            </a:xfrm>
            <a:custGeom>
              <a:avLst/>
              <a:pathLst>
                <a:path w="334300" h="334334">
                  <a:moveTo>
                    <a:pt x="539" y="153551"/>
                  </a:moveTo>
                  <a:lnTo>
                    <a:pt x="191" y="158846"/>
                  </a:lnTo>
                  <a:lnTo>
                    <a:pt x="11" y="164150"/>
                  </a:lnTo>
                  <a:lnTo>
                    <a:pt x="0" y="169457"/>
                  </a:lnTo>
                  <a:lnTo>
                    <a:pt x="156" y="174762"/>
                  </a:lnTo>
                  <a:lnTo>
                    <a:pt x="482" y="180059"/>
                  </a:lnTo>
                  <a:lnTo>
                    <a:pt x="975" y="185343"/>
                  </a:lnTo>
                  <a:lnTo>
                    <a:pt x="1636" y="190608"/>
                  </a:lnTo>
                  <a:lnTo>
                    <a:pt x="2463" y="195851"/>
                  </a:lnTo>
                  <a:lnTo>
                    <a:pt x="3457" y="201064"/>
                  </a:lnTo>
                  <a:lnTo>
                    <a:pt x="4615" y="206243"/>
                  </a:lnTo>
                  <a:lnTo>
                    <a:pt x="5937" y="211382"/>
                  </a:lnTo>
                  <a:lnTo>
                    <a:pt x="7422" y="216477"/>
                  </a:lnTo>
                  <a:lnTo>
                    <a:pt x="9068" y="221523"/>
                  </a:lnTo>
                  <a:lnTo>
                    <a:pt x="10873" y="226513"/>
                  </a:lnTo>
                  <a:lnTo>
                    <a:pt x="12835" y="231444"/>
                  </a:lnTo>
                  <a:lnTo>
                    <a:pt x="14953" y="236310"/>
                  </a:lnTo>
                  <a:lnTo>
                    <a:pt x="17225" y="241106"/>
                  </a:lnTo>
                  <a:lnTo>
                    <a:pt x="19647" y="245828"/>
                  </a:lnTo>
                  <a:lnTo>
                    <a:pt x="22219" y="250471"/>
                  </a:lnTo>
                  <a:lnTo>
                    <a:pt x="24936" y="255029"/>
                  </a:lnTo>
                  <a:lnTo>
                    <a:pt x="27797" y="259499"/>
                  </a:lnTo>
                  <a:lnTo>
                    <a:pt x="30798" y="263876"/>
                  </a:lnTo>
                  <a:lnTo>
                    <a:pt x="33936" y="268156"/>
                  </a:lnTo>
                  <a:lnTo>
                    <a:pt x="37209" y="272333"/>
                  </a:lnTo>
                  <a:lnTo>
                    <a:pt x="40613" y="276405"/>
                  </a:lnTo>
                  <a:lnTo>
                    <a:pt x="44144" y="280367"/>
                  </a:lnTo>
                  <a:lnTo>
                    <a:pt x="47799" y="284214"/>
                  </a:lnTo>
                  <a:lnTo>
                    <a:pt x="51575" y="287944"/>
                  </a:lnTo>
                  <a:lnTo>
                    <a:pt x="55467" y="291552"/>
                  </a:lnTo>
                  <a:lnTo>
                    <a:pt x="59471" y="295034"/>
                  </a:lnTo>
                  <a:lnTo>
                    <a:pt x="63584" y="298388"/>
                  </a:lnTo>
                  <a:lnTo>
                    <a:pt x="67802" y="301609"/>
                  </a:lnTo>
                  <a:lnTo>
                    <a:pt x="72120" y="304695"/>
                  </a:lnTo>
                  <a:lnTo>
                    <a:pt x="76533" y="307642"/>
                  </a:lnTo>
                  <a:lnTo>
                    <a:pt x="81038" y="310448"/>
                  </a:lnTo>
                  <a:lnTo>
                    <a:pt x="85629" y="313109"/>
                  </a:lnTo>
                  <a:lnTo>
                    <a:pt x="90303" y="315623"/>
                  </a:lnTo>
                  <a:lnTo>
                    <a:pt x="95054" y="317988"/>
                  </a:lnTo>
                  <a:lnTo>
                    <a:pt x="99878" y="320200"/>
                  </a:lnTo>
                  <a:lnTo>
                    <a:pt x="104769" y="322259"/>
                  </a:lnTo>
                  <a:lnTo>
                    <a:pt x="109724" y="324161"/>
                  </a:lnTo>
                  <a:lnTo>
                    <a:pt x="114736" y="325904"/>
                  </a:lnTo>
                  <a:lnTo>
                    <a:pt x="119801" y="327488"/>
                  </a:lnTo>
                  <a:lnTo>
                    <a:pt x="124914" y="328910"/>
                  </a:lnTo>
                  <a:lnTo>
                    <a:pt x="130069" y="330170"/>
                  </a:lnTo>
                  <a:lnTo>
                    <a:pt x="135262" y="331265"/>
                  </a:lnTo>
                  <a:lnTo>
                    <a:pt x="140487" y="332194"/>
                  </a:lnTo>
                  <a:lnTo>
                    <a:pt x="145739" y="332957"/>
                  </a:lnTo>
                  <a:lnTo>
                    <a:pt x="151012" y="333554"/>
                  </a:lnTo>
                  <a:lnTo>
                    <a:pt x="156302" y="333982"/>
                  </a:lnTo>
                  <a:lnTo>
                    <a:pt x="161603" y="334242"/>
                  </a:lnTo>
                  <a:lnTo>
                    <a:pt x="166909" y="334334"/>
                  </a:lnTo>
                  <a:lnTo>
                    <a:pt x="172215" y="334258"/>
                  </a:lnTo>
                  <a:lnTo>
                    <a:pt x="177517" y="334013"/>
                  </a:lnTo>
                  <a:lnTo>
                    <a:pt x="182808" y="333600"/>
                  </a:lnTo>
                  <a:lnTo>
                    <a:pt x="188083" y="333019"/>
                  </a:lnTo>
                  <a:lnTo>
                    <a:pt x="193337" y="332271"/>
                  </a:lnTo>
                  <a:lnTo>
                    <a:pt x="198564" y="331356"/>
                  </a:lnTo>
                  <a:lnTo>
                    <a:pt x="203760" y="330277"/>
                  </a:lnTo>
                  <a:lnTo>
                    <a:pt x="208919" y="329032"/>
                  </a:lnTo>
                  <a:lnTo>
                    <a:pt x="214036" y="327625"/>
                  </a:lnTo>
                  <a:lnTo>
                    <a:pt x="219106" y="326056"/>
                  </a:lnTo>
                  <a:lnTo>
                    <a:pt x="224123" y="324326"/>
                  </a:lnTo>
                  <a:lnTo>
                    <a:pt x="229083" y="322439"/>
                  </a:lnTo>
                  <a:lnTo>
                    <a:pt x="233981" y="320395"/>
                  </a:lnTo>
                  <a:lnTo>
                    <a:pt x="238811" y="318196"/>
                  </a:lnTo>
                  <a:lnTo>
                    <a:pt x="243569" y="315845"/>
                  </a:lnTo>
                  <a:lnTo>
                    <a:pt x="248250" y="313345"/>
                  </a:lnTo>
                  <a:lnTo>
                    <a:pt x="252849" y="310697"/>
                  </a:lnTo>
                  <a:lnTo>
                    <a:pt x="257362" y="307904"/>
                  </a:lnTo>
                  <a:lnTo>
                    <a:pt x="261784" y="304970"/>
                  </a:lnTo>
                  <a:lnTo>
                    <a:pt x="266110" y="301896"/>
                  </a:lnTo>
                  <a:lnTo>
                    <a:pt x="270337" y="298687"/>
                  </a:lnTo>
                  <a:lnTo>
                    <a:pt x="274460" y="295346"/>
                  </a:lnTo>
                  <a:lnTo>
                    <a:pt x="278475" y="291875"/>
                  </a:lnTo>
                  <a:lnTo>
                    <a:pt x="282377" y="288278"/>
                  </a:lnTo>
                  <a:lnTo>
                    <a:pt x="286163" y="284560"/>
                  </a:lnTo>
                  <a:lnTo>
                    <a:pt x="289830" y="280723"/>
                  </a:lnTo>
                  <a:lnTo>
                    <a:pt x="293373" y="276771"/>
                  </a:lnTo>
                  <a:lnTo>
                    <a:pt x="296788" y="272710"/>
                  </a:lnTo>
                  <a:lnTo>
                    <a:pt x="300073" y="268541"/>
                  </a:lnTo>
                  <a:lnTo>
                    <a:pt x="303224" y="264271"/>
                  </a:lnTo>
                  <a:lnTo>
                    <a:pt x="306238" y="259903"/>
                  </a:lnTo>
                  <a:lnTo>
                    <a:pt x="309111" y="255441"/>
                  </a:lnTo>
                  <a:lnTo>
                    <a:pt x="311842" y="250891"/>
                  </a:lnTo>
                  <a:lnTo>
                    <a:pt x="314426" y="246255"/>
                  </a:lnTo>
                  <a:lnTo>
                    <a:pt x="316863" y="241541"/>
                  </a:lnTo>
                  <a:lnTo>
                    <a:pt x="319148" y="236751"/>
                  </a:lnTo>
                  <a:lnTo>
                    <a:pt x="321280" y="231891"/>
                  </a:lnTo>
                  <a:lnTo>
                    <a:pt x="323257" y="226966"/>
                  </a:lnTo>
                  <a:lnTo>
                    <a:pt x="325077" y="221981"/>
                  </a:lnTo>
                  <a:lnTo>
                    <a:pt x="326737" y="216940"/>
                  </a:lnTo>
                  <a:lnTo>
                    <a:pt x="328236" y="211850"/>
                  </a:lnTo>
                  <a:lnTo>
                    <a:pt x="329574" y="206714"/>
                  </a:lnTo>
                  <a:lnTo>
                    <a:pt x="330747" y="201538"/>
                  </a:lnTo>
                  <a:lnTo>
                    <a:pt x="331756" y="196328"/>
                  </a:lnTo>
                  <a:lnTo>
                    <a:pt x="332598" y="191088"/>
                  </a:lnTo>
                  <a:lnTo>
                    <a:pt x="333274" y="185824"/>
                  </a:lnTo>
                  <a:lnTo>
                    <a:pt x="333783" y="180542"/>
                  </a:lnTo>
                  <a:lnTo>
                    <a:pt x="334123" y="175246"/>
                  </a:lnTo>
                  <a:lnTo>
                    <a:pt x="334296" y="169942"/>
                  </a:lnTo>
                  <a:lnTo>
                    <a:pt x="334300" y="164635"/>
                  </a:lnTo>
                  <a:lnTo>
                    <a:pt x="334135" y="159330"/>
                  </a:lnTo>
                  <a:lnTo>
                    <a:pt x="333802" y="154034"/>
                  </a:lnTo>
                  <a:lnTo>
                    <a:pt x="333301" y="148750"/>
                  </a:lnTo>
                  <a:lnTo>
                    <a:pt x="332633" y="143486"/>
                  </a:lnTo>
                  <a:lnTo>
                    <a:pt x="331798" y="138245"/>
                  </a:lnTo>
                  <a:lnTo>
                    <a:pt x="330797" y="133033"/>
                  </a:lnTo>
                  <a:lnTo>
                    <a:pt x="329631" y="127856"/>
                  </a:lnTo>
                  <a:lnTo>
                    <a:pt x="328301" y="122718"/>
                  </a:lnTo>
                  <a:lnTo>
                    <a:pt x="326809" y="117625"/>
                  </a:lnTo>
                  <a:lnTo>
                    <a:pt x="325156" y="112582"/>
                  </a:lnTo>
                  <a:lnTo>
                    <a:pt x="323344" y="107594"/>
                  </a:lnTo>
                  <a:lnTo>
                    <a:pt x="321374" y="102666"/>
                  </a:lnTo>
                  <a:lnTo>
                    <a:pt x="319249" y="97803"/>
                  </a:lnTo>
                  <a:lnTo>
                    <a:pt x="316970" y="93010"/>
                  </a:lnTo>
                  <a:lnTo>
                    <a:pt x="314541" y="88292"/>
                  </a:lnTo>
                  <a:lnTo>
                    <a:pt x="311963" y="83653"/>
                  </a:lnTo>
                  <a:lnTo>
                    <a:pt x="309239" y="79099"/>
                  </a:lnTo>
                  <a:lnTo>
                    <a:pt x="306372" y="74633"/>
                  </a:lnTo>
                  <a:lnTo>
                    <a:pt x="303364" y="70260"/>
                  </a:lnTo>
                  <a:lnTo>
                    <a:pt x="300220" y="65985"/>
                  </a:lnTo>
                  <a:lnTo>
                    <a:pt x="296941" y="61812"/>
                  </a:lnTo>
                  <a:lnTo>
                    <a:pt x="293531" y="57746"/>
                  </a:lnTo>
                  <a:lnTo>
                    <a:pt x="289994" y="53789"/>
                  </a:lnTo>
                  <a:lnTo>
                    <a:pt x="286333" y="49947"/>
                  </a:lnTo>
                  <a:lnTo>
                    <a:pt x="282553" y="46223"/>
                  </a:lnTo>
                  <a:lnTo>
                    <a:pt x="278655" y="42621"/>
                  </a:lnTo>
                  <a:lnTo>
                    <a:pt x="274646" y="39144"/>
                  </a:lnTo>
                  <a:lnTo>
                    <a:pt x="270528" y="35796"/>
                  </a:lnTo>
                  <a:lnTo>
                    <a:pt x="266306" y="32581"/>
                  </a:lnTo>
                  <a:lnTo>
                    <a:pt x="261984" y="29501"/>
                  </a:lnTo>
                  <a:lnTo>
                    <a:pt x="257566" y="26561"/>
                  </a:lnTo>
                  <a:lnTo>
                    <a:pt x="253057" y="23761"/>
                  </a:lnTo>
                  <a:lnTo>
                    <a:pt x="248462" y="21107"/>
                  </a:lnTo>
                  <a:lnTo>
                    <a:pt x="243784" y="18599"/>
                  </a:lnTo>
                  <a:lnTo>
                    <a:pt x="239030" y="16242"/>
                  </a:lnTo>
                  <a:lnTo>
                    <a:pt x="234203" y="14036"/>
                  </a:lnTo>
                  <a:lnTo>
                    <a:pt x="229308" y="11985"/>
                  </a:lnTo>
                  <a:lnTo>
                    <a:pt x="224351" y="10090"/>
                  </a:lnTo>
                  <a:lnTo>
                    <a:pt x="219336" y="8354"/>
                  </a:lnTo>
                  <a:lnTo>
                    <a:pt x="214269" y="6777"/>
                  </a:lnTo>
                  <a:lnTo>
                    <a:pt x="209154" y="5362"/>
                  </a:lnTo>
                  <a:lnTo>
                    <a:pt x="203997" y="4111"/>
                  </a:lnTo>
                  <a:lnTo>
                    <a:pt x="198802" y="3023"/>
                  </a:lnTo>
                  <a:lnTo>
                    <a:pt x="193576" y="2101"/>
                  </a:lnTo>
                  <a:lnTo>
                    <a:pt x="188323" y="1346"/>
                  </a:lnTo>
                  <a:lnTo>
                    <a:pt x="183049" y="757"/>
                  </a:lnTo>
                  <a:lnTo>
                    <a:pt x="177759" y="336"/>
                  </a:lnTo>
                  <a:lnTo>
                    <a:pt x="172458" y="84"/>
                  </a:lnTo>
                  <a:lnTo>
                    <a:pt x="167151" y="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256079" y="4659281"/>
              <a:ext cx="333644" cy="334330"/>
            </a:xfrm>
            <a:custGeom>
              <a:avLst/>
              <a:pathLst>
                <a:path w="333644" h="334330">
                  <a:moveTo>
                    <a:pt x="167155" y="0"/>
                  </a:moveTo>
                  <a:lnTo>
                    <a:pt x="161863" y="83"/>
                  </a:lnTo>
                  <a:lnTo>
                    <a:pt x="156577" y="334"/>
                  </a:lnTo>
                  <a:lnTo>
                    <a:pt x="151301" y="753"/>
                  </a:lnTo>
                  <a:lnTo>
                    <a:pt x="146041" y="1338"/>
                  </a:lnTo>
                  <a:lnTo>
                    <a:pt x="140803" y="2090"/>
                  </a:lnTo>
                  <a:lnTo>
                    <a:pt x="135591" y="3006"/>
                  </a:lnTo>
                  <a:lnTo>
                    <a:pt x="130410" y="4088"/>
                  </a:lnTo>
                  <a:lnTo>
                    <a:pt x="125267" y="5333"/>
                  </a:lnTo>
                  <a:lnTo>
                    <a:pt x="120165" y="6740"/>
                  </a:lnTo>
                  <a:lnTo>
                    <a:pt x="115110" y="8307"/>
                  </a:lnTo>
                  <a:lnTo>
                    <a:pt x="110108" y="10034"/>
                  </a:lnTo>
                  <a:lnTo>
                    <a:pt x="105162" y="11919"/>
                  </a:lnTo>
                  <a:lnTo>
                    <a:pt x="100279" y="13959"/>
                  </a:lnTo>
                  <a:lnTo>
                    <a:pt x="95463" y="16153"/>
                  </a:lnTo>
                  <a:lnTo>
                    <a:pt x="90719" y="18498"/>
                  </a:lnTo>
                  <a:lnTo>
                    <a:pt x="86051" y="20992"/>
                  </a:lnTo>
                  <a:lnTo>
                    <a:pt x="81465" y="23632"/>
                  </a:lnTo>
                  <a:lnTo>
                    <a:pt x="76964" y="26417"/>
                  </a:lnTo>
                  <a:lnTo>
                    <a:pt x="72554" y="29342"/>
                  </a:lnTo>
                  <a:lnTo>
                    <a:pt x="68239" y="32406"/>
                  </a:lnTo>
                  <a:lnTo>
                    <a:pt x="64023" y="35604"/>
                  </a:lnTo>
                  <a:lnTo>
                    <a:pt x="59910" y="38935"/>
                  </a:lnTo>
                  <a:lnTo>
                    <a:pt x="55905" y="42394"/>
                  </a:lnTo>
                  <a:lnTo>
                    <a:pt x="52011" y="45978"/>
                  </a:lnTo>
                  <a:lnTo>
                    <a:pt x="48232" y="49683"/>
                  </a:lnTo>
                  <a:lnTo>
                    <a:pt x="44573" y="53506"/>
                  </a:lnTo>
                  <a:lnTo>
                    <a:pt x="41037" y="57444"/>
                  </a:lnTo>
                  <a:lnTo>
                    <a:pt x="37627" y="61491"/>
                  </a:lnTo>
                  <a:lnTo>
                    <a:pt x="34346" y="65644"/>
                  </a:lnTo>
                  <a:lnTo>
                    <a:pt x="31199" y="69899"/>
                  </a:lnTo>
                  <a:lnTo>
                    <a:pt x="28189" y="74251"/>
                  </a:lnTo>
                  <a:lnTo>
                    <a:pt x="25317" y="78696"/>
                  </a:lnTo>
                  <a:lnTo>
                    <a:pt x="22588" y="83230"/>
                  </a:lnTo>
                  <a:lnTo>
                    <a:pt x="20003" y="87848"/>
                  </a:lnTo>
                  <a:lnTo>
                    <a:pt x="17566" y="92546"/>
                  </a:lnTo>
                  <a:lnTo>
                    <a:pt x="15279" y="97319"/>
                  </a:lnTo>
                  <a:lnTo>
                    <a:pt x="13144" y="102161"/>
                  </a:lnTo>
                  <a:lnTo>
                    <a:pt x="11164" y="107069"/>
                  </a:lnTo>
                  <a:lnTo>
                    <a:pt x="9340" y="112037"/>
                  </a:lnTo>
                  <a:lnTo>
                    <a:pt x="7673" y="117060"/>
                  </a:lnTo>
                  <a:lnTo>
                    <a:pt x="6167" y="122133"/>
                  </a:lnTo>
                  <a:lnTo>
                    <a:pt x="4822" y="127251"/>
                  </a:lnTo>
                  <a:lnTo>
                    <a:pt x="3640" y="132410"/>
                  </a:lnTo>
                  <a:lnTo>
                    <a:pt x="2622" y="137603"/>
                  </a:lnTo>
                  <a:lnTo>
                    <a:pt x="1769" y="142826"/>
                  </a:lnTo>
                  <a:lnTo>
                    <a:pt x="1081" y="148073"/>
                  </a:lnTo>
                  <a:lnTo>
                    <a:pt x="560" y="153340"/>
                  </a:lnTo>
                  <a:lnTo>
                    <a:pt x="206" y="158620"/>
                  </a:lnTo>
                  <a:lnTo>
                    <a:pt x="19" y="163909"/>
                  </a:lnTo>
                  <a:lnTo>
                    <a:pt x="0" y="169201"/>
                  </a:lnTo>
                  <a:lnTo>
                    <a:pt x="148" y="174491"/>
                  </a:lnTo>
                  <a:lnTo>
                    <a:pt x="463" y="179774"/>
                  </a:lnTo>
                  <a:lnTo>
                    <a:pt x="946" y="185044"/>
                  </a:lnTo>
                  <a:lnTo>
                    <a:pt x="1595" y="190297"/>
                  </a:lnTo>
                  <a:lnTo>
                    <a:pt x="2410" y="195526"/>
                  </a:lnTo>
                  <a:lnTo>
                    <a:pt x="3390" y="200726"/>
                  </a:lnTo>
                  <a:lnTo>
                    <a:pt x="4535" y="205893"/>
                  </a:lnTo>
                  <a:lnTo>
                    <a:pt x="5842" y="211021"/>
                  </a:lnTo>
                  <a:lnTo>
                    <a:pt x="7311" y="216106"/>
                  </a:lnTo>
                  <a:lnTo>
                    <a:pt x="8940" y="221141"/>
                  </a:lnTo>
                  <a:lnTo>
                    <a:pt x="10728" y="226122"/>
                  </a:lnTo>
                  <a:lnTo>
                    <a:pt x="12673" y="231044"/>
                  </a:lnTo>
                  <a:lnTo>
                    <a:pt x="14772" y="235902"/>
                  </a:lnTo>
                  <a:lnTo>
                    <a:pt x="17024" y="240691"/>
                  </a:lnTo>
                  <a:lnTo>
                    <a:pt x="19427" y="245406"/>
                  </a:lnTo>
                  <a:lnTo>
                    <a:pt x="21977" y="250043"/>
                  </a:lnTo>
                  <a:lnTo>
                    <a:pt x="24673" y="254597"/>
                  </a:lnTo>
                  <a:lnTo>
                    <a:pt x="27512" y="259063"/>
                  </a:lnTo>
                  <a:lnTo>
                    <a:pt x="30491" y="263438"/>
                  </a:lnTo>
                  <a:lnTo>
                    <a:pt x="33607" y="267715"/>
                  </a:lnTo>
                  <a:lnTo>
                    <a:pt x="36857" y="271892"/>
                  </a:lnTo>
                  <a:lnTo>
                    <a:pt x="40237" y="275964"/>
                  </a:lnTo>
                  <a:lnTo>
                    <a:pt x="43744" y="279927"/>
                  </a:lnTo>
                  <a:lnTo>
                    <a:pt x="47376" y="283777"/>
                  </a:lnTo>
                  <a:lnTo>
                    <a:pt x="51127" y="287510"/>
                  </a:lnTo>
                  <a:lnTo>
                    <a:pt x="54994" y="291123"/>
                  </a:lnTo>
                  <a:lnTo>
                    <a:pt x="58974" y="294611"/>
                  </a:lnTo>
                  <a:lnTo>
                    <a:pt x="63062" y="297971"/>
                  </a:lnTo>
                  <a:lnTo>
                    <a:pt x="67255" y="301201"/>
                  </a:lnTo>
                  <a:lnTo>
                    <a:pt x="71548" y="304296"/>
                  </a:lnTo>
                  <a:lnTo>
                    <a:pt x="75936" y="307253"/>
                  </a:lnTo>
                  <a:lnTo>
                    <a:pt x="80416" y="310071"/>
                  </a:lnTo>
                  <a:lnTo>
                    <a:pt x="84983" y="312745"/>
                  </a:lnTo>
                  <a:lnTo>
                    <a:pt x="89633" y="315273"/>
                  </a:lnTo>
                  <a:lnTo>
                    <a:pt x="94360" y="317652"/>
                  </a:lnTo>
                  <a:lnTo>
                    <a:pt x="99160" y="319881"/>
                  </a:lnTo>
                  <a:lnTo>
                    <a:pt x="104028" y="321957"/>
                  </a:lnTo>
                  <a:lnTo>
                    <a:pt x="108959" y="323878"/>
                  </a:lnTo>
                  <a:lnTo>
                    <a:pt x="113949" y="325641"/>
                  </a:lnTo>
                  <a:lnTo>
                    <a:pt x="118992" y="327246"/>
                  </a:lnTo>
                  <a:lnTo>
                    <a:pt x="124083" y="328690"/>
                  </a:lnTo>
                  <a:lnTo>
                    <a:pt x="129218" y="329973"/>
                  </a:lnTo>
                  <a:lnTo>
                    <a:pt x="134390" y="331092"/>
                  </a:lnTo>
                  <a:lnTo>
                    <a:pt x="139595" y="332047"/>
                  </a:lnTo>
                  <a:lnTo>
                    <a:pt x="144828" y="332837"/>
                  </a:lnTo>
                  <a:lnTo>
                    <a:pt x="150084" y="333460"/>
                  </a:lnTo>
                  <a:lnTo>
                    <a:pt x="155356" y="333917"/>
                  </a:lnTo>
                  <a:lnTo>
                    <a:pt x="160640" y="334207"/>
                  </a:lnTo>
                  <a:lnTo>
                    <a:pt x="165931" y="334330"/>
                  </a:lnTo>
                  <a:lnTo>
                    <a:pt x="171223" y="334285"/>
                  </a:lnTo>
                  <a:lnTo>
                    <a:pt x="176511" y="334072"/>
                  </a:lnTo>
                  <a:lnTo>
                    <a:pt x="181789" y="333693"/>
                  </a:lnTo>
                  <a:lnTo>
                    <a:pt x="187053" y="333146"/>
                  </a:lnTo>
                  <a:lnTo>
                    <a:pt x="192297" y="332433"/>
                  </a:lnTo>
                  <a:lnTo>
                    <a:pt x="197516" y="331554"/>
                  </a:lnTo>
                  <a:lnTo>
                    <a:pt x="202704" y="330511"/>
                  </a:lnTo>
                  <a:lnTo>
                    <a:pt x="207857" y="329304"/>
                  </a:lnTo>
                  <a:lnTo>
                    <a:pt x="212969" y="327934"/>
                  </a:lnTo>
                  <a:lnTo>
                    <a:pt x="218035" y="326403"/>
                  </a:lnTo>
                  <a:lnTo>
                    <a:pt x="223050" y="324713"/>
                  </a:lnTo>
                  <a:lnTo>
                    <a:pt x="228009" y="322864"/>
                  </a:lnTo>
                  <a:lnTo>
                    <a:pt x="232907" y="320860"/>
                  </a:lnTo>
                  <a:lnTo>
                    <a:pt x="237739" y="318702"/>
                  </a:lnTo>
                  <a:lnTo>
                    <a:pt x="242500" y="316392"/>
                  </a:lnTo>
                  <a:lnTo>
                    <a:pt x="247186" y="313932"/>
                  </a:lnTo>
                  <a:lnTo>
                    <a:pt x="251791" y="311325"/>
                  </a:lnTo>
                  <a:lnTo>
                    <a:pt x="256312" y="308574"/>
                  </a:lnTo>
                  <a:lnTo>
                    <a:pt x="260744" y="305681"/>
                  </a:lnTo>
                  <a:lnTo>
                    <a:pt x="265081" y="302649"/>
                  </a:lnTo>
                  <a:lnTo>
                    <a:pt x="269321" y="299481"/>
                  </a:lnTo>
                  <a:lnTo>
                    <a:pt x="273458" y="296181"/>
                  </a:lnTo>
                  <a:lnTo>
                    <a:pt x="277488" y="292751"/>
                  </a:lnTo>
                  <a:lnTo>
                    <a:pt x="281408" y="289196"/>
                  </a:lnTo>
                  <a:lnTo>
                    <a:pt x="285214" y="285518"/>
                  </a:lnTo>
                  <a:lnTo>
                    <a:pt x="288901" y="281722"/>
                  </a:lnTo>
                  <a:lnTo>
                    <a:pt x="292466" y="277810"/>
                  </a:lnTo>
                  <a:lnTo>
                    <a:pt x="295906" y="273788"/>
                  </a:lnTo>
                  <a:lnTo>
                    <a:pt x="299216" y="269660"/>
                  </a:lnTo>
                  <a:lnTo>
                    <a:pt x="302394" y="265428"/>
                  </a:lnTo>
                  <a:lnTo>
                    <a:pt x="305437" y="261098"/>
                  </a:lnTo>
                  <a:lnTo>
                    <a:pt x="308341" y="256674"/>
                  </a:lnTo>
                  <a:lnTo>
                    <a:pt x="311103" y="252160"/>
                  </a:lnTo>
                  <a:lnTo>
                    <a:pt x="313721" y="247560"/>
                  </a:lnTo>
                  <a:lnTo>
                    <a:pt x="316193" y="242881"/>
                  </a:lnTo>
                  <a:lnTo>
                    <a:pt x="318515" y="238125"/>
                  </a:lnTo>
                  <a:lnTo>
                    <a:pt x="320685" y="233298"/>
                  </a:lnTo>
                  <a:lnTo>
                    <a:pt x="322701" y="228405"/>
                  </a:lnTo>
                  <a:lnTo>
                    <a:pt x="324562" y="223451"/>
                  </a:lnTo>
                  <a:lnTo>
                    <a:pt x="326265" y="218440"/>
                  </a:lnTo>
                  <a:lnTo>
                    <a:pt x="327808" y="213378"/>
                  </a:lnTo>
                  <a:lnTo>
                    <a:pt x="329190" y="208270"/>
                  </a:lnTo>
                  <a:lnTo>
                    <a:pt x="330410" y="203120"/>
                  </a:lnTo>
                  <a:lnTo>
                    <a:pt x="331466" y="197934"/>
                  </a:lnTo>
                  <a:lnTo>
                    <a:pt x="332358" y="192718"/>
                  </a:lnTo>
                  <a:lnTo>
                    <a:pt x="333084" y="187475"/>
                  </a:lnTo>
                  <a:lnTo>
                    <a:pt x="333644" y="182213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826449"/>
              <a:ext cx="166488" cy="15046"/>
            </a:xfrm>
            <a:custGeom>
              <a:avLst/>
              <a:pathLst>
                <a:path w="166488" h="15046">
                  <a:moveTo>
                    <a:pt x="166488" y="1504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826449"/>
              <a:ext cx="166488" cy="15046"/>
            </a:xfrm>
            <a:custGeom>
              <a:avLst/>
              <a:pathLst>
                <a:path w="166488" h="15046">
                  <a:moveTo>
                    <a:pt x="166488" y="1504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738554"/>
              <a:ext cx="167156" cy="102940"/>
            </a:xfrm>
            <a:custGeom>
              <a:avLst/>
              <a:pathLst>
                <a:path w="167156" h="102940">
                  <a:moveTo>
                    <a:pt x="166488" y="102940"/>
                  </a:moveTo>
                  <a:lnTo>
                    <a:pt x="166903" y="97292"/>
                  </a:lnTo>
                  <a:lnTo>
                    <a:pt x="167125" y="91632"/>
                  </a:lnTo>
                  <a:lnTo>
                    <a:pt x="167156" y="85968"/>
                  </a:lnTo>
                  <a:lnTo>
                    <a:pt x="166995" y="80307"/>
                  </a:lnTo>
                  <a:lnTo>
                    <a:pt x="166642" y="74654"/>
                  </a:lnTo>
                  <a:lnTo>
                    <a:pt x="166098" y="69017"/>
                  </a:lnTo>
                  <a:lnTo>
                    <a:pt x="165363" y="63401"/>
                  </a:lnTo>
                  <a:lnTo>
                    <a:pt x="164438" y="57813"/>
                  </a:lnTo>
                  <a:lnTo>
                    <a:pt x="163325" y="52260"/>
                  </a:lnTo>
                  <a:lnTo>
                    <a:pt x="162024" y="46747"/>
                  </a:lnTo>
                  <a:lnTo>
                    <a:pt x="160537" y="41282"/>
                  </a:lnTo>
                  <a:lnTo>
                    <a:pt x="158866" y="35870"/>
                  </a:lnTo>
                  <a:lnTo>
                    <a:pt x="157012" y="30518"/>
                  </a:lnTo>
                  <a:lnTo>
                    <a:pt x="154978" y="25232"/>
                  </a:lnTo>
                  <a:lnTo>
                    <a:pt x="152767" y="20018"/>
                  </a:lnTo>
                  <a:lnTo>
                    <a:pt x="150380" y="14882"/>
                  </a:lnTo>
                  <a:lnTo>
                    <a:pt x="147820" y="9830"/>
                  </a:lnTo>
                  <a:lnTo>
                    <a:pt x="145091" y="4867"/>
                  </a:lnTo>
                  <a:lnTo>
                    <a:pt x="142195" y="0"/>
                  </a:lnTo>
                  <a:lnTo>
                    <a:pt x="0" y="878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142195" cy="167167"/>
            </a:xfrm>
            <a:custGeom>
              <a:avLst/>
              <a:pathLst>
                <a:path w="142195" h="167167">
                  <a:moveTo>
                    <a:pt x="142195" y="79272"/>
                  </a:moveTo>
                  <a:lnTo>
                    <a:pt x="139235" y="74655"/>
                  </a:lnTo>
                  <a:lnTo>
                    <a:pt x="136125" y="70137"/>
                  </a:lnTo>
                  <a:lnTo>
                    <a:pt x="132869" y="65723"/>
                  </a:lnTo>
                  <a:lnTo>
                    <a:pt x="129469" y="61419"/>
                  </a:lnTo>
                  <a:lnTo>
                    <a:pt x="125930" y="57229"/>
                  </a:lnTo>
                  <a:lnTo>
                    <a:pt x="122256" y="53157"/>
                  </a:lnTo>
                  <a:lnTo>
                    <a:pt x="118450" y="49207"/>
                  </a:lnTo>
                  <a:lnTo>
                    <a:pt x="114516" y="45385"/>
                  </a:lnTo>
                  <a:lnTo>
                    <a:pt x="110460" y="41694"/>
                  </a:lnTo>
                  <a:lnTo>
                    <a:pt x="106284" y="38138"/>
                  </a:lnTo>
                  <a:lnTo>
                    <a:pt x="101994" y="34720"/>
                  </a:lnTo>
                  <a:lnTo>
                    <a:pt x="97594" y="31446"/>
                  </a:lnTo>
                  <a:lnTo>
                    <a:pt x="93089" y="28317"/>
                  </a:lnTo>
                  <a:lnTo>
                    <a:pt x="88484" y="25338"/>
                  </a:lnTo>
                  <a:lnTo>
                    <a:pt x="83784" y="22512"/>
                  </a:lnTo>
                  <a:lnTo>
                    <a:pt x="78993" y="19841"/>
                  </a:lnTo>
                  <a:lnTo>
                    <a:pt x="74117" y="17329"/>
                  </a:lnTo>
                  <a:lnTo>
                    <a:pt x="69162" y="14978"/>
                  </a:lnTo>
                  <a:lnTo>
                    <a:pt x="64132" y="12791"/>
                  </a:lnTo>
                  <a:lnTo>
                    <a:pt x="59033" y="10770"/>
                  </a:lnTo>
                  <a:lnTo>
                    <a:pt x="53871" y="8918"/>
                  </a:lnTo>
                  <a:lnTo>
                    <a:pt x="48650" y="7236"/>
                  </a:lnTo>
                  <a:lnTo>
                    <a:pt x="43377" y="5726"/>
                  </a:lnTo>
                  <a:lnTo>
                    <a:pt x="38058" y="4389"/>
                  </a:lnTo>
                  <a:lnTo>
                    <a:pt x="32697" y="3229"/>
                  </a:lnTo>
                  <a:lnTo>
                    <a:pt x="27302" y="2244"/>
                  </a:lnTo>
                  <a:lnTo>
                    <a:pt x="21877" y="1437"/>
                  </a:lnTo>
                  <a:lnTo>
                    <a:pt x="16428" y="809"/>
                  </a:lnTo>
                  <a:lnTo>
                    <a:pt x="10962" y="359"/>
                  </a:lnTo>
                  <a:lnTo>
                    <a:pt x="5484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561313" y="4213821"/>
              <a:ext cx="315713" cy="334323"/>
            </a:xfrm>
            <a:custGeom>
              <a:avLst/>
              <a:pathLst>
                <a:path w="315713" h="334323">
                  <a:moveTo>
                    <a:pt x="167158" y="0"/>
                  </a:moveTo>
                  <a:lnTo>
                    <a:pt x="161835" y="84"/>
                  </a:lnTo>
                  <a:lnTo>
                    <a:pt x="156517" y="339"/>
                  </a:lnTo>
                  <a:lnTo>
                    <a:pt x="151210" y="762"/>
                  </a:lnTo>
                  <a:lnTo>
                    <a:pt x="145919" y="1354"/>
                  </a:lnTo>
                  <a:lnTo>
                    <a:pt x="140650" y="2115"/>
                  </a:lnTo>
                  <a:lnTo>
                    <a:pt x="135407" y="3043"/>
                  </a:lnTo>
                  <a:lnTo>
                    <a:pt x="130197" y="4137"/>
                  </a:lnTo>
                  <a:lnTo>
                    <a:pt x="125024" y="5397"/>
                  </a:lnTo>
                  <a:lnTo>
                    <a:pt x="119894" y="6820"/>
                  </a:lnTo>
                  <a:lnTo>
                    <a:pt x="114812" y="8407"/>
                  </a:lnTo>
                  <a:lnTo>
                    <a:pt x="109783" y="10154"/>
                  </a:lnTo>
                  <a:lnTo>
                    <a:pt x="104812" y="12061"/>
                  </a:lnTo>
                  <a:lnTo>
                    <a:pt x="99904" y="14125"/>
                  </a:lnTo>
                  <a:lnTo>
                    <a:pt x="95065" y="16344"/>
                  </a:lnTo>
                  <a:lnTo>
                    <a:pt x="90299" y="18717"/>
                  </a:lnTo>
                  <a:lnTo>
                    <a:pt x="85610" y="21239"/>
                  </a:lnTo>
                  <a:lnTo>
                    <a:pt x="81005" y="23910"/>
                  </a:lnTo>
                  <a:lnTo>
                    <a:pt x="76486" y="26726"/>
                  </a:lnTo>
                  <a:lnTo>
                    <a:pt x="72060" y="29685"/>
                  </a:lnTo>
                  <a:lnTo>
                    <a:pt x="67730" y="32783"/>
                  </a:lnTo>
                  <a:lnTo>
                    <a:pt x="63501" y="36017"/>
                  </a:lnTo>
                  <a:lnTo>
                    <a:pt x="59378" y="39385"/>
                  </a:lnTo>
                  <a:lnTo>
                    <a:pt x="55363" y="42882"/>
                  </a:lnTo>
                  <a:lnTo>
                    <a:pt x="51462" y="46505"/>
                  </a:lnTo>
                  <a:lnTo>
                    <a:pt x="47678" y="50250"/>
                  </a:lnTo>
                  <a:lnTo>
                    <a:pt x="44016" y="54114"/>
                  </a:lnTo>
                  <a:lnTo>
                    <a:pt x="40478" y="58093"/>
                  </a:lnTo>
                  <a:lnTo>
                    <a:pt x="37069" y="62182"/>
                  </a:lnTo>
                  <a:lnTo>
                    <a:pt x="33792" y="66378"/>
                  </a:lnTo>
                  <a:lnTo>
                    <a:pt x="30650" y="70676"/>
                  </a:lnTo>
                  <a:lnTo>
                    <a:pt x="27647" y="75072"/>
                  </a:lnTo>
                  <a:lnTo>
                    <a:pt x="24785" y="79562"/>
                  </a:lnTo>
                  <a:lnTo>
                    <a:pt x="22067" y="84140"/>
                  </a:lnTo>
                  <a:lnTo>
                    <a:pt x="19497" y="88802"/>
                  </a:lnTo>
                  <a:lnTo>
                    <a:pt x="17076" y="93544"/>
                  </a:lnTo>
                  <a:lnTo>
                    <a:pt x="14808" y="98361"/>
                  </a:lnTo>
                  <a:lnTo>
                    <a:pt x="12694" y="103247"/>
                  </a:lnTo>
                  <a:lnTo>
                    <a:pt x="10737" y="108198"/>
                  </a:lnTo>
                  <a:lnTo>
                    <a:pt x="8938" y="113209"/>
                  </a:lnTo>
                  <a:lnTo>
                    <a:pt x="7300" y="118275"/>
                  </a:lnTo>
                  <a:lnTo>
                    <a:pt x="5825" y="123390"/>
                  </a:lnTo>
                  <a:lnTo>
                    <a:pt x="4512" y="128550"/>
                  </a:lnTo>
                  <a:lnTo>
                    <a:pt x="3365" y="133749"/>
                  </a:lnTo>
                  <a:lnTo>
                    <a:pt x="2384" y="138982"/>
                  </a:lnTo>
                  <a:lnTo>
                    <a:pt x="1570" y="144243"/>
                  </a:lnTo>
                  <a:lnTo>
                    <a:pt x="924" y="149528"/>
                  </a:lnTo>
                  <a:lnTo>
                    <a:pt x="447" y="154831"/>
                  </a:lnTo>
                  <a:lnTo>
                    <a:pt x="138" y="160146"/>
                  </a:lnTo>
                  <a:lnTo>
                    <a:pt x="0" y="165468"/>
                  </a:lnTo>
                  <a:lnTo>
                    <a:pt x="30" y="170792"/>
                  </a:lnTo>
                  <a:lnTo>
                    <a:pt x="230" y="176112"/>
                  </a:lnTo>
                  <a:lnTo>
                    <a:pt x="600" y="181423"/>
                  </a:lnTo>
                  <a:lnTo>
                    <a:pt x="1138" y="186720"/>
                  </a:lnTo>
                  <a:lnTo>
                    <a:pt x="1845" y="191997"/>
                  </a:lnTo>
                  <a:lnTo>
                    <a:pt x="2720" y="197248"/>
                  </a:lnTo>
                  <a:lnTo>
                    <a:pt x="3761" y="202469"/>
                  </a:lnTo>
                  <a:lnTo>
                    <a:pt x="4968" y="207655"/>
                  </a:lnTo>
                  <a:lnTo>
                    <a:pt x="6340" y="212799"/>
                  </a:lnTo>
                  <a:lnTo>
                    <a:pt x="7874" y="217897"/>
                  </a:lnTo>
                  <a:lnTo>
                    <a:pt x="9571" y="222944"/>
                  </a:lnTo>
                  <a:lnTo>
                    <a:pt x="11427" y="227934"/>
                  </a:lnTo>
                  <a:lnTo>
                    <a:pt x="13441" y="232862"/>
                  </a:lnTo>
                  <a:lnTo>
                    <a:pt x="15611" y="237724"/>
                  </a:lnTo>
                  <a:lnTo>
                    <a:pt x="17934" y="242514"/>
                  </a:lnTo>
                  <a:lnTo>
                    <a:pt x="20409" y="247228"/>
                  </a:lnTo>
                  <a:lnTo>
                    <a:pt x="23033" y="251860"/>
                  </a:lnTo>
                  <a:lnTo>
                    <a:pt x="25803" y="256407"/>
                  </a:lnTo>
                  <a:lnTo>
                    <a:pt x="28717" y="260863"/>
                  </a:lnTo>
                  <a:lnTo>
                    <a:pt x="31771" y="265224"/>
                  </a:lnTo>
                  <a:lnTo>
                    <a:pt x="34962" y="269485"/>
                  </a:lnTo>
                  <a:lnTo>
                    <a:pt x="38287" y="273643"/>
                  </a:lnTo>
                  <a:lnTo>
                    <a:pt x="41743" y="277693"/>
                  </a:lnTo>
                  <a:lnTo>
                    <a:pt x="45326" y="281631"/>
                  </a:lnTo>
                  <a:lnTo>
                    <a:pt x="49033" y="285452"/>
                  </a:lnTo>
                  <a:lnTo>
                    <a:pt x="52860" y="289154"/>
                  </a:lnTo>
                  <a:lnTo>
                    <a:pt x="56802" y="292732"/>
                  </a:lnTo>
                  <a:lnTo>
                    <a:pt x="60857" y="296182"/>
                  </a:lnTo>
                  <a:lnTo>
                    <a:pt x="65019" y="299502"/>
                  </a:lnTo>
                  <a:lnTo>
                    <a:pt x="69285" y="302687"/>
                  </a:lnTo>
                  <a:lnTo>
                    <a:pt x="73650" y="305735"/>
                  </a:lnTo>
                  <a:lnTo>
                    <a:pt x="78110" y="308643"/>
                  </a:lnTo>
                  <a:lnTo>
                    <a:pt x="82661" y="311407"/>
                  </a:lnTo>
                  <a:lnTo>
                    <a:pt x="87297" y="314024"/>
                  </a:lnTo>
                  <a:lnTo>
                    <a:pt x="92014" y="316493"/>
                  </a:lnTo>
                  <a:lnTo>
                    <a:pt x="96807" y="318810"/>
                  </a:lnTo>
                  <a:lnTo>
                    <a:pt x="101672" y="320973"/>
                  </a:lnTo>
                  <a:lnTo>
                    <a:pt x="106603" y="322981"/>
                  </a:lnTo>
                  <a:lnTo>
                    <a:pt x="111595" y="324830"/>
                  </a:lnTo>
                  <a:lnTo>
                    <a:pt x="116644" y="326520"/>
                  </a:lnTo>
                  <a:lnTo>
                    <a:pt x="121744" y="328047"/>
                  </a:lnTo>
                  <a:lnTo>
                    <a:pt x="126890" y="329412"/>
                  </a:lnTo>
                  <a:lnTo>
                    <a:pt x="132077" y="330612"/>
                  </a:lnTo>
                  <a:lnTo>
                    <a:pt x="137300" y="331646"/>
                  </a:lnTo>
                  <a:lnTo>
                    <a:pt x="142553" y="332514"/>
                  </a:lnTo>
                  <a:lnTo>
                    <a:pt x="147831" y="333213"/>
                  </a:lnTo>
                  <a:lnTo>
                    <a:pt x="153128" y="333745"/>
                  </a:lnTo>
                  <a:lnTo>
                    <a:pt x="158440" y="334107"/>
                  </a:lnTo>
                  <a:lnTo>
                    <a:pt x="163760" y="334300"/>
                  </a:lnTo>
                  <a:lnTo>
                    <a:pt x="169084" y="334323"/>
                  </a:lnTo>
                  <a:lnTo>
                    <a:pt x="174406" y="334177"/>
                  </a:lnTo>
                  <a:lnTo>
                    <a:pt x="179721" y="333862"/>
                  </a:lnTo>
                  <a:lnTo>
                    <a:pt x="185023" y="333377"/>
                  </a:lnTo>
                  <a:lnTo>
                    <a:pt x="190306" y="332724"/>
                  </a:lnTo>
                  <a:lnTo>
                    <a:pt x="195567" y="331903"/>
                  </a:lnTo>
                  <a:lnTo>
                    <a:pt x="200798" y="330915"/>
                  </a:lnTo>
                  <a:lnTo>
                    <a:pt x="205995" y="329760"/>
                  </a:lnTo>
                  <a:lnTo>
                    <a:pt x="211153" y="328441"/>
                  </a:lnTo>
                  <a:lnTo>
                    <a:pt x="216267" y="326958"/>
                  </a:lnTo>
                  <a:lnTo>
                    <a:pt x="221330" y="325314"/>
                  </a:lnTo>
                  <a:lnTo>
                    <a:pt x="226339" y="323508"/>
                  </a:lnTo>
                  <a:lnTo>
                    <a:pt x="231287" y="321544"/>
                  </a:lnTo>
                  <a:lnTo>
                    <a:pt x="236171" y="319424"/>
                  </a:lnTo>
                  <a:lnTo>
                    <a:pt x="240984" y="317149"/>
                  </a:lnTo>
                  <a:lnTo>
                    <a:pt x="245723" y="314722"/>
                  </a:lnTo>
                  <a:lnTo>
                    <a:pt x="250382" y="312145"/>
                  </a:lnTo>
                  <a:lnTo>
                    <a:pt x="254957" y="309422"/>
                  </a:lnTo>
                  <a:lnTo>
                    <a:pt x="259442" y="306554"/>
                  </a:lnTo>
                  <a:lnTo>
                    <a:pt x="263834" y="303544"/>
                  </a:lnTo>
                  <a:lnTo>
                    <a:pt x="268128" y="300397"/>
                  </a:lnTo>
                  <a:lnTo>
                    <a:pt x="272319" y="297114"/>
                  </a:lnTo>
                  <a:lnTo>
                    <a:pt x="276404" y="293699"/>
                  </a:lnTo>
                  <a:lnTo>
                    <a:pt x="280378" y="290156"/>
                  </a:lnTo>
                  <a:lnTo>
                    <a:pt x="284237" y="286488"/>
                  </a:lnTo>
                  <a:lnTo>
                    <a:pt x="287977" y="282699"/>
                  </a:lnTo>
                  <a:lnTo>
                    <a:pt x="291595" y="278793"/>
                  </a:lnTo>
                  <a:lnTo>
                    <a:pt x="295086" y="274774"/>
                  </a:lnTo>
                  <a:lnTo>
                    <a:pt x="298448" y="270646"/>
                  </a:lnTo>
                  <a:lnTo>
                    <a:pt x="301677" y="266413"/>
                  </a:lnTo>
                  <a:lnTo>
                    <a:pt x="304769" y="262079"/>
                  </a:lnTo>
                  <a:lnTo>
                    <a:pt x="307722" y="257648"/>
                  </a:lnTo>
                  <a:lnTo>
                    <a:pt x="310532" y="253126"/>
                  </a:lnTo>
                  <a:lnTo>
                    <a:pt x="313196" y="248517"/>
                  </a:lnTo>
                  <a:lnTo>
                    <a:pt x="315713" y="243825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380988"/>
              <a:ext cx="148554" cy="76658"/>
            </a:xfrm>
            <a:custGeom>
              <a:avLst/>
              <a:pathLst>
                <a:path w="148554" h="76658">
                  <a:moveTo>
                    <a:pt x="148554" y="7665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361661"/>
              <a:ext cx="167156" cy="95986"/>
            </a:xfrm>
            <a:custGeom>
              <a:avLst/>
              <a:pathLst>
                <a:path w="167156" h="95986">
                  <a:moveTo>
                    <a:pt x="148554" y="95986"/>
                  </a:moveTo>
                  <a:lnTo>
                    <a:pt x="151134" y="90765"/>
                  </a:lnTo>
                  <a:lnTo>
                    <a:pt x="153531" y="85457"/>
                  </a:lnTo>
                  <a:lnTo>
                    <a:pt x="155741" y="80069"/>
                  </a:lnTo>
                  <a:lnTo>
                    <a:pt x="157762" y="74607"/>
                  </a:lnTo>
                  <a:lnTo>
                    <a:pt x="159592" y="69079"/>
                  </a:lnTo>
                  <a:lnTo>
                    <a:pt x="161228" y="63490"/>
                  </a:lnTo>
                  <a:lnTo>
                    <a:pt x="162668" y="57847"/>
                  </a:lnTo>
                  <a:lnTo>
                    <a:pt x="163911" y="52157"/>
                  </a:lnTo>
                  <a:lnTo>
                    <a:pt x="164956" y="46428"/>
                  </a:lnTo>
                  <a:lnTo>
                    <a:pt x="165799" y="40666"/>
                  </a:lnTo>
                  <a:lnTo>
                    <a:pt x="166442" y="34878"/>
                  </a:lnTo>
                  <a:lnTo>
                    <a:pt x="166883" y="29071"/>
                  </a:lnTo>
                  <a:lnTo>
                    <a:pt x="167121" y="23252"/>
                  </a:lnTo>
                  <a:lnTo>
                    <a:pt x="167156" y="17428"/>
                  </a:lnTo>
                  <a:lnTo>
                    <a:pt x="166989" y="11607"/>
                  </a:lnTo>
                  <a:lnTo>
                    <a:pt x="166618" y="5795"/>
                  </a:lnTo>
                  <a:lnTo>
                    <a:pt x="166046" y="0"/>
                  </a:lnTo>
                  <a:lnTo>
                    <a:pt x="0" y="193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166046" cy="167167"/>
            </a:xfrm>
            <a:custGeom>
              <a:avLst/>
              <a:pathLst>
                <a:path w="166046" h="167167">
                  <a:moveTo>
                    <a:pt x="166046" y="147839"/>
                  </a:moveTo>
                  <a:lnTo>
                    <a:pt x="165334" y="142482"/>
                  </a:lnTo>
                  <a:lnTo>
                    <a:pt x="164450" y="137150"/>
                  </a:lnTo>
                  <a:lnTo>
                    <a:pt x="163394" y="131850"/>
                  </a:lnTo>
                  <a:lnTo>
                    <a:pt x="162167" y="126586"/>
                  </a:lnTo>
                  <a:lnTo>
                    <a:pt x="160770" y="121365"/>
                  </a:lnTo>
                  <a:lnTo>
                    <a:pt x="159205" y="116192"/>
                  </a:lnTo>
                  <a:lnTo>
                    <a:pt x="157474" y="111072"/>
                  </a:lnTo>
                  <a:lnTo>
                    <a:pt x="155579" y="106011"/>
                  </a:lnTo>
                  <a:lnTo>
                    <a:pt x="153521" y="101014"/>
                  </a:lnTo>
                  <a:lnTo>
                    <a:pt x="151302" y="96086"/>
                  </a:lnTo>
                  <a:lnTo>
                    <a:pt x="148925" y="91232"/>
                  </a:lnTo>
                  <a:lnTo>
                    <a:pt x="146393" y="86457"/>
                  </a:lnTo>
                  <a:lnTo>
                    <a:pt x="143707" y="81767"/>
                  </a:lnTo>
                  <a:lnTo>
                    <a:pt x="140871" y="77166"/>
                  </a:lnTo>
                  <a:lnTo>
                    <a:pt x="137888" y="72660"/>
                  </a:lnTo>
                  <a:lnTo>
                    <a:pt x="134761" y="68252"/>
                  </a:lnTo>
                  <a:lnTo>
                    <a:pt x="131493" y="63947"/>
                  </a:lnTo>
                  <a:lnTo>
                    <a:pt x="128088" y="59750"/>
                  </a:lnTo>
                  <a:lnTo>
                    <a:pt x="124549" y="55666"/>
                  </a:lnTo>
                  <a:lnTo>
                    <a:pt x="120879" y="51698"/>
                  </a:lnTo>
                  <a:lnTo>
                    <a:pt x="117083" y="47851"/>
                  </a:lnTo>
                  <a:lnTo>
                    <a:pt x="113165" y="44128"/>
                  </a:lnTo>
                  <a:lnTo>
                    <a:pt x="109129" y="40535"/>
                  </a:lnTo>
                  <a:lnTo>
                    <a:pt x="104978" y="37073"/>
                  </a:lnTo>
                  <a:lnTo>
                    <a:pt x="100718" y="33747"/>
                  </a:lnTo>
                  <a:lnTo>
                    <a:pt x="96352" y="30561"/>
                  </a:lnTo>
                  <a:lnTo>
                    <a:pt x="91886" y="27518"/>
                  </a:lnTo>
                  <a:lnTo>
                    <a:pt x="87324" y="24621"/>
                  </a:lnTo>
                  <a:lnTo>
                    <a:pt x="82670" y="21872"/>
                  </a:lnTo>
                  <a:lnTo>
                    <a:pt x="77930" y="19276"/>
                  </a:lnTo>
                  <a:lnTo>
                    <a:pt x="73109" y="16834"/>
                  </a:lnTo>
                  <a:lnTo>
                    <a:pt x="68211" y="14549"/>
                  </a:lnTo>
                  <a:lnTo>
                    <a:pt x="63242" y="12424"/>
                  </a:lnTo>
                  <a:lnTo>
                    <a:pt x="58207" y="10461"/>
                  </a:lnTo>
                  <a:lnTo>
                    <a:pt x="53111" y="8661"/>
                  </a:lnTo>
                  <a:lnTo>
                    <a:pt x="47959" y="7027"/>
                  </a:lnTo>
                  <a:lnTo>
                    <a:pt x="42757" y="5560"/>
                  </a:lnTo>
                  <a:lnTo>
                    <a:pt x="37511" y="4262"/>
                  </a:lnTo>
                  <a:lnTo>
                    <a:pt x="32225" y="3135"/>
                  </a:lnTo>
                  <a:lnTo>
                    <a:pt x="26906" y="2179"/>
                  </a:lnTo>
                  <a:lnTo>
                    <a:pt x="21558" y="1396"/>
                  </a:lnTo>
                  <a:lnTo>
                    <a:pt x="16188" y="785"/>
                  </a:lnTo>
                  <a:lnTo>
                    <a:pt x="10802" y="349"/>
                  </a:lnTo>
                  <a:lnTo>
                    <a:pt x="5403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751846" y="3707720"/>
              <a:ext cx="186492" cy="334323"/>
            </a:xfrm>
            <a:custGeom>
              <a:avLst/>
              <a:pathLst>
                <a:path w="186492" h="334323">
                  <a:moveTo>
                    <a:pt x="167164" y="0"/>
                  </a:moveTo>
                  <a:lnTo>
                    <a:pt x="161826" y="85"/>
                  </a:lnTo>
                  <a:lnTo>
                    <a:pt x="156494" y="340"/>
                  </a:lnTo>
                  <a:lnTo>
                    <a:pt x="151173" y="766"/>
                  </a:lnTo>
                  <a:lnTo>
                    <a:pt x="145867" y="1362"/>
                  </a:lnTo>
                  <a:lnTo>
                    <a:pt x="140584" y="2126"/>
                  </a:lnTo>
                  <a:lnTo>
                    <a:pt x="135328" y="3059"/>
                  </a:lnTo>
                  <a:lnTo>
                    <a:pt x="130104" y="4159"/>
                  </a:lnTo>
                  <a:lnTo>
                    <a:pt x="124918" y="5426"/>
                  </a:lnTo>
                  <a:lnTo>
                    <a:pt x="119775" y="6857"/>
                  </a:lnTo>
                  <a:lnTo>
                    <a:pt x="114680" y="8452"/>
                  </a:lnTo>
                  <a:lnTo>
                    <a:pt x="109639" y="10209"/>
                  </a:lnTo>
                  <a:lnTo>
                    <a:pt x="104657" y="12126"/>
                  </a:lnTo>
                  <a:lnTo>
                    <a:pt x="99738" y="14201"/>
                  </a:lnTo>
                  <a:lnTo>
                    <a:pt x="94888" y="16432"/>
                  </a:lnTo>
                  <a:lnTo>
                    <a:pt x="90112" y="18816"/>
                  </a:lnTo>
                  <a:lnTo>
                    <a:pt x="85414" y="21352"/>
                  </a:lnTo>
                  <a:lnTo>
                    <a:pt x="80800" y="24037"/>
                  </a:lnTo>
                  <a:lnTo>
                    <a:pt x="76274" y="26867"/>
                  </a:lnTo>
                  <a:lnTo>
                    <a:pt x="71840" y="29841"/>
                  </a:lnTo>
                  <a:lnTo>
                    <a:pt x="67504" y="32955"/>
                  </a:lnTo>
                  <a:lnTo>
                    <a:pt x="63269" y="36206"/>
                  </a:lnTo>
                  <a:lnTo>
                    <a:pt x="59141" y="39590"/>
                  </a:lnTo>
                  <a:lnTo>
                    <a:pt x="55122" y="43104"/>
                  </a:lnTo>
                  <a:lnTo>
                    <a:pt x="51218" y="46745"/>
                  </a:lnTo>
                  <a:lnTo>
                    <a:pt x="47432" y="50509"/>
                  </a:lnTo>
                  <a:lnTo>
                    <a:pt x="43768" y="54391"/>
                  </a:lnTo>
                  <a:lnTo>
                    <a:pt x="40230" y="58389"/>
                  </a:lnTo>
                  <a:lnTo>
                    <a:pt x="36821" y="62497"/>
                  </a:lnTo>
                  <a:lnTo>
                    <a:pt x="33546" y="66713"/>
                  </a:lnTo>
                  <a:lnTo>
                    <a:pt x="30406" y="71030"/>
                  </a:lnTo>
                  <a:lnTo>
                    <a:pt x="27406" y="75446"/>
                  </a:lnTo>
                  <a:lnTo>
                    <a:pt x="24549" y="79955"/>
                  </a:lnTo>
                  <a:lnTo>
                    <a:pt x="21837" y="84554"/>
                  </a:lnTo>
                  <a:lnTo>
                    <a:pt x="19273" y="89236"/>
                  </a:lnTo>
                  <a:lnTo>
                    <a:pt x="16860" y="93998"/>
                  </a:lnTo>
                  <a:lnTo>
                    <a:pt x="14600" y="98835"/>
                  </a:lnTo>
                  <a:lnTo>
                    <a:pt x="12496" y="103741"/>
                  </a:lnTo>
                  <a:lnTo>
                    <a:pt x="10550" y="108712"/>
                  </a:lnTo>
                  <a:lnTo>
                    <a:pt x="8763" y="113743"/>
                  </a:lnTo>
                  <a:lnTo>
                    <a:pt x="7138" y="118828"/>
                  </a:lnTo>
                  <a:lnTo>
                    <a:pt x="5676" y="123962"/>
                  </a:lnTo>
                  <a:lnTo>
                    <a:pt x="4379" y="129140"/>
                  </a:lnTo>
                  <a:lnTo>
                    <a:pt x="3248" y="134358"/>
                  </a:lnTo>
                  <a:lnTo>
                    <a:pt x="2284" y="139608"/>
                  </a:lnTo>
                  <a:lnTo>
                    <a:pt x="1488" y="144887"/>
                  </a:lnTo>
                  <a:lnTo>
                    <a:pt x="861" y="150189"/>
                  </a:lnTo>
                  <a:lnTo>
                    <a:pt x="404" y="155507"/>
                  </a:lnTo>
                  <a:lnTo>
                    <a:pt x="116" y="160838"/>
                  </a:lnTo>
                  <a:lnTo>
                    <a:pt x="0" y="166175"/>
                  </a:lnTo>
                  <a:lnTo>
                    <a:pt x="53" y="171513"/>
                  </a:lnTo>
                  <a:lnTo>
                    <a:pt x="277" y="176847"/>
                  </a:lnTo>
                  <a:lnTo>
                    <a:pt x="671" y="182171"/>
                  </a:lnTo>
                  <a:lnTo>
                    <a:pt x="1235" y="187479"/>
                  </a:lnTo>
                  <a:lnTo>
                    <a:pt x="1968" y="192767"/>
                  </a:lnTo>
                  <a:lnTo>
                    <a:pt x="2870" y="198029"/>
                  </a:lnTo>
                  <a:lnTo>
                    <a:pt x="3939" y="203259"/>
                  </a:lnTo>
                  <a:lnTo>
                    <a:pt x="5175" y="208453"/>
                  </a:lnTo>
                  <a:lnTo>
                    <a:pt x="6576" y="213604"/>
                  </a:lnTo>
                  <a:lnTo>
                    <a:pt x="8141" y="218708"/>
                  </a:lnTo>
                  <a:lnTo>
                    <a:pt x="9867" y="223760"/>
                  </a:lnTo>
                  <a:lnTo>
                    <a:pt x="11755" y="228753"/>
                  </a:lnTo>
                  <a:lnTo>
                    <a:pt x="13800" y="233684"/>
                  </a:lnTo>
                  <a:lnTo>
                    <a:pt x="16002" y="238547"/>
                  </a:lnTo>
                  <a:lnTo>
                    <a:pt x="18359" y="243338"/>
                  </a:lnTo>
                  <a:lnTo>
                    <a:pt x="20867" y="248050"/>
                  </a:lnTo>
                  <a:lnTo>
                    <a:pt x="23524" y="252680"/>
                  </a:lnTo>
                  <a:lnTo>
                    <a:pt x="26328" y="257223"/>
                  </a:lnTo>
                  <a:lnTo>
                    <a:pt x="29275" y="261674"/>
                  </a:lnTo>
                  <a:lnTo>
                    <a:pt x="32363" y="266029"/>
                  </a:lnTo>
                  <a:lnTo>
                    <a:pt x="35589" y="270283"/>
                  </a:lnTo>
                  <a:lnTo>
                    <a:pt x="38948" y="274431"/>
                  </a:lnTo>
                  <a:lnTo>
                    <a:pt x="42439" y="278471"/>
                  </a:lnTo>
                  <a:lnTo>
                    <a:pt x="46056" y="282397"/>
                  </a:lnTo>
                  <a:lnTo>
                    <a:pt x="49797" y="286205"/>
                  </a:lnTo>
                  <a:lnTo>
                    <a:pt x="53658" y="289892"/>
                  </a:lnTo>
                  <a:lnTo>
                    <a:pt x="57635" y="293453"/>
                  </a:lnTo>
                  <a:lnTo>
                    <a:pt x="61723" y="296886"/>
                  </a:lnTo>
                  <a:lnTo>
                    <a:pt x="65919" y="300187"/>
                  </a:lnTo>
                  <a:lnTo>
                    <a:pt x="70218" y="303352"/>
                  </a:lnTo>
                  <a:lnTo>
                    <a:pt x="74616" y="306378"/>
                  </a:lnTo>
                  <a:lnTo>
                    <a:pt x="79108" y="309262"/>
                  </a:lnTo>
                  <a:lnTo>
                    <a:pt x="83690" y="312001"/>
                  </a:lnTo>
                  <a:lnTo>
                    <a:pt x="88357" y="314593"/>
                  </a:lnTo>
                  <a:lnTo>
                    <a:pt x="93105" y="317034"/>
                  </a:lnTo>
                  <a:lnTo>
                    <a:pt x="97928" y="319322"/>
                  </a:lnTo>
                  <a:lnTo>
                    <a:pt x="102822" y="321456"/>
                  </a:lnTo>
                  <a:lnTo>
                    <a:pt x="107781" y="323431"/>
                  </a:lnTo>
                  <a:lnTo>
                    <a:pt x="112801" y="325248"/>
                  </a:lnTo>
                  <a:lnTo>
                    <a:pt x="117876" y="326903"/>
                  </a:lnTo>
                  <a:lnTo>
                    <a:pt x="123002" y="328395"/>
                  </a:lnTo>
                  <a:lnTo>
                    <a:pt x="128172" y="329723"/>
                  </a:lnTo>
                  <a:lnTo>
                    <a:pt x="133383" y="330886"/>
                  </a:lnTo>
                  <a:lnTo>
                    <a:pt x="138628" y="331881"/>
                  </a:lnTo>
                  <a:lnTo>
                    <a:pt x="143902" y="332708"/>
                  </a:lnTo>
                  <a:lnTo>
                    <a:pt x="149199" y="333366"/>
                  </a:lnTo>
                  <a:lnTo>
                    <a:pt x="154515" y="333855"/>
                  </a:lnTo>
                  <a:lnTo>
                    <a:pt x="159844" y="334174"/>
                  </a:lnTo>
                  <a:lnTo>
                    <a:pt x="165181" y="334323"/>
                  </a:lnTo>
                  <a:lnTo>
                    <a:pt x="170519" y="334301"/>
                  </a:lnTo>
                  <a:lnTo>
                    <a:pt x="175854" y="334108"/>
                  </a:lnTo>
                  <a:lnTo>
                    <a:pt x="181180" y="333746"/>
                  </a:lnTo>
                  <a:lnTo>
                    <a:pt x="186492" y="33321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8336"/>
              <a:ext cx="167148" cy="332598"/>
            </a:xfrm>
            <a:custGeom>
              <a:avLst/>
              <a:pathLst>
                <a:path w="167148" h="332598">
                  <a:moveTo>
                    <a:pt x="19327" y="332598"/>
                  </a:moveTo>
                  <a:lnTo>
                    <a:pt x="24623" y="331896"/>
                  </a:lnTo>
                  <a:lnTo>
                    <a:pt x="29893" y="331024"/>
                  </a:lnTo>
                  <a:lnTo>
                    <a:pt x="35132" y="329985"/>
                  </a:lnTo>
                  <a:lnTo>
                    <a:pt x="40336" y="328779"/>
                  </a:lnTo>
                  <a:lnTo>
                    <a:pt x="45499" y="327408"/>
                  </a:lnTo>
                  <a:lnTo>
                    <a:pt x="50615" y="325872"/>
                  </a:lnTo>
                  <a:lnTo>
                    <a:pt x="55679" y="324174"/>
                  </a:lnTo>
                  <a:lnTo>
                    <a:pt x="60687" y="322314"/>
                  </a:lnTo>
                  <a:lnTo>
                    <a:pt x="65632" y="320296"/>
                  </a:lnTo>
                  <a:lnTo>
                    <a:pt x="70511" y="318120"/>
                  </a:lnTo>
                  <a:lnTo>
                    <a:pt x="75317" y="315790"/>
                  </a:lnTo>
                  <a:lnTo>
                    <a:pt x="80047" y="313308"/>
                  </a:lnTo>
                  <a:lnTo>
                    <a:pt x="84695" y="310675"/>
                  </a:lnTo>
                  <a:lnTo>
                    <a:pt x="89257" y="307896"/>
                  </a:lnTo>
                  <a:lnTo>
                    <a:pt x="93727" y="304972"/>
                  </a:lnTo>
                  <a:lnTo>
                    <a:pt x="98102" y="301906"/>
                  </a:lnTo>
                  <a:lnTo>
                    <a:pt x="102376" y="298703"/>
                  </a:lnTo>
                  <a:lnTo>
                    <a:pt x="106546" y="295365"/>
                  </a:lnTo>
                  <a:lnTo>
                    <a:pt x="110607" y="291895"/>
                  </a:lnTo>
                  <a:lnTo>
                    <a:pt x="114555" y="288297"/>
                  </a:lnTo>
                  <a:lnTo>
                    <a:pt x="118387" y="284575"/>
                  </a:lnTo>
                  <a:lnTo>
                    <a:pt x="122097" y="280732"/>
                  </a:lnTo>
                  <a:lnTo>
                    <a:pt x="125683" y="276773"/>
                  </a:lnTo>
                  <a:lnTo>
                    <a:pt x="129140" y="272701"/>
                  </a:lnTo>
                  <a:lnTo>
                    <a:pt x="132466" y="268521"/>
                  </a:lnTo>
                  <a:lnTo>
                    <a:pt x="135656" y="264236"/>
                  </a:lnTo>
                  <a:lnTo>
                    <a:pt x="138708" y="259852"/>
                  </a:lnTo>
                  <a:lnTo>
                    <a:pt x="141618" y="255373"/>
                  </a:lnTo>
                  <a:lnTo>
                    <a:pt x="144383" y="250803"/>
                  </a:lnTo>
                  <a:lnTo>
                    <a:pt x="147001" y="246147"/>
                  </a:lnTo>
                  <a:lnTo>
                    <a:pt x="149469" y="241410"/>
                  </a:lnTo>
                  <a:lnTo>
                    <a:pt x="151785" y="236596"/>
                  </a:lnTo>
                  <a:lnTo>
                    <a:pt x="153945" y="231711"/>
                  </a:lnTo>
                  <a:lnTo>
                    <a:pt x="155948" y="226759"/>
                  </a:lnTo>
                  <a:lnTo>
                    <a:pt x="157792" y="221746"/>
                  </a:lnTo>
                  <a:lnTo>
                    <a:pt x="159475" y="216676"/>
                  </a:lnTo>
                  <a:lnTo>
                    <a:pt x="160995" y="211555"/>
                  </a:lnTo>
                  <a:lnTo>
                    <a:pt x="162351" y="206388"/>
                  </a:lnTo>
                  <a:lnTo>
                    <a:pt x="163541" y="201181"/>
                  </a:lnTo>
                  <a:lnTo>
                    <a:pt x="164564" y="195938"/>
                  </a:lnTo>
                  <a:lnTo>
                    <a:pt x="165419" y="190665"/>
                  </a:lnTo>
                  <a:lnTo>
                    <a:pt x="166105" y="185368"/>
                  </a:lnTo>
                  <a:lnTo>
                    <a:pt x="166621" y="180051"/>
                  </a:lnTo>
                  <a:lnTo>
                    <a:pt x="166967" y="174721"/>
                  </a:lnTo>
                  <a:lnTo>
                    <a:pt x="167143" y="169382"/>
                  </a:lnTo>
                  <a:lnTo>
                    <a:pt x="167148" y="164041"/>
                  </a:lnTo>
                  <a:lnTo>
                    <a:pt x="166983" y="158701"/>
                  </a:lnTo>
                  <a:lnTo>
                    <a:pt x="166646" y="153370"/>
                  </a:lnTo>
                  <a:lnTo>
                    <a:pt x="166140" y="148053"/>
                  </a:lnTo>
                  <a:lnTo>
                    <a:pt x="165464" y="142754"/>
                  </a:lnTo>
                  <a:lnTo>
                    <a:pt x="164620" y="137480"/>
                  </a:lnTo>
                  <a:lnTo>
                    <a:pt x="163607" y="132235"/>
                  </a:lnTo>
                  <a:lnTo>
                    <a:pt x="162427" y="127025"/>
                  </a:lnTo>
                  <a:lnTo>
                    <a:pt x="161081" y="121856"/>
                  </a:lnTo>
                  <a:lnTo>
                    <a:pt x="159571" y="116732"/>
                  </a:lnTo>
                  <a:lnTo>
                    <a:pt x="157898" y="111659"/>
                  </a:lnTo>
                  <a:lnTo>
                    <a:pt x="156063" y="106643"/>
                  </a:lnTo>
                  <a:lnTo>
                    <a:pt x="154069" y="101687"/>
                  </a:lnTo>
                  <a:lnTo>
                    <a:pt x="151918" y="96798"/>
                  </a:lnTo>
                  <a:lnTo>
                    <a:pt x="149612" y="91979"/>
                  </a:lnTo>
                  <a:lnTo>
                    <a:pt x="147153" y="87237"/>
                  </a:lnTo>
                  <a:lnTo>
                    <a:pt x="144544" y="82576"/>
                  </a:lnTo>
                  <a:lnTo>
                    <a:pt x="141787" y="78001"/>
                  </a:lnTo>
                  <a:lnTo>
                    <a:pt x="138886" y="73516"/>
                  </a:lnTo>
                  <a:lnTo>
                    <a:pt x="135842" y="69126"/>
                  </a:lnTo>
                  <a:lnTo>
                    <a:pt x="132660" y="64836"/>
                  </a:lnTo>
                  <a:lnTo>
                    <a:pt x="129343" y="60649"/>
                  </a:lnTo>
                  <a:lnTo>
                    <a:pt x="125893" y="56571"/>
                  </a:lnTo>
                  <a:lnTo>
                    <a:pt x="122315" y="52605"/>
                  </a:lnTo>
                  <a:lnTo>
                    <a:pt x="118612" y="48755"/>
                  </a:lnTo>
                  <a:lnTo>
                    <a:pt x="114788" y="45026"/>
                  </a:lnTo>
                  <a:lnTo>
                    <a:pt x="110847" y="41420"/>
                  </a:lnTo>
                  <a:lnTo>
                    <a:pt x="106792" y="37942"/>
                  </a:lnTo>
                  <a:lnTo>
                    <a:pt x="102629" y="34596"/>
                  </a:lnTo>
                  <a:lnTo>
                    <a:pt x="98360" y="31384"/>
                  </a:lnTo>
                  <a:lnTo>
                    <a:pt x="93991" y="28311"/>
                  </a:lnTo>
                  <a:lnTo>
                    <a:pt x="89527" y="25378"/>
                  </a:lnTo>
                  <a:lnTo>
                    <a:pt x="84971" y="22590"/>
                  </a:lnTo>
                  <a:lnTo>
                    <a:pt x="80328" y="19949"/>
                  </a:lnTo>
                  <a:lnTo>
                    <a:pt x="75603" y="17457"/>
                  </a:lnTo>
                  <a:lnTo>
                    <a:pt x="70801" y="15118"/>
                  </a:lnTo>
                  <a:lnTo>
                    <a:pt x="65926" y="12933"/>
                  </a:lnTo>
                  <a:lnTo>
                    <a:pt x="60984" y="10905"/>
                  </a:lnTo>
                  <a:lnTo>
                    <a:pt x="55980" y="9036"/>
                  </a:lnTo>
                  <a:lnTo>
                    <a:pt x="50919" y="7328"/>
                  </a:lnTo>
                  <a:lnTo>
                    <a:pt x="45806" y="5782"/>
                  </a:lnTo>
                  <a:lnTo>
                    <a:pt x="40646" y="4401"/>
                  </a:lnTo>
                  <a:lnTo>
                    <a:pt x="35445" y="3185"/>
                  </a:lnTo>
                  <a:lnTo>
                    <a:pt x="30207" y="2136"/>
                  </a:lnTo>
                  <a:lnTo>
                    <a:pt x="24939" y="1255"/>
                  </a:lnTo>
                  <a:lnTo>
                    <a:pt x="19645" y="542"/>
                  </a:lnTo>
                  <a:lnTo>
                    <a:pt x="14331" y="0"/>
                  </a:lnTo>
                  <a:lnTo>
                    <a:pt x="0" y="1665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14331" cy="167167"/>
            </a:xfrm>
            <a:custGeom>
              <a:avLst/>
              <a:pathLst>
                <a:path w="14331" h="167167">
                  <a:moveTo>
                    <a:pt x="14331" y="61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tx815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2025-06-05T19:39:08Z</dcterms:modified>
  <cp:category/>
</cp:coreProperties>
</file>