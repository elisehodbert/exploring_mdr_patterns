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3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3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140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02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7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4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202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6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182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40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161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0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3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4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30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50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50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60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4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75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93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36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98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40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10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38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11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41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111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52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114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52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1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52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4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2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42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36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213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0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43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50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52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23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52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43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52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2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43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0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6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94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35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222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3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39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238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242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3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43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43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3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43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44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24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2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140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2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12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7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76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335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46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83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198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3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98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46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222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43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3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3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238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48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42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4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3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43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45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36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44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45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5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22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32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5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146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32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38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40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16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39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98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55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222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5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5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38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60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242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6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43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63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58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44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63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76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65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40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202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65332" y="2501569"/>
              <a:ext cx="138723" cy="1184847"/>
            </a:xfrm>
            <a:custGeom>
              <a:avLst/>
              <a:pathLst>
                <a:path w="138723" h="1184847">
                  <a:moveTo>
                    <a:pt x="0" y="0"/>
                  </a:moveTo>
                  <a:lnTo>
                    <a:pt x="138723" y="1184847"/>
                  </a:lnTo>
                </a:path>
              </a:pathLst>
            </a:custGeom>
            <a:ln w="140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40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5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101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40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182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4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161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98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816631" y="3170884"/>
              <a:ext cx="334311" cy="333840"/>
            </a:xfrm>
            <a:custGeom>
              <a:avLst/>
              <a:pathLst>
                <a:path w="334311" h="333840">
                  <a:moveTo>
                    <a:pt x="129798" y="3733"/>
                  </a:moveTo>
                  <a:lnTo>
                    <a:pt x="124661" y="4996"/>
                  </a:lnTo>
                  <a:lnTo>
                    <a:pt x="119567" y="6422"/>
                  </a:lnTo>
                  <a:lnTo>
                    <a:pt x="114520" y="8007"/>
                  </a:lnTo>
                  <a:lnTo>
                    <a:pt x="109526" y="9752"/>
                  </a:lnTo>
                  <a:lnTo>
                    <a:pt x="104590" y="11654"/>
                  </a:lnTo>
                  <a:lnTo>
                    <a:pt x="99716" y="13711"/>
                  </a:lnTo>
                  <a:lnTo>
                    <a:pt x="94910" y="15921"/>
                  </a:lnTo>
                  <a:lnTo>
                    <a:pt x="90176" y="18282"/>
                  </a:lnTo>
                  <a:lnTo>
                    <a:pt x="85519" y="20792"/>
                  </a:lnTo>
                  <a:lnTo>
                    <a:pt x="80944" y="23448"/>
                  </a:lnTo>
                  <a:lnTo>
                    <a:pt x="76456" y="26247"/>
                  </a:lnTo>
                  <a:lnTo>
                    <a:pt x="72058" y="29187"/>
                  </a:lnTo>
                  <a:lnTo>
                    <a:pt x="67755" y="32264"/>
                  </a:lnTo>
                  <a:lnTo>
                    <a:pt x="63552" y="35476"/>
                  </a:lnTo>
                  <a:lnTo>
                    <a:pt x="59453" y="38820"/>
                  </a:lnTo>
                  <a:lnTo>
                    <a:pt x="55461" y="42292"/>
                  </a:lnTo>
                  <a:lnTo>
                    <a:pt x="51582" y="45888"/>
                  </a:lnTo>
                  <a:lnTo>
                    <a:pt x="47818" y="49605"/>
                  </a:lnTo>
                  <a:lnTo>
                    <a:pt x="44173" y="53439"/>
                  </a:lnTo>
                  <a:lnTo>
                    <a:pt x="40652" y="57387"/>
                  </a:lnTo>
                  <a:lnTo>
                    <a:pt x="37257" y="61444"/>
                  </a:lnTo>
                  <a:lnTo>
                    <a:pt x="33993" y="65606"/>
                  </a:lnTo>
                  <a:lnTo>
                    <a:pt x="30862" y="69870"/>
                  </a:lnTo>
                  <a:lnTo>
                    <a:pt x="27867" y="74231"/>
                  </a:lnTo>
                  <a:lnTo>
                    <a:pt x="25012" y="78684"/>
                  </a:lnTo>
                  <a:lnTo>
                    <a:pt x="22299" y="83225"/>
                  </a:lnTo>
                  <a:lnTo>
                    <a:pt x="19731" y="87850"/>
                  </a:lnTo>
                  <a:lnTo>
                    <a:pt x="17311" y="92554"/>
                  </a:lnTo>
                  <a:lnTo>
                    <a:pt x="15040" y="97332"/>
                  </a:lnTo>
                  <a:lnTo>
                    <a:pt x="12922" y="102179"/>
                  </a:lnTo>
                  <a:lnTo>
                    <a:pt x="10959" y="107092"/>
                  </a:lnTo>
                  <a:lnTo>
                    <a:pt x="9152" y="112063"/>
                  </a:lnTo>
                  <a:lnTo>
                    <a:pt x="7503" y="117090"/>
                  </a:lnTo>
                  <a:lnTo>
                    <a:pt x="6014" y="122166"/>
                  </a:lnTo>
                  <a:lnTo>
                    <a:pt x="4687" y="127287"/>
                  </a:lnTo>
                  <a:lnTo>
                    <a:pt x="3522" y="132447"/>
                  </a:lnTo>
                  <a:lnTo>
                    <a:pt x="2521" y="137641"/>
                  </a:lnTo>
                  <a:lnTo>
                    <a:pt x="1684" y="142864"/>
                  </a:lnTo>
                  <a:lnTo>
                    <a:pt x="1014" y="148112"/>
                  </a:lnTo>
                  <a:lnTo>
                    <a:pt x="510" y="153378"/>
                  </a:lnTo>
                  <a:lnTo>
                    <a:pt x="172" y="158657"/>
                  </a:lnTo>
                  <a:lnTo>
                    <a:pt x="2" y="163944"/>
                  </a:lnTo>
                  <a:lnTo>
                    <a:pt x="0" y="169234"/>
                  </a:lnTo>
                  <a:lnTo>
                    <a:pt x="164" y="174521"/>
                  </a:lnTo>
                  <a:lnTo>
                    <a:pt x="496" y="179801"/>
                  </a:lnTo>
                  <a:lnTo>
                    <a:pt x="995" y="185067"/>
                  </a:lnTo>
                  <a:lnTo>
                    <a:pt x="1660" y="190315"/>
                  </a:lnTo>
                  <a:lnTo>
                    <a:pt x="2491" y="195540"/>
                  </a:lnTo>
                  <a:lnTo>
                    <a:pt x="3487" y="200735"/>
                  </a:lnTo>
                  <a:lnTo>
                    <a:pt x="4646" y="205896"/>
                  </a:lnTo>
                  <a:lnTo>
                    <a:pt x="5969" y="211018"/>
                  </a:lnTo>
                  <a:lnTo>
                    <a:pt x="7452" y="216096"/>
                  </a:lnTo>
                  <a:lnTo>
                    <a:pt x="9096" y="221124"/>
                  </a:lnTo>
                  <a:lnTo>
                    <a:pt x="10898" y="226098"/>
                  </a:lnTo>
                  <a:lnTo>
                    <a:pt x="12856" y="231012"/>
                  </a:lnTo>
                  <a:lnTo>
                    <a:pt x="14969" y="235861"/>
                  </a:lnTo>
                  <a:lnTo>
                    <a:pt x="17235" y="240642"/>
                  </a:lnTo>
                  <a:lnTo>
                    <a:pt x="19650" y="245348"/>
                  </a:lnTo>
                  <a:lnTo>
                    <a:pt x="22213" y="249976"/>
                  </a:lnTo>
                  <a:lnTo>
                    <a:pt x="24921" y="254520"/>
                  </a:lnTo>
                  <a:lnTo>
                    <a:pt x="27772" y="258976"/>
                  </a:lnTo>
                  <a:lnTo>
                    <a:pt x="30762" y="263340"/>
                  </a:lnTo>
                  <a:lnTo>
                    <a:pt x="33889" y="267607"/>
                  </a:lnTo>
                  <a:lnTo>
                    <a:pt x="37150" y="271772"/>
                  </a:lnTo>
                  <a:lnTo>
                    <a:pt x="40540" y="275833"/>
                  </a:lnTo>
                  <a:lnTo>
                    <a:pt x="44057" y="279784"/>
                  </a:lnTo>
                  <a:lnTo>
                    <a:pt x="47698" y="283622"/>
                  </a:lnTo>
                  <a:lnTo>
                    <a:pt x="51458" y="287343"/>
                  </a:lnTo>
                  <a:lnTo>
                    <a:pt x="55334" y="290943"/>
                  </a:lnTo>
                  <a:lnTo>
                    <a:pt x="59322" y="294419"/>
                  </a:lnTo>
                  <a:lnTo>
                    <a:pt x="63418" y="297767"/>
                  </a:lnTo>
                  <a:lnTo>
                    <a:pt x="67617" y="300983"/>
                  </a:lnTo>
                  <a:lnTo>
                    <a:pt x="71917" y="304065"/>
                  </a:lnTo>
                  <a:lnTo>
                    <a:pt x="76312" y="307009"/>
                  </a:lnTo>
                  <a:lnTo>
                    <a:pt x="80798" y="309813"/>
                  </a:lnTo>
                  <a:lnTo>
                    <a:pt x="85370" y="312474"/>
                  </a:lnTo>
                  <a:lnTo>
                    <a:pt x="90024" y="314988"/>
                  </a:lnTo>
                  <a:lnTo>
                    <a:pt x="94755" y="317354"/>
                  </a:lnTo>
                  <a:lnTo>
                    <a:pt x="99559" y="319569"/>
                  </a:lnTo>
                  <a:lnTo>
                    <a:pt x="104431" y="321631"/>
                  </a:lnTo>
                  <a:lnTo>
                    <a:pt x="109365" y="323538"/>
                  </a:lnTo>
                  <a:lnTo>
                    <a:pt x="114357" y="325288"/>
                  </a:lnTo>
                  <a:lnTo>
                    <a:pt x="119402" y="326879"/>
                  </a:lnTo>
                  <a:lnTo>
                    <a:pt x="124495" y="328309"/>
                  </a:lnTo>
                  <a:lnTo>
                    <a:pt x="129631" y="329578"/>
                  </a:lnTo>
                  <a:lnTo>
                    <a:pt x="134804" y="330683"/>
                  </a:lnTo>
                  <a:lnTo>
                    <a:pt x="140009" y="331625"/>
                  </a:lnTo>
                  <a:lnTo>
                    <a:pt x="145242" y="332401"/>
                  </a:lnTo>
                  <a:lnTo>
                    <a:pt x="150497" y="333011"/>
                  </a:lnTo>
                  <a:lnTo>
                    <a:pt x="155768" y="333454"/>
                  </a:lnTo>
                  <a:lnTo>
                    <a:pt x="161051" y="333731"/>
                  </a:lnTo>
                  <a:lnTo>
                    <a:pt x="166340" y="333840"/>
                  </a:lnTo>
                  <a:lnTo>
                    <a:pt x="171629" y="333782"/>
                  </a:lnTo>
                  <a:lnTo>
                    <a:pt x="176915" y="333557"/>
                  </a:lnTo>
                  <a:lnTo>
                    <a:pt x="182190" y="333164"/>
                  </a:lnTo>
                  <a:lnTo>
                    <a:pt x="187450" y="332605"/>
                  </a:lnTo>
                  <a:lnTo>
                    <a:pt x="192690" y="331879"/>
                  </a:lnTo>
                  <a:lnTo>
                    <a:pt x="197905" y="330988"/>
                  </a:lnTo>
                  <a:lnTo>
                    <a:pt x="203088" y="329933"/>
                  </a:lnTo>
                  <a:lnTo>
                    <a:pt x="208236" y="328714"/>
                  </a:lnTo>
                  <a:lnTo>
                    <a:pt x="213342" y="327333"/>
                  </a:lnTo>
                  <a:lnTo>
                    <a:pt x="218403" y="325791"/>
                  </a:lnTo>
                  <a:lnTo>
                    <a:pt x="223411" y="324089"/>
                  </a:lnTo>
                  <a:lnTo>
                    <a:pt x="228364" y="322230"/>
                  </a:lnTo>
                  <a:lnTo>
                    <a:pt x="233255" y="320215"/>
                  </a:lnTo>
                  <a:lnTo>
                    <a:pt x="238080" y="318047"/>
                  </a:lnTo>
                  <a:lnTo>
                    <a:pt x="242834" y="315727"/>
                  </a:lnTo>
                  <a:lnTo>
                    <a:pt x="247512" y="313257"/>
                  </a:lnTo>
                  <a:lnTo>
                    <a:pt x="252110" y="310641"/>
                  </a:lnTo>
                  <a:lnTo>
                    <a:pt x="256623" y="307881"/>
                  </a:lnTo>
                  <a:lnTo>
                    <a:pt x="261046" y="304979"/>
                  </a:lnTo>
                  <a:lnTo>
                    <a:pt x="265375" y="301939"/>
                  </a:lnTo>
                  <a:lnTo>
                    <a:pt x="269606" y="298763"/>
                  </a:lnTo>
                  <a:lnTo>
                    <a:pt x="273734" y="295455"/>
                  </a:lnTo>
                  <a:lnTo>
                    <a:pt x="277755" y="292018"/>
                  </a:lnTo>
                  <a:lnTo>
                    <a:pt x="281666" y="288455"/>
                  </a:lnTo>
                  <a:lnTo>
                    <a:pt x="285461" y="284771"/>
                  </a:lnTo>
                  <a:lnTo>
                    <a:pt x="289139" y="280968"/>
                  </a:lnTo>
                  <a:lnTo>
                    <a:pt x="292694" y="277051"/>
                  </a:lnTo>
                  <a:lnTo>
                    <a:pt x="296124" y="273024"/>
                  </a:lnTo>
                  <a:lnTo>
                    <a:pt x="299424" y="268889"/>
                  </a:lnTo>
                  <a:lnTo>
                    <a:pt x="302592" y="264653"/>
                  </a:lnTo>
                  <a:lnTo>
                    <a:pt x="305624" y="260318"/>
                  </a:lnTo>
                  <a:lnTo>
                    <a:pt x="308518" y="255890"/>
                  </a:lnTo>
                  <a:lnTo>
                    <a:pt x="311270" y="251372"/>
                  </a:lnTo>
                  <a:lnTo>
                    <a:pt x="313878" y="246770"/>
                  </a:lnTo>
                  <a:lnTo>
                    <a:pt x="316338" y="242087"/>
                  </a:lnTo>
                  <a:lnTo>
                    <a:pt x="318650" y="237329"/>
                  </a:lnTo>
                  <a:lnTo>
                    <a:pt x="320809" y="232500"/>
                  </a:lnTo>
                  <a:lnTo>
                    <a:pt x="322815" y="227605"/>
                  </a:lnTo>
                  <a:lnTo>
                    <a:pt x="324665" y="222649"/>
                  </a:lnTo>
                  <a:lnTo>
                    <a:pt x="326357" y="217637"/>
                  </a:lnTo>
                  <a:lnTo>
                    <a:pt x="327890" y="212574"/>
                  </a:lnTo>
                  <a:lnTo>
                    <a:pt x="329262" y="207465"/>
                  </a:lnTo>
                  <a:lnTo>
                    <a:pt x="330471" y="202315"/>
                  </a:lnTo>
                  <a:lnTo>
                    <a:pt x="331517" y="197129"/>
                  </a:lnTo>
                  <a:lnTo>
                    <a:pt x="332399" y="191913"/>
                  </a:lnTo>
                  <a:lnTo>
                    <a:pt x="333114" y="186672"/>
                  </a:lnTo>
                  <a:lnTo>
                    <a:pt x="333664" y="181411"/>
                  </a:lnTo>
                  <a:lnTo>
                    <a:pt x="334047" y="176134"/>
                  </a:lnTo>
                  <a:lnTo>
                    <a:pt x="334263" y="170849"/>
                  </a:lnTo>
                  <a:lnTo>
                    <a:pt x="334311" y="165559"/>
                  </a:lnTo>
                  <a:lnTo>
                    <a:pt x="334192" y="160271"/>
                  </a:lnTo>
                  <a:lnTo>
                    <a:pt x="333906" y="154988"/>
                  </a:lnTo>
                  <a:lnTo>
                    <a:pt x="333453" y="149718"/>
                  </a:lnTo>
                  <a:lnTo>
                    <a:pt x="332833" y="144464"/>
                  </a:lnTo>
                  <a:lnTo>
                    <a:pt x="332047" y="139233"/>
                  </a:lnTo>
                  <a:lnTo>
                    <a:pt x="331096" y="134029"/>
                  </a:lnTo>
                  <a:lnTo>
                    <a:pt x="329981" y="128858"/>
                  </a:lnTo>
                  <a:lnTo>
                    <a:pt x="328703" y="123725"/>
                  </a:lnTo>
                  <a:lnTo>
                    <a:pt x="327263" y="118635"/>
                  </a:lnTo>
                  <a:lnTo>
                    <a:pt x="325663" y="113592"/>
                  </a:lnTo>
                  <a:lnTo>
                    <a:pt x="323904" y="108603"/>
                  </a:lnTo>
                  <a:lnTo>
                    <a:pt x="321988" y="103673"/>
                  </a:lnTo>
                  <a:lnTo>
                    <a:pt x="319917" y="98805"/>
                  </a:lnTo>
                  <a:lnTo>
                    <a:pt x="317693" y="94005"/>
                  </a:lnTo>
                  <a:lnTo>
                    <a:pt x="315319" y="89278"/>
                  </a:lnTo>
                  <a:lnTo>
                    <a:pt x="312796" y="84629"/>
                  </a:lnTo>
                  <a:lnTo>
                    <a:pt x="310127" y="80061"/>
                  </a:lnTo>
                  <a:lnTo>
                    <a:pt x="307315" y="75581"/>
                  </a:lnTo>
                  <a:lnTo>
                    <a:pt x="304362" y="71191"/>
                  </a:lnTo>
                  <a:lnTo>
                    <a:pt x="301272" y="66898"/>
                  </a:lnTo>
                  <a:lnTo>
                    <a:pt x="298048" y="62704"/>
                  </a:lnTo>
                  <a:lnTo>
                    <a:pt x="294693" y="58614"/>
                  </a:lnTo>
                  <a:lnTo>
                    <a:pt x="291210" y="54632"/>
                  </a:lnTo>
                  <a:lnTo>
                    <a:pt x="287603" y="50763"/>
                  </a:lnTo>
                  <a:lnTo>
                    <a:pt x="283875" y="47010"/>
                  </a:lnTo>
                  <a:lnTo>
                    <a:pt x="280030" y="43376"/>
                  </a:lnTo>
                  <a:lnTo>
                    <a:pt x="276072" y="39866"/>
                  </a:lnTo>
                  <a:lnTo>
                    <a:pt x="272005" y="36483"/>
                  </a:lnTo>
                  <a:lnTo>
                    <a:pt x="267834" y="33231"/>
                  </a:lnTo>
                  <a:lnTo>
                    <a:pt x="263561" y="30112"/>
                  </a:lnTo>
                  <a:lnTo>
                    <a:pt x="259192" y="27130"/>
                  </a:lnTo>
                  <a:lnTo>
                    <a:pt x="254730" y="24287"/>
                  </a:lnTo>
                  <a:lnTo>
                    <a:pt x="250181" y="21587"/>
                  </a:lnTo>
                  <a:lnTo>
                    <a:pt x="245549" y="19033"/>
                  </a:lnTo>
                  <a:lnTo>
                    <a:pt x="240838" y="16626"/>
                  </a:lnTo>
                  <a:lnTo>
                    <a:pt x="236054" y="14369"/>
                  </a:lnTo>
                  <a:lnTo>
                    <a:pt x="231200" y="12265"/>
                  </a:lnTo>
                  <a:lnTo>
                    <a:pt x="226282" y="10316"/>
                  </a:lnTo>
                  <a:lnTo>
                    <a:pt x="221305" y="8523"/>
                  </a:lnTo>
                  <a:lnTo>
                    <a:pt x="216274" y="6889"/>
                  </a:lnTo>
                  <a:lnTo>
                    <a:pt x="211194" y="5415"/>
                  </a:lnTo>
                  <a:lnTo>
                    <a:pt x="206070" y="4102"/>
                  </a:lnTo>
                  <a:lnTo>
                    <a:pt x="200906" y="2951"/>
                  </a:lnTo>
                  <a:lnTo>
                    <a:pt x="195709" y="1965"/>
                  </a:lnTo>
                  <a:lnTo>
                    <a:pt x="190483" y="1144"/>
                  </a:lnTo>
                  <a:lnTo>
                    <a:pt x="185234" y="489"/>
                  </a:lnTo>
                  <a:lnTo>
                    <a:pt x="179967" y="0"/>
                  </a:lnTo>
                  <a:lnTo>
                    <a:pt x="167147" y="1666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83779" y="3170392"/>
              <a:ext cx="12819" cy="167167"/>
            </a:xfrm>
            <a:custGeom>
              <a:avLst/>
              <a:pathLst>
                <a:path w="12819" h="167167">
                  <a:moveTo>
                    <a:pt x="12819" y="49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60542" y="2655501"/>
              <a:ext cx="162953" cy="167167"/>
            </a:xfrm>
            <a:custGeom>
              <a:avLst/>
              <a:pathLst>
                <a:path w="162953" h="167167">
                  <a:moveTo>
                    <a:pt x="162953" y="0"/>
                  </a:moveTo>
                  <a:lnTo>
                    <a:pt x="157467" y="90"/>
                  </a:lnTo>
                  <a:lnTo>
                    <a:pt x="151986" y="360"/>
                  </a:lnTo>
                  <a:lnTo>
                    <a:pt x="146518" y="809"/>
                  </a:lnTo>
                  <a:lnTo>
                    <a:pt x="141067" y="1438"/>
                  </a:lnTo>
                  <a:lnTo>
                    <a:pt x="135640" y="2246"/>
                  </a:lnTo>
                  <a:lnTo>
                    <a:pt x="130243" y="3231"/>
                  </a:lnTo>
                  <a:lnTo>
                    <a:pt x="124880" y="4393"/>
                  </a:lnTo>
                  <a:lnTo>
                    <a:pt x="119559" y="5730"/>
                  </a:lnTo>
                  <a:lnTo>
                    <a:pt x="114284" y="7241"/>
                  </a:lnTo>
                  <a:lnTo>
                    <a:pt x="109062" y="8924"/>
                  </a:lnTo>
                  <a:lnTo>
                    <a:pt x="103898" y="10778"/>
                  </a:lnTo>
                  <a:lnTo>
                    <a:pt x="98797" y="12800"/>
                  </a:lnTo>
                  <a:lnTo>
                    <a:pt x="93766" y="14989"/>
                  </a:lnTo>
                  <a:lnTo>
                    <a:pt x="88809" y="17342"/>
                  </a:lnTo>
                  <a:lnTo>
                    <a:pt x="83932" y="19856"/>
                  </a:lnTo>
                  <a:lnTo>
                    <a:pt x="79140" y="22528"/>
                  </a:lnTo>
                  <a:lnTo>
                    <a:pt x="74438" y="25357"/>
                  </a:lnTo>
                  <a:lnTo>
                    <a:pt x="69832" y="28338"/>
                  </a:lnTo>
                  <a:lnTo>
                    <a:pt x="65326" y="31469"/>
                  </a:lnTo>
                  <a:lnTo>
                    <a:pt x="60925" y="34746"/>
                  </a:lnTo>
                  <a:lnTo>
                    <a:pt x="56635" y="38165"/>
                  </a:lnTo>
                  <a:lnTo>
                    <a:pt x="52458" y="41724"/>
                  </a:lnTo>
                  <a:lnTo>
                    <a:pt x="48401" y="45418"/>
                  </a:lnTo>
                  <a:lnTo>
                    <a:pt x="44467" y="49243"/>
                  </a:lnTo>
                  <a:lnTo>
                    <a:pt x="40661" y="53195"/>
                  </a:lnTo>
                  <a:lnTo>
                    <a:pt x="36986" y="57269"/>
                  </a:lnTo>
                  <a:lnTo>
                    <a:pt x="33448" y="61463"/>
                  </a:lnTo>
                  <a:lnTo>
                    <a:pt x="30048" y="65770"/>
                  </a:lnTo>
                  <a:lnTo>
                    <a:pt x="26792" y="70186"/>
                  </a:lnTo>
                  <a:lnTo>
                    <a:pt x="23683" y="74707"/>
                  </a:lnTo>
                  <a:lnTo>
                    <a:pt x="20724" y="79327"/>
                  </a:lnTo>
                  <a:lnTo>
                    <a:pt x="17918" y="84042"/>
                  </a:lnTo>
                  <a:lnTo>
                    <a:pt x="15268" y="88846"/>
                  </a:lnTo>
                  <a:lnTo>
                    <a:pt x="12777" y="93735"/>
                  </a:lnTo>
                  <a:lnTo>
                    <a:pt x="10448" y="98703"/>
                  </a:lnTo>
                  <a:lnTo>
                    <a:pt x="8283" y="103745"/>
                  </a:lnTo>
                  <a:lnTo>
                    <a:pt x="6285" y="108855"/>
                  </a:lnTo>
                  <a:lnTo>
                    <a:pt x="4456" y="114028"/>
                  </a:lnTo>
                  <a:lnTo>
                    <a:pt x="2797" y="119258"/>
                  </a:lnTo>
                  <a:lnTo>
                    <a:pt x="1311" y="124540"/>
                  </a:lnTo>
                  <a:lnTo>
                    <a:pt x="0" y="129868"/>
                  </a:lnTo>
                  <a:lnTo>
                    <a:pt x="1629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0542" y="2785370"/>
              <a:ext cx="162953" cy="37299"/>
            </a:xfrm>
            <a:custGeom>
              <a:avLst/>
              <a:pathLst>
                <a:path w="162953" h="37299">
                  <a:moveTo>
                    <a:pt x="0" y="0"/>
                  </a:moveTo>
                  <a:lnTo>
                    <a:pt x="162953" y="372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6328" y="2716671"/>
              <a:ext cx="334325" cy="273157"/>
            </a:xfrm>
            <a:custGeom>
              <a:avLst/>
              <a:pathLst>
                <a:path w="334325" h="273157">
                  <a:moveTo>
                    <a:pt x="4213" y="68698"/>
                  </a:moveTo>
                  <a:lnTo>
                    <a:pt x="3114" y="73876"/>
                  </a:lnTo>
                  <a:lnTo>
                    <a:pt x="2179" y="79086"/>
                  </a:lnTo>
                  <a:lnTo>
                    <a:pt x="1409" y="84324"/>
                  </a:lnTo>
                  <a:lnTo>
                    <a:pt x="806" y="89583"/>
                  </a:lnTo>
                  <a:lnTo>
                    <a:pt x="370" y="94858"/>
                  </a:lnTo>
                  <a:lnTo>
                    <a:pt x="101" y="100145"/>
                  </a:lnTo>
                  <a:lnTo>
                    <a:pt x="0" y="105437"/>
                  </a:lnTo>
                  <a:lnTo>
                    <a:pt x="66" y="110731"/>
                  </a:lnTo>
                  <a:lnTo>
                    <a:pt x="299" y="116019"/>
                  </a:lnTo>
                  <a:lnTo>
                    <a:pt x="700" y="121297"/>
                  </a:lnTo>
                  <a:lnTo>
                    <a:pt x="1268" y="126560"/>
                  </a:lnTo>
                  <a:lnTo>
                    <a:pt x="2002" y="131803"/>
                  </a:lnTo>
                  <a:lnTo>
                    <a:pt x="2902" y="137019"/>
                  </a:lnTo>
                  <a:lnTo>
                    <a:pt x="3967" y="142205"/>
                  </a:lnTo>
                  <a:lnTo>
                    <a:pt x="5195" y="147354"/>
                  </a:lnTo>
                  <a:lnTo>
                    <a:pt x="6586" y="152461"/>
                  </a:lnTo>
                  <a:lnTo>
                    <a:pt x="8137" y="157522"/>
                  </a:lnTo>
                  <a:lnTo>
                    <a:pt x="9849" y="162532"/>
                  </a:lnTo>
                  <a:lnTo>
                    <a:pt x="11717" y="167484"/>
                  </a:lnTo>
                  <a:lnTo>
                    <a:pt x="13742" y="172375"/>
                  </a:lnTo>
                  <a:lnTo>
                    <a:pt x="15921" y="177200"/>
                  </a:lnTo>
                  <a:lnTo>
                    <a:pt x="18251" y="181953"/>
                  </a:lnTo>
                  <a:lnTo>
                    <a:pt x="20731" y="186630"/>
                  </a:lnTo>
                  <a:lnTo>
                    <a:pt x="23357" y="191226"/>
                  </a:lnTo>
                  <a:lnTo>
                    <a:pt x="26128" y="195736"/>
                  </a:lnTo>
                  <a:lnTo>
                    <a:pt x="29040" y="200157"/>
                  </a:lnTo>
                  <a:lnTo>
                    <a:pt x="32090" y="204483"/>
                  </a:lnTo>
                  <a:lnTo>
                    <a:pt x="35276" y="208710"/>
                  </a:lnTo>
                  <a:lnTo>
                    <a:pt x="38595" y="212835"/>
                  </a:lnTo>
                  <a:lnTo>
                    <a:pt x="42042" y="216852"/>
                  </a:lnTo>
                  <a:lnTo>
                    <a:pt x="45614" y="220758"/>
                  </a:lnTo>
                  <a:lnTo>
                    <a:pt x="49309" y="224549"/>
                  </a:lnTo>
                  <a:lnTo>
                    <a:pt x="53122" y="228221"/>
                  </a:lnTo>
                  <a:lnTo>
                    <a:pt x="57049" y="231771"/>
                  </a:lnTo>
                  <a:lnTo>
                    <a:pt x="61086" y="235194"/>
                  </a:lnTo>
                  <a:lnTo>
                    <a:pt x="65230" y="238488"/>
                  </a:lnTo>
                  <a:lnTo>
                    <a:pt x="69476" y="241649"/>
                  </a:lnTo>
                  <a:lnTo>
                    <a:pt x="73820" y="244675"/>
                  </a:lnTo>
                  <a:lnTo>
                    <a:pt x="78258" y="247561"/>
                  </a:lnTo>
                  <a:lnTo>
                    <a:pt x="82784" y="250305"/>
                  </a:lnTo>
                  <a:lnTo>
                    <a:pt x="87396" y="252904"/>
                  </a:lnTo>
                  <a:lnTo>
                    <a:pt x="92087" y="255356"/>
                  </a:lnTo>
                  <a:lnTo>
                    <a:pt x="96854" y="257658"/>
                  </a:lnTo>
                  <a:lnTo>
                    <a:pt x="101691" y="259808"/>
                  </a:lnTo>
                  <a:lnTo>
                    <a:pt x="106594" y="261804"/>
                  </a:lnTo>
                  <a:lnTo>
                    <a:pt x="111557" y="263644"/>
                  </a:lnTo>
                  <a:lnTo>
                    <a:pt x="116577" y="265326"/>
                  </a:lnTo>
                  <a:lnTo>
                    <a:pt x="121647" y="266848"/>
                  </a:lnTo>
                  <a:lnTo>
                    <a:pt x="126763" y="268208"/>
                  </a:lnTo>
                  <a:lnTo>
                    <a:pt x="131919" y="269406"/>
                  </a:lnTo>
                  <a:lnTo>
                    <a:pt x="137110" y="270440"/>
                  </a:lnTo>
                  <a:lnTo>
                    <a:pt x="142332" y="271309"/>
                  </a:lnTo>
                  <a:lnTo>
                    <a:pt x="147579" y="272013"/>
                  </a:lnTo>
                  <a:lnTo>
                    <a:pt x="152845" y="272550"/>
                  </a:lnTo>
                  <a:lnTo>
                    <a:pt x="158125" y="272920"/>
                  </a:lnTo>
                  <a:lnTo>
                    <a:pt x="163415" y="273122"/>
                  </a:lnTo>
                  <a:lnTo>
                    <a:pt x="168709" y="273157"/>
                  </a:lnTo>
                  <a:lnTo>
                    <a:pt x="174000" y="273025"/>
                  </a:lnTo>
                  <a:lnTo>
                    <a:pt x="179285" y="272724"/>
                  </a:lnTo>
                  <a:lnTo>
                    <a:pt x="184558" y="272257"/>
                  </a:lnTo>
                  <a:lnTo>
                    <a:pt x="189814" y="271623"/>
                  </a:lnTo>
                  <a:lnTo>
                    <a:pt x="195046" y="270823"/>
                  </a:lnTo>
                  <a:lnTo>
                    <a:pt x="200251" y="269858"/>
                  </a:lnTo>
                  <a:lnTo>
                    <a:pt x="205423" y="268728"/>
                  </a:lnTo>
                  <a:lnTo>
                    <a:pt x="210556" y="267435"/>
                  </a:lnTo>
                  <a:lnTo>
                    <a:pt x="215646" y="265980"/>
                  </a:lnTo>
                  <a:lnTo>
                    <a:pt x="220687" y="264365"/>
                  </a:lnTo>
                  <a:lnTo>
                    <a:pt x="225674" y="262591"/>
                  </a:lnTo>
                  <a:lnTo>
                    <a:pt x="230603" y="260660"/>
                  </a:lnTo>
                  <a:lnTo>
                    <a:pt x="235468" y="258574"/>
                  </a:lnTo>
                  <a:lnTo>
                    <a:pt x="240265" y="256335"/>
                  </a:lnTo>
                  <a:lnTo>
                    <a:pt x="244988" y="253945"/>
                  </a:lnTo>
                  <a:lnTo>
                    <a:pt x="249634" y="251407"/>
                  </a:lnTo>
                  <a:lnTo>
                    <a:pt x="254196" y="248723"/>
                  </a:lnTo>
                  <a:lnTo>
                    <a:pt x="258672" y="245896"/>
                  </a:lnTo>
                  <a:lnTo>
                    <a:pt x="263055" y="242928"/>
                  </a:lnTo>
                  <a:lnTo>
                    <a:pt x="267343" y="239824"/>
                  </a:lnTo>
                  <a:lnTo>
                    <a:pt x="271530" y="236585"/>
                  </a:lnTo>
                  <a:lnTo>
                    <a:pt x="275612" y="233215"/>
                  </a:lnTo>
                  <a:lnTo>
                    <a:pt x="279586" y="229717"/>
                  </a:lnTo>
                  <a:lnTo>
                    <a:pt x="283447" y="226096"/>
                  </a:lnTo>
                  <a:lnTo>
                    <a:pt x="287191" y="222354"/>
                  </a:lnTo>
                  <a:lnTo>
                    <a:pt x="290815" y="218496"/>
                  </a:lnTo>
                  <a:lnTo>
                    <a:pt x="294315" y="214524"/>
                  </a:lnTo>
                  <a:lnTo>
                    <a:pt x="297687" y="210444"/>
                  </a:lnTo>
                  <a:lnTo>
                    <a:pt x="300929" y="206259"/>
                  </a:lnTo>
                  <a:lnTo>
                    <a:pt x="304036" y="201973"/>
                  </a:lnTo>
                  <a:lnTo>
                    <a:pt x="307006" y="197592"/>
                  </a:lnTo>
                  <a:lnTo>
                    <a:pt x="309836" y="193118"/>
                  </a:lnTo>
                  <a:lnTo>
                    <a:pt x="312523" y="188557"/>
                  </a:lnTo>
                  <a:lnTo>
                    <a:pt x="315064" y="183914"/>
                  </a:lnTo>
                  <a:lnTo>
                    <a:pt x="317457" y="179192"/>
                  </a:lnTo>
                  <a:lnTo>
                    <a:pt x="319699" y="174396"/>
                  </a:lnTo>
                  <a:lnTo>
                    <a:pt x="321789" y="169533"/>
                  </a:lnTo>
                  <a:lnTo>
                    <a:pt x="323723" y="164605"/>
                  </a:lnTo>
                  <a:lnTo>
                    <a:pt x="325500" y="159619"/>
                  </a:lnTo>
                  <a:lnTo>
                    <a:pt x="327118" y="154579"/>
                  </a:lnTo>
                  <a:lnTo>
                    <a:pt x="328576" y="149490"/>
                  </a:lnTo>
                  <a:lnTo>
                    <a:pt x="329873" y="144358"/>
                  </a:lnTo>
                  <a:lnTo>
                    <a:pt x="331006" y="139187"/>
                  </a:lnTo>
                  <a:lnTo>
                    <a:pt x="331974" y="133983"/>
                  </a:lnTo>
                  <a:lnTo>
                    <a:pt x="332778" y="128750"/>
                  </a:lnTo>
                  <a:lnTo>
                    <a:pt x="333415" y="123495"/>
                  </a:lnTo>
                  <a:lnTo>
                    <a:pt x="333886" y="118223"/>
                  </a:lnTo>
                  <a:lnTo>
                    <a:pt x="334189" y="112938"/>
                  </a:lnTo>
                  <a:lnTo>
                    <a:pt x="334325" y="107646"/>
                  </a:lnTo>
                  <a:lnTo>
                    <a:pt x="334294" y="102353"/>
                  </a:lnTo>
                  <a:lnTo>
                    <a:pt x="334095" y="97063"/>
                  </a:lnTo>
                  <a:lnTo>
                    <a:pt x="333728" y="91782"/>
                  </a:lnTo>
                  <a:lnTo>
                    <a:pt x="333194" y="86515"/>
                  </a:lnTo>
                  <a:lnTo>
                    <a:pt x="332494" y="81268"/>
                  </a:lnTo>
                  <a:lnTo>
                    <a:pt x="331628" y="76046"/>
                  </a:lnTo>
                  <a:lnTo>
                    <a:pt x="330598" y="70854"/>
                  </a:lnTo>
                  <a:lnTo>
                    <a:pt x="329403" y="65697"/>
                  </a:lnTo>
                  <a:lnTo>
                    <a:pt x="328046" y="60580"/>
                  </a:lnTo>
                  <a:lnTo>
                    <a:pt x="326527" y="55509"/>
                  </a:lnTo>
                  <a:lnTo>
                    <a:pt x="324849" y="50489"/>
                  </a:lnTo>
                  <a:lnTo>
                    <a:pt x="323012" y="45524"/>
                  </a:lnTo>
                  <a:lnTo>
                    <a:pt x="321019" y="40620"/>
                  </a:lnTo>
                  <a:lnTo>
                    <a:pt x="318872" y="35782"/>
                  </a:lnTo>
                  <a:lnTo>
                    <a:pt x="316573" y="31013"/>
                  </a:lnTo>
                  <a:lnTo>
                    <a:pt x="314124" y="26321"/>
                  </a:lnTo>
                  <a:lnTo>
                    <a:pt x="311528" y="21707"/>
                  </a:lnTo>
                  <a:lnTo>
                    <a:pt x="308786" y="17179"/>
                  </a:lnTo>
                  <a:lnTo>
                    <a:pt x="305903" y="12739"/>
                  </a:lnTo>
                  <a:lnTo>
                    <a:pt x="302881" y="8394"/>
                  </a:lnTo>
                  <a:lnTo>
                    <a:pt x="299723" y="4145"/>
                  </a:lnTo>
                  <a:lnTo>
                    <a:pt x="296431" y="0"/>
                  </a:lnTo>
                  <a:lnTo>
                    <a:pt x="167166" y="1059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923495" y="2655501"/>
              <a:ext cx="129265" cy="167167"/>
            </a:xfrm>
            <a:custGeom>
              <a:avLst/>
              <a:pathLst>
                <a:path w="129265" h="167167">
                  <a:moveTo>
                    <a:pt x="129265" y="61170"/>
                  </a:moveTo>
                  <a:lnTo>
                    <a:pt x="125726" y="56995"/>
                  </a:lnTo>
                  <a:lnTo>
                    <a:pt x="122052" y="52938"/>
                  </a:lnTo>
                  <a:lnTo>
                    <a:pt x="118247" y="49004"/>
                  </a:lnTo>
                  <a:lnTo>
                    <a:pt x="114316" y="45197"/>
                  </a:lnTo>
                  <a:lnTo>
                    <a:pt x="110262" y="41520"/>
                  </a:lnTo>
                  <a:lnTo>
                    <a:pt x="106090" y="37978"/>
                  </a:lnTo>
                  <a:lnTo>
                    <a:pt x="101804" y="34575"/>
                  </a:lnTo>
                  <a:lnTo>
                    <a:pt x="97410" y="31313"/>
                  </a:lnTo>
                  <a:lnTo>
                    <a:pt x="92910" y="28197"/>
                  </a:lnTo>
                  <a:lnTo>
                    <a:pt x="88312" y="25231"/>
                  </a:lnTo>
                  <a:lnTo>
                    <a:pt x="83618" y="22416"/>
                  </a:lnTo>
                  <a:lnTo>
                    <a:pt x="78835" y="19756"/>
                  </a:lnTo>
                  <a:lnTo>
                    <a:pt x="73967" y="17255"/>
                  </a:lnTo>
                  <a:lnTo>
                    <a:pt x="69020" y="14914"/>
                  </a:lnTo>
                  <a:lnTo>
                    <a:pt x="64000" y="12736"/>
                  </a:lnTo>
                  <a:lnTo>
                    <a:pt x="58910" y="10724"/>
                  </a:lnTo>
                  <a:lnTo>
                    <a:pt x="53758" y="8879"/>
                  </a:lnTo>
                  <a:lnTo>
                    <a:pt x="48547" y="7204"/>
                  </a:lnTo>
                  <a:lnTo>
                    <a:pt x="43285" y="5701"/>
                  </a:lnTo>
                  <a:lnTo>
                    <a:pt x="37976" y="4370"/>
                  </a:lnTo>
                  <a:lnTo>
                    <a:pt x="32627" y="3215"/>
                  </a:lnTo>
                  <a:lnTo>
                    <a:pt x="27243" y="2234"/>
                  </a:lnTo>
                  <a:lnTo>
                    <a:pt x="21829" y="1431"/>
                  </a:lnTo>
                  <a:lnTo>
                    <a:pt x="16392" y="805"/>
                  </a:lnTo>
                  <a:lnTo>
                    <a:pt x="10938" y="358"/>
                  </a:lnTo>
                  <a:lnTo>
                    <a:pt x="547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79954" y="2168369"/>
              <a:ext cx="65938" cy="167167"/>
            </a:xfrm>
            <a:custGeom>
              <a:avLst/>
              <a:pathLst>
                <a:path w="65938" h="167167">
                  <a:moveTo>
                    <a:pt x="65938" y="0"/>
                  </a:moveTo>
                  <a:lnTo>
                    <a:pt x="59778" y="113"/>
                  </a:lnTo>
                  <a:lnTo>
                    <a:pt x="53626" y="454"/>
                  </a:lnTo>
                  <a:lnTo>
                    <a:pt x="47490" y="1021"/>
                  </a:lnTo>
                  <a:lnTo>
                    <a:pt x="41380" y="1813"/>
                  </a:lnTo>
                  <a:lnTo>
                    <a:pt x="35303" y="2831"/>
                  </a:lnTo>
                  <a:lnTo>
                    <a:pt x="29268" y="4071"/>
                  </a:lnTo>
                  <a:lnTo>
                    <a:pt x="23282" y="5533"/>
                  </a:lnTo>
                  <a:lnTo>
                    <a:pt x="17354" y="7215"/>
                  </a:lnTo>
                  <a:lnTo>
                    <a:pt x="11493" y="9114"/>
                  </a:lnTo>
                  <a:lnTo>
                    <a:pt x="5705" y="11228"/>
                  </a:lnTo>
                  <a:lnTo>
                    <a:pt x="0" y="13554"/>
                  </a:lnTo>
                  <a:lnTo>
                    <a:pt x="659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79954" y="2181923"/>
              <a:ext cx="65938" cy="153613"/>
            </a:xfrm>
            <a:custGeom>
              <a:avLst/>
              <a:pathLst>
                <a:path w="65938" h="153613">
                  <a:moveTo>
                    <a:pt x="0" y="0"/>
                  </a:moveTo>
                  <a:lnTo>
                    <a:pt x="65938" y="1536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578733" y="2181923"/>
              <a:ext cx="247783" cy="320778"/>
            </a:xfrm>
            <a:custGeom>
              <a:avLst/>
              <a:pathLst>
                <a:path w="247783" h="320778">
                  <a:moveTo>
                    <a:pt x="101220" y="0"/>
                  </a:moveTo>
                  <a:lnTo>
                    <a:pt x="96376" y="2171"/>
                  </a:lnTo>
                  <a:lnTo>
                    <a:pt x="91603" y="4495"/>
                  </a:lnTo>
                  <a:lnTo>
                    <a:pt x="86906" y="6969"/>
                  </a:lnTo>
                  <a:lnTo>
                    <a:pt x="82290" y="9591"/>
                  </a:lnTo>
                  <a:lnTo>
                    <a:pt x="77759" y="12359"/>
                  </a:lnTo>
                  <a:lnTo>
                    <a:pt x="73319" y="15269"/>
                  </a:lnTo>
                  <a:lnTo>
                    <a:pt x="68974" y="18318"/>
                  </a:lnTo>
                  <a:lnTo>
                    <a:pt x="64727" y="21504"/>
                  </a:lnTo>
                  <a:lnTo>
                    <a:pt x="60584" y="24824"/>
                  </a:lnTo>
                  <a:lnTo>
                    <a:pt x="56548" y="28273"/>
                  </a:lnTo>
                  <a:lnTo>
                    <a:pt x="52624" y="31848"/>
                  </a:lnTo>
                  <a:lnTo>
                    <a:pt x="48815" y="35546"/>
                  </a:lnTo>
                  <a:lnTo>
                    <a:pt x="45126" y="39364"/>
                  </a:lnTo>
                  <a:lnTo>
                    <a:pt x="41559" y="43296"/>
                  </a:lnTo>
                  <a:lnTo>
                    <a:pt x="38120" y="47340"/>
                  </a:lnTo>
                  <a:lnTo>
                    <a:pt x="34810" y="51491"/>
                  </a:lnTo>
                  <a:lnTo>
                    <a:pt x="31634" y="55745"/>
                  </a:lnTo>
                  <a:lnTo>
                    <a:pt x="28595" y="60098"/>
                  </a:lnTo>
                  <a:lnTo>
                    <a:pt x="25696" y="64545"/>
                  </a:lnTo>
                  <a:lnTo>
                    <a:pt x="22939" y="69082"/>
                  </a:lnTo>
                  <a:lnTo>
                    <a:pt x="20327" y="73704"/>
                  </a:lnTo>
                  <a:lnTo>
                    <a:pt x="17864" y="78407"/>
                  </a:lnTo>
                  <a:lnTo>
                    <a:pt x="15551" y="83185"/>
                  </a:lnTo>
                  <a:lnTo>
                    <a:pt x="13391" y="88035"/>
                  </a:lnTo>
                  <a:lnTo>
                    <a:pt x="11387" y="92951"/>
                  </a:lnTo>
                  <a:lnTo>
                    <a:pt x="9539" y="97928"/>
                  </a:lnTo>
                  <a:lnTo>
                    <a:pt x="7850" y="102961"/>
                  </a:lnTo>
                  <a:lnTo>
                    <a:pt x="6322" y="108045"/>
                  </a:lnTo>
                  <a:lnTo>
                    <a:pt x="4956" y="113175"/>
                  </a:lnTo>
                  <a:lnTo>
                    <a:pt x="3754" y="118346"/>
                  </a:lnTo>
                  <a:lnTo>
                    <a:pt x="2717" y="123552"/>
                  </a:lnTo>
                  <a:lnTo>
                    <a:pt x="1845" y="128789"/>
                  </a:lnTo>
                  <a:lnTo>
                    <a:pt x="1140" y="134051"/>
                  </a:lnTo>
                  <a:lnTo>
                    <a:pt x="603" y="139332"/>
                  </a:lnTo>
                  <a:lnTo>
                    <a:pt x="233" y="144628"/>
                  </a:lnTo>
                  <a:lnTo>
                    <a:pt x="32" y="149933"/>
                  </a:lnTo>
                  <a:lnTo>
                    <a:pt x="0" y="155242"/>
                  </a:lnTo>
                  <a:lnTo>
                    <a:pt x="136" y="160549"/>
                  </a:lnTo>
                  <a:lnTo>
                    <a:pt x="440" y="165849"/>
                  </a:lnTo>
                  <a:lnTo>
                    <a:pt x="913" y="171137"/>
                  </a:lnTo>
                  <a:lnTo>
                    <a:pt x="1553" y="176407"/>
                  </a:lnTo>
                  <a:lnTo>
                    <a:pt x="2360" y="181654"/>
                  </a:lnTo>
                  <a:lnTo>
                    <a:pt x="3334" y="186873"/>
                  </a:lnTo>
                  <a:lnTo>
                    <a:pt x="4472" y="192058"/>
                  </a:lnTo>
                  <a:lnTo>
                    <a:pt x="5775" y="197205"/>
                  </a:lnTo>
                  <a:lnTo>
                    <a:pt x="7241" y="202307"/>
                  </a:lnTo>
                  <a:lnTo>
                    <a:pt x="8868" y="207361"/>
                  </a:lnTo>
                  <a:lnTo>
                    <a:pt x="10654" y="212360"/>
                  </a:lnTo>
                  <a:lnTo>
                    <a:pt x="12599" y="217300"/>
                  </a:lnTo>
                  <a:lnTo>
                    <a:pt x="14699" y="222175"/>
                  </a:lnTo>
                  <a:lnTo>
                    <a:pt x="16953" y="226982"/>
                  </a:lnTo>
                  <a:lnTo>
                    <a:pt x="19358" y="231715"/>
                  </a:lnTo>
                  <a:lnTo>
                    <a:pt x="21913" y="236368"/>
                  </a:lnTo>
                  <a:lnTo>
                    <a:pt x="24614" y="240939"/>
                  </a:lnTo>
                  <a:lnTo>
                    <a:pt x="27459" y="245421"/>
                  </a:lnTo>
                  <a:lnTo>
                    <a:pt x="30444" y="249811"/>
                  </a:lnTo>
                  <a:lnTo>
                    <a:pt x="33568" y="254103"/>
                  </a:lnTo>
                  <a:lnTo>
                    <a:pt x="36826" y="258295"/>
                  </a:lnTo>
                  <a:lnTo>
                    <a:pt x="40216" y="262380"/>
                  </a:lnTo>
                  <a:lnTo>
                    <a:pt x="43734" y="266356"/>
                  </a:lnTo>
                  <a:lnTo>
                    <a:pt x="47376" y="270219"/>
                  </a:lnTo>
                  <a:lnTo>
                    <a:pt x="51139" y="273963"/>
                  </a:lnTo>
                  <a:lnTo>
                    <a:pt x="55019" y="277587"/>
                  </a:lnTo>
                  <a:lnTo>
                    <a:pt x="59012" y="281085"/>
                  </a:lnTo>
                  <a:lnTo>
                    <a:pt x="63114" y="284455"/>
                  </a:lnTo>
                  <a:lnTo>
                    <a:pt x="67322" y="287693"/>
                  </a:lnTo>
                  <a:lnTo>
                    <a:pt x="71629" y="290795"/>
                  </a:lnTo>
                  <a:lnTo>
                    <a:pt x="76034" y="293759"/>
                  </a:lnTo>
                  <a:lnTo>
                    <a:pt x="80530" y="296582"/>
                  </a:lnTo>
                  <a:lnTo>
                    <a:pt x="85113" y="299261"/>
                  </a:lnTo>
                  <a:lnTo>
                    <a:pt x="89779" y="301793"/>
                  </a:lnTo>
                  <a:lnTo>
                    <a:pt x="94524" y="304175"/>
                  </a:lnTo>
                  <a:lnTo>
                    <a:pt x="99341" y="306406"/>
                  </a:lnTo>
                  <a:lnTo>
                    <a:pt x="104227" y="308482"/>
                  </a:lnTo>
                  <a:lnTo>
                    <a:pt x="109176" y="310402"/>
                  </a:lnTo>
                  <a:lnTo>
                    <a:pt x="114184" y="312164"/>
                  </a:lnTo>
                  <a:lnTo>
                    <a:pt x="119246" y="313767"/>
                  </a:lnTo>
                  <a:lnTo>
                    <a:pt x="124355" y="315207"/>
                  </a:lnTo>
                  <a:lnTo>
                    <a:pt x="129508" y="316485"/>
                  </a:lnTo>
                  <a:lnTo>
                    <a:pt x="134699" y="317598"/>
                  </a:lnTo>
                  <a:lnTo>
                    <a:pt x="139922" y="318546"/>
                  </a:lnTo>
                  <a:lnTo>
                    <a:pt x="145173" y="319328"/>
                  </a:lnTo>
                  <a:lnTo>
                    <a:pt x="150446" y="319943"/>
                  </a:lnTo>
                  <a:lnTo>
                    <a:pt x="155736" y="320389"/>
                  </a:lnTo>
                  <a:lnTo>
                    <a:pt x="161038" y="320668"/>
                  </a:lnTo>
                  <a:lnTo>
                    <a:pt x="166345" y="320778"/>
                  </a:lnTo>
                  <a:lnTo>
                    <a:pt x="171654" y="320720"/>
                  </a:lnTo>
                  <a:lnTo>
                    <a:pt x="176958" y="320493"/>
                  </a:lnTo>
                  <a:lnTo>
                    <a:pt x="182252" y="320097"/>
                  </a:lnTo>
                  <a:lnTo>
                    <a:pt x="187531" y="319534"/>
                  </a:lnTo>
                  <a:lnTo>
                    <a:pt x="192789" y="318804"/>
                  </a:lnTo>
                  <a:lnTo>
                    <a:pt x="198022" y="317907"/>
                  </a:lnTo>
                  <a:lnTo>
                    <a:pt x="203223" y="316844"/>
                  </a:lnTo>
                  <a:lnTo>
                    <a:pt x="208388" y="315616"/>
                  </a:lnTo>
                  <a:lnTo>
                    <a:pt x="213511" y="314225"/>
                  </a:lnTo>
                  <a:lnTo>
                    <a:pt x="218588" y="312673"/>
                  </a:lnTo>
                  <a:lnTo>
                    <a:pt x="223613" y="310959"/>
                  </a:lnTo>
                  <a:lnTo>
                    <a:pt x="228580" y="309087"/>
                  </a:lnTo>
                  <a:lnTo>
                    <a:pt x="233486" y="307059"/>
                  </a:lnTo>
                  <a:lnTo>
                    <a:pt x="238325" y="304875"/>
                  </a:lnTo>
                  <a:lnTo>
                    <a:pt x="243093" y="302539"/>
                  </a:lnTo>
                  <a:lnTo>
                    <a:pt x="247783" y="300053"/>
                  </a:lnTo>
                  <a:lnTo>
                    <a:pt x="167159" y="1536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745892" y="2168369"/>
              <a:ext cx="167164" cy="313607"/>
            </a:xfrm>
            <a:custGeom>
              <a:avLst/>
              <a:pathLst>
                <a:path w="167164" h="313607">
                  <a:moveTo>
                    <a:pt x="80624" y="313607"/>
                  </a:moveTo>
                  <a:lnTo>
                    <a:pt x="85293" y="310938"/>
                  </a:lnTo>
                  <a:lnTo>
                    <a:pt x="89874" y="308119"/>
                  </a:lnTo>
                  <a:lnTo>
                    <a:pt x="94361" y="305155"/>
                  </a:lnTo>
                  <a:lnTo>
                    <a:pt x="98752" y="302048"/>
                  </a:lnTo>
                  <a:lnTo>
                    <a:pt x="103039" y="298802"/>
                  </a:lnTo>
                  <a:lnTo>
                    <a:pt x="107221" y="295419"/>
                  </a:lnTo>
                  <a:lnTo>
                    <a:pt x="111291" y="291903"/>
                  </a:lnTo>
                  <a:lnTo>
                    <a:pt x="115246" y="288259"/>
                  </a:lnTo>
                  <a:lnTo>
                    <a:pt x="119082" y="284489"/>
                  </a:lnTo>
                  <a:lnTo>
                    <a:pt x="122794" y="280597"/>
                  </a:lnTo>
                  <a:lnTo>
                    <a:pt x="126380" y="276588"/>
                  </a:lnTo>
                  <a:lnTo>
                    <a:pt x="129834" y="272466"/>
                  </a:lnTo>
                  <a:lnTo>
                    <a:pt x="133154" y="268235"/>
                  </a:lnTo>
                  <a:lnTo>
                    <a:pt x="136337" y="263899"/>
                  </a:lnTo>
                  <a:lnTo>
                    <a:pt x="139378" y="259463"/>
                  </a:lnTo>
                  <a:lnTo>
                    <a:pt x="142275" y="254932"/>
                  </a:lnTo>
                  <a:lnTo>
                    <a:pt x="145025" y="250309"/>
                  </a:lnTo>
                  <a:lnTo>
                    <a:pt x="147624" y="245601"/>
                  </a:lnTo>
                  <a:lnTo>
                    <a:pt x="150071" y="240812"/>
                  </a:lnTo>
                  <a:lnTo>
                    <a:pt x="152362" y="235946"/>
                  </a:lnTo>
                  <a:lnTo>
                    <a:pt x="154496" y="231009"/>
                  </a:lnTo>
                  <a:lnTo>
                    <a:pt x="156470" y="226006"/>
                  </a:lnTo>
                  <a:lnTo>
                    <a:pt x="158282" y="220942"/>
                  </a:lnTo>
                  <a:lnTo>
                    <a:pt x="159930" y="215822"/>
                  </a:lnTo>
                  <a:lnTo>
                    <a:pt x="161412" y="210652"/>
                  </a:lnTo>
                  <a:lnTo>
                    <a:pt x="162727" y="205437"/>
                  </a:lnTo>
                  <a:lnTo>
                    <a:pt x="163874" y="200183"/>
                  </a:lnTo>
                  <a:lnTo>
                    <a:pt x="164851" y="194894"/>
                  </a:lnTo>
                  <a:lnTo>
                    <a:pt x="165658" y="189576"/>
                  </a:lnTo>
                  <a:lnTo>
                    <a:pt x="166293" y="184236"/>
                  </a:lnTo>
                  <a:lnTo>
                    <a:pt x="166756" y="178877"/>
                  </a:lnTo>
                  <a:lnTo>
                    <a:pt x="167047" y="173507"/>
                  </a:lnTo>
                  <a:lnTo>
                    <a:pt x="167164" y="168130"/>
                  </a:lnTo>
                  <a:lnTo>
                    <a:pt x="167109" y="162752"/>
                  </a:lnTo>
                  <a:lnTo>
                    <a:pt x="166880" y="157378"/>
                  </a:lnTo>
                  <a:lnTo>
                    <a:pt x="166479" y="152015"/>
                  </a:lnTo>
                  <a:lnTo>
                    <a:pt x="165905" y="146667"/>
                  </a:lnTo>
                  <a:lnTo>
                    <a:pt x="165160" y="141341"/>
                  </a:lnTo>
                  <a:lnTo>
                    <a:pt x="164244" y="136041"/>
                  </a:lnTo>
                  <a:lnTo>
                    <a:pt x="163157" y="130774"/>
                  </a:lnTo>
                  <a:lnTo>
                    <a:pt x="161902" y="125544"/>
                  </a:lnTo>
                  <a:lnTo>
                    <a:pt x="160479" y="120357"/>
                  </a:lnTo>
                  <a:lnTo>
                    <a:pt x="158891" y="115219"/>
                  </a:lnTo>
                  <a:lnTo>
                    <a:pt x="157137" y="110135"/>
                  </a:lnTo>
                  <a:lnTo>
                    <a:pt x="155221" y="105109"/>
                  </a:lnTo>
                  <a:lnTo>
                    <a:pt x="153145" y="100148"/>
                  </a:lnTo>
                  <a:lnTo>
                    <a:pt x="150909" y="95256"/>
                  </a:lnTo>
                  <a:lnTo>
                    <a:pt x="148518" y="90439"/>
                  </a:lnTo>
                  <a:lnTo>
                    <a:pt x="145973" y="85701"/>
                  </a:lnTo>
                  <a:lnTo>
                    <a:pt x="143276" y="81047"/>
                  </a:lnTo>
                  <a:lnTo>
                    <a:pt x="140432" y="76482"/>
                  </a:lnTo>
                  <a:lnTo>
                    <a:pt x="137442" y="72012"/>
                  </a:lnTo>
                  <a:lnTo>
                    <a:pt x="134310" y="67640"/>
                  </a:lnTo>
                  <a:lnTo>
                    <a:pt x="131039" y="63370"/>
                  </a:lnTo>
                  <a:lnTo>
                    <a:pt x="127632" y="59209"/>
                  </a:lnTo>
                  <a:lnTo>
                    <a:pt x="124093" y="55159"/>
                  </a:lnTo>
                  <a:lnTo>
                    <a:pt x="120425" y="51225"/>
                  </a:lnTo>
                  <a:lnTo>
                    <a:pt x="116633" y="47411"/>
                  </a:lnTo>
                  <a:lnTo>
                    <a:pt x="112720" y="43721"/>
                  </a:lnTo>
                  <a:lnTo>
                    <a:pt x="108691" y="40159"/>
                  </a:lnTo>
                  <a:lnTo>
                    <a:pt x="104549" y="36728"/>
                  </a:lnTo>
                  <a:lnTo>
                    <a:pt x="100299" y="33432"/>
                  </a:lnTo>
                  <a:lnTo>
                    <a:pt x="95945" y="30275"/>
                  </a:lnTo>
                  <a:lnTo>
                    <a:pt x="91491" y="27259"/>
                  </a:lnTo>
                  <a:lnTo>
                    <a:pt x="86943" y="24388"/>
                  </a:lnTo>
                  <a:lnTo>
                    <a:pt x="82305" y="21665"/>
                  </a:lnTo>
                  <a:lnTo>
                    <a:pt x="77582" y="19093"/>
                  </a:lnTo>
                  <a:lnTo>
                    <a:pt x="72779" y="16674"/>
                  </a:lnTo>
                  <a:lnTo>
                    <a:pt x="67900" y="14411"/>
                  </a:lnTo>
                  <a:lnTo>
                    <a:pt x="62950" y="12305"/>
                  </a:lnTo>
                  <a:lnTo>
                    <a:pt x="57936" y="10360"/>
                  </a:lnTo>
                  <a:lnTo>
                    <a:pt x="52862" y="8578"/>
                  </a:lnTo>
                  <a:lnTo>
                    <a:pt x="47733" y="6959"/>
                  </a:lnTo>
                  <a:lnTo>
                    <a:pt x="42554" y="5507"/>
                  </a:lnTo>
                  <a:lnTo>
                    <a:pt x="37332" y="4221"/>
                  </a:lnTo>
                  <a:lnTo>
                    <a:pt x="32071" y="3105"/>
                  </a:lnTo>
                  <a:lnTo>
                    <a:pt x="26776" y="2158"/>
                  </a:lnTo>
                  <a:lnTo>
                    <a:pt x="21454" y="1382"/>
                  </a:lnTo>
                  <a:lnTo>
                    <a:pt x="16110" y="778"/>
                  </a:lnTo>
                  <a:lnTo>
                    <a:pt x="10749" y="345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09036" y="1735255"/>
              <a:ext cx="51509" cy="167167"/>
            </a:xfrm>
            <a:custGeom>
              <a:avLst/>
              <a:pathLst>
                <a:path w="51509" h="167167">
                  <a:moveTo>
                    <a:pt x="51509" y="0"/>
                  </a:moveTo>
                  <a:lnTo>
                    <a:pt x="44966" y="128"/>
                  </a:lnTo>
                  <a:lnTo>
                    <a:pt x="38432" y="512"/>
                  </a:lnTo>
                  <a:lnTo>
                    <a:pt x="31919" y="1151"/>
                  </a:lnTo>
                  <a:lnTo>
                    <a:pt x="25435" y="2045"/>
                  </a:lnTo>
                  <a:lnTo>
                    <a:pt x="18992" y="3193"/>
                  </a:lnTo>
                  <a:lnTo>
                    <a:pt x="12598" y="4591"/>
                  </a:lnTo>
                  <a:lnTo>
                    <a:pt x="6264" y="6239"/>
                  </a:lnTo>
                  <a:lnTo>
                    <a:pt x="0" y="8133"/>
                  </a:lnTo>
                  <a:lnTo>
                    <a:pt x="515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9036" y="1743389"/>
              <a:ext cx="51509" cy="159033"/>
            </a:xfrm>
            <a:custGeom>
              <a:avLst/>
              <a:pathLst>
                <a:path w="51509" h="159033">
                  <a:moveTo>
                    <a:pt x="0" y="0"/>
                  </a:moveTo>
                  <a:lnTo>
                    <a:pt x="51509" y="159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93393" y="1743389"/>
              <a:ext cx="334300" cy="326200"/>
            </a:xfrm>
            <a:custGeom>
              <a:avLst/>
              <a:pathLst>
                <a:path w="334300" h="326200">
                  <a:moveTo>
                    <a:pt x="115643" y="0"/>
                  </a:moveTo>
                  <a:lnTo>
                    <a:pt x="110618" y="1716"/>
                  </a:lnTo>
                  <a:lnTo>
                    <a:pt x="105650" y="3591"/>
                  </a:lnTo>
                  <a:lnTo>
                    <a:pt x="100744" y="5623"/>
                  </a:lnTo>
                  <a:lnTo>
                    <a:pt x="95905" y="7809"/>
                  </a:lnTo>
                  <a:lnTo>
                    <a:pt x="91138" y="10148"/>
                  </a:lnTo>
                  <a:lnTo>
                    <a:pt x="86447" y="12638"/>
                  </a:lnTo>
                  <a:lnTo>
                    <a:pt x="81838" y="15275"/>
                  </a:lnTo>
                  <a:lnTo>
                    <a:pt x="77316" y="18057"/>
                  </a:lnTo>
                  <a:lnTo>
                    <a:pt x="72883" y="20981"/>
                  </a:lnTo>
                  <a:lnTo>
                    <a:pt x="68546" y="24045"/>
                  </a:lnTo>
                  <a:lnTo>
                    <a:pt x="64309" y="27245"/>
                  </a:lnTo>
                  <a:lnTo>
                    <a:pt x="60175" y="30578"/>
                  </a:lnTo>
                  <a:lnTo>
                    <a:pt x="56149" y="34040"/>
                  </a:lnTo>
                  <a:lnTo>
                    <a:pt x="52235" y="37629"/>
                  </a:lnTo>
                  <a:lnTo>
                    <a:pt x="48437" y="41340"/>
                  </a:lnTo>
                  <a:lnTo>
                    <a:pt x="44759" y="45170"/>
                  </a:lnTo>
                  <a:lnTo>
                    <a:pt x="41205" y="49115"/>
                  </a:lnTo>
                  <a:lnTo>
                    <a:pt x="37777" y="53171"/>
                  </a:lnTo>
                  <a:lnTo>
                    <a:pt x="34480" y="57333"/>
                  </a:lnTo>
                  <a:lnTo>
                    <a:pt x="31317" y="61598"/>
                  </a:lnTo>
                  <a:lnTo>
                    <a:pt x="28291" y="65962"/>
                  </a:lnTo>
                  <a:lnTo>
                    <a:pt x="25405" y="70419"/>
                  </a:lnTo>
                  <a:lnTo>
                    <a:pt x="22662" y="74966"/>
                  </a:lnTo>
                  <a:lnTo>
                    <a:pt x="20065" y="79597"/>
                  </a:lnTo>
                  <a:lnTo>
                    <a:pt x="17616" y="84309"/>
                  </a:lnTo>
                  <a:lnTo>
                    <a:pt x="15318" y="89096"/>
                  </a:lnTo>
                  <a:lnTo>
                    <a:pt x="13173" y="93954"/>
                  </a:lnTo>
                  <a:lnTo>
                    <a:pt x="11184" y="98877"/>
                  </a:lnTo>
                  <a:lnTo>
                    <a:pt x="9352" y="103861"/>
                  </a:lnTo>
                  <a:lnTo>
                    <a:pt x="7679" y="108901"/>
                  </a:lnTo>
                  <a:lnTo>
                    <a:pt x="6168" y="113991"/>
                  </a:lnTo>
                  <a:lnTo>
                    <a:pt x="4818" y="119127"/>
                  </a:lnTo>
                  <a:lnTo>
                    <a:pt x="3633" y="124303"/>
                  </a:lnTo>
                  <a:lnTo>
                    <a:pt x="2612" y="129514"/>
                  </a:lnTo>
                  <a:lnTo>
                    <a:pt x="1758" y="134755"/>
                  </a:lnTo>
                  <a:lnTo>
                    <a:pt x="1070" y="140020"/>
                  </a:lnTo>
                  <a:lnTo>
                    <a:pt x="550" y="145304"/>
                  </a:lnTo>
                  <a:lnTo>
                    <a:pt x="198" y="150603"/>
                  </a:lnTo>
                  <a:lnTo>
                    <a:pt x="14" y="155910"/>
                  </a:lnTo>
                  <a:lnTo>
                    <a:pt x="0" y="161220"/>
                  </a:lnTo>
                  <a:lnTo>
                    <a:pt x="153" y="166528"/>
                  </a:lnTo>
                  <a:lnTo>
                    <a:pt x="476" y="171828"/>
                  </a:lnTo>
                  <a:lnTo>
                    <a:pt x="966" y="177115"/>
                  </a:lnTo>
                  <a:lnTo>
                    <a:pt x="1624" y="182384"/>
                  </a:lnTo>
                  <a:lnTo>
                    <a:pt x="2449" y="187630"/>
                  </a:lnTo>
                  <a:lnTo>
                    <a:pt x="3441" y="192847"/>
                  </a:lnTo>
                  <a:lnTo>
                    <a:pt x="4597" y="198029"/>
                  </a:lnTo>
                  <a:lnTo>
                    <a:pt x="5918" y="203172"/>
                  </a:lnTo>
                  <a:lnTo>
                    <a:pt x="7401" y="208271"/>
                  </a:lnTo>
                  <a:lnTo>
                    <a:pt x="9045" y="213320"/>
                  </a:lnTo>
                  <a:lnTo>
                    <a:pt x="10849" y="218314"/>
                  </a:lnTo>
                  <a:lnTo>
                    <a:pt x="12811" y="223249"/>
                  </a:lnTo>
                  <a:lnTo>
                    <a:pt x="14928" y="228118"/>
                  </a:lnTo>
                  <a:lnTo>
                    <a:pt x="17199" y="232918"/>
                  </a:lnTo>
                  <a:lnTo>
                    <a:pt x="19622" y="237644"/>
                  </a:lnTo>
                  <a:lnTo>
                    <a:pt x="22193" y="242290"/>
                  </a:lnTo>
                  <a:lnTo>
                    <a:pt x="24910" y="246852"/>
                  </a:lnTo>
                  <a:lnTo>
                    <a:pt x="27771" y="251325"/>
                  </a:lnTo>
                  <a:lnTo>
                    <a:pt x="30773" y="255705"/>
                  </a:lnTo>
                  <a:lnTo>
                    <a:pt x="33912" y="259988"/>
                  </a:lnTo>
                  <a:lnTo>
                    <a:pt x="37186" y="264169"/>
                  </a:lnTo>
                  <a:lnTo>
                    <a:pt x="40591" y="268244"/>
                  </a:lnTo>
                  <a:lnTo>
                    <a:pt x="44123" y="272208"/>
                  </a:lnTo>
                  <a:lnTo>
                    <a:pt x="47780" y="276059"/>
                  </a:lnTo>
                  <a:lnTo>
                    <a:pt x="51557" y="279791"/>
                  </a:lnTo>
                  <a:lnTo>
                    <a:pt x="55450" y="283402"/>
                  </a:lnTo>
                  <a:lnTo>
                    <a:pt x="59457" y="286887"/>
                  </a:lnTo>
                  <a:lnTo>
                    <a:pt x="63572" y="290243"/>
                  </a:lnTo>
                  <a:lnTo>
                    <a:pt x="67791" y="293466"/>
                  </a:lnTo>
                  <a:lnTo>
                    <a:pt x="72111" y="296554"/>
                  </a:lnTo>
                  <a:lnTo>
                    <a:pt x="76527" y="299504"/>
                  </a:lnTo>
                  <a:lnTo>
                    <a:pt x="81034" y="302311"/>
                  </a:lnTo>
                  <a:lnTo>
                    <a:pt x="85628" y="304974"/>
                  </a:lnTo>
                  <a:lnTo>
                    <a:pt x="90305" y="307490"/>
                  </a:lnTo>
                  <a:lnTo>
                    <a:pt x="95058" y="309855"/>
                  </a:lnTo>
                  <a:lnTo>
                    <a:pt x="99885" y="312069"/>
                  </a:lnTo>
                  <a:lnTo>
                    <a:pt x="104780" y="314128"/>
                  </a:lnTo>
                  <a:lnTo>
                    <a:pt x="109737" y="316031"/>
                  </a:lnTo>
                  <a:lnTo>
                    <a:pt x="114752" y="317776"/>
                  </a:lnTo>
                  <a:lnTo>
                    <a:pt x="119821" y="319360"/>
                  </a:lnTo>
                  <a:lnTo>
                    <a:pt x="124937" y="320782"/>
                  </a:lnTo>
                  <a:lnTo>
                    <a:pt x="130095" y="322041"/>
                  </a:lnTo>
                  <a:lnTo>
                    <a:pt x="135291" y="323136"/>
                  </a:lnTo>
                  <a:lnTo>
                    <a:pt x="140519" y="324065"/>
                  </a:lnTo>
                  <a:lnTo>
                    <a:pt x="145774" y="324828"/>
                  </a:lnTo>
                  <a:lnTo>
                    <a:pt x="151051" y="325423"/>
                  </a:lnTo>
                  <a:lnTo>
                    <a:pt x="156344" y="325851"/>
                  </a:lnTo>
                  <a:lnTo>
                    <a:pt x="161647" y="326110"/>
                  </a:lnTo>
                  <a:lnTo>
                    <a:pt x="166957" y="326200"/>
                  </a:lnTo>
                  <a:lnTo>
                    <a:pt x="172266" y="326122"/>
                  </a:lnTo>
                  <a:lnTo>
                    <a:pt x="177570" y="325876"/>
                  </a:lnTo>
                  <a:lnTo>
                    <a:pt x="182864" y="325461"/>
                  </a:lnTo>
                  <a:lnTo>
                    <a:pt x="188142" y="324878"/>
                  </a:lnTo>
                  <a:lnTo>
                    <a:pt x="193399" y="324127"/>
                  </a:lnTo>
                  <a:lnTo>
                    <a:pt x="198629" y="323210"/>
                  </a:lnTo>
                  <a:lnTo>
                    <a:pt x="203828" y="322128"/>
                  </a:lnTo>
                  <a:lnTo>
                    <a:pt x="208989" y="320881"/>
                  </a:lnTo>
                  <a:lnTo>
                    <a:pt x="214109" y="319470"/>
                  </a:lnTo>
                  <a:lnTo>
                    <a:pt x="219180" y="317898"/>
                  </a:lnTo>
                  <a:lnTo>
                    <a:pt x="224200" y="316165"/>
                  </a:lnTo>
                  <a:lnTo>
                    <a:pt x="229162" y="314274"/>
                  </a:lnTo>
                  <a:lnTo>
                    <a:pt x="234061" y="312226"/>
                  </a:lnTo>
                  <a:lnTo>
                    <a:pt x="238893" y="310024"/>
                  </a:lnTo>
                  <a:lnTo>
                    <a:pt x="243652" y="307669"/>
                  </a:lnTo>
                  <a:lnTo>
                    <a:pt x="248334" y="305165"/>
                  </a:lnTo>
                  <a:lnTo>
                    <a:pt x="252935" y="302513"/>
                  </a:lnTo>
                  <a:lnTo>
                    <a:pt x="257449" y="299716"/>
                  </a:lnTo>
                  <a:lnTo>
                    <a:pt x="261871" y="296777"/>
                  </a:lnTo>
                  <a:lnTo>
                    <a:pt x="266198" y="293699"/>
                  </a:lnTo>
                  <a:lnTo>
                    <a:pt x="270425" y="290485"/>
                  </a:lnTo>
                  <a:lnTo>
                    <a:pt x="274548" y="287139"/>
                  </a:lnTo>
                  <a:lnTo>
                    <a:pt x="278563" y="283663"/>
                  </a:lnTo>
                  <a:lnTo>
                    <a:pt x="282465" y="280062"/>
                  </a:lnTo>
                  <a:lnTo>
                    <a:pt x="286251" y="276339"/>
                  </a:lnTo>
                  <a:lnTo>
                    <a:pt x="289916" y="272497"/>
                  </a:lnTo>
                  <a:lnTo>
                    <a:pt x="293458" y="268540"/>
                  </a:lnTo>
                  <a:lnTo>
                    <a:pt x="296873" y="264474"/>
                  </a:lnTo>
                  <a:lnTo>
                    <a:pt x="300156" y="260300"/>
                  </a:lnTo>
                  <a:lnTo>
                    <a:pt x="303305" y="256025"/>
                  </a:lnTo>
                  <a:lnTo>
                    <a:pt x="306317" y="251652"/>
                  </a:lnTo>
                  <a:lnTo>
                    <a:pt x="309189" y="247185"/>
                  </a:lnTo>
                  <a:lnTo>
                    <a:pt x="311917" y="242629"/>
                  </a:lnTo>
                  <a:lnTo>
                    <a:pt x="314499" y="237989"/>
                  </a:lnTo>
                  <a:lnTo>
                    <a:pt x="316932" y="233270"/>
                  </a:lnTo>
                  <a:lnTo>
                    <a:pt x="319214" y="228475"/>
                  </a:lnTo>
                  <a:lnTo>
                    <a:pt x="321343" y="223611"/>
                  </a:lnTo>
                  <a:lnTo>
                    <a:pt x="323316" y="218681"/>
                  </a:lnTo>
                  <a:lnTo>
                    <a:pt x="325132" y="213691"/>
                  </a:lnTo>
                  <a:lnTo>
                    <a:pt x="326788" y="208646"/>
                  </a:lnTo>
                  <a:lnTo>
                    <a:pt x="328284" y="203550"/>
                  </a:lnTo>
                  <a:lnTo>
                    <a:pt x="329616" y="198410"/>
                  </a:lnTo>
                  <a:lnTo>
                    <a:pt x="330785" y="193230"/>
                  </a:lnTo>
                  <a:lnTo>
                    <a:pt x="331788" y="188016"/>
                  </a:lnTo>
                  <a:lnTo>
                    <a:pt x="332626" y="182773"/>
                  </a:lnTo>
                  <a:lnTo>
                    <a:pt x="333296" y="177505"/>
                  </a:lnTo>
                  <a:lnTo>
                    <a:pt x="333799" y="172219"/>
                  </a:lnTo>
                  <a:lnTo>
                    <a:pt x="334134" y="166919"/>
                  </a:lnTo>
                  <a:lnTo>
                    <a:pt x="334300" y="161612"/>
                  </a:lnTo>
                  <a:lnTo>
                    <a:pt x="334298" y="156302"/>
                  </a:lnTo>
                  <a:lnTo>
                    <a:pt x="334127" y="150995"/>
                  </a:lnTo>
                  <a:lnTo>
                    <a:pt x="333787" y="145695"/>
                  </a:lnTo>
                  <a:lnTo>
                    <a:pt x="333279" y="140410"/>
                  </a:lnTo>
                  <a:lnTo>
                    <a:pt x="332604" y="135143"/>
                  </a:lnTo>
                  <a:lnTo>
                    <a:pt x="331762" y="129900"/>
                  </a:lnTo>
                  <a:lnTo>
                    <a:pt x="330754" y="124686"/>
                  </a:lnTo>
                  <a:lnTo>
                    <a:pt x="329580" y="119508"/>
                  </a:lnTo>
                  <a:lnTo>
                    <a:pt x="328243" y="114369"/>
                  </a:lnTo>
                  <a:lnTo>
                    <a:pt x="326743" y="109275"/>
                  </a:lnTo>
                  <a:lnTo>
                    <a:pt x="325082" y="104231"/>
                  </a:lnTo>
                  <a:lnTo>
                    <a:pt x="323262" y="99243"/>
                  </a:lnTo>
                  <a:lnTo>
                    <a:pt x="321284" y="94315"/>
                  </a:lnTo>
                  <a:lnTo>
                    <a:pt x="319151" y="89452"/>
                  </a:lnTo>
                  <a:lnTo>
                    <a:pt x="316864" y="84660"/>
                  </a:lnTo>
                  <a:lnTo>
                    <a:pt x="314427" y="79942"/>
                  </a:lnTo>
                  <a:lnTo>
                    <a:pt x="311840" y="75305"/>
                  </a:lnTo>
                  <a:lnTo>
                    <a:pt x="309108" y="70752"/>
                  </a:lnTo>
                  <a:lnTo>
                    <a:pt x="306233" y="66288"/>
                  </a:lnTo>
                  <a:lnTo>
                    <a:pt x="303217" y="61917"/>
                  </a:lnTo>
                  <a:lnTo>
                    <a:pt x="300064" y="57645"/>
                  </a:lnTo>
                  <a:lnTo>
                    <a:pt x="296776" y="53474"/>
                  </a:lnTo>
                  <a:lnTo>
                    <a:pt x="293358" y="49411"/>
                  </a:lnTo>
                  <a:lnTo>
                    <a:pt x="289813" y="45458"/>
                  </a:lnTo>
                  <a:lnTo>
                    <a:pt x="286144" y="41619"/>
                  </a:lnTo>
                  <a:lnTo>
                    <a:pt x="282355" y="37899"/>
                  </a:lnTo>
                  <a:lnTo>
                    <a:pt x="278449" y="34301"/>
                  </a:lnTo>
                  <a:lnTo>
                    <a:pt x="274431" y="30829"/>
                  </a:lnTo>
                  <a:lnTo>
                    <a:pt x="270305" y="27487"/>
                  </a:lnTo>
                  <a:lnTo>
                    <a:pt x="266075" y="24277"/>
                  </a:lnTo>
                  <a:lnTo>
                    <a:pt x="261745" y="21203"/>
                  </a:lnTo>
                  <a:lnTo>
                    <a:pt x="257320" y="18268"/>
                  </a:lnTo>
                  <a:lnTo>
                    <a:pt x="252804" y="15475"/>
                  </a:lnTo>
                  <a:lnTo>
                    <a:pt x="167153" y="159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60546" y="1735255"/>
              <a:ext cx="85651" cy="167167"/>
            </a:xfrm>
            <a:custGeom>
              <a:avLst/>
              <a:pathLst>
                <a:path w="85651" h="167167">
                  <a:moveTo>
                    <a:pt x="85651" y="23609"/>
                  </a:moveTo>
                  <a:lnTo>
                    <a:pt x="80777" y="20811"/>
                  </a:lnTo>
                  <a:lnTo>
                    <a:pt x="75811" y="18179"/>
                  </a:lnTo>
                  <a:lnTo>
                    <a:pt x="70760" y="15714"/>
                  </a:lnTo>
                  <a:lnTo>
                    <a:pt x="65629" y="13421"/>
                  </a:lnTo>
                  <a:lnTo>
                    <a:pt x="60424" y="11302"/>
                  </a:lnTo>
                  <a:lnTo>
                    <a:pt x="55150" y="9359"/>
                  </a:lnTo>
                  <a:lnTo>
                    <a:pt x="49814" y="7594"/>
                  </a:lnTo>
                  <a:lnTo>
                    <a:pt x="44422" y="6010"/>
                  </a:lnTo>
                  <a:lnTo>
                    <a:pt x="38980" y="4608"/>
                  </a:lnTo>
                  <a:lnTo>
                    <a:pt x="33494" y="3389"/>
                  </a:lnTo>
                  <a:lnTo>
                    <a:pt x="27969" y="2356"/>
                  </a:lnTo>
                  <a:lnTo>
                    <a:pt x="22413" y="1509"/>
                  </a:lnTo>
                  <a:lnTo>
                    <a:pt x="16832" y="849"/>
                  </a:lnTo>
                  <a:lnTo>
                    <a:pt x="11232" y="377"/>
                  </a:lnTo>
                  <a:lnTo>
                    <a:pt x="5619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915693" y="1379510"/>
              <a:ext cx="293409" cy="334334"/>
            </a:xfrm>
            <a:custGeom>
              <a:avLst/>
              <a:pathLst>
                <a:path w="293409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8" y="2099"/>
                  </a:lnTo>
                  <a:lnTo>
                    <a:pt x="135515" y="3019"/>
                  </a:lnTo>
                  <a:lnTo>
                    <a:pt x="130324" y="4105"/>
                  </a:lnTo>
                  <a:lnTo>
                    <a:pt x="125170" y="5356"/>
                  </a:lnTo>
                  <a:lnTo>
                    <a:pt x="120058" y="6769"/>
                  </a:lnTo>
                  <a:lnTo>
                    <a:pt x="114993" y="8343"/>
                  </a:lnTo>
                  <a:lnTo>
                    <a:pt x="109981" y="10078"/>
                  </a:lnTo>
                  <a:lnTo>
                    <a:pt x="105027" y="11970"/>
                  </a:lnTo>
                  <a:lnTo>
                    <a:pt x="100135" y="14019"/>
                  </a:lnTo>
                  <a:lnTo>
                    <a:pt x="95310" y="16222"/>
                  </a:lnTo>
                  <a:lnTo>
                    <a:pt x="90558" y="18576"/>
                  </a:lnTo>
                  <a:lnTo>
                    <a:pt x="85883" y="21081"/>
                  </a:lnTo>
                  <a:lnTo>
                    <a:pt x="81290" y="23732"/>
                  </a:lnTo>
                  <a:lnTo>
                    <a:pt x="76783" y="26528"/>
                  </a:lnTo>
                  <a:lnTo>
                    <a:pt x="72367" y="29465"/>
                  </a:lnTo>
                  <a:lnTo>
                    <a:pt x="68046" y="32541"/>
                  </a:lnTo>
                  <a:lnTo>
                    <a:pt x="63825" y="35753"/>
                  </a:lnTo>
                  <a:lnTo>
                    <a:pt x="59709" y="39097"/>
                  </a:lnTo>
                  <a:lnTo>
                    <a:pt x="55700" y="42569"/>
                  </a:lnTo>
                  <a:lnTo>
                    <a:pt x="51803" y="46167"/>
                  </a:lnTo>
                  <a:lnTo>
                    <a:pt x="48023" y="49887"/>
                  </a:lnTo>
                  <a:lnTo>
                    <a:pt x="44363" y="53725"/>
                  </a:lnTo>
                  <a:lnTo>
                    <a:pt x="40826" y="57677"/>
                  </a:lnTo>
                  <a:lnTo>
                    <a:pt x="37416" y="61740"/>
                  </a:lnTo>
                  <a:lnTo>
                    <a:pt x="34137" y="65908"/>
                  </a:lnTo>
                  <a:lnTo>
                    <a:pt x="30992" y="70178"/>
                  </a:lnTo>
                  <a:lnTo>
                    <a:pt x="27983" y="74546"/>
                  </a:lnTo>
                  <a:lnTo>
                    <a:pt x="25115" y="79008"/>
                  </a:lnTo>
                  <a:lnTo>
                    <a:pt x="22390" y="83558"/>
                  </a:lnTo>
                  <a:lnTo>
                    <a:pt x="19811" y="88192"/>
                  </a:lnTo>
                  <a:lnTo>
                    <a:pt x="17380" y="92905"/>
                  </a:lnTo>
                  <a:lnTo>
                    <a:pt x="15099" y="97694"/>
                  </a:lnTo>
                  <a:lnTo>
                    <a:pt x="12972" y="102552"/>
                  </a:lnTo>
                  <a:lnTo>
                    <a:pt x="11000" y="107475"/>
                  </a:lnTo>
                  <a:lnTo>
                    <a:pt x="9185" y="112459"/>
                  </a:lnTo>
                  <a:lnTo>
                    <a:pt x="7529" y="117497"/>
                  </a:lnTo>
                  <a:lnTo>
                    <a:pt x="6033" y="122586"/>
                  </a:lnTo>
                  <a:lnTo>
                    <a:pt x="4700" y="127719"/>
                  </a:lnTo>
                  <a:lnTo>
                    <a:pt x="3531" y="132892"/>
                  </a:lnTo>
                  <a:lnTo>
                    <a:pt x="2526" y="138100"/>
                  </a:lnTo>
                  <a:lnTo>
                    <a:pt x="1686" y="143337"/>
                  </a:lnTo>
                  <a:lnTo>
                    <a:pt x="1014" y="148597"/>
                  </a:lnTo>
                  <a:lnTo>
                    <a:pt x="508" y="153877"/>
                  </a:lnTo>
                  <a:lnTo>
                    <a:pt x="171" y="159170"/>
                  </a:lnTo>
                  <a:lnTo>
                    <a:pt x="1" y="164471"/>
                  </a:lnTo>
                  <a:lnTo>
                    <a:pt x="0" y="169774"/>
                  </a:lnTo>
                  <a:lnTo>
                    <a:pt x="166" y="175075"/>
                  </a:lnTo>
                  <a:lnTo>
                    <a:pt x="501" y="180369"/>
                  </a:lnTo>
                  <a:lnTo>
                    <a:pt x="1004" y="185648"/>
                  </a:lnTo>
                  <a:lnTo>
                    <a:pt x="1674" y="190909"/>
                  </a:lnTo>
                  <a:lnTo>
                    <a:pt x="2510" y="196147"/>
                  </a:lnTo>
                  <a:lnTo>
                    <a:pt x="3512" y="201355"/>
                  </a:lnTo>
                  <a:lnTo>
                    <a:pt x="4679" y="206529"/>
                  </a:lnTo>
                  <a:lnTo>
                    <a:pt x="6010" y="211663"/>
                  </a:lnTo>
                  <a:lnTo>
                    <a:pt x="7502" y="216752"/>
                  </a:lnTo>
                  <a:lnTo>
                    <a:pt x="9156" y="221791"/>
                  </a:lnTo>
                  <a:lnTo>
                    <a:pt x="10968" y="226776"/>
                  </a:lnTo>
                  <a:lnTo>
                    <a:pt x="12938" y="231700"/>
                  </a:lnTo>
                  <a:lnTo>
                    <a:pt x="15062" y="236559"/>
                  </a:lnTo>
                  <a:lnTo>
                    <a:pt x="17340" y="241349"/>
                  </a:lnTo>
                  <a:lnTo>
                    <a:pt x="19769" y="246064"/>
                  </a:lnTo>
                  <a:lnTo>
                    <a:pt x="22346" y="250699"/>
                  </a:lnTo>
                  <a:lnTo>
                    <a:pt x="25069" y="255251"/>
                  </a:lnTo>
                  <a:lnTo>
                    <a:pt x="27934" y="259714"/>
                  </a:lnTo>
                  <a:lnTo>
                    <a:pt x="30940" y="264083"/>
                  </a:lnTo>
                  <a:lnTo>
                    <a:pt x="34083" y="268355"/>
                  </a:lnTo>
                  <a:lnTo>
                    <a:pt x="37360" y="272525"/>
                  </a:lnTo>
                  <a:lnTo>
                    <a:pt x="40768" y="276590"/>
                  </a:lnTo>
                  <a:lnTo>
                    <a:pt x="44302" y="280544"/>
                  </a:lnTo>
                  <a:lnTo>
                    <a:pt x="47961" y="284383"/>
                  </a:lnTo>
                  <a:lnTo>
                    <a:pt x="51739" y="288105"/>
                  </a:lnTo>
                  <a:lnTo>
                    <a:pt x="55634" y="291705"/>
                  </a:lnTo>
                  <a:lnTo>
                    <a:pt x="59641" y="295180"/>
                  </a:lnTo>
                  <a:lnTo>
                    <a:pt x="63756" y="298526"/>
                  </a:lnTo>
                  <a:lnTo>
                    <a:pt x="67975" y="301740"/>
                  </a:lnTo>
                  <a:lnTo>
                    <a:pt x="72294" y="304818"/>
                  </a:lnTo>
                  <a:lnTo>
                    <a:pt x="76708" y="307758"/>
                  </a:lnTo>
                  <a:lnTo>
                    <a:pt x="81213" y="310556"/>
                  </a:lnTo>
                  <a:lnTo>
                    <a:pt x="85805" y="313210"/>
                  </a:lnTo>
                  <a:lnTo>
                    <a:pt x="90479" y="315717"/>
                  </a:lnTo>
                  <a:lnTo>
                    <a:pt x="95230" y="318074"/>
                  </a:lnTo>
                  <a:lnTo>
                    <a:pt x="100053" y="320280"/>
                  </a:lnTo>
                  <a:lnTo>
                    <a:pt x="104944" y="322331"/>
                  </a:lnTo>
                  <a:lnTo>
                    <a:pt x="109898" y="324226"/>
                  </a:lnTo>
                  <a:lnTo>
                    <a:pt x="114909" y="325963"/>
                  </a:lnTo>
                  <a:lnTo>
                    <a:pt x="119973" y="327540"/>
                  </a:lnTo>
                  <a:lnTo>
                    <a:pt x="125084" y="328956"/>
                  </a:lnTo>
                  <a:lnTo>
                    <a:pt x="130237" y="330209"/>
                  </a:lnTo>
                  <a:lnTo>
                    <a:pt x="135428" y="331298"/>
                  </a:lnTo>
                  <a:lnTo>
                    <a:pt x="140651" y="332221"/>
                  </a:lnTo>
                  <a:lnTo>
                    <a:pt x="145900" y="332979"/>
                  </a:lnTo>
                  <a:lnTo>
                    <a:pt x="151171" y="333569"/>
                  </a:lnTo>
                  <a:lnTo>
                    <a:pt x="156457" y="333992"/>
                  </a:lnTo>
                  <a:lnTo>
                    <a:pt x="161755" y="334247"/>
                  </a:lnTo>
                  <a:lnTo>
                    <a:pt x="167058" y="334334"/>
                  </a:lnTo>
                  <a:lnTo>
                    <a:pt x="172361" y="334253"/>
                  </a:lnTo>
                  <a:lnTo>
                    <a:pt x="177659" y="334004"/>
                  </a:lnTo>
                  <a:lnTo>
                    <a:pt x="182946" y="333586"/>
                  </a:lnTo>
                  <a:lnTo>
                    <a:pt x="188217" y="333001"/>
                  </a:lnTo>
                  <a:lnTo>
                    <a:pt x="193467" y="332249"/>
                  </a:lnTo>
                  <a:lnTo>
                    <a:pt x="198691" y="331331"/>
                  </a:lnTo>
                  <a:lnTo>
                    <a:pt x="203883" y="330248"/>
                  </a:lnTo>
                  <a:lnTo>
                    <a:pt x="209038" y="329001"/>
                  </a:lnTo>
                  <a:lnTo>
                    <a:pt x="214150" y="327590"/>
                  </a:lnTo>
                  <a:lnTo>
                    <a:pt x="219216" y="326018"/>
                  </a:lnTo>
                  <a:lnTo>
                    <a:pt x="224229" y="324287"/>
                  </a:lnTo>
                  <a:lnTo>
                    <a:pt x="229184" y="322397"/>
                  </a:lnTo>
                  <a:lnTo>
                    <a:pt x="234077" y="320351"/>
                  </a:lnTo>
                  <a:lnTo>
                    <a:pt x="238903" y="318150"/>
                  </a:lnTo>
                  <a:lnTo>
                    <a:pt x="243656" y="315798"/>
                  </a:lnTo>
                  <a:lnTo>
                    <a:pt x="248333" y="313296"/>
                  </a:lnTo>
                  <a:lnTo>
                    <a:pt x="252928" y="310647"/>
                  </a:lnTo>
                  <a:lnTo>
                    <a:pt x="257436" y="307854"/>
                  </a:lnTo>
                  <a:lnTo>
                    <a:pt x="261853" y="304919"/>
                  </a:lnTo>
                  <a:lnTo>
                    <a:pt x="266176" y="301845"/>
                  </a:lnTo>
                  <a:lnTo>
                    <a:pt x="270398" y="298636"/>
                  </a:lnTo>
                  <a:lnTo>
                    <a:pt x="274517" y="295294"/>
                  </a:lnTo>
                  <a:lnTo>
                    <a:pt x="278527" y="291824"/>
                  </a:lnTo>
                  <a:lnTo>
                    <a:pt x="282426" y="288228"/>
                  </a:lnTo>
                  <a:lnTo>
                    <a:pt x="286208" y="284510"/>
                  </a:lnTo>
                  <a:lnTo>
                    <a:pt x="289870" y="280674"/>
                  </a:lnTo>
                  <a:lnTo>
                    <a:pt x="293409" y="27672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26262" cy="109556"/>
            </a:xfrm>
            <a:custGeom>
              <a:avLst/>
              <a:pathLst>
                <a:path w="126262" h="109556">
                  <a:moveTo>
                    <a:pt x="126262" y="109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26533" cy="109556"/>
            </a:xfrm>
            <a:custGeom>
              <a:avLst/>
              <a:pathLst>
                <a:path w="126533" h="109556">
                  <a:moveTo>
                    <a:pt x="126262" y="109556"/>
                  </a:moveTo>
                  <a:lnTo>
                    <a:pt x="126533" y="109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379510"/>
              <a:ext cx="167165" cy="276411"/>
            </a:xfrm>
            <a:custGeom>
              <a:avLst/>
              <a:pathLst>
                <a:path w="167165" h="276411">
                  <a:moveTo>
                    <a:pt x="126533" y="276411"/>
                  </a:moveTo>
                  <a:lnTo>
                    <a:pt x="129980" y="272286"/>
                  </a:lnTo>
                  <a:lnTo>
                    <a:pt x="133292" y="268053"/>
                  </a:lnTo>
                  <a:lnTo>
                    <a:pt x="136467" y="263716"/>
                  </a:lnTo>
                  <a:lnTo>
                    <a:pt x="139500" y="259278"/>
                  </a:lnTo>
                  <a:lnTo>
                    <a:pt x="142389" y="254746"/>
                  </a:lnTo>
                  <a:lnTo>
                    <a:pt x="145131" y="250123"/>
                  </a:lnTo>
                  <a:lnTo>
                    <a:pt x="147723" y="245414"/>
                  </a:lnTo>
                  <a:lnTo>
                    <a:pt x="150163" y="240625"/>
                  </a:lnTo>
                  <a:lnTo>
                    <a:pt x="152447" y="235759"/>
                  </a:lnTo>
                  <a:lnTo>
                    <a:pt x="154573" y="230822"/>
                  </a:lnTo>
                  <a:lnTo>
                    <a:pt x="156539" y="225820"/>
                  </a:lnTo>
                  <a:lnTo>
                    <a:pt x="158344" y="220757"/>
                  </a:lnTo>
                  <a:lnTo>
                    <a:pt x="159985" y="215639"/>
                  </a:lnTo>
                  <a:lnTo>
                    <a:pt x="161461" y="210470"/>
                  </a:lnTo>
                  <a:lnTo>
                    <a:pt x="162770" y="205257"/>
                  </a:lnTo>
                  <a:lnTo>
                    <a:pt x="163910" y="200004"/>
                  </a:lnTo>
                  <a:lnTo>
                    <a:pt x="164881" y="194718"/>
                  </a:lnTo>
                  <a:lnTo>
                    <a:pt x="165681" y="189403"/>
                  </a:lnTo>
                  <a:lnTo>
                    <a:pt x="166311" y="184065"/>
                  </a:lnTo>
                  <a:lnTo>
                    <a:pt x="166768" y="178709"/>
                  </a:lnTo>
                  <a:lnTo>
                    <a:pt x="167053" y="173342"/>
                  </a:lnTo>
                  <a:lnTo>
                    <a:pt x="167165" y="167968"/>
                  </a:lnTo>
                  <a:lnTo>
                    <a:pt x="167104" y="162593"/>
                  </a:lnTo>
                  <a:lnTo>
                    <a:pt x="166871" y="157223"/>
                  </a:lnTo>
                  <a:lnTo>
                    <a:pt x="166465" y="151864"/>
                  </a:lnTo>
                  <a:lnTo>
                    <a:pt x="165887" y="146520"/>
                  </a:lnTo>
                  <a:lnTo>
                    <a:pt x="165137" y="141197"/>
                  </a:lnTo>
                  <a:lnTo>
                    <a:pt x="164217" y="135902"/>
                  </a:lnTo>
                  <a:lnTo>
                    <a:pt x="163127" y="130638"/>
                  </a:lnTo>
                  <a:lnTo>
                    <a:pt x="161868" y="125413"/>
                  </a:lnTo>
                  <a:lnTo>
                    <a:pt x="160442" y="120230"/>
                  </a:lnTo>
                  <a:lnTo>
                    <a:pt x="158850" y="115096"/>
                  </a:lnTo>
                  <a:lnTo>
                    <a:pt x="157094" y="110016"/>
                  </a:lnTo>
                  <a:lnTo>
                    <a:pt x="155176" y="104995"/>
                  </a:lnTo>
                  <a:lnTo>
                    <a:pt x="153097" y="100039"/>
                  </a:lnTo>
                  <a:lnTo>
                    <a:pt x="150859" y="95152"/>
                  </a:lnTo>
                  <a:lnTo>
                    <a:pt x="148466" y="90339"/>
                  </a:lnTo>
                  <a:lnTo>
                    <a:pt x="145920" y="85605"/>
                  </a:lnTo>
                  <a:lnTo>
                    <a:pt x="143222" y="80956"/>
                  </a:lnTo>
                  <a:lnTo>
                    <a:pt x="140376" y="76396"/>
                  </a:lnTo>
                  <a:lnTo>
                    <a:pt x="137386" y="71930"/>
                  </a:lnTo>
                  <a:lnTo>
                    <a:pt x="134253" y="67563"/>
                  </a:lnTo>
                  <a:lnTo>
                    <a:pt x="130981" y="63298"/>
                  </a:lnTo>
                  <a:lnTo>
                    <a:pt x="127574" y="59141"/>
                  </a:lnTo>
                  <a:lnTo>
                    <a:pt x="124035" y="55095"/>
                  </a:lnTo>
                  <a:lnTo>
                    <a:pt x="120368" y="51165"/>
                  </a:lnTo>
                  <a:lnTo>
                    <a:pt x="116576" y="47356"/>
                  </a:lnTo>
                  <a:lnTo>
                    <a:pt x="112664" y="43670"/>
                  </a:lnTo>
                  <a:lnTo>
                    <a:pt x="108636" y="40111"/>
                  </a:lnTo>
                  <a:lnTo>
                    <a:pt x="104495" y="36684"/>
                  </a:lnTo>
                  <a:lnTo>
                    <a:pt x="100246" y="33392"/>
                  </a:lnTo>
                  <a:lnTo>
                    <a:pt x="95893" y="30239"/>
                  </a:lnTo>
                  <a:lnTo>
                    <a:pt x="91442" y="27227"/>
                  </a:lnTo>
                  <a:lnTo>
                    <a:pt x="86895" y="24359"/>
                  </a:lnTo>
                  <a:lnTo>
                    <a:pt x="82259" y="21639"/>
                  </a:lnTo>
                  <a:lnTo>
                    <a:pt x="77538" y="19070"/>
                  </a:lnTo>
                  <a:lnTo>
                    <a:pt x="72737" y="16654"/>
                  </a:lnTo>
                  <a:lnTo>
                    <a:pt x="67860" y="14393"/>
                  </a:lnTo>
                  <a:lnTo>
                    <a:pt x="62914" y="12290"/>
                  </a:lnTo>
                  <a:lnTo>
                    <a:pt x="57902" y="10348"/>
                  </a:lnTo>
                  <a:lnTo>
                    <a:pt x="52830" y="8567"/>
                  </a:lnTo>
                  <a:lnTo>
                    <a:pt x="47704" y="6951"/>
                  </a:lnTo>
                  <a:lnTo>
                    <a:pt x="42529" y="5500"/>
                  </a:lnTo>
                  <a:lnTo>
                    <a:pt x="37309" y="4216"/>
                  </a:lnTo>
                  <a:lnTo>
                    <a:pt x="32051" y="3101"/>
                  </a:lnTo>
                  <a:lnTo>
                    <a:pt x="26760" y="2155"/>
                  </a:lnTo>
                  <a:lnTo>
                    <a:pt x="21441" y="1380"/>
                  </a:lnTo>
                  <a:lnTo>
                    <a:pt x="16100" y="777"/>
                  </a:lnTo>
                  <a:lnTo>
                    <a:pt x="10743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465977" y="112031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9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4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5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1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7"/>
                  </a:lnTo>
                  <a:lnTo>
                    <a:pt x="11232" y="106898"/>
                  </a:lnTo>
                  <a:lnTo>
                    <a:pt x="9404" y="111860"/>
                  </a:lnTo>
                  <a:lnTo>
                    <a:pt x="7734" y="116876"/>
                  </a:lnTo>
                  <a:lnTo>
                    <a:pt x="6223" y="121943"/>
                  </a:lnTo>
                  <a:lnTo>
                    <a:pt x="4874" y="127056"/>
                  </a:lnTo>
                  <a:lnTo>
                    <a:pt x="3686" y="132208"/>
                  </a:lnTo>
                  <a:lnTo>
                    <a:pt x="2662" y="137395"/>
                  </a:lnTo>
                  <a:lnTo>
                    <a:pt x="1803" y="142612"/>
                  </a:lnTo>
                  <a:lnTo>
                    <a:pt x="1109" y="147854"/>
                  </a:lnTo>
                  <a:lnTo>
                    <a:pt x="582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1"/>
                  </a:lnTo>
                  <a:lnTo>
                    <a:pt x="140" y="174247"/>
                  </a:lnTo>
                  <a:lnTo>
                    <a:pt x="447" y="179525"/>
                  </a:lnTo>
                  <a:lnTo>
                    <a:pt x="922" y="184791"/>
                  </a:lnTo>
                  <a:lnTo>
                    <a:pt x="1562" y="190040"/>
                  </a:lnTo>
                  <a:lnTo>
                    <a:pt x="2368" y="195265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2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8"/>
                  </a:lnTo>
                  <a:lnTo>
                    <a:pt x="14650" y="235626"/>
                  </a:lnTo>
                  <a:lnTo>
                    <a:pt x="16892" y="240415"/>
                  </a:lnTo>
                  <a:lnTo>
                    <a:pt x="19283" y="245130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0"/>
                  </a:lnTo>
                  <a:lnTo>
                    <a:pt x="30303" y="263167"/>
                  </a:lnTo>
                  <a:lnTo>
                    <a:pt x="33408" y="267447"/>
                  </a:lnTo>
                  <a:lnTo>
                    <a:pt x="36646" y="271626"/>
                  </a:lnTo>
                  <a:lnTo>
                    <a:pt x="40015" y="275701"/>
                  </a:lnTo>
                  <a:lnTo>
                    <a:pt x="43511" y="279668"/>
                  </a:lnTo>
                  <a:lnTo>
                    <a:pt x="47131" y="283522"/>
                  </a:lnTo>
                  <a:lnTo>
                    <a:pt x="50870" y="287260"/>
                  </a:lnTo>
                  <a:lnTo>
                    <a:pt x="54727" y="290877"/>
                  </a:lnTo>
                  <a:lnTo>
                    <a:pt x="58695" y="294371"/>
                  </a:lnTo>
                  <a:lnTo>
                    <a:pt x="62772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3" y="307041"/>
                  </a:lnTo>
                  <a:lnTo>
                    <a:pt x="80083" y="309866"/>
                  </a:lnTo>
                  <a:lnTo>
                    <a:pt x="84639" y="312548"/>
                  </a:lnTo>
                  <a:lnTo>
                    <a:pt x="89278" y="315085"/>
                  </a:lnTo>
                  <a:lnTo>
                    <a:pt x="93995" y="317474"/>
                  </a:lnTo>
                  <a:lnTo>
                    <a:pt x="98785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6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0" y="329872"/>
                  </a:lnTo>
                  <a:lnTo>
                    <a:pt x="133955" y="331004"/>
                  </a:lnTo>
                  <a:lnTo>
                    <a:pt x="139153" y="331972"/>
                  </a:lnTo>
                  <a:lnTo>
                    <a:pt x="144379" y="332775"/>
                  </a:lnTo>
                  <a:lnTo>
                    <a:pt x="149628" y="333413"/>
                  </a:lnTo>
                  <a:lnTo>
                    <a:pt x="154894" y="333884"/>
                  </a:lnTo>
                  <a:lnTo>
                    <a:pt x="160173" y="334188"/>
                  </a:lnTo>
                  <a:lnTo>
                    <a:pt x="165458" y="334326"/>
                  </a:lnTo>
                  <a:lnTo>
                    <a:pt x="170746" y="334296"/>
                  </a:lnTo>
                  <a:lnTo>
                    <a:pt x="176029" y="334099"/>
                  </a:lnTo>
                  <a:lnTo>
                    <a:pt x="181304" y="333735"/>
                  </a:lnTo>
                  <a:lnTo>
                    <a:pt x="186565" y="333204"/>
                  </a:lnTo>
                  <a:lnTo>
                    <a:pt x="191806" y="332507"/>
                  </a:lnTo>
                  <a:lnTo>
                    <a:pt x="197023" y="331645"/>
                  </a:lnTo>
                  <a:lnTo>
                    <a:pt x="202209" y="330618"/>
                  </a:lnTo>
                  <a:lnTo>
                    <a:pt x="207361" y="329428"/>
                  </a:lnTo>
                  <a:lnTo>
                    <a:pt x="212472" y="328075"/>
                  </a:lnTo>
                  <a:lnTo>
                    <a:pt x="217539" y="326562"/>
                  </a:lnTo>
                  <a:lnTo>
                    <a:pt x="222554" y="324889"/>
                  </a:lnTo>
                  <a:lnTo>
                    <a:pt x="227515" y="323058"/>
                  </a:lnTo>
                  <a:lnTo>
                    <a:pt x="232414" y="321071"/>
                  </a:lnTo>
                  <a:lnTo>
                    <a:pt x="237249" y="318930"/>
                  </a:lnTo>
                  <a:lnTo>
                    <a:pt x="242014" y="316638"/>
                  </a:lnTo>
                  <a:lnTo>
                    <a:pt x="246703" y="314196"/>
                  </a:lnTo>
                  <a:lnTo>
                    <a:pt x="251313" y="311606"/>
                  </a:lnTo>
                  <a:lnTo>
                    <a:pt x="255839" y="308873"/>
                  </a:lnTo>
                  <a:lnTo>
                    <a:pt x="260276" y="305997"/>
                  </a:lnTo>
                  <a:lnTo>
                    <a:pt x="264620" y="302983"/>
                  </a:lnTo>
                  <a:lnTo>
                    <a:pt x="268867" y="299833"/>
                  </a:lnTo>
                  <a:lnTo>
                    <a:pt x="273011" y="296550"/>
                  </a:lnTo>
                  <a:lnTo>
                    <a:pt x="277050" y="293137"/>
                  </a:lnTo>
                  <a:lnTo>
                    <a:pt x="280979" y="289599"/>
                  </a:lnTo>
                  <a:lnTo>
                    <a:pt x="284794" y="285938"/>
                  </a:lnTo>
                  <a:lnTo>
                    <a:pt x="288491" y="282158"/>
                  </a:lnTo>
                  <a:lnTo>
                    <a:pt x="292067" y="278263"/>
                  </a:lnTo>
                  <a:lnTo>
                    <a:pt x="295518" y="274258"/>
                  </a:lnTo>
                  <a:lnTo>
                    <a:pt x="298841" y="270145"/>
                  </a:lnTo>
                  <a:lnTo>
                    <a:pt x="302032" y="265928"/>
                  </a:lnTo>
                  <a:lnTo>
                    <a:pt x="305088" y="261614"/>
                  </a:lnTo>
                  <a:lnTo>
                    <a:pt x="308006" y="257204"/>
                  </a:lnTo>
                  <a:lnTo>
                    <a:pt x="310783" y="252705"/>
                  </a:lnTo>
                  <a:lnTo>
                    <a:pt x="313416" y="248120"/>
                  </a:lnTo>
                  <a:lnTo>
                    <a:pt x="315903" y="243454"/>
                  </a:lnTo>
                  <a:lnTo>
                    <a:pt x="318241" y="238712"/>
                  </a:lnTo>
                  <a:lnTo>
                    <a:pt x="320428" y="233898"/>
                  </a:lnTo>
                  <a:lnTo>
                    <a:pt x="322462" y="229017"/>
                  </a:lnTo>
                  <a:lnTo>
                    <a:pt x="324340" y="224075"/>
                  </a:lnTo>
                  <a:lnTo>
                    <a:pt x="326061" y="219075"/>
                  </a:lnTo>
                  <a:lnTo>
                    <a:pt x="327623" y="214024"/>
                  </a:lnTo>
                  <a:lnTo>
                    <a:pt x="329025" y="208926"/>
                  </a:lnTo>
                  <a:lnTo>
                    <a:pt x="330265" y="203786"/>
                  </a:lnTo>
                  <a:lnTo>
                    <a:pt x="331341" y="198609"/>
                  </a:lnTo>
                  <a:lnTo>
                    <a:pt x="332253" y="193401"/>
                  </a:lnTo>
                  <a:lnTo>
                    <a:pt x="333001" y="188167"/>
                  </a:lnTo>
                  <a:lnTo>
                    <a:pt x="333582" y="182911"/>
                  </a:lnTo>
                  <a:lnTo>
                    <a:pt x="333996" y="177640"/>
                  </a:lnTo>
                  <a:lnTo>
                    <a:pt x="334244" y="172359"/>
                  </a:lnTo>
                  <a:lnTo>
                    <a:pt x="334325" y="167072"/>
                  </a:lnTo>
                  <a:lnTo>
                    <a:pt x="334238" y="161785"/>
                  </a:lnTo>
                  <a:lnTo>
                    <a:pt x="333984" y="156504"/>
                  </a:lnTo>
                  <a:lnTo>
                    <a:pt x="333564" y="151233"/>
                  </a:lnTo>
                  <a:lnTo>
                    <a:pt x="332977" y="145979"/>
                  </a:lnTo>
                  <a:lnTo>
                    <a:pt x="332223" y="140745"/>
                  </a:lnTo>
                  <a:lnTo>
                    <a:pt x="331305" y="135538"/>
                  </a:lnTo>
                  <a:lnTo>
                    <a:pt x="330223" y="130363"/>
                  </a:lnTo>
                  <a:lnTo>
                    <a:pt x="328977" y="125224"/>
                  </a:lnTo>
                  <a:lnTo>
                    <a:pt x="327570" y="120127"/>
                  </a:lnTo>
                  <a:lnTo>
                    <a:pt x="326002" y="115078"/>
                  </a:lnTo>
                  <a:lnTo>
                    <a:pt x="324275" y="110080"/>
                  </a:lnTo>
                  <a:lnTo>
                    <a:pt x="322391" y="105140"/>
                  </a:lnTo>
                  <a:lnTo>
                    <a:pt x="320352" y="100262"/>
                  </a:lnTo>
                  <a:lnTo>
                    <a:pt x="318160" y="95450"/>
                  </a:lnTo>
                  <a:lnTo>
                    <a:pt x="315816" y="90711"/>
                  </a:lnTo>
                  <a:lnTo>
                    <a:pt x="313324" y="86048"/>
                  </a:lnTo>
                  <a:lnTo>
                    <a:pt x="310685" y="81466"/>
                  </a:lnTo>
                  <a:lnTo>
                    <a:pt x="307903" y="76969"/>
                  </a:lnTo>
                  <a:lnTo>
                    <a:pt x="304980" y="72563"/>
                  </a:lnTo>
                  <a:lnTo>
                    <a:pt x="301919" y="68252"/>
                  </a:lnTo>
                  <a:lnTo>
                    <a:pt x="298724" y="64040"/>
                  </a:lnTo>
                  <a:lnTo>
                    <a:pt x="295396" y="59930"/>
                  </a:lnTo>
                  <a:lnTo>
                    <a:pt x="291941" y="55928"/>
                  </a:lnTo>
                  <a:lnTo>
                    <a:pt x="288360" y="52038"/>
                  </a:lnTo>
                  <a:lnTo>
                    <a:pt x="284659" y="48262"/>
                  </a:lnTo>
                  <a:lnTo>
                    <a:pt x="280840" y="44606"/>
                  </a:lnTo>
                  <a:lnTo>
                    <a:pt x="276907" y="41072"/>
                  </a:lnTo>
                  <a:lnTo>
                    <a:pt x="272864" y="37664"/>
                  </a:lnTo>
                  <a:lnTo>
                    <a:pt x="268716" y="34386"/>
                  </a:lnTo>
                  <a:lnTo>
                    <a:pt x="264466" y="31240"/>
                  </a:lnTo>
                  <a:lnTo>
                    <a:pt x="260118" y="28231"/>
                  </a:lnTo>
                  <a:lnTo>
                    <a:pt x="255678" y="25360"/>
                  </a:lnTo>
                  <a:lnTo>
                    <a:pt x="251149" y="22632"/>
                  </a:lnTo>
                  <a:lnTo>
                    <a:pt x="246536" y="20048"/>
                  </a:lnTo>
                  <a:lnTo>
                    <a:pt x="241843" y="17611"/>
                  </a:lnTo>
                  <a:lnTo>
                    <a:pt x="237076" y="15324"/>
                  </a:lnTo>
                  <a:lnTo>
                    <a:pt x="232239" y="1318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3502"/>
              <a:ext cx="65081" cy="153978"/>
            </a:xfrm>
            <a:custGeom>
              <a:avLst/>
              <a:pathLst>
                <a:path w="65081" h="153978">
                  <a:moveTo>
                    <a:pt x="65081" y="0"/>
                  </a:moveTo>
                  <a:lnTo>
                    <a:pt x="0" y="1539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3381"/>
              <a:ext cx="65081" cy="154098"/>
            </a:xfrm>
            <a:custGeom>
              <a:avLst/>
              <a:pathLst>
                <a:path w="65081" h="154098">
                  <a:moveTo>
                    <a:pt x="65081" y="120"/>
                  </a:moveTo>
                  <a:lnTo>
                    <a:pt x="64795" y="0"/>
                  </a:lnTo>
                  <a:lnTo>
                    <a:pt x="0" y="154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20312"/>
              <a:ext cx="64795" cy="167167"/>
            </a:xfrm>
            <a:custGeom>
              <a:avLst/>
              <a:pathLst>
                <a:path w="64795" h="167167">
                  <a:moveTo>
                    <a:pt x="64795" y="13068"/>
                  </a:moveTo>
                  <a:lnTo>
                    <a:pt x="59178" y="10825"/>
                  </a:lnTo>
                  <a:lnTo>
                    <a:pt x="53483" y="8786"/>
                  </a:lnTo>
                  <a:lnTo>
                    <a:pt x="47718" y="6955"/>
                  </a:lnTo>
                  <a:lnTo>
                    <a:pt x="41891" y="5334"/>
                  </a:lnTo>
                  <a:lnTo>
                    <a:pt x="36009" y="3924"/>
                  </a:lnTo>
                  <a:lnTo>
                    <a:pt x="30080" y="2728"/>
                  </a:lnTo>
                  <a:lnTo>
                    <a:pt x="24111" y="1748"/>
                  </a:lnTo>
                  <a:lnTo>
                    <a:pt x="18111" y="984"/>
                  </a:lnTo>
                  <a:lnTo>
                    <a:pt x="12087" y="437"/>
                  </a:lnTo>
                  <a:lnTo>
                    <a:pt x="604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68519" y="971635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6" y="2088"/>
                  </a:lnTo>
                  <a:lnTo>
                    <a:pt x="135607" y="3004"/>
                  </a:lnTo>
                  <a:lnTo>
                    <a:pt x="130428" y="4084"/>
                  </a:lnTo>
                  <a:lnTo>
                    <a:pt x="125287" y="5328"/>
                  </a:lnTo>
                  <a:lnTo>
                    <a:pt x="120187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1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3" y="18481"/>
                  </a:lnTo>
                  <a:lnTo>
                    <a:pt x="86087" y="20973"/>
                  </a:lnTo>
                  <a:lnTo>
                    <a:pt x="81502" y="23611"/>
                  </a:lnTo>
                  <a:lnTo>
                    <a:pt x="77003" y="26393"/>
                  </a:lnTo>
                  <a:lnTo>
                    <a:pt x="72594" y="29316"/>
                  </a:lnTo>
                  <a:lnTo>
                    <a:pt x="68280" y="32377"/>
                  </a:lnTo>
                  <a:lnTo>
                    <a:pt x="64065" y="35572"/>
                  </a:lnTo>
                  <a:lnTo>
                    <a:pt x="59953" y="38900"/>
                  </a:lnTo>
                  <a:lnTo>
                    <a:pt x="55948" y="42356"/>
                  </a:lnTo>
                  <a:lnTo>
                    <a:pt x="52055" y="45937"/>
                  </a:lnTo>
                  <a:lnTo>
                    <a:pt x="48277" y="49640"/>
                  </a:lnTo>
                  <a:lnTo>
                    <a:pt x="44618" y="53460"/>
                  </a:lnTo>
                  <a:lnTo>
                    <a:pt x="41082" y="57394"/>
                  </a:lnTo>
                  <a:lnTo>
                    <a:pt x="37671" y="61438"/>
                  </a:lnTo>
                  <a:lnTo>
                    <a:pt x="34391" y="65587"/>
                  </a:lnTo>
                  <a:lnTo>
                    <a:pt x="31244" y="69839"/>
                  </a:lnTo>
                  <a:lnTo>
                    <a:pt x="28232" y="74188"/>
                  </a:lnTo>
                  <a:lnTo>
                    <a:pt x="25360" y="78630"/>
                  </a:lnTo>
                  <a:lnTo>
                    <a:pt x="22630" y="83160"/>
                  </a:lnTo>
                  <a:lnTo>
                    <a:pt x="20044" y="87775"/>
                  </a:lnTo>
                  <a:lnTo>
                    <a:pt x="17606" y="92469"/>
                  </a:lnTo>
                  <a:lnTo>
                    <a:pt x="15317" y="97238"/>
                  </a:lnTo>
                  <a:lnTo>
                    <a:pt x="13181" y="102077"/>
                  </a:lnTo>
                  <a:lnTo>
                    <a:pt x="11199" y="106982"/>
                  </a:lnTo>
                  <a:lnTo>
                    <a:pt x="9373" y="111946"/>
                  </a:lnTo>
                  <a:lnTo>
                    <a:pt x="7704" y="116966"/>
                  </a:lnTo>
                  <a:lnTo>
                    <a:pt x="6196" y="122036"/>
                  </a:lnTo>
                  <a:lnTo>
                    <a:pt x="4849" y="127151"/>
                  </a:lnTo>
                  <a:lnTo>
                    <a:pt x="3664" y="132307"/>
                  </a:lnTo>
                  <a:lnTo>
                    <a:pt x="2643" y="137497"/>
                  </a:lnTo>
                  <a:lnTo>
                    <a:pt x="1786" y="142717"/>
                  </a:lnTo>
                  <a:lnTo>
                    <a:pt x="1095" y="147961"/>
                  </a:lnTo>
                  <a:lnTo>
                    <a:pt x="571" y="153225"/>
                  </a:lnTo>
                  <a:lnTo>
                    <a:pt x="213" y="158503"/>
                  </a:lnTo>
                  <a:lnTo>
                    <a:pt x="23" y="163789"/>
                  </a:lnTo>
                  <a:lnTo>
                    <a:pt x="0" y="169079"/>
                  </a:lnTo>
                  <a:lnTo>
                    <a:pt x="144" y="174366"/>
                  </a:lnTo>
                  <a:lnTo>
                    <a:pt x="455" y="179647"/>
                  </a:lnTo>
                  <a:lnTo>
                    <a:pt x="933" y="184915"/>
                  </a:lnTo>
                  <a:lnTo>
                    <a:pt x="1578" y="190165"/>
                  </a:lnTo>
                  <a:lnTo>
                    <a:pt x="2389" y="195393"/>
                  </a:lnTo>
                  <a:lnTo>
                    <a:pt x="3364" y="200592"/>
                  </a:lnTo>
                  <a:lnTo>
                    <a:pt x="4504" y="205757"/>
                  </a:lnTo>
                  <a:lnTo>
                    <a:pt x="5806" y="210884"/>
                  </a:lnTo>
                  <a:lnTo>
                    <a:pt x="7270" y="215967"/>
                  </a:lnTo>
                  <a:lnTo>
                    <a:pt x="8894" y="221001"/>
                  </a:lnTo>
                  <a:lnTo>
                    <a:pt x="10677" y="225982"/>
                  </a:lnTo>
                  <a:lnTo>
                    <a:pt x="12616" y="230903"/>
                  </a:lnTo>
                  <a:lnTo>
                    <a:pt x="14710" y="235761"/>
                  </a:lnTo>
                  <a:lnTo>
                    <a:pt x="16956" y="240550"/>
                  </a:lnTo>
                  <a:lnTo>
                    <a:pt x="19353" y="245265"/>
                  </a:lnTo>
                  <a:lnTo>
                    <a:pt x="21898" y="249903"/>
                  </a:lnTo>
                  <a:lnTo>
                    <a:pt x="24589" y="254457"/>
                  </a:lnTo>
                  <a:lnTo>
                    <a:pt x="27422" y="258924"/>
                  </a:lnTo>
                  <a:lnTo>
                    <a:pt x="30395" y="263299"/>
                  </a:lnTo>
                  <a:lnTo>
                    <a:pt x="33505" y="267578"/>
                  </a:lnTo>
                  <a:lnTo>
                    <a:pt x="36749" y="271757"/>
                  </a:lnTo>
                  <a:lnTo>
                    <a:pt x="40124" y="275830"/>
                  </a:lnTo>
                  <a:lnTo>
                    <a:pt x="43625" y="279795"/>
                  </a:lnTo>
                  <a:lnTo>
                    <a:pt x="47250" y="283647"/>
                  </a:lnTo>
                  <a:lnTo>
                    <a:pt x="50996" y="287382"/>
                  </a:lnTo>
                  <a:lnTo>
                    <a:pt x="54858" y="290998"/>
                  </a:lnTo>
                  <a:lnTo>
                    <a:pt x="58832" y="294489"/>
                  </a:lnTo>
                  <a:lnTo>
                    <a:pt x="62914" y="297852"/>
                  </a:lnTo>
                  <a:lnTo>
                    <a:pt x="67101" y="301085"/>
                  </a:lnTo>
                  <a:lnTo>
                    <a:pt x="71388" y="304183"/>
                  </a:lnTo>
                  <a:lnTo>
                    <a:pt x="75772" y="307145"/>
                  </a:lnTo>
                  <a:lnTo>
                    <a:pt x="80246" y="309966"/>
                  </a:lnTo>
                  <a:lnTo>
                    <a:pt x="84808" y="312644"/>
                  </a:lnTo>
                  <a:lnTo>
                    <a:pt x="89452" y="315177"/>
                  </a:lnTo>
                  <a:lnTo>
                    <a:pt x="94174" y="317561"/>
                  </a:lnTo>
                  <a:lnTo>
                    <a:pt x="98969" y="319795"/>
                  </a:lnTo>
                  <a:lnTo>
                    <a:pt x="103832" y="321876"/>
                  </a:lnTo>
                  <a:lnTo>
                    <a:pt x="108758" y="323802"/>
                  </a:lnTo>
                  <a:lnTo>
                    <a:pt x="113743" y="325572"/>
                  </a:lnTo>
                  <a:lnTo>
                    <a:pt x="118782" y="327182"/>
                  </a:lnTo>
                  <a:lnTo>
                    <a:pt x="123869" y="328633"/>
                  </a:lnTo>
                  <a:lnTo>
                    <a:pt x="128999" y="329921"/>
                  </a:lnTo>
                  <a:lnTo>
                    <a:pt x="134168" y="331047"/>
                  </a:lnTo>
                  <a:lnTo>
                    <a:pt x="139369" y="332009"/>
                  </a:lnTo>
                  <a:lnTo>
                    <a:pt x="144599" y="332805"/>
                  </a:lnTo>
                  <a:lnTo>
                    <a:pt x="149851" y="333436"/>
                  </a:lnTo>
                  <a:lnTo>
                    <a:pt x="155120" y="333901"/>
                  </a:lnTo>
                  <a:lnTo>
                    <a:pt x="160402" y="334198"/>
                  </a:lnTo>
                  <a:lnTo>
                    <a:pt x="165690" y="334328"/>
                  </a:lnTo>
                  <a:lnTo>
                    <a:pt x="170979" y="334291"/>
                  </a:lnTo>
                  <a:lnTo>
                    <a:pt x="176265" y="334086"/>
                  </a:lnTo>
                  <a:lnTo>
                    <a:pt x="181542" y="333714"/>
                  </a:lnTo>
                  <a:lnTo>
                    <a:pt x="186804" y="333176"/>
                  </a:lnTo>
                  <a:lnTo>
                    <a:pt x="192047" y="332471"/>
                  </a:lnTo>
                  <a:lnTo>
                    <a:pt x="197264" y="331601"/>
                  </a:lnTo>
                  <a:lnTo>
                    <a:pt x="202452" y="330566"/>
                  </a:lnTo>
                  <a:lnTo>
                    <a:pt x="207604" y="329367"/>
                  </a:lnTo>
                  <a:lnTo>
                    <a:pt x="212716" y="328006"/>
                  </a:lnTo>
                  <a:lnTo>
                    <a:pt x="217782" y="326484"/>
                  </a:lnTo>
                  <a:lnTo>
                    <a:pt x="222797" y="324803"/>
                  </a:lnTo>
                  <a:lnTo>
                    <a:pt x="227757" y="322963"/>
                  </a:lnTo>
                  <a:lnTo>
                    <a:pt x="232656" y="320968"/>
                  </a:lnTo>
                  <a:lnTo>
                    <a:pt x="237489" y="318819"/>
                  </a:lnTo>
                  <a:lnTo>
                    <a:pt x="242252" y="316517"/>
                  </a:lnTo>
                  <a:lnTo>
                    <a:pt x="246940" y="314067"/>
                  </a:lnTo>
                  <a:lnTo>
                    <a:pt x="251548" y="311469"/>
                  </a:lnTo>
                  <a:lnTo>
                    <a:pt x="256071" y="308726"/>
                  </a:lnTo>
                  <a:lnTo>
                    <a:pt x="260505" y="305842"/>
                  </a:lnTo>
                  <a:lnTo>
                    <a:pt x="264846" y="302819"/>
                  </a:lnTo>
                  <a:lnTo>
                    <a:pt x="269089" y="299661"/>
                  </a:lnTo>
                  <a:lnTo>
                    <a:pt x="273230" y="296369"/>
                  </a:lnTo>
                  <a:lnTo>
                    <a:pt x="277265" y="292948"/>
                  </a:lnTo>
                  <a:lnTo>
                    <a:pt x="281189" y="289402"/>
                  </a:lnTo>
                  <a:lnTo>
                    <a:pt x="285000" y="285733"/>
                  </a:lnTo>
                  <a:lnTo>
                    <a:pt x="288692" y="281945"/>
                  </a:lnTo>
                  <a:lnTo>
                    <a:pt x="292263" y="278042"/>
                  </a:lnTo>
                  <a:lnTo>
                    <a:pt x="295708" y="274028"/>
                  </a:lnTo>
                  <a:lnTo>
                    <a:pt x="299025" y="269907"/>
                  </a:lnTo>
                  <a:lnTo>
                    <a:pt x="302209" y="265684"/>
                  </a:lnTo>
                  <a:lnTo>
                    <a:pt x="305259" y="261361"/>
                  </a:lnTo>
                  <a:lnTo>
                    <a:pt x="308170" y="256945"/>
                  </a:lnTo>
                  <a:lnTo>
                    <a:pt x="310940" y="252438"/>
                  </a:lnTo>
                  <a:lnTo>
                    <a:pt x="313566" y="247846"/>
                  </a:lnTo>
                  <a:lnTo>
                    <a:pt x="316045" y="243173"/>
                  </a:lnTo>
                  <a:lnTo>
                    <a:pt x="318375" y="238425"/>
                  </a:lnTo>
                  <a:lnTo>
                    <a:pt x="320554" y="233604"/>
                  </a:lnTo>
                  <a:lnTo>
                    <a:pt x="322579" y="228718"/>
                  </a:lnTo>
                  <a:lnTo>
                    <a:pt x="324449" y="223769"/>
                  </a:lnTo>
                  <a:lnTo>
                    <a:pt x="326161" y="218764"/>
                  </a:lnTo>
                  <a:lnTo>
                    <a:pt x="327714" y="213708"/>
                  </a:lnTo>
                  <a:lnTo>
                    <a:pt x="329106" y="208605"/>
                  </a:lnTo>
                  <a:lnTo>
                    <a:pt x="330336" y="203460"/>
                  </a:lnTo>
                  <a:lnTo>
                    <a:pt x="331403" y="198279"/>
                  </a:lnTo>
                  <a:lnTo>
                    <a:pt x="332305" y="193066"/>
                  </a:lnTo>
                  <a:lnTo>
                    <a:pt x="333042" y="187828"/>
                  </a:lnTo>
                  <a:lnTo>
                    <a:pt x="333612" y="182569"/>
                  </a:lnTo>
                  <a:lnTo>
                    <a:pt x="334016" y="177295"/>
                  </a:lnTo>
                  <a:lnTo>
                    <a:pt x="334253" y="172011"/>
                  </a:lnTo>
                  <a:lnTo>
                    <a:pt x="334323" y="166721"/>
                  </a:lnTo>
                  <a:lnTo>
                    <a:pt x="334225" y="161433"/>
                  </a:lnTo>
                  <a:lnTo>
                    <a:pt x="333960" y="156150"/>
                  </a:lnTo>
                  <a:lnTo>
                    <a:pt x="333528" y="150877"/>
                  </a:lnTo>
                  <a:lnTo>
                    <a:pt x="332929" y="145622"/>
                  </a:lnTo>
                  <a:lnTo>
                    <a:pt x="332165" y="140388"/>
                  </a:lnTo>
                  <a:lnTo>
                    <a:pt x="331235" y="135180"/>
                  </a:lnTo>
                  <a:lnTo>
                    <a:pt x="330140" y="130005"/>
                  </a:lnTo>
                  <a:lnTo>
                    <a:pt x="328883" y="124867"/>
                  </a:lnTo>
                  <a:lnTo>
                    <a:pt x="327464" y="119771"/>
                  </a:lnTo>
                  <a:lnTo>
                    <a:pt x="325884" y="11472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86358"/>
              <a:ext cx="158727" cy="52444"/>
            </a:xfrm>
            <a:custGeom>
              <a:avLst/>
              <a:pathLst>
                <a:path w="158727" h="52444">
                  <a:moveTo>
                    <a:pt x="158727" y="0"/>
                  </a:moveTo>
                  <a:lnTo>
                    <a:pt x="0" y="52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085475"/>
              <a:ext cx="158727" cy="53327"/>
            </a:xfrm>
            <a:custGeom>
              <a:avLst/>
              <a:pathLst>
                <a:path w="158727" h="53327">
                  <a:moveTo>
                    <a:pt x="158727" y="883"/>
                  </a:moveTo>
                  <a:lnTo>
                    <a:pt x="158433" y="0"/>
                  </a:lnTo>
                  <a:lnTo>
                    <a:pt x="0" y="533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971635"/>
              <a:ext cx="158433" cy="167167"/>
            </a:xfrm>
            <a:custGeom>
              <a:avLst/>
              <a:pathLst>
                <a:path w="158433" h="167167">
                  <a:moveTo>
                    <a:pt x="158433" y="113839"/>
                  </a:moveTo>
                  <a:lnTo>
                    <a:pt x="156599" y="108673"/>
                  </a:lnTo>
                  <a:lnTo>
                    <a:pt x="154597" y="103570"/>
                  </a:lnTo>
                  <a:lnTo>
                    <a:pt x="152429" y="98536"/>
                  </a:lnTo>
                  <a:lnTo>
                    <a:pt x="150097" y="93575"/>
                  </a:lnTo>
                  <a:lnTo>
                    <a:pt x="147603" y="88694"/>
                  </a:lnTo>
                  <a:lnTo>
                    <a:pt x="144951" y="83896"/>
                  </a:lnTo>
                  <a:lnTo>
                    <a:pt x="142143" y="79189"/>
                  </a:lnTo>
                  <a:lnTo>
                    <a:pt x="139182" y="74575"/>
                  </a:lnTo>
                  <a:lnTo>
                    <a:pt x="136071" y="70062"/>
                  </a:lnTo>
                  <a:lnTo>
                    <a:pt x="132815" y="65653"/>
                  </a:lnTo>
                  <a:lnTo>
                    <a:pt x="129415" y="61353"/>
                  </a:lnTo>
                  <a:lnTo>
                    <a:pt x="125876" y="57167"/>
                  </a:lnTo>
                  <a:lnTo>
                    <a:pt x="122202" y="53099"/>
                  </a:lnTo>
                  <a:lnTo>
                    <a:pt x="118396" y="49153"/>
                  </a:lnTo>
                  <a:lnTo>
                    <a:pt x="114463" y="45335"/>
                  </a:lnTo>
                  <a:lnTo>
                    <a:pt x="110407" y="41648"/>
                  </a:lnTo>
                  <a:lnTo>
                    <a:pt x="106233" y="38095"/>
                  </a:lnTo>
                  <a:lnTo>
                    <a:pt x="101944" y="34682"/>
                  </a:lnTo>
                  <a:lnTo>
                    <a:pt x="97545" y="31411"/>
                  </a:lnTo>
                  <a:lnTo>
                    <a:pt x="93042" y="28285"/>
                  </a:lnTo>
                  <a:lnTo>
                    <a:pt x="88438" y="25309"/>
                  </a:lnTo>
                  <a:lnTo>
                    <a:pt x="83740" y="22486"/>
                  </a:lnTo>
                  <a:lnTo>
                    <a:pt x="78951" y="19818"/>
                  </a:lnTo>
                  <a:lnTo>
                    <a:pt x="74077" y="17309"/>
                  </a:lnTo>
                  <a:lnTo>
                    <a:pt x="69124" y="14961"/>
                  </a:lnTo>
                  <a:lnTo>
                    <a:pt x="64097" y="12776"/>
                  </a:lnTo>
                  <a:lnTo>
                    <a:pt x="59000" y="10758"/>
                  </a:lnTo>
                  <a:lnTo>
                    <a:pt x="53841" y="8907"/>
                  </a:lnTo>
                  <a:lnTo>
                    <a:pt x="48623" y="7227"/>
                  </a:lnTo>
                  <a:lnTo>
                    <a:pt x="43353" y="5719"/>
                  </a:lnTo>
                  <a:lnTo>
                    <a:pt x="38036" y="4384"/>
                  </a:lnTo>
                  <a:lnTo>
                    <a:pt x="32679" y="3225"/>
                  </a:lnTo>
                  <a:lnTo>
                    <a:pt x="27286" y="2242"/>
                  </a:lnTo>
                  <a:lnTo>
                    <a:pt x="21864" y="1436"/>
                  </a:lnTo>
                  <a:lnTo>
                    <a:pt x="16418" y="808"/>
                  </a:lnTo>
                  <a:lnTo>
                    <a:pt x="10955" y="359"/>
                  </a:lnTo>
                  <a:lnTo>
                    <a:pt x="548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534579" y="941493"/>
              <a:ext cx="82700" cy="167167"/>
            </a:xfrm>
            <a:custGeom>
              <a:avLst/>
              <a:pathLst>
                <a:path w="82700" h="167167">
                  <a:moveTo>
                    <a:pt x="82700" y="0"/>
                  </a:moveTo>
                  <a:lnTo>
                    <a:pt x="76934" y="99"/>
                  </a:lnTo>
                  <a:lnTo>
                    <a:pt x="71175" y="397"/>
                  </a:lnTo>
                  <a:lnTo>
                    <a:pt x="65429" y="894"/>
                  </a:lnTo>
                  <a:lnTo>
                    <a:pt x="59704" y="1589"/>
                  </a:lnTo>
                  <a:lnTo>
                    <a:pt x="54006" y="2481"/>
                  </a:lnTo>
                  <a:lnTo>
                    <a:pt x="48343" y="3568"/>
                  </a:lnTo>
                  <a:lnTo>
                    <a:pt x="42720" y="4851"/>
                  </a:lnTo>
                  <a:lnTo>
                    <a:pt x="37145" y="6327"/>
                  </a:lnTo>
                  <a:lnTo>
                    <a:pt x="31624" y="7994"/>
                  </a:lnTo>
                  <a:lnTo>
                    <a:pt x="26164" y="9850"/>
                  </a:lnTo>
                  <a:lnTo>
                    <a:pt x="20771" y="11894"/>
                  </a:lnTo>
                  <a:lnTo>
                    <a:pt x="15452" y="14123"/>
                  </a:lnTo>
                  <a:lnTo>
                    <a:pt x="10213" y="16533"/>
                  </a:lnTo>
                  <a:lnTo>
                    <a:pt x="5060" y="19123"/>
                  </a:lnTo>
                  <a:lnTo>
                    <a:pt x="0" y="21890"/>
                  </a:lnTo>
                  <a:lnTo>
                    <a:pt x="8270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34579" y="96338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50114" y="963383"/>
              <a:ext cx="334333" cy="312427"/>
            </a:xfrm>
            <a:custGeom>
              <a:avLst/>
              <a:pathLst>
                <a:path w="334333" h="312427">
                  <a:moveTo>
                    <a:pt x="84465" y="0"/>
                  </a:moveTo>
                  <a:lnTo>
                    <a:pt x="79889" y="2701"/>
                  </a:lnTo>
                  <a:lnTo>
                    <a:pt x="75401" y="5548"/>
                  </a:lnTo>
                  <a:lnTo>
                    <a:pt x="71006" y="8535"/>
                  </a:lnTo>
                  <a:lnTo>
                    <a:pt x="66709" y="11660"/>
                  </a:lnTo>
                  <a:lnTo>
                    <a:pt x="62513" y="14921"/>
                  </a:lnTo>
                  <a:lnTo>
                    <a:pt x="58422" y="18313"/>
                  </a:lnTo>
                  <a:lnTo>
                    <a:pt x="54442" y="21833"/>
                  </a:lnTo>
                  <a:lnTo>
                    <a:pt x="50575" y="25478"/>
                  </a:lnTo>
                  <a:lnTo>
                    <a:pt x="46826" y="29245"/>
                  </a:lnTo>
                  <a:lnTo>
                    <a:pt x="43199" y="33128"/>
                  </a:lnTo>
                  <a:lnTo>
                    <a:pt x="39697" y="37125"/>
                  </a:lnTo>
                  <a:lnTo>
                    <a:pt x="36324" y="41231"/>
                  </a:lnTo>
                  <a:lnTo>
                    <a:pt x="33083" y="45442"/>
                  </a:lnTo>
                  <a:lnTo>
                    <a:pt x="29978" y="49754"/>
                  </a:lnTo>
                  <a:lnTo>
                    <a:pt x="27011" y="54163"/>
                  </a:lnTo>
                  <a:lnTo>
                    <a:pt x="24186" y="58664"/>
                  </a:lnTo>
                  <a:lnTo>
                    <a:pt x="21505" y="63252"/>
                  </a:lnTo>
                  <a:lnTo>
                    <a:pt x="18972" y="67923"/>
                  </a:lnTo>
                  <a:lnTo>
                    <a:pt x="16588" y="72672"/>
                  </a:lnTo>
                  <a:lnTo>
                    <a:pt x="14357" y="77495"/>
                  </a:lnTo>
                  <a:lnTo>
                    <a:pt x="12279" y="82386"/>
                  </a:lnTo>
                  <a:lnTo>
                    <a:pt x="10359" y="87341"/>
                  </a:lnTo>
                  <a:lnTo>
                    <a:pt x="8596" y="92354"/>
                  </a:lnTo>
                  <a:lnTo>
                    <a:pt x="6994" y="97421"/>
                  </a:lnTo>
                  <a:lnTo>
                    <a:pt x="5554" y="102536"/>
                  </a:lnTo>
                  <a:lnTo>
                    <a:pt x="4278" y="107694"/>
                  </a:lnTo>
                  <a:lnTo>
                    <a:pt x="3165" y="112890"/>
                  </a:lnTo>
                  <a:lnTo>
                    <a:pt x="2219" y="118119"/>
                  </a:lnTo>
                  <a:lnTo>
                    <a:pt x="1439" y="123376"/>
                  </a:lnTo>
                  <a:lnTo>
                    <a:pt x="827" y="128654"/>
                  </a:lnTo>
                  <a:lnTo>
                    <a:pt x="382" y="133949"/>
                  </a:lnTo>
                  <a:lnTo>
                    <a:pt x="106" y="139256"/>
                  </a:lnTo>
                  <a:lnTo>
                    <a:pt x="0" y="144569"/>
                  </a:lnTo>
                  <a:lnTo>
                    <a:pt x="61" y="149883"/>
                  </a:lnTo>
                  <a:lnTo>
                    <a:pt x="292" y="155192"/>
                  </a:lnTo>
                  <a:lnTo>
                    <a:pt x="692" y="160490"/>
                  </a:lnTo>
                  <a:lnTo>
                    <a:pt x="1259" y="165774"/>
                  </a:lnTo>
                  <a:lnTo>
                    <a:pt x="1995" y="171037"/>
                  </a:lnTo>
                  <a:lnTo>
                    <a:pt x="2897" y="176274"/>
                  </a:lnTo>
                  <a:lnTo>
                    <a:pt x="3965" y="181479"/>
                  </a:lnTo>
                  <a:lnTo>
                    <a:pt x="5198" y="186648"/>
                  </a:lnTo>
                  <a:lnTo>
                    <a:pt x="6595" y="191775"/>
                  </a:lnTo>
                  <a:lnTo>
                    <a:pt x="8154" y="196855"/>
                  </a:lnTo>
                  <a:lnTo>
                    <a:pt x="9874" y="201883"/>
                  </a:lnTo>
                  <a:lnTo>
                    <a:pt x="11752" y="206854"/>
                  </a:lnTo>
                  <a:lnTo>
                    <a:pt x="13788" y="211762"/>
                  </a:lnTo>
                  <a:lnTo>
                    <a:pt x="15979" y="216604"/>
                  </a:lnTo>
                  <a:lnTo>
                    <a:pt x="18322" y="221373"/>
                  </a:lnTo>
                  <a:lnTo>
                    <a:pt x="20816" y="226065"/>
                  </a:lnTo>
                  <a:lnTo>
                    <a:pt x="23458" y="230676"/>
                  </a:lnTo>
                  <a:lnTo>
                    <a:pt x="26245" y="235201"/>
                  </a:lnTo>
                  <a:lnTo>
                    <a:pt x="29174" y="239634"/>
                  </a:lnTo>
                  <a:lnTo>
                    <a:pt x="32243" y="243972"/>
                  </a:lnTo>
                  <a:lnTo>
                    <a:pt x="35448" y="248211"/>
                  </a:lnTo>
                  <a:lnTo>
                    <a:pt x="38786" y="252346"/>
                  </a:lnTo>
                  <a:lnTo>
                    <a:pt x="42254" y="256372"/>
                  </a:lnTo>
                  <a:lnTo>
                    <a:pt x="45848" y="260286"/>
                  </a:lnTo>
                  <a:lnTo>
                    <a:pt x="49565" y="264084"/>
                  </a:lnTo>
                  <a:lnTo>
                    <a:pt x="53401" y="267762"/>
                  </a:lnTo>
                  <a:lnTo>
                    <a:pt x="57351" y="271316"/>
                  </a:lnTo>
                  <a:lnTo>
                    <a:pt x="61413" y="274742"/>
                  </a:lnTo>
                  <a:lnTo>
                    <a:pt x="65581" y="278038"/>
                  </a:lnTo>
                  <a:lnTo>
                    <a:pt x="69852" y="281200"/>
                  </a:lnTo>
                  <a:lnTo>
                    <a:pt x="74221" y="284224"/>
                  </a:lnTo>
                  <a:lnTo>
                    <a:pt x="78685" y="287108"/>
                  </a:lnTo>
                  <a:lnTo>
                    <a:pt x="83237" y="289849"/>
                  </a:lnTo>
                  <a:lnTo>
                    <a:pt x="87875" y="292443"/>
                  </a:lnTo>
                  <a:lnTo>
                    <a:pt x="92592" y="294889"/>
                  </a:lnTo>
                  <a:lnTo>
                    <a:pt x="97385" y="297184"/>
                  </a:lnTo>
                  <a:lnTo>
                    <a:pt x="102249" y="299325"/>
                  </a:lnTo>
                  <a:lnTo>
                    <a:pt x="107178" y="301310"/>
                  </a:lnTo>
                  <a:lnTo>
                    <a:pt x="112167" y="303138"/>
                  </a:lnTo>
                  <a:lnTo>
                    <a:pt x="117213" y="304806"/>
                  </a:lnTo>
                  <a:lnTo>
                    <a:pt x="122308" y="306314"/>
                  </a:lnTo>
                  <a:lnTo>
                    <a:pt x="127450" y="307658"/>
                  </a:lnTo>
                  <a:lnTo>
                    <a:pt x="132631" y="308838"/>
                  </a:lnTo>
                  <a:lnTo>
                    <a:pt x="137847" y="309853"/>
                  </a:lnTo>
                  <a:lnTo>
                    <a:pt x="143093" y="310702"/>
                  </a:lnTo>
                  <a:lnTo>
                    <a:pt x="148363" y="311383"/>
                  </a:lnTo>
                  <a:lnTo>
                    <a:pt x="153652" y="311897"/>
                  </a:lnTo>
                  <a:lnTo>
                    <a:pt x="158954" y="312243"/>
                  </a:lnTo>
                  <a:lnTo>
                    <a:pt x="164265" y="312419"/>
                  </a:lnTo>
                  <a:lnTo>
                    <a:pt x="169579" y="312427"/>
                  </a:lnTo>
                  <a:lnTo>
                    <a:pt x="174891" y="312266"/>
                  </a:lnTo>
                  <a:lnTo>
                    <a:pt x="180194" y="311936"/>
                  </a:lnTo>
                  <a:lnTo>
                    <a:pt x="185485" y="311437"/>
                  </a:lnTo>
                  <a:lnTo>
                    <a:pt x="190757" y="310771"/>
                  </a:lnTo>
                  <a:lnTo>
                    <a:pt x="196005" y="309938"/>
                  </a:lnTo>
                  <a:lnTo>
                    <a:pt x="201224" y="308938"/>
                  </a:lnTo>
                  <a:lnTo>
                    <a:pt x="206409" y="307773"/>
                  </a:lnTo>
                  <a:lnTo>
                    <a:pt x="211554" y="306443"/>
                  </a:lnTo>
                  <a:lnTo>
                    <a:pt x="216654" y="304951"/>
                  </a:lnTo>
                  <a:lnTo>
                    <a:pt x="221704" y="303297"/>
                  </a:lnTo>
                  <a:lnTo>
                    <a:pt x="226699" y="301484"/>
                  </a:lnTo>
                  <a:lnTo>
                    <a:pt x="231634" y="299513"/>
                  </a:lnTo>
                  <a:lnTo>
                    <a:pt x="236503" y="297386"/>
                  </a:lnTo>
                  <a:lnTo>
                    <a:pt x="241303" y="295105"/>
                  </a:lnTo>
                  <a:lnTo>
                    <a:pt x="246028" y="292673"/>
                  </a:lnTo>
                  <a:lnTo>
                    <a:pt x="250673" y="290092"/>
                  </a:lnTo>
                  <a:lnTo>
                    <a:pt x="255233" y="287365"/>
                  </a:lnTo>
                  <a:lnTo>
                    <a:pt x="259705" y="284494"/>
                  </a:lnTo>
                  <a:lnTo>
                    <a:pt x="264083" y="281482"/>
                  </a:lnTo>
                  <a:lnTo>
                    <a:pt x="268363" y="278333"/>
                  </a:lnTo>
                  <a:lnTo>
                    <a:pt x="272541" y="275049"/>
                  </a:lnTo>
                  <a:lnTo>
                    <a:pt x="276613" y="271635"/>
                  </a:lnTo>
                  <a:lnTo>
                    <a:pt x="280574" y="268092"/>
                  </a:lnTo>
                  <a:lnTo>
                    <a:pt x="284420" y="264425"/>
                  </a:lnTo>
                  <a:lnTo>
                    <a:pt x="288148" y="260638"/>
                  </a:lnTo>
                  <a:lnTo>
                    <a:pt x="291753" y="256735"/>
                  </a:lnTo>
                  <a:lnTo>
                    <a:pt x="295233" y="252719"/>
                  </a:lnTo>
                  <a:lnTo>
                    <a:pt x="298583" y="248594"/>
                  </a:lnTo>
                  <a:lnTo>
                    <a:pt x="301800" y="244365"/>
                  </a:lnTo>
                  <a:lnTo>
                    <a:pt x="304882" y="240035"/>
                  </a:lnTo>
                  <a:lnTo>
                    <a:pt x="307824" y="235610"/>
                  </a:lnTo>
                  <a:lnTo>
                    <a:pt x="310624" y="231094"/>
                  </a:lnTo>
                  <a:lnTo>
                    <a:pt x="313279" y="226491"/>
                  </a:lnTo>
                  <a:lnTo>
                    <a:pt x="315787" y="221806"/>
                  </a:lnTo>
                  <a:lnTo>
                    <a:pt x="318144" y="217043"/>
                  </a:lnTo>
                  <a:lnTo>
                    <a:pt x="320349" y="212208"/>
                  </a:lnTo>
                  <a:lnTo>
                    <a:pt x="322399" y="207306"/>
                  </a:lnTo>
                  <a:lnTo>
                    <a:pt x="324292" y="202340"/>
                  </a:lnTo>
                  <a:lnTo>
                    <a:pt x="326026" y="197317"/>
                  </a:lnTo>
                  <a:lnTo>
                    <a:pt x="327600" y="192242"/>
                  </a:lnTo>
                  <a:lnTo>
                    <a:pt x="329012" y="187119"/>
                  </a:lnTo>
                  <a:lnTo>
                    <a:pt x="330260" y="181954"/>
                  </a:lnTo>
                  <a:lnTo>
                    <a:pt x="331343" y="176751"/>
                  </a:lnTo>
                  <a:lnTo>
                    <a:pt x="332261" y="171517"/>
                  </a:lnTo>
                  <a:lnTo>
                    <a:pt x="333011" y="166257"/>
                  </a:lnTo>
                  <a:lnTo>
                    <a:pt x="333594" y="160975"/>
                  </a:lnTo>
                  <a:lnTo>
                    <a:pt x="334009" y="155677"/>
                  </a:lnTo>
                  <a:lnTo>
                    <a:pt x="334255" y="150369"/>
                  </a:lnTo>
                  <a:lnTo>
                    <a:pt x="334333" y="145055"/>
                  </a:lnTo>
                  <a:lnTo>
                    <a:pt x="334241" y="139742"/>
                  </a:lnTo>
                  <a:lnTo>
                    <a:pt x="333981" y="134435"/>
                  </a:lnTo>
                  <a:lnTo>
                    <a:pt x="333552" y="129138"/>
                  </a:lnTo>
                  <a:lnTo>
                    <a:pt x="332955" y="123858"/>
                  </a:lnTo>
                  <a:lnTo>
                    <a:pt x="332190" y="118599"/>
                  </a:lnTo>
                  <a:lnTo>
                    <a:pt x="331259" y="113367"/>
                  </a:lnTo>
                  <a:lnTo>
                    <a:pt x="330162" y="108168"/>
                  </a:lnTo>
                  <a:lnTo>
                    <a:pt x="328900" y="103006"/>
                  </a:lnTo>
                  <a:lnTo>
                    <a:pt x="327475" y="97887"/>
                  </a:lnTo>
                  <a:lnTo>
                    <a:pt x="325888" y="92816"/>
                  </a:lnTo>
                  <a:lnTo>
                    <a:pt x="324140" y="87797"/>
                  </a:lnTo>
                  <a:lnTo>
                    <a:pt x="322234" y="82837"/>
                  </a:lnTo>
                  <a:lnTo>
                    <a:pt x="320171" y="77940"/>
                  </a:lnTo>
                  <a:lnTo>
                    <a:pt x="317953" y="73111"/>
                  </a:lnTo>
                  <a:lnTo>
                    <a:pt x="315583" y="68354"/>
                  </a:lnTo>
                  <a:lnTo>
                    <a:pt x="313064" y="63676"/>
                  </a:lnTo>
                  <a:lnTo>
                    <a:pt x="310396" y="59080"/>
                  </a:lnTo>
                  <a:lnTo>
                    <a:pt x="307584" y="54571"/>
                  </a:lnTo>
                  <a:lnTo>
                    <a:pt x="167165" y="145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617280" y="941493"/>
              <a:ext cx="140418" cy="167167"/>
            </a:xfrm>
            <a:custGeom>
              <a:avLst/>
              <a:pathLst>
                <a:path w="140418" h="167167">
                  <a:moveTo>
                    <a:pt x="140418" y="76461"/>
                  </a:moveTo>
                  <a:lnTo>
                    <a:pt x="137326" y="71844"/>
                  </a:lnTo>
                  <a:lnTo>
                    <a:pt x="134082" y="67333"/>
                  </a:lnTo>
                  <a:lnTo>
                    <a:pt x="130690" y="62932"/>
                  </a:lnTo>
                  <a:lnTo>
                    <a:pt x="127153" y="58646"/>
                  </a:lnTo>
                  <a:lnTo>
                    <a:pt x="123476" y="54480"/>
                  </a:lnTo>
                  <a:lnTo>
                    <a:pt x="119663" y="50438"/>
                  </a:lnTo>
                  <a:lnTo>
                    <a:pt x="115717" y="46525"/>
                  </a:lnTo>
                  <a:lnTo>
                    <a:pt x="111643" y="42746"/>
                  </a:lnTo>
                  <a:lnTo>
                    <a:pt x="107446" y="39104"/>
                  </a:lnTo>
                  <a:lnTo>
                    <a:pt x="103131" y="35604"/>
                  </a:lnTo>
                  <a:lnTo>
                    <a:pt x="98701" y="32249"/>
                  </a:lnTo>
                  <a:lnTo>
                    <a:pt x="94163" y="29043"/>
                  </a:lnTo>
                  <a:lnTo>
                    <a:pt x="89520" y="25990"/>
                  </a:lnTo>
                  <a:lnTo>
                    <a:pt x="84778" y="23092"/>
                  </a:lnTo>
                  <a:lnTo>
                    <a:pt x="79943" y="20354"/>
                  </a:lnTo>
                  <a:lnTo>
                    <a:pt x="75019" y="17778"/>
                  </a:lnTo>
                  <a:lnTo>
                    <a:pt x="70013" y="15367"/>
                  </a:lnTo>
                  <a:lnTo>
                    <a:pt x="64929" y="13124"/>
                  </a:lnTo>
                  <a:lnTo>
                    <a:pt x="59773" y="11051"/>
                  </a:lnTo>
                  <a:lnTo>
                    <a:pt x="54552" y="9151"/>
                  </a:lnTo>
                  <a:lnTo>
                    <a:pt x="49270" y="7425"/>
                  </a:lnTo>
                  <a:lnTo>
                    <a:pt x="43933" y="5876"/>
                  </a:lnTo>
                  <a:lnTo>
                    <a:pt x="38548" y="4505"/>
                  </a:lnTo>
                  <a:lnTo>
                    <a:pt x="33121" y="3314"/>
                  </a:lnTo>
                  <a:lnTo>
                    <a:pt x="27657" y="2303"/>
                  </a:lnTo>
                  <a:lnTo>
                    <a:pt x="22162" y="1475"/>
                  </a:lnTo>
                  <a:lnTo>
                    <a:pt x="16643" y="830"/>
                  </a:lnTo>
                  <a:lnTo>
                    <a:pt x="11105" y="369"/>
                  </a:lnTo>
                  <a:lnTo>
                    <a:pt x="555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010419" y="1031511"/>
              <a:ext cx="95475" cy="167167"/>
            </a:xfrm>
            <a:custGeom>
              <a:avLst/>
              <a:pathLst>
                <a:path w="95475" h="167167">
                  <a:moveTo>
                    <a:pt x="95475" y="0"/>
                  </a:moveTo>
                  <a:lnTo>
                    <a:pt x="89831" y="95"/>
                  </a:lnTo>
                  <a:lnTo>
                    <a:pt x="84193" y="381"/>
                  </a:lnTo>
                  <a:lnTo>
                    <a:pt x="78567" y="857"/>
                  </a:lnTo>
                  <a:lnTo>
                    <a:pt x="72962" y="1522"/>
                  </a:lnTo>
                  <a:lnTo>
                    <a:pt x="67381" y="2377"/>
                  </a:lnTo>
                  <a:lnTo>
                    <a:pt x="61833" y="3420"/>
                  </a:lnTo>
                  <a:lnTo>
                    <a:pt x="56323" y="4649"/>
                  </a:lnTo>
                  <a:lnTo>
                    <a:pt x="50858" y="6064"/>
                  </a:lnTo>
                  <a:lnTo>
                    <a:pt x="45444" y="7662"/>
                  </a:lnTo>
                  <a:lnTo>
                    <a:pt x="40087" y="9442"/>
                  </a:lnTo>
                  <a:lnTo>
                    <a:pt x="34793" y="11402"/>
                  </a:lnTo>
                  <a:lnTo>
                    <a:pt x="29568" y="13540"/>
                  </a:lnTo>
                  <a:lnTo>
                    <a:pt x="24418" y="15853"/>
                  </a:lnTo>
                  <a:lnTo>
                    <a:pt x="19350" y="18339"/>
                  </a:lnTo>
                  <a:lnTo>
                    <a:pt x="14368" y="20994"/>
                  </a:lnTo>
                  <a:lnTo>
                    <a:pt x="9478" y="23816"/>
                  </a:lnTo>
                  <a:lnTo>
                    <a:pt x="4687" y="26801"/>
                  </a:lnTo>
                  <a:lnTo>
                    <a:pt x="0" y="29947"/>
                  </a:lnTo>
                  <a:lnTo>
                    <a:pt x="9547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4010419" y="1061459"/>
              <a:ext cx="95475" cy="137220"/>
            </a:xfrm>
            <a:custGeom>
              <a:avLst/>
              <a:pathLst>
                <a:path w="95475" h="137220">
                  <a:moveTo>
                    <a:pt x="0" y="0"/>
                  </a:moveTo>
                  <a:lnTo>
                    <a:pt x="95475" y="1372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38727" y="1061459"/>
              <a:ext cx="167167" cy="257078"/>
            </a:xfrm>
            <a:custGeom>
              <a:avLst/>
              <a:pathLst>
                <a:path w="167167" h="257078">
                  <a:moveTo>
                    <a:pt x="71691" y="0"/>
                  </a:moveTo>
                  <a:lnTo>
                    <a:pt x="67344" y="3129"/>
                  </a:lnTo>
                  <a:lnTo>
                    <a:pt x="63099" y="6396"/>
                  </a:lnTo>
                  <a:lnTo>
                    <a:pt x="58961" y="9797"/>
                  </a:lnTo>
                  <a:lnTo>
                    <a:pt x="54934" y="13329"/>
                  </a:lnTo>
                  <a:lnTo>
                    <a:pt x="51023" y="16988"/>
                  </a:lnTo>
                  <a:lnTo>
                    <a:pt x="47231" y="20771"/>
                  </a:lnTo>
                  <a:lnTo>
                    <a:pt x="43561" y="24673"/>
                  </a:lnTo>
                  <a:lnTo>
                    <a:pt x="40019" y="28691"/>
                  </a:lnTo>
                  <a:lnTo>
                    <a:pt x="36607" y="32820"/>
                  </a:lnTo>
                  <a:lnTo>
                    <a:pt x="33330" y="37057"/>
                  </a:lnTo>
                  <a:lnTo>
                    <a:pt x="30189" y="41396"/>
                  </a:lnTo>
                  <a:lnTo>
                    <a:pt x="27190" y="45834"/>
                  </a:lnTo>
                  <a:lnTo>
                    <a:pt x="24334" y="50365"/>
                  </a:lnTo>
                  <a:lnTo>
                    <a:pt x="21624" y="54986"/>
                  </a:lnTo>
                  <a:lnTo>
                    <a:pt x="19064" y="59691"/>
                  </a:lnTo>
                  <a:lnTo>
                    <a:pt x="16657" y="64476"/>
                  </a:lnTo>
                  <a:lnTo>
                    <a:pt x="14403" y="69335"/>
                  </a:lnTo>
                  <a:lnTo>
                    <a:pt x="12307" y="74264"/>
                  </a:lnTo>
                  <a:lnTo>
                    <a:pt x="10369" y="79258"/>
                  </a:lnTo>
                  <a:lnTo>
                    <a:pt x="8593" y="84311"/>
                  </a:lnTo>
                  <a:lnTo>
                    <a:pt x="6979" y="89419"/>
                  </a:lnTo>
                  <a:lnTo>
                    <a:pt x="5530" y="94575"/>
                  </a:lnTo>
                  <a:lnTo>
                    <a:pt x="4247" y="99776"/>
                  </a:lnTo>
                  <a:lnTo>
                    <a:pt x="3131" y="105015"/>
                  </a:lnTo>
                  <a:lnTo>
                    <a:pt x="2183" y="110286"/>
                  </a:lnTo>
                  <a:lnTo>
                    <a:pt x="1405" y="115586"/>
                  </a:lnTo>
                  <a:lnTo>
                    <a:pt x="797" y="120908"/>
                  </a:lnTo>
                  <a:lnTo>
                    <a:pt x="360" y="126246"/>
                  </a:lnTo>
                  <a:lnTo>
                    <a:pt x="94" y="131596"/>
                  </a:lnTo>
                  <a:lnTo>
                    <a:pt x="0" y="136952"/>
                  </a:lnTo>
                  <a:lnTo>
                    <a:pt x="77" y="142307"/>
                  </a:lnTo>
                  <a:lnTo>
                    <a:pt x="325" y="147658"/>
                  </a:lnTo>
                  <a:lnTo>
                    <a:pt x="746" y="152998"/>
                  </a:lnTo>
                  <a:lnTo>
                    <a:pt x="1337" y="158322"/>
                  </a:lnTo>
                  <a:lnTo>
                    <a:pt x="2098" y="163624"/>
                  </a:lnTo>
                  <a:lnTo>
                    <a:pt x="3028" y="168899"/>
                  </a:lnTo>
                  <a:lnTo>
                    <a:pt x="4128" y="174141"/>
                  </a:lnTo>
                  <a:lnTo>
                    <a:pt x="5394" y="179345"/>
                  </a:lnTo>
                  <a:lnTo>
                    <a:pt x="6827" y="184507"/>
                  </a:lnTo>
                  <a:lnTo>
                    <a:pt x="8424" y="189619"/>
                  </a:lnTo>
                  <a:lnTo>
                    <a:pt x="10184" y="194678"/>
                  </a:lnTo>
                  <a:lnTo>
                    <a:pt x="12106" y="199678"/>
                  </a:lnTo>
                  <a:lnTo>
                    <a:pt x="14186" y="204614"/>
                  </a:lnTo>
                  <a:lnTo>
                    <a:pt x="16424" y="209480"/>
                  </a:lnTo>
                  <a:lnTo>
                    <a:pt x="18817" y="214273"/>
                  </a:lnTo>
                  <a:lnTo>
                    <a:pt x="21361" y="218986"/>
                  </a:lnTo>
                  <a:lnTo>
                    <a:pt x="24056" y="223615"/>
                  </a:lnTo>
                  <a:lnTo>
                    <a:pt x="26897" y="228156"/>
                  </a:lnTo>
                  <a:lnTo>
                    <a:pt x="29883" y="232603"/>
                  </a:lnTo>
                  <a:lnTo>
                    <a:pt x="33009" y="236953"/>
                  </a:lnTo>
                  <a:lnTo>
                    <a:pt x="36273" y="241200"/>
                  </a:lnTo>
                  <a:lnTo>
                    <a:pt x="39672" y="245340"/>
                  </a:lnTo>
                  <a:lnTo>
                    <a:pt x="43201" y="249369"/>
                  </a:lnTo>
                  <a:lnTo>
                    <a:pt x="46858" y="253283"/>
                  </a:lnTo>
                  <a:lnTo>
                    <a:pt x="50638" y="257078"/>
                  </a:lnTo>
                  <a:lnTo>
                    <a:pt x="167167" y="1372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89366" y="1031511"/>
              <a:ext cx="283684" cy="334329"/>
            </a:xfrm>
            <a:custGeom>
              <a:avLst/>
              <a:pathLst>
                <a:path w="283684" h="334329">
                  <a:moveTo>
                    <a:pt x="0" y="287025"/>
                  </a:moveTo>
                  <a:lnTo>
                    <a:pt x="3871" y="290671"/>
                  </a:lnTo>
                  <a:lnTo>
                    <a:pt x="7856" y="294192"/>
                  </a:lnTo>
                  <a:lnTo>
                    <a:pt x="11951" y="297584"/>
                  </a:lnTo>
                  <a:lnTo>
                    <a:pt x="16152" y="300844"/>
                  </a:lnTo>
                  <a:lnTo>
                    <a:pt x="20455" y="303969"/>
                  </a:lnTo>
                  <a:lnTo>
                    <a:pt x="24855" y="306956"/>
                  </a:lnTo>
                  <a:lnTo>
                    <a:pt x="29348" y="309801"/>
                  </a:lnTo>
                  <a:lnTo>
                    <a:pt x="33928" y="312502"/>
                  </a:lnTo>
                  <a:lnTo>
                    <a:pt x="38593" y="315055"/>
                  </a:lnTo>
                  <a:lnTo>
                    <a:pt x="43336" y="317459"/>
                  </a:lnTo>
                  <a:lnTo>
                    <a:pt x="48153" y="319711"/>
                  </a:lnTo>
                  <a:lnTo>
                    <a:pt x="53040" y="321809"/>
                  </a:lnTo>
                  <a:lnTo>
                    <a:pt x="57991" y="323750"/>
                  </a:lnTo>
                  <a:lnTo>
                    <a:pt x="63001" y="325533"/>
                  </a:lnTo>
                  <a:lnTo>
                    <a:pt x="68065" y="327155"/>
                  </a:lnTo>
                  <a:lnTo>
                    <a:pt x="73178" y="328616"/>
                  </a:lnTo>
                  <a:lnTo>
                    <a:pt x="78335" y="329913"/>
                  </a:lnTo>
                  <a:lnTo>
                    <a:pt x="83531" y="331045"/>
                  </a:lnTo>
                  <a:lnTo>
                    <a:pt x="88760" y="332012"/>
                  </a:lnTo>
                  <a:lnTo>
                    <a:pt x="94018" y="332812"/>
                  </a:lnTo>
                  <a:lnTo>
                    <a:pt x="99298" y="333444"/>
                  </a:lnTo>
                  <a:lnTo>
                    <a:pt x="104595" y="333908"/>
                  </a:lnTo>
                  <a:lnTo>
                    <a:pt x="109905" y="334203"/>
                  </a:lnTo>
                  <a:lnTo>
                    <a:pt x="115221" y="334329"/>
                  </a:lnTo>
                  <a:lnTo>
                    <a:pt x="120539" y="334286"/>
                  </a:lnTo>
                  <a:lnTo>
                    <a:pt x="125852" y="334074"/>
                  </a:lnTo>
                  <a:lnTo>
                    <a:pt x="131156" y="333693"/>
                  </a:lnTo>
                  <a:lnTo>
                    <a:pt x="136445" y="333144"/>
                  </a:lnTo>
                  <a:lnTo>
                    <a:pt x="141715" y="332426"/>
                  </a:lnTo>
                  <a:lnTo>
                    <a:pt x="146958" y="331541"/>
                  </a:lnTo>
                  <a:lnTo>
                    <a:pt x="152171" y="330490"/>
                  </a:lnTo>
                  <a:lnTo>
                    <a:pt x="157348" y="329274"/>
                  </a:lnTo>
                  <a:lnTo>
                    <a:pt x="162483" y="327894"/>
                  </a:lnTo>
                  <a:lnTo>
                    <a:pt x="167572" y="326351"/>
                  </a:lnTo>
                  <a:lnTo>
                    <a:pt x="172610" y="324647"/>
                  </a:lnTo>
                  <a:lnTo>
                    <a:pt x="177590" y="322783"/>
                  </a:lnTo>
                  <a:lnTo>
                    <a:pt x="182509" y="320762"/>
                  </a:lnTo>
                  <a:lnTo>
                    <a:pt x="187361" y="318586"/>
                  </a:lnTo>
                  <a:lnTo>
                    <a:pt x="192141" y="316256"/>
                  </a:lnTo>
                  <a:lnTo>
                    <a:pt x="196845" y="313776"/>
                  </a:lnTo>
                  <a:lnTo>
                    <a:pt x="201468" y="311147"/>
                  </a:lnTo>
                  <a:lnTo>
                    <a:pt x="206004" y="308373"/>
                  </a:lnTo>
                  <a:lnTo>
                    <a:pt x="210450" y="305455"/>
                  </a:lnTo>
                  <a:lnTo>
                    <a:pt x="214801" y="302398"/>
                  </a:lnTo>
                  <a:lnTo>
                    <a:pt x="219053" y="299204"/>
                  </a:lnTo>
                  <a:lnTo>
                    <a:pt x="223201" y="295876"/>
                  </a:lnTo>
                  <a:lnTo>
                    <a:pt x="227240" y="292418"/>
                  </a:lnTo>
                  <a:lnTo>
                    <a:pt x="231168" y="288833"/>
                  </a:lnTo>
                  <a:lnTo>
                    <a:pt x="234980" y="285125"/>
                  </a:lnTo>
                  <a:lnTo>
                    <a:pt x="238672" y="281298"/>
                  </a:lnTo>
                  <a:lnTo>
                    <a:pt x="242240" y="277355"/>
                  </a:lnTo>
                  <a:lnTo>
                    <a:pt x="245682" y="273301"/>
                  </a:lnTo>
                  <a:lnTo>
                    <a:pt x="248992" y="269139"/>
                  </a:lnTo>
                  <a:lnTo>
                    <a:pt x="252168" y="264874"/>
                  </a:lnTo>
                  <a:lnTo>
                    <a:pt x="255208" y="260511"/>
                  </a:lnTo>
                  <a:lnTo>
                    <a:pt x="258106" y="256052"/>
                  </a:lnTo>
                  <a:lnTo>
                    <a:pt x="260862" y="251504"/>
                  </a:lnTo>
                  <a:lnTo>
                    <a:pt x="263471" y="246871"/>
                  </a:lnTo>
                  <a:lnTo>
                    <a:pt x="265932" y="242157"/>
                  </a:lnTo>
                  <a:lnTo>
                    <a:pt x="268242" y="237367"/>
                  </a:lnTo>
                  <a:lnTo>
                    <a:pt x="270398" y="232506"/>
                  </a:lnTo>
                  <a:lnTo>
                    <a:pt x="272398" y="227579"/>
                  </a:lnTo>
                  <a:lnTo>
                    <a:pt x="274241" y="222590"/>
                  </a:lnTo>
                  <a:lnTo>
                    <a:pt x="275924" y="217546"/>
                  </a:lnTo>
                  <a:lnTo>
                    <a:pt x="277446" y="212450"/>
                  </a:lnTo>
                  <a:lnTo>
                    <a:pt x="278805" y="207309"/>
                  </a:lnTo>
                  <a:lnTo>
                    <a:pt x="279999" y="202127"/>
                  </a:lnTo>
                  <a:lnTo>
                    <a:pt x="281028" y="196910"/>
                  </a:lnTo>
                  <a:lnTo>
                    <a:pt x="281891" y="191663"/>
                  </a:lnTo>
                  <a:lnTo>
                    <a:pt x="282587" y="186391"/>
                  </a:lnTo>
                  <a:lnTo>
                    <a:pt x="283114" y="181099"/>
                  </a:lnTo>
                  <a:lnTo>
                    <a:pt x="283473" y="175794"/>
                  </a:lnTo>
                  <a:lnTo>
                    <a:pt x="283663" y="170479"/>
                  </a:lnTo>
                  <a:lnTo>
                    <a:pt x="283684" y="165162"/>
                  </a:lnTo>
                  <a:lnTo>
                    <a:pt x="283535" y="159846"/>
                  </a:lnTo>
                  <a:lnTo>
                    <a:pt x="283218" y="154538"/>
                  </a:lnTo>
                  <a:lnTo>
                    <a:pt x="282732" y="149242"/>
                  </a:lnTo>
                  <a:lnTo>
                    <a:pt x="282078" y="143965"/>
                  </a:lnTo>
                  <a:lnTo>
                    <a:pt x="281256" y="138711"/>
                  </a:lnTo>
                  <a:lnTo>
                    <a:pt x="280268" y="133486"/>
                  </a:lnTo>
                  <a:lnTo>
                    <a:pt x="279114" y="128295"/>
                  </a:lnTo>
                  <a:lnTo>
                    <a:pt x="277795" y="123143"/>
                  </a:lnTo>
                  <a:lnTo>
                    <a:pt x="276313" y="118036"/>
                  </a:lnTo>
                  <a:lnTo>
                    <a:pt x="274669" y="112979"/>
                  </a:lnTo>
                  <a:lnTo>
                    <a:pt x="272866" y="107976"/>
                  </a:lnTo>
                  <a:lnTo>
                    <a:pt x="270904" y="103034"/>
                  </a:lnTo>
                  <a:lnTo>
                    <a:pt x="268786" y="98156"/>
                  </a:lnTo>
                  <a:lnTo>
                    <a:pt x="266514" y="93348"/>
                  </a:lnTo>
                  <a:lnTo>
                    <a:pt x="264090" y="88615"/>
                  </a:lnTo>
                  <a:lnTo>
                    <a:pt x="261517" y="83961"/>
                  </a:lnTo>
                  <a:lnTo>
                    <a:pt x="258797" y="79391"/>
                  </a:lnTo>
                  <a:lnTo>
                    <a:pt x="255933" y="74911"/>
                  </a:lnTo>
                  <a:lnTo>
                    <a:pt x="252928" y="70523"/>
                  </a:lnTo>
                  <a:lnTo>
                    <a:pt x="249785" y="66234"/>
                  </a:lnTo>
                  <a:lnTo>
                    <a:pt x="246508" y="62046"/>
                  </a:lnTo>
                  <a:lnTo>
                    <a:pt x="243098" y="57965"/>
                  </a:lnTo>
                  <a:lnTo>
                    <a:pt x="239561" y="53995"/>
                  </a:lnTo>
                  <a:lnTo>
                    <a:pt x="235899" y="50139"/>
                  </a:lnTo>
                  <a:lnTo>
                    <a:pt x="232116" y="46401"/>
                  </a:lnTo>
                  <a:lnTo>
                    <a:pt x="228217" y="42786"/>
                  </a:lnTo>
                  <a:lnTo>
                    <a:pt x="224204" y="39296"/>
                  </a:lnTo>
                  <a:lnTo>
                    <a:pt x="220082" y="35936"/>
                  </a:lnTo>
                  <a:lnTo>
                    <a:pt x="215856" y="32709"/>
                  </a:lnTo>
                  <a:lnTo>
                    <a:pt x="211529" y="29617"/>
                  </a:lnTo>
                  <a:lnTo>
                    <a:pt x="207106" y="26665"/>
                  </a:lnTo>
                  <a:lnTo>
                    <a:pt x="202591" y="23856"/>
                  </a:lnTo>
                  <a:lnTo>
                    <a:pt x="197989" y="21191"/>
                  </a:lnTo>
                  <a:lnTo>
                    <a:pt x="193305" y="18673"/>
                  </a:lnTo>
                  <a:lnTo>
                    <a:pt x="188543" y="16307"/>
                  </a:lnTo>
                  <a:lnTo>
                    <a:pt x="183708" y="14092"/>
                  </a:lnTo>
                  <a:lnTo>
                    <a:pt x="178805" y="12033"/>
                  </a:lnTo>
                  <a:lnTo>
                    <a:pt x="173839" y="10131"/>
                  </a:lnTo>
                  <a:lnTo>
                    <a:pt x="168816" y="8387"/>
                  </a:lnTo>
                  <a:lnTo>
                    <a:pt x="163739" y="6804"/>
                  </a:lnTo>
                  <a:lnTo>
                    <a:pt x="158614" y="5384"/>
                  </a:lnTo>
                  <a:lnTo>
                    <a:pt x="153447" y="4127"/>
                  </a:lnTo>
                  <a:lnTo>
                    <a:pt x="148243" y="3035"/>
                  </a:lnTo>
                  <a:lnTo>
                    <a:pt x="143006" y="2110"/>
                  </a:lnTo>
                  <a:lnTo>
                    <a:pt x="137743" y="1351"/>
                  </a:lnTo>
                  <a:lnTo>
                    <a:pt x="132458" y="760"/>
                  </a:lnTo>
                  <a:lnTo>
                    <a:pt x="127157" y="338"/>
                  </a:lnTo>
                  <a:lnTo>
                    <a:pt x="121845" y="84"/>
                  </a:lnTo>
                  <a:lnTo>
                    <a:pt x="116528" y="0"/>
                  </a:lnTo>
                  <a:lnTo>
                    <a:pt x="1165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461942" y="1236837"/>
              <a:ext cx="177798" cy="334334"/>
            </a:xfrm>
            <a:custGeom>
              <a:avLst/>
              <a:pathLst>
                <a:path w="177798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8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2" y="16230"/>
                  </a:lnTo>
                  <a:lnTo>
                    <a:pt x="90539" y="18586"/>
                  </a:lnTo>
                  <a:lnTo>
                    <a:pt x="85863" y="21092"/>
                  </a:lnTo>
                  <a:lnTo>
                    <a:pt x="81269" y="23744"/>
                  </a:lnTo>
                  <a:lnTo>
                    <a:pt x="76761" y="26541"/>
                  </a:lnTo>
                  <a:lnTo>
                    <a:pt x="72345" y="29480"/>
                  </a:lnTo>
                  <a:lnTo>
                    <a:pt x="68024" y="32558"/>
                  </a:lnTo>
                  <a:lnTo>
                    <a:pt x="63802" y="35771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79" y="46190"/>
                  </a:lnTo>
                  <a:lnTo>
                    <a:pt x="47998" y="49912"/>
                  </a:lnTo>
                  <a:lnTo>
                    <a:pt x="44338" y="53752"/>
                  </a:lnTo>
                  <a:lnTo>
                    <a:pt x="40801" y="57705"/>
                  </a:lnTo>
                  <a:lnTo>
                    <a:pt x="37391" y="61770"/>
                  </a:lnTo>
                  <a:lnTo>
                    <a:pt x="34112" y="65940"/>
                  </a:lnTo>
                  <a:lnTo>
                    <a:pt x="30967" y="70212"/>
                  </a:lnTo>
                  <a:lnTo>
                    <a:pt x="27959" y="74582"/>
                  </a:lnTo>
                  <a:lnTo>
                    <a:pt x="25092" y="79045"/>
                  </a:lnTo>
                  <a:lnTo>
                    <a:pt x="22367" y="83597"/>
                  </a:lnTo>
                  <a:lnTo>
                    <a:pt x="19788" y="88233"/>
                  </a:lnTo>
                  <a:lnTo>
                    <a:pt x="17358" y="92949"/>
                  </a:lnTo>
                  <a:lnTo>
                    <a:pt x="15078" y="97739"/>
                  </a:lnTo>
                  <a:lnTo>
                    <a:pt x="12952" y="102599"/>
                  </a:lnTo>
                  <a:lnTo>
                    <a:pt x="10981" y="107524"/>
                  </a:lnTo>
                  <a:lnTo>
                    <a:pt x="9167" y="112510"/>
                  </a:lnTo>
                  <a:lnTo>
                    <a:pt x="7512" y="117550"/>
                  </a:lnTo>
                  <a:lnTo>
                    <a:pt x="6018" y="122640"/>
                  </a:lnTo>
                  <a:lnTo>
                    <a:pt x="4686" y="127776"/>
                  </a:lnTo>
                  <a:lnTo>
                    <a:pt x="3518" y="132950"/>
                  </a:lnTo>
                  <a:lnTo>
                    <a:pt x="2515" y="138160"/>
                  </a:lnTo>
                  <a:lnTo>
                    <a:pt x="1677" y="143398"/>
                  </a:lnTo>
                  <a:lnTo>
                    <a:pt x="1006" y="148661"/>
                  </a:lnTo>
                  <a:lnTo>
                    <a:pt x="503" y="153942"/>
                  </a:lnTo>
                  <a:lnTo>
                    <a:pt x="167" y="159236"/>
                  </a:lnTo>
                  <a:lnTo>
                    <a:pt x="0" y="164539"/>
                  </a:lnTo>
                  <a:lnTo>
                    <a:pt x="0" y="169844"/>
                  </a:lnTo>
                  <a:lnTo>
                    <a:pt x="169" y="175146"/>
                  </a:lnTo>
                  <a:lnTo>
                    <a:pt x="507" y="180440"/>
                  </a:lnTo>
                  <a:lnTo>
                    <a:pt x="1012" y="185721"/>
                  </a:lnTo>
                  <a:lnTo>
                    <a:pt x="1684" y="190983"/>
                  </a:lnTo>
                  <a:lnTo>
                    <a:pt x="2523" y="196222"/>
                  </a:lnTo>
                  <a:lnTo>
                    <a:pt x="3528" y="201431"/>
                  </a:lnTo>
                  <a:lnTo>
                    <a:pt x="4698" y="206605"/>
                  </a:lnTo>
                  <a:lnTo>
                    <a:pt x="6031" y="211740"/>
                  </a:lnTo>
                  <a:lnTo>
                    <a:pt x="7526" y="216830"/>
                  </a:lnTo>
                  <a:lnTo>
                    <a:pt x="9182" y="221870"/>
                  </a:lnTo>
                  <a:lnTo>
                    <a:pt x="10998" y="226854"/>
                  </a:lnTo>
                  <a:lnTo>
                    <a:pt x="12970" y="231779"/>
                  </a:lnTo>
                  <a:lnTo>
                    <a:pt x="15098" y="236639"/>
                  </a:lnTo>
                  <a:lnTo>
                    <a:pt x="17379" y="241428"/>
                  </a:lnTo>
                  <a:lnTo>
                    <a:pt x="19811" y="246143"/>
                  </a:lnTo>
                  <a:lnTo>
                    <a:pt x="22391" y="250778"/>
                  </a:lnTo>
                  <a:lnTo>
                    <a:pt x="25117" y="255330"/>
                  </a:lnTo>
                  <a:lnTo>
                    <a:pt x="27986" y="259792"/>
                  </a:lnTo>
                  <a:lnTo>
                    <a:pt x="30995" y="264161"/>
                  </a:lnTo>
                  <a:lnTo>
                    <a:pt x="34141" y="268432"/>
                  </a:lnTo>
                  <a:lnTo>
                    <a:pt x="37422" y="272602"/>
                  </a:lnTo>
                  <a:lnTo>
                    <a:pt x="40832" y="276665"/>
                  </a:lnTo>
                  <a:lnTo>
                    <a:pt x="44371" y="280618"/>
                  </a:lnTo>
                  <a:lnTo>
                    <a:pt x="48032" y="284456"/>
                  </a:lnTo>
                  <a:lnTo>
                    <a:pt x="51814" y="288177"/>
                  </a:lnTo>
                  <a:lnTo>
                    <a:pt x="55712" y="291776"/>
                  </a:lnTo>
                  <a:lnTo>
                    <a:pt x="59722" y="295249"/>
                  </a:lnTo>
                  <a:lnTo>
                    <a:pt x="63840" y="298593"/>
                  </a:lnTo>
                  <a:lnTo>
                    <a:pt x="68062" y="301805"/>
                  </a:lnTo>
                  <a:lnTo>
                    <a:pt x="72384" y="304881"/>
                  </a:lnTo>
                  <a:lnTo>
                    <a:pt x="76802" y="307818"/>
                  </a:lnTo>
                  <a:lnTo>
                    <a:pt x="81310" y="310614"/>
                  </a:lnTo>
                  <a:lnTo>
                    <a:pt x="85905" y="313266"/>
                  </a:lnTo>
                  <a:lnTo>
                    <a:pt x="90582" y="315770"/>
                  </a:lnTo>
                  <a:lnTo>
                    <a:pt x="95336" y="318125"/>
                  </a:lnTo>
                  <a:lnTo>
                    <a:pt x="100162" y="320327"/>
                  </a:lnTo>
                  <a:lnTo>
                    <a:pt x="105056" y="322376"/>
                  </a:lnTo>
                  <a:lnTo>
                    <a:pt x="110012" y="324268"/>
                  </a:lnTo>
                  <a:lnTo>
                    <a:pt x="115026" y="326001"/>
                  </a:lnTo>
                  <a:lnTo>
                    <a:pt x="120092" y="327575"/>
                  </a:lnTo>
                  <a:lnTo>
                    <a:pt x="125205" y="328988"/>
                  </a:lnTo>
                  <a:lnTo>
                    <a:pt x="130361" y="330237"/>
                  </a:lnTo>
                  <a:lnTo>
                    <a:pt x="135554" y="331322"/>
                  </a:lnTo>
                  <a:lnTo>
                    <a:pt x="140779" y="332242"/>
                  </a:lnTo>
                  <a:lnTo>
                    <a:pt x="146030" y="332995"/>
                  </a:lnTo>
                  <a:lnTo>
                    <a:pt x="151302" y="333582"/>
                  </a:lnTo>
                  <a:lnTo>
                    <a:pt x="156591" y="334001"/>
                  </a:lnTo>
                  <a:lnTo>
                    <a:pt x="161890" y="334252"/>
                  </a:lnTo>
                  <a:lnTo>
                    <a:pt x="167194" y="334334"/>
                  </a:lnTo>
                  <a:lnTo>
                    <a:pt x="172499" y="334249"/>
                  </a:lnTo>
                  <a:lnTo>
                    <a:pt x="177798" y="33399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629088" y="1404005"/>
              <a:ext cx="10651" cy="166827"/>
            </a:xfrm>
            <a:custGeom>
              <a:avLst/>
              <a:pathLst>
                <a:path w="10651" h="166827">
                  <a:moveTo>
                    <a:pt x="10651" y="1668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629088" y="1239867"/>
              <a:ext cx="167167" cy="330965"/>
            </a:xfrm>
            <a:custGeom>
              <a:avLst/>
              <a:pathLst>
                <a:path w="167167" h="330965">
                  <a:moveTo>
                    <a:pt x="10651" y="330965"/>
                  </a:moveTo>
                  <a:lnTo>
                    <a:pt x="15996" y="330538"/>
                  </a:lnTo>
                  <a:lnTo>
                    <a:pt x="21325" y="329939"/>
                  </a:lnTo>
                  <a:lnTo>
                    <a:pt x="26632" y="329170"/>
                  </a:lnTo>
                  <a:lnTo>
                    <a:pt x="31912" y="328231"/>
                  </a:lnTo>
                  <a:lnTo>
                    <a:pt x="37159" y="327123"/>
                  </a:lnTo>
                  <a:lnTo>
                    <a:pt x="42367" y="325847"/>
                  </a:lnTo>
                  <a:lnTo>
                    <a:pt x="47532" y="324405"/>
                  </a:lnTo>
                  <a:lnTo>
                    <a:pt x="52648" y="322798"/>
                  </a:lnTo>
                  <a:lnTo>
                    <a:pt x="57710" y="321028"/>
                  </a:lnTo>
                  <a:lnTo>
                    <a:pt x="62712" y="319096"/>
                  </a:lnTo>
                  <a:lnTo>
                    <a:pt x="67650" y="317005"/>
                  </a:lnTo>
                  <a:lnTo>
                    <a:pt x="72518" y="314756"/>
                  </a:lnTo>
                  <a:lnTo>
                    <a:pt x="77312" y="312353"/>
                  </a:lnTo>
                  <a:lnTo>
                    <a:pt x="82026" y="309797"/>
                  </a:lnTo>
                  <a:lnTo>
                    <a:pt x="86656" y="307091"/>
                  </a:lnTo>
                  <a:lnTo>
                    <a:pt x="91196" y="304238"/>
                  </a:lnTo>
                  <a:lnTo>
                    <a:pt x="95643" y="301241"/>
                  </a:lnTo>
                  <a:lnTo>
                    <a:pt x="99991" y="298103"/>
                  </a:lnTo>
                  <a:lnTo>
                    <a:pt x="104237" y="294827"/>
                  </a:lnTo>
                  <a:lnTo>
                    <a:pt x="108375" y="291416"/>
                  </a:lnTo>
                  <a:lnTo>
                    <a:pt x="112401" y="287874"/>
                  </a:lnTo>
                  <a:lnTo>
                    <a:pt x="116312" y="284206"/>
                  </a:lnTo>
                  <a:lnTo>
                    <a:pt x="120103" y="280413"/>
                  </a:lnTo>
                  <a:lnTo>
                    <a:pt x="123771" y="276501"/>
                  </a:lnTo>
                  <a:lnTo>
                    <a:pt x="127311" y="272473"/>
                  </a:lnTo>
                  <a:lnTo>
                    <a:pt x="130721" y="268334"/>
                  </a:lnTo>
                  <a:lnTo>
                    <a:pt x="133995" y="264088"/>
                  </a:lnTo>
                  <a:lnTo>
                    <a:pt x="137132" y="259739"/>
                  </a:lnTo>
                  <a:lnTo>
                    <a:pt x="140128" y="255291"/>
                  </a:lnTo>
                  <a:lnTo>
                    <a:pt x="142980" y="250750"/>
                  </a:lnTo>
                  <a:lnTo>
                    <a:pt x="145684" y="246119"/>
                  </a:lnTo>
                  <a:lnTo>
                    <a:pt x="148239" y="241404"/>
                  </a:lnTo>
                  <a:lnTo>
                    <a:pt x="150641" y="236610"/>
                  </a:lnTo>
                  <a:lnTo>
                    <a:pt x="152888" y="231741"/>
                  </a:lnTo>
                  <a:lnTo>
                    <a:pt x="154977" y="226802"/>
                  </a:lnTo>
                  <a:lnTo>
                    <a:pt x="156907" y="221799"/>
                  </a:lnTo>
                  <a:lnTo>
                    <a:pt x="158676" y="216737"/>
                  </a:lnTo>
                  <a:lnTo>
                    <a:pt x="160282" y="211620"/>
                  </a:lnTo>
                  <a:lnTo>
                    <a:pt x="161722" y="206455"/>
                  </a:lnTo>
                  <a:lnTo>
                    <a:pt x="162996" y="201246"/>
                  </a:lnTo>
                  <a:lnTo>
                    <a:pt x="164103" y="195999"/>
                  </a:lnTo>
                  <a:lnTo>
                    <a:pt x="165040" y="190719"/>
                  </a:lnTo>
                  <a:lnTo>
                    <a:pt x="165808" y="185412"/>
                  </a:lnTo>
                  <a:lnTo>
                    <a:pt x="166405" y="180083"/>
                  </a:lnTo>
                  <a:lnTo>
                    <a:pt x="166831" y="174738"/>
                  </a:lnTo>
                  <a:lnTo>
                    <a:pt x="167085" y="169381"/>
                  </a:lnTo>
                  <a:lnTo>
                    <a:pt x="167167" y="164019"/>
                  </a:lnTo>
                  <a:lnTo>
                    <a:pt x="167077" y="158658"/>
                  </a:lnTo>
                  <a:lnTo>
                    <a:pt x="166815" y="153302"/>
                  </a:lnTo>
                  <a:lnTo>
                    <a:pt x="166382" y="147957"/>
                  </a:lnTo>
                  <a:lnTo>
                    <a:pt x="165777" y="142628"/>
                  </a:lnTo>
                  <a:lnTo>
                    <a:pt x="165002" y="137322"/>
                  </a:lnTo>
                  <a:lnTo>
                    <a:pt x="164057" y="132044"/>
                  </a:lnTo>
                  <a:lnTo>
                    <a:pt x="162943" y="126798"/>
                  </a:lnTo>
                  <a:lnTo>
                    <a:pt x="161662" y="121591"/>
                  </a:lnTo>
                  <a:lnTo>
                    <a:pt x="160214" y="116428"/>
                  </a:lnTo>
                  <a:lnTo>
                    <a:pt x="158601" y="111314"/>
                  </a:lnTo>
                  <a:lnTo>
                    <a:pt x="156826" y="106254"/>
                  </a:lnTo>
                  <a:lnTo>
                    <a:pt x="154888" y="101254"/>
                  </a:lnTo>
                  <a:lnTo>
                    <a:pt x="152792" y="96318"/>
                  </a:lnTo>
                  <a:lnTo>
                    <a:pt x="150538" y="91452"/>
                  </a:lnTo>
                  <a:lnTo>
                    <a:pt x="148129" y="86661"/>
                  </a:lnTo>
                  <a:lnTo>
                    <a:pt x="145568" y="81950"/>
                  </a:lnTo>
                  <a:lnTo>
                    <a:pt x="142857" y="77323"/>
                  </a:lnTo>
                  <a:lnTo>
                    <a:pt x="139999" y="72786"/>
                  </a:lnTo>
                  <a:lnTo>
                    <a:pt x="136997" y="68342"/>
                  </a:lnTo>
                  <a:lnTo>
                    <a:pt x="133854" y="63998"/>
                  </a:lnTo>
                  <a:lnTo>
                    <a:pt x="130573" y="59756"/>
                  </a:lnTo>
                  <a:lnTo>
                    <a:pt x="127158" y="55622"/>
                  </a:lnTo>
                  <a:lnTo>
                    <a:pt x="123612" y="51599"/>
                  </a:lnTo>
                  <a:lnTo>
                    <a:pt x="119939" y="47692"/>
                  </a:lnTo>
                  <a:lnTo>
                    <a:pt x="116142" y="43905"/>
                  </a:lnTo>
                  <a:lnTo>
                    <a:pt x="112226" y="40242"/>
                  </a:lnTo>
                  <a:lnTo>
                    <a:pt x="108194" y="36706"/>
                  </a:lnTo>
                  <a:lnTo>
                    <a:pt x="104051" y="33301"/>
                  </a:lnTo>
                  <a:lnTo>
                    <a:pt x="99801" y="30031"/>
                  </a:lnTo>
                  <a:lnTo>
                    <a:pt x="95449" y="26899"/>
                  </a:lnTo>
                  <a:lnTo>
                    <a:pt x="90998" y="23908"/>
                  </a:lnTo>
                  <a:lnTo>
                    <a:pt x="86453" y="21062"/>
                  </a:lnTo>
                  <a:lnTo>
                    <a:pt x="81820" y="18362"/>
                  </a:lnTo>
                  <a:lnTo>
                    <a:pt x="77102" y="15813"/>
                  </a:lnTo>
                  <a:lnTo>
                    <a:pt x="72305" y="13416"/>
                  </a:lnTo>
                  <a:lnTo>
                    <a:pt x="67433" y="11175"/>
                  </a:lnTo>
                  <a:lnTo>
                    <a:pt x="62493" y="9091"/>
                  </a:lnTo>
                  <a:lnTo>
                    <a:pt x="57487" y="7166"/>
                  </a:lnTo>
                  <a:lnTo>
                    <a:pt x="52423" y="5403"/>
                  </a:lnTo>
                  <a:lnTo>
                    <a:pt x="47305" y="3803"/>
                  </a:lnTo>
                  <a:lnTo>
                    <a:pt x="42138" y="2368"/>
                  </a:lnTo>
                  <a:lnTo>
                    <a:pt x="36928" y="1100"/>
                  </a:lnTo>
                  <a:lnTo>
                    <a:pt x="31679" y="0"/>
                  </a:lnTo>
                  <a:lnTo>
                    <a:pt x="0" y="164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629088" y="1236837"/>
              <a:ext cx="31679" cy="167167"/>
            </a:xfrm>
            <a:custGeom>
              <a:avLst/>
              <a:pathLst>
                <a:path w="31679" h="167167">
                  <a:moveTo>
                    <a:pt x="31679" y="3029"/>
                  </a:moveTo>
                  <a:lnTo>
                    <a:pt x="25399" y="1940"/>
                  </a:lnTo>
                  <a:lnTo>
                    <a:pt x="19081" y="1092"/>
                  </a:lnTo>
                  <a:lnTo>
                    <a:pt x="12736" y="485"/>
                  </a:lnTo>
                  <a:lnTo>
                    <a:pt x="6372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91810" y="1546402"/>
              <a:ext cx="120756" cy="167167"/>
            </a:xfrm>
            <a:custGeom>
              <a:avLst/>
              <a:pathLst>
                <a:path w="120756" h="167167">
                  <a:moveTo>
                    <a:pt x="120756" y="0"/>
                  </a:moveTo>
                  <a:lnTo>
                    <a:pt x="115134" y="94"/>
                  </a:lnTo>
                  <a:lnTo>
                    <a:pt x="109519" y="378"/>
                  </a:lnTo>
                  <a:lnTo>
                    <a:pt x="103917" y="850"/>
                  </a:lnTo>
                  <a:lnTo>
                    <a:pt x="98333" y="1510"/>
                  </a:lnTo>
                  <a:lnTo>
                    <a:pt x="92775" y="2358"/>
                  </a:lnTo>
                  <a:lnTo>
                    <a:pt x="87249" y="3392"/>
                  </a:lnTo>
                  <a:lnTo>
                    <a:pt x="81761" y="4611"/>
                  </a:lnTo>
                  <a:lnTo>
                    <a:pt x="76316" y="6015"/>
                  </a:lnTo>
                  <a:lnTo>
                    <a:pt x="70922" y="7600"/>
                  </a:lnTo>
                  <a:lnTo>
                    <a:pt x="65585" y="9366"/>
                  </a:lnTo>
                  <a:lnTo>
                    <a:pt x="60309" y="11311"/>
                  </a:lnTo>
                  <a:lnTo>
                    <a:pt x="55102" y="13432"/>
                  </a:lnTo>
                  <a:lnTo>
                    <a:pt x="49970" y="15726"/>
                  </a:lnTo>
                  <a:lnTo>
                    <a:pt x="44917" y="18192"/>
                  </a:lnTo>
                  <a:lnTo>
                    <a:pt x="39950" y="20827"/>
                  </a:lnTo>
                  <a:lnTo>
                    <a:pt x="35075" y="23627"/>
                  </a:lnTo>
                  <a:lnTo>
                    <a:pt x="30296" y="26589"/>
                  </a:lnTo>
                  <a:lnTo>
                    <a:pt x="25620" y="29711"/>
                  </a:lnTo>
                  <a:lnTo>
                    <a:pt x="21052" y="32988"/>
                  </a:lnTo>
                  <a:lnTo>
                    <a:pt x="16596" y="36416"/>
                  </a:lnTo>
                  <a:lnTo>
                    <a:pt x="12258" y="39993"/>
                  </a:lnTo>
                  <a:lnTo>
                    <a:pt x="8043" y="43713"/>
                  </a:lnTo>
                  <a:lnTo>
                    <a:pt x="3955" y="47574"/>
                  </a:lnTo>
                  <a:lnTo>
                    <a:pt x="0" y="51569"/>
                  </a:lnTo>
                  <a:lnTo>
                    <a:pt x="1207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91810" y="1597971"/>
              <a:ext cx="120756" cy="115597"/>
            </a:xfrm>
            <a:custGeom>
              <a:avLst/>
              <a:pathLst>
                <a:path w="120756" h="115597">
                  <a:moveTo>
                    <a:pt x="0" y="0"/>
                  </a:moveTo>
                  <a:lnTo>
                    <a:pt x="120756" y="1155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45399" y="1573743"/>
              <a:ext cx="334332" cy="306978"/>
            </a:xfrm>
            <a:custGeom>
              <a:avLst/>
              <a:pathLst>
                <a:path w="334332" h="306978">
                  <a:moveTo>
                    <a:pt x="46411" y="24228"/>
                  </a:moveTo>
                  <a:lnTo>
                    <a:pt x="42797" y="28125"/>
                  </a:lnTo>
                  <a:lnTo>
                    <a:pt x="39310" y="32134"/>
                  </a:lnTo>
                  <a:lnTo>
                    <a:pt x="35951" y="36253"/>
                  </a:lnTo>
                  <a:lnTo>
                    <a:pt x="32725" y="40476"/>
                  </a:lnTo>
                  <a:lnTo>
                    <a:pt x="29635" y="44800"/>
                  </a:lnTo>
                  <a:lnTo>
                    <a:pt x="26684" y="49219"/>
                  </a:lnTo>
                  <a:lnTo>
                    <a:pt x="23875" y="53731"/>
                  </a:lnTo>
                  <a:lnTo>
                    <a:pt x="21211" y="58329"/>
                  </a:lnTo>
                  <a:lnTo>
                    <a:pt x="18694" y="63009"/>
                  </a:lnTo>
                  <a:lnTo>
                    <a:pt x="16327" y="67768"/>
                  </a:lnTo>
                  <a:lnTo>
                    <a:pt x="14113" y="72599"/>
                  </a:lnTo>
                  <a:lnTo>
                    <a:pt x="12053" y="77498"/>
                  </a:lnTo>
                  <a:lnTo>
                    <a:pt x="10151" y="82460"/>
                  </a:lnTo>
                  <a:lnTo>
                    <a:pt x="8407" y="87480"/>
                  </a:lnTo>
                  <a:lnTo>
                    <a:pt x="6823" y="92553"/>
                  </a:lnTo>
                  <a:lnTo>
                    <a:pt x="5401" y="97673"/>
                  </a:lnTo>
                  <a:lnTo>
                    <a:pt x="4143" y="102836"/>
                  </a:lnTo>
                  <a:lnTo>
                    <a:pt x="3050" y="108037"/>
                  </a:lnTo>
                  <a:lnTo>
                    <a:pt x="2122" y="113270"/>
                  </a:lnTo>
                  <a:lnTo>
                    <a:pt x="1362" y="118529"/>
                  </a:lnTo>
                  <a:lnTo>
                    <a:pt x="768" y="123811"/>
                  </a:lnTo>
                  <a:lnTo>
                    <a:pt x="343" y="129108"/>
                  </a:lnTo>
                  <a:lnTo>
                    <a:pt x="87" y="134416"/>
                  </a:lnTo>
                  <a:lnTo>
                    <a:pt x="0" y="139730"/>
                  </a:lnTo>
                  <a:lnTo>
                    <a:pt x="81" y="145043"/>
                  </a:lnTo>
                  <a:lnTo>
                    <a:pt x="331" y="150352"/>
                  </a:lnTo>
                  <a:lnTo>
                    <a:pt x="750" y="155650"/>
                  </a:lnTo>
                  <a:lnTo>
                    <a:pt x="1337" y="160931"/>
                  </a:lnTo>
                  <a:lnTo>
                    <a:pt x="2092" y="166192"/>
                  </a:lnTo>
                  <a:lnTo>
                    <a:pt x="3013" y="171426"/>
                  </a:lnTo>
                  <a:lnTo>
                    <a:pt x="4101" y="176628"/>
                  </a:lnTo>
                  <a:lnTo>
                    <a:pt x="5353" y="181792"/>
                  </a:lnTo>
                  <a:lnTo>
                    <a:pt x="6769" y="186914"/>
                  </a:lnTo>
                  <a:lnTo>
                    <a:pt x="8346" y="191989"/>
                  </a:lnTo>
                  <a:lnTo>
                    <a:pt x="10085" y="197011"/>
                  </a:lnTo>
                  <a:lnTo>
                    <a:pt x="11982" y="201975"/>
                  </a:lnTo>
                  <a:lnTo>
                    <a:pt x="14036" y="206877"/>
                  </a:lnTo>
                  <a:lnTo>
                    <a:pt x="16245" y="211710"/>
                  </a:lnTo>
                  <a:lnTo>
                    <a:pt x="18606" y="216471"/>
                  </a:lnTo>
                  <a:lnTo>
                    <a:pt x="21117" y="221155"/>
                  </a:lnTo>
                  <a:lnTo>
                    <a:pt x="23776" y="225756"/>
                  </a:lnTo>
                  <a:lnTo>
                    <a:pt x="26580" y="230271"/>
                  </a:lnTo>
                  <a:lnTo>
                    <a:pt x="29526" y="234694"/>
                  </a:lnTo>
                  <a:lnTo>
                    <a:pt x="32611" y="239021"/>
                  </a:lnTo>
                  <a:lnTo>
                    <a:pt x="35832" y="243248"/>
                  </a:lnTo>
                  <a:lnTo>
                    <a:pt x="39186" y="247370"/>
                  </a:lnTo>
                  <a:lnTo>
                    <a:pt x="42669" y="251384"/>
                  </a:lnTo>
                  <a:lnTo>
                    <a:pt x="46278" y="255285"/>
                  </a:lnTo>
                  <a:lnTo>
                    <a:pt x="50009" y="259069"/>
                  </a:lnTo>
                  <a:lnTo>
                    <a:pt x="53859" y="262733"/>
                  </a:lnTo>
                  <a:lnTo>
                    <a:pt x="57823" y="266272"/>
                  </a:lnTo>
                  <a:lnTo>
                    <a:pt x="61897" y="269684"/>
                  </a:lnTo>
                  <a:lnTo>
                    <a:pt x="66078" y="272965"/>
                  </a:lnTo>
                  <a:lnTo>
                    <a:pt x="70361" y="276111"/>
                  </a:lnTo>
                  <a:lnTo>
                    <a:pt x="74742" y="279119"/>
                  </a:lnTo>
                  <a:lnTo>
                    <a:pt x="79216" y="281986"/>
                  </a:lnTo>
                  <a:lnTo>
                    <a:pt x="83780" y="284710"/>
                  </a:lnTo>
                  <a:lnTo>
                    <a:pt x="88427" y="287288"/>
                  </a:lnTo>
                  <a:lnTo>
                    <a:pt x="93154" y="289716"/>
                  </a:lnTo>
                  <a:lnTo>
                    <a:pt x="97956" y="291993"/>
                  </a:lnTo>
                  <a:lnTo>
                    <a:pt x="102828" y="294116"/>
                  </a:lnTo>
                  <a:lnTo>
                    <a:pt x="107765" y="296083"/>
                  </a:lnTo>
                  <a:lnTo>
                    <a:pt x="112762" y="297892"/>
                  </a:lnTo>
                  <a:lnTo>
                    <a:pt x="117813" y="299542"/>
                  </a:lnTo>
                  <a:lnTo>
                    <a:pt x="122915" y="301030"/>
                  </a:lnTo>
                  <a:lnTo>
                    <a:pt x="128062" y="302355"/>
                  </a:lnTo>
                  <a:lnTo>
                    <a:pt x="133248" y="303516"/>
                  </a:lnTo>
                  <a:lnTo>
                    <a:pt x="138468" y="304511"/>
                  </a:lnTo>
                  <a:lnTo>
                    <a:pt x="143717" y="305340"/>
                  </a:lnTo>
                  <a:lnTo>
                    <a:pt x="148990" y="306002"/>
                  </a:lnTo>
                  <a:lnTo>
                    <a:pt x="154281" y="306496"/>
                  </a:lnTo>
                  <a:lnTo>
                    <a:pt x="159586" y="306821"/>
                  </a:lnTo>
                  <a:lnTo>
                    <a:pt x="164898" y="306978"/>
                  </a:lnTo>
                  <a:lnTo>
                    <a:pt x="170212" y="306965"/>
                  </a:lnTo>
                  <a:lnTo>
                    <a:pt x="175523" y="306784"/>
                  </a:lnTo>
                  <a:lnTo>
                    <a:pt x="180826" y="306434"/>
                  </a:lnTo>
                  <a:lnTo>
                    <a:pt x="186115" y="305916"/>
                  </a:lnTo>
                  <a:lnTo>
                    <a:pt x="191385" y="305230"/>
                  </a:lnTo>
                  <a:lnTo>
                    <a:pt x="196630" y="304376"/>
                  </a:lnTo>
                  <a:lnTo>
                    <a:pt x="201846" y="303357"/>
                  </a:lnTo>
                  <a:lnTo>
                    <a:pt x="207026" y="302172"/>
                  </a:lnTo>
                  <a:lnTo>
                    <a:pt x="212167" y="300823"/>
                  </a:lnTo>
                  <a:lnTo>
                    <a:pt x="217261" y="299311"/>
                  </a:lnTo>
                  <a:lnTo>
                    <a:pt x="222306" y="297638"/>
                  </a:lnTo>
                  <a:lnTo>
                    <a:pt x="227294" y="295805"/>
                  </a:lnTo>
                  <a:lnTo>
                    <a:pt x="232222" y="293815"/>
                  </a:lnTo>
                  <a:lnTo>
                    <a:pt x="237084" y="291670"/>
                  </a:lnTo>
                  <a:lnTo>
                    <a:pt x="241875" y="289371"/>
                  </a:lnTo>
                  <a:lnTo>
                    <a:pt x="246591" y="286920"/>
                  </a:lnTo>
                  <a:lnTo>
                    <a:pt x="251226" y="284321"/>
                  </a:lnTo>
                  <a:lnTo>
                    <a:pt x="255777" y="281577"/>
                  </a:lnTo>
                  <a:lnTo>
                    <a:pt x="260238" y="278688"/>
                  </a:lnTo>
                  <a:lnTo>
                    <a:pt x="264604" y="275660"/>
                  </a:lnTo>
                  <a:lnTo>
                    <a:pt x="268873" y="272494"/>
                  </a:lnTo>
                  <a:lnTo>
                    <a:pt x="273039" y="269194"/>
                  </a:lnTo>
                  <a:lnTo>
                    <a:pt x="277097" y="265763"/>
                  </a:lnTo>
                  <a:lnTo>
                    <a:pt x="281045" y="262205"/>
                  </a:lnTo>
                  <a:lnTo>
                    <a:pt x="284877" y="258524"/>
                  </a:lnTo>
                  <a:lnTo>
                    <a:pt x="288591" y="254722"/>
                  </a:lnTo>
                  <a:lnTo>
                    <a:pt x="292181" y="250805"/>
                  </a:lnTo>
                  <a:lnTo>
                    <a:pt x="295646" y="246775"/>
                  </a:lnTo>
                  <a:lnTo>
                    <a:pt x="298981" y="242637"/>
                  </a:lnTo>
                  <a:lnTo>
                    <a:pt x="302182" y="238395"/>
                  </a:lnTo>
                  <a:lnTo>
                    <a:pt x="305247" y="234054"/>
                  </a:lnTo>
                  <a:lnTo>
                    <a:pt x="308172" y="229617"/>
                  </a:lnTo>
                  <a:lnTo>
                    <a:pt x="310955" y="225089"/>
                  </a:lnTo>
                  <a:lnTo>
                    <a:pt x="313593" y="220476"/>
                  </a:lnTo>
                  <a:lnTo>
                    <a:pt x="316082" y="215781"/>
                  </a:lnTo>
                  <a:lnTo>
                    <a:pt x="318421" y="211009"/>
                  </a:lnTo>
                  <a:lnTo>
                    <a:pt x="320608" y="206165"/>
                  </a:lnTo>
                  <a:lnTo>
                    <a:pt x="322639" y="201254"/>
                  </a:lnTo>
                  <a:lnTo>
                    <a:pt x="324513" y="196281"/>
                  </a:lnTo>
                  <a:lnTo>
                    <a:pt x="326228" y="191251"/>
                  </a:lnTo>
                  <a:lnTo>
                    <a:pt x="327782" y="186169"/>
                  </a:lnTo>
                  <a:lnTo>
                    <a:pt x="329174" y="181040"/>
                  </a:lnTo>
                  <a:lnTo>
                    <a:pt x="330402" y="175870"/>
                  </a:lnTo>
                  <a:lnTo>
                    <a:pt x="331465" y="170663"/>
                  </a:lnTo>
                  <a:lnTo>
                    <a:pt x="332363" y="165425"/>
                  </a:lnTo>
                  <a:lnTo>
                    <a:pt x="333093" y="160161"/>
                  </a:lnTo>
                  <a:lnTo>
                    <a:pt x="333655" y="154877"/>
                  </a:lnTo>
                  <a:lnTo>
                    <a:pt x="334050" y="149577"/>
                  </a:lnTo>
                  <a:lnTo>
                    <a:pt x="334275" y="144268"/>
                  </a:lnTo>
                  <a:lnTo>
                    <a:pt x="334332" y="138954"/>
                  </a:lnTo>
                  <a:lnTo>
                    <a:pt x="334220" y="133640"/>
                  </a:lnTo>
                  <a:lnTo>
                    <a:pt x="333939" y="128333"/>
                  </a:lnTo>
                  <a:lnTo>
                    <a:pt x="333489" y="123038"/>
                  </a:lnTo>
                  <a:lnTo>
                    <a:pt x="332872" y="117760"/>
                  </a:lnTo>
                  <a:lnTo>
                    <a:pt x="332087" y="112504"/>
                  </a:lnTo>
                  <a:lnTo>
                    <a:pt x="331135" y="107275"/>
                  </a:lnTo>
                  <a:lnTo>
                    <a:pt x="330017" y="102080"/>
                  </a:lnTo>
                  <a:lnTo>
                    <a:pt x="328735" y="96923"/>
                  </a:lnTo>
                  <a:lnTo>
                    <a:pt x="327290" y="91809"/>
                  </a:lnTo>
                  <a:lnTo>
                    <a:pt x="325683" y="86743"/>
                  </a:lnTo>
                  <a:lnTo>
                    <a:pt x="323915" y="81731"/>
                  </a:lnTo>
                  <a:lnTo>
                    <a:pt x="321989" y="76778"/>
                  </a:lnTo>
                  <a:lnTo>
                    <a:pt x="319907" y="71889"/>
                  </a:lnTo>
                  <a:lnTo>
                    <a:pt x="317670" y="67068"/>
                  </a:lnTo>
                  <a:lnTo>
                    <a:pt x="315282" y="62321"/>
                  </a:lnTo>
                  <a:lnTo>
                    <a:pt x="312743" y="57652"/>
                  </a:lnTo>
                  <a:lnTo>
                    <a:pt x="310058" y="53066"/>
                  </a:lnTo>
                  <a:lnTo>
                    <a:pt x="307228" y="48568"/>
                  </a:lnTo>
                  <a:lnTo>
                    <a:pt x="304256" y="44162"/>
                  </a:lnTo>
                  <a:lnTo>
                    <a:pt x="301146" y="39853"/>
                  </a:lnTo>
                  <a:lnTo>
                    <a:pt x="297901" y="35645"/>
                  </a:lnTo>
                  <a:lnTo>
                    <a:pt x="294523" y="31542"/>
                  </a:lnTo>
                  <a:lnTo>
                    <a:pt x="291017" y="27548"/>
                  </a:lnTo>
                  <a:lnTo>
                    <a:pt x="287385" y="23668"/>
                  </a:lnTo>
                  <a:lnTo>
                    <a:pt x="283632" y="19906"/>
                  </a:lnTo>
                  <a:lnTo>
                    <a:pt x="279762" y="16264"/>
                  </a:lnTo>
                  <a:lnTo>
                    <a:pt x="275777" y="12748"/>
                  </a:lnTo>
                  <a:lnTo>
                    <a:pt x="271683" y="9360"/>
                  </a:lnTo>
                  <a:lnTo>
                    <a:pt x="267483" y="6103"/>
                  </a:lnTo>
                  <a:lnTo>
                    <a:pt x="263182" y="2982"/>
                  </a:lnTo>
                  <a:lnTo>
                    <a:pt x="258783" y="0"/>
                  </a:lnTo>
                  <a:lnTo>
                    <a:pt x="167167" y="1398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212566" y="1546402"/>
              <a:ext cx="91616" cy="167167"/>
            </a:xfrm>
            <a:custGeom>
              <a:avLst/>
              <a:pathLst>
                <a:path w="91616" h="167167">
                  <a:moveTo>
                    <a:pt x="91616" y="27341"/>
                  </a:moveTo>
                  <a:lnTo>
                    <a:pt x="86793" y="24297"/>
                  </a:lnTo>
                  <a:lnTo>
                    <a:pt x="81869" y="21419"/>
                  </a:lnTo>
                  <a:lnTo>
                    <a:pt x="76849" y="18711"/>
                  </a:lnTo>
                  <a:lnTo>
                    <a:pt x="71740" y="16176"/>
                  </a:lnTo>
                  <a:lnTo>
                    <a:pt x="66547" y="13817"/>
                  </a:lnTo>
                  <a:lnTo>
                    <a:pt x="61278" y="11636"/>
                  </a:lnTo>
                  <a:lnTo>
                    <a:pt x="55936" y="9636"/>
                  </a:lnTo>
                  <a:lnTo>
                    <a:pt x="50530" y="7819"/>
                  </a:lnTo>
                  <a:lnTo>
                    <a:pt x="45065" y="6188"/>
                  </a:lnTo>
                  <a:lnTo>
                    <a:pt x="39547" y="4745"/>
                  </a:lnTo>
                  <a:lnTo>
                    <a:pt x="33983" y="3490"/>
                  </a:lnTo>
                  <a:lnTo>
                    <a:pt x="28380" y="2426"/>
                  </a:lnTo>
                  <a:lnTo>
                    <a:pt x="22744" y="1554"/>
                  </a:lnTo>
                  <a:lnTo>
                    <a:pt x="17081" y="874"/>
                  </a:lnTo>
                  <a:lnTo>
                    <a:pt x="11398" y="389"/>
                  </a:lnTo>
                  <a:lnTo>
                    <a:pt x="5702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92599" y="1943516"/>
              <a:ext cx="86183" cy="167167"/>
            </a:xfrm>
            <a:custGeom>
              <a:avLst/>
              <a:pathLst>
                <a:path w="86183" h="167167">
                  <a:moveTo>
                    <a:pt x="86183" y="0"/>
                  </a:moveTo>
                  <a:lnTo>
                    <a:pt x="80525" y="95"/>
                  </a:lnTo>
                  <a:lnTo>
                    <a:pt x="74874" y="383"/>
                  </a:lnTo>
                  <a:lnTo>
                    <a:pt x="69235" y="861"/>
                  </a:lnTo>
                  <a:lnTo>
                    <a:pt x="63616" y="1530"/>
                  </a:lnTo>
                  <a:lnTo>
                    <a:pt x="58022" y="2389"/>
                  </a:lnTo>
                  <a:lnTo>
                    <a:pt x="52461" y="3436"/>
                  </a:lnTo>
                  <a:lnTo>
                    <a:pt x="46939" y="4671"/>
                  </a:lnTo>
                  <a:lnTo>
                    <a:pt x="41461" y="6093"/>
                  </a:lnTo>
                  <a:lnTo>
                    <a:pt x="36035" y="7699"/>
                  </a:lnTo>
                  <a:lnTo>
                    <a:pt x="30666" y="9487"/>
                  </a:lnTo>
                  <a:lnTo>
                    <a:pt x="25361" y="11457"/>
                  </a:lnTo>
                  <a:lnTo>
                    <a:pt x="20126" y="13605"/>
                  </a:lnTo>
                  <a:lnTo>
                    <a:pt x="14966" y="15929"/>
                  </a:lnTo>
                  <a:lnTo>
                    <a:pt x="9888" y="18426"/>
                  </a:lnTo>
                  <a:lnTo>
                    <a:pt x="4897" y="21093"/>
                  </a:lnTo>
                  <a:lnTo>
                    <a:pt x="0" y="23928"/>
                  </a:lnTo>
                  <a:lnTo>
                    <a:pt x="8618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2599" y="1967445"/>
              <a:ext cx="86183" cy="143238"/>
            </a:xfrm>
            <a:custGeom>
              <a:avLst/>
              <a:pathLst>
                <a:path w="86183" h="143238">
                  <a:moveTo>
                    <a:pt x="0" y="0"/>
                  </a:moveTo>
                  <a:lnTo>
                    <a:pt x="86183" y="1432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92511" y="1967498"/>
              <a:ext cx="86272" cy="143185"/>
            </a:xfrm>
            <a:custGeom>
              <a:avLst/>
              <a:pathLst>
                <a:path w="86272" h="143185">
                  <a:moveTo>
                    <a:pt x="0" y="0"/>
                  </a:moveTo>
                  <a:lnTo>
                    <a:pt x="86272" y="14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11631" y="1943516"/>
              <a:ext cx="334300" cy="334334"/>
            </a:xfrm>
            <a:custGeom>
              <a:avLst/>
              <a:pathLst>
                <a:path w="334300" h="334334">
                  <a:moveTo>
                    <a:pt x="80879" y="23982"/>
                  </a:moveTo>
                  <a:lnTo>
                    <a:pt x="76382" y="26790"/>
                  </a:lnTo>
                  <a:lnTo>
                    <a:pt x="71976" y="29739"/>
                  </a:lnTo>
                  <a:lnTo>
                    <a:pt x="67665" y="32826"/>
                  </a:lnTo>
                  <a:lnTo>
                    <a:pt x="63455" y="36049"/>
                  </a:lnTo>
                  <a:lnTo>
                    <a:pt x="59349" y="39403"/>
                  </a:lnTo>
                  <a:lnTo>
                    <a:pt x="55352" y="42886"/>
                  </a:lnTo>
                  <a:lnTo>
                    <a:pt x="51467" y="46494"/>
                  </a:lnTo>
                  <a:lnTo>
                    <a:pt x="47698" y="50223"/>
                  </a:lnTo>
                  <a:lnTo>
                    <a:pt x="44050" y="54070"/>
                  </a:lnTo>
                  <a:lnTo>
                    <a:pt x="40525" y="58031"/>
                  </a:lnTo>
                  <a:lnTo>
                    <a:pt x="37128" y="62102"/>
                  </a:lnTo>
                  <a:lnTo>
                    <a:pt x="33861" y="66278"/>
                  </a:lnTo>
                  <a:lnTo>
                    <a:pt x="30729" y="70555"/>
                  </a:lnTo>
                  <a:lnTo>
                    <a:pt x="27734" y="74930"/>
                  </a:lnTo>
                  <a:lnTo>
                    <a:pt x="24879" y="79398"/>
                  </a:lnTo>
                  <a:lnTo>
                    <a:pt x="22167" y="83954"/>
                  </a:lnTo>
                  <a:lnTo>
                    <a:pt x="19601" y="88594"/>
                  </a:lnTo>
                  <a:lnTo>
                    <a:pt x="17183" y="93312"/>
                  </a:lnTo>
                  <a:lnTo>
                    <a:pt x="14917" y="98105"/>
                  </a:lnTo>
                  <a:lnTo>
                    <a:pt x="12803" y="102968"/>
                  </a:lnTo>
                  <a:lnTo>
                    <a:pt x="10845" y="107895"/>
                  </a:lnTo>
                  <a:lnTo>
                    <a:pt x="9044" y="112882"/>
                  </a:lnTo>
                  <a:lnTo>
                    <a:pt x="7402" y="117923"/>
                  </a:lnTo>
                  <a:lnTo>
                    <a:pt x="5921" y="123014"/>
                  </a:lnTo>
                  <a:lnTo>
                    <a:pt x="4601" y="128149"/>
                  </a:lnTo>
                  <a:lnTo>
                    <a:pt x="3446" y="133323"/>
                  </a:lnTo>
                  <a:lnTo>
                    <a:pt x="2455" y="138532"/>
                  </a:lnTo>
                  <a:lnTo>
                    <a:pt x="1630" y="143769"/>
                  </a:lnTo>
                  <a:lnTo>
                    <a:pt x="971" y="149030"/>
                  </a:lnTo>
                  <a:lnTo>
                    <a:pt x="479" y="154309"/>
                  </a:lnTo>
                  <a:lnTo>
                    <a:pt x="155" y="159601"/>
                  </a:lnTo>
                  <a:lnTo>
                    <a:pt x="0" y="164901"/>
                  </a:lnTo>
                  <a:lnTo>
                    <a:pt x="12" y="170203"/>
                  </a:lnTo>
                  <a:lnTo>
                    <a:pt x="192" y="175502"/>
                  </a:lnTo>
                  <a:lnTo>
                    <a:pt x="540" y="180792"/>
                  </a:lnTo>
                  <a:lnTo>
                    <a:pt x="1056" y="186069"/>
                  </a:lnTo>
                  <a:lnTo>
                    <a:pt x="1739" y="191327"/>
                  </a:lnTo>
                  <a:lnTo>
                    <a:pt x="2589" y="196560"/>
                  </a:lnTo>
                  <a:lnTo>
                    <a:pt x="3603" y="201764"/>
                  </a:lnTo>
                  <a:lnTo>
                    <a:pt x="4783" y="206933"/>
                  </a:lnTo>
                  <a:lnTo>
                    <a:pt x="6126" y="212062"/>
                  </a:lnTo>
                  <a:lnTo>
                    <a:pt x="7630" y="217146"/>
                  </a:lnTo>
                  <a:lnTo>
                    <a:pt x="9296" y="222180"/>
                  </a:lnTo>
                  <a:lnTo>
                    <a:pt x="11120" y="227158"/>
                  </a:lnTo>
                  <a:lnTo>
                    <a:pt x="13101" y="232076"/>
                  </a:lnTo>
                  <a:lnTo>
                    <a:pt x="15236" y="236929"/>
                  </a:lnTo>
                  <a:lnTo>
                    <a:pt x="17525" y="241712"/>
                  </a:lnTo>
                  <a:lnTo>
                    <a:pt x="19964" y="246419"/>
                  </a:lnTo>
                  <a:lnTo>
                    <a:pt x="22552" y="251047"/>
                  </a:lnTo>
                  <a:lnTo>
                    <a:pt x="25285" y="255590"/>
                  </a:lnTo>
                  <a:lnTo>
                    <a:pt x="28160" y="260045"/>
                  </a:lnTo>
                  <a:lnTo>
                    <a:pt x="31175" y="264406"/>
                  </a:lnTo>
                  <a:lnTo>
                    <a:pt x="34327" y="268669"/>
                  </a:lnTo>
                  <a:lnTo>
                    <a:pt x="37613" y="272830"/>
                  </a:lnTo>
                  <a:lnTo>
                    <a:pt x="41029" y="276885"/>
                  </a:lnTo>
                  <a:lnTo>
                    <a:pt x="44572" y="280830"/>
                  </a:lnTo>
                  <a:lnTo>
                    <a:pt x="48238" y="284660"/>
                  </a:lnTo>
                  <a:lnTo>
                    <a:pt x="52024" y="288372"/>
                  </a:lnTo>
                  <a:lnTo>
                    <a:pt x="55925" y="291962"/>
                  </a:lnTo>
                  <a:lnTo>
                    <a:pt x="59939" y="295426"/>
                  </a:lnTo>
                  <a:lnTo>
                    <a:pt x="64060" y="298762"/>
                  </a:lnTo>
                  <a:lnTo>
                    <a:pt x="68285" y="301965"/>
                  </a:lnTo>
                  <a:lnTo>
                    <a:pt x="72610" y="305032"/>
                  </a:lnTo>
                  <a:lnTo>
                    <a:pt x="77029" y="307961"/>
                  </a:lnTo>
                  <a:lnTo>
                    <a:pt x="81540" y="310748"/>
                  </a:lnTo>
                  <a:lnTo>
                    <a:pt x="86136" y="313391"/>
                  </a:lnTo>
                  <a:lnTo>
                    <a:pt x="90814" y="315887"/>
                  </a:lnTo>
                  <a:lnTo>
                    <a:pt x="95569" y="318233"/>
                  </a:lnTo>
                  <a:lnTo>
                    <a:pt x="100395" y="320427"/>
                  </a:lnTo>
                  <a:lnTo>
                    <a:pt x="105289" y="322467"/>
                  </a:lnTo>
                  <a:lnTo>
                    <a:pt x="110245" y="324350"/>
                  </a:lnTo>
                  <a:lnTo>
                    <a:pt x="115258" y="326076"/>
                  </a:lnTo>
                  <a:lnTo>
                    <a:pt x="120324" y="327642"/>
                  </a:lnTo>
                  <a:lnTo>
                    <a:pt x="125436" y="329046"/>
                  </a:lnTo>
                  <a:lnTo>
                    <a:pt x="130591" y="330287"/>
                  </a:lnTo>
                  <a:lnTo>
                    <a:pt x="135782" y="331365"/>
                  </a:lnTo>
                  <a:lnTo>
                    <a:pt x="141005" y="332277"/>
                  </a:lnTo>
                  <a:lnTo>
                    <a:pt x="146254" y="333023"/>
                  </a:lnTo>
                  <a:lnTo>
                    <a:pt x="151525" y="333602"/>
                  </a:lnTo>
                  <a:lnTo>
                    <a:pt x="156811" y="334014"/>
                  </a:lnTo>
                  <a:lnTo>
                    <a:pt x="162107" y="334258"/>
                  </a:lnTo>
                  <a:lnTo>
                    <a:pt x="167408" y="334334"/>
                  </a:lnTo>
                  <a:lnTo>
                    <a:pt x="172709" y="334242"/>
                  </a:lnTo>
                  <a:lnTo>
                    <a:pt x="178005" y="333982"/>
                  </a:lnTo>
                  <a:lnTo>
                    <a:pt x="183290" y="333554"/>
                  </a:lnTo>
                  <a:lnTo>
                    <a:pt x="188558" y="332958"/>
                  </a:lnTo>
                  <a:lnTo>
                    <a:pt x="193805" y="332196"/>
                  </a:lnTo>
                  <a:lnTo>
                    <a:pt x="199025" y="331268"/>
                  </a:lnTo>
                  <a:lnTo>
                    <a:pt x="204213" y="330174"/>
                  </a:lnTo>
                  <a:lnTo>
                    <a:pt x="209364" y="328917"/>
                  </a:lnTo>
                  <a:lnTo>
                    <a:pt x="214472" y="327497"/>
                  </a:lnTo>
                  <a:lnTo>
                    <a:pt x="219533" y="325916"/>
                  </a:lnTo>
                  <a:lnTo>
                    <a:pt x="224541" y="324175"/>
                  </a:lnTo>
                  <a:lnTo>
                    <a:pt x="229491" y="322276"/>
                  </a:lnTo>
                  <a:lnTo>
                    <a:pt x="234378" y="320221"/>
                  </a:lnTo>
                  <a:lnTo>
                    <a:pt x="239198" y="318012"/>
                  </a:lnTo>
                  <a:lnTo>
                    <a:pt x="243946" y="315651"/>
                  </a:lnTo>
                  <a:lnTo>
                    <a:pt x="248616" y="313141"/>
                  </a:lnTo>
                  <a:lnTo>
                    <a:pt x="253204" y="310484"/>
                  </a:lnTo>
                  <a:lnTo>
                    <a:pt x="257706" y="307683"/>
                  </a:lnTo>
                  <a:lnTo>
                    <a:pt x="262116" y="304741"/>
                  </a:lnTo>
                  <a:lnTo>
                    <a:pt x="266431" y="301660"/>
                  </a:lnTo>
                  <a:lnTo>
                    <a:pt x="270647" y="298444"/>
                  </a:lnTo>
                  <a:lnTo>
                    <a:pt x="274758" y="295096"/>
                  </a:lnTo>
                  <a:lnTo>
                    <a:pt x="278760" y="291619"/>
                  </a:lnTo>
                  <a:lnTo>
                    <a:pt x="282651" y="288017"/>
                  </a:lnTo>
                  <a:lnTo>
                    <a:pt x="286425" y="284294"/>
                  </a:lnTo>
                  <a:lnTo>
                    <a:pt x="290080" y="280453"/>
                  </a:lnTo>
                  <a:lnTo>
                    <a:pt x="293610" y="276497"/>
                  </a:lnTo>
                  <a:lnTo>
                    <a:pt x="297014" y="272432"/>
                  </a:lnTo>
                  <a:lnTo>
                    <a:pt x="300287" y="268261"/>
                  </a:lnTo>
                  <a:lnTo>
                    <a:pt x="303426" y="263988"/>
                  </a:lnTo>
                  <a:lnTo>
                    <a:pt x="306428" y="259617"/>
                  </a:lnTo>
                  <a:lnTo>
                    <a:pt x="309290" y="255154"/>
                  </a:lnTo>
                  <a:lnTo>
                    <a:pt x="312008" y="250602"/>
                  </a:lnTo>
                  <a:lnTo>
                    <a:pt x="314581" y="245967"/>
                  </a:lnTo>
                  <a:lnTo>
                    <a:pt x="317006" y="241252"/>
                  </a:lnTo>
                  <a:lnTo>
                    <a:pt x="319280" y="236462"/>
                  </a:lnTo>
                  <a:lnTo>
                    <a:pt x="321401" y="231603"/>
                  </a:lnTo>
                  <a:lnTo>
                    <a:pt x="323367" y="226679"/>
                  </a:lnTo>
                  <a:lnTo>
                    <a:pt x="325176" y="221695"/>
                  </a:lnTo>
                  <a:lnTo>
                    <a:pt x="326826" y="216656"/>
                  </a:lnTo>
                  <a:lnTo>
                    <a:pt x="328315" y="211568"/>
                  </a:lnTo>
                  <a:lnTo>
                    <a:pt x="329642" y="206435"/>
                  </a:lnTo>
                  <a:lnTo>
                    <a:pt x="330805" y="201262"/>
                  </a:lnTo>
                  <a:lnTo>
                    <a:pt x="331804" y="196055"/>
                  </a:lnTo>
                  <a:lnTo>
                    <a:pt x="332637" y="190819"/>
                  </a:lnTo>
                  <a:lnTo>
                    <a:pt x="333304" y="185559"/>
                  </a:lnTo>
                  <a:lnTo>
                    <a:pt x="333804" y="180281"/>
                  </a:lnTo>
                  <a:lnTo>
                    <a:pt x="334136" y="174989"/>
                  </a:lnTo>
                  <a:lnTo>
                    <a:pt x="334300" y="169690"/>
                  </a:lnTo>
                  <a:lnTo>
                    <a:pt x="334296" y="164388"/>
                  </a:lnTo>
                  <a:lnTo>
                    <a:pt x="334124" y="159088"/>
                  </a:lnTo>
                  <a:lnTo>
                    <a:pt x="333784" y="153797"/>
                  </a:lnTo>
                  <a:lnTo>
                    <a:pt x="333276" y="148520"/>
                  </a:lnTo>
                  <a:lnTo>
                    <a:pt x="332601" y="143261"/>
                  </a:lnTo>
                  <a:lnTo>
                    <a:pt x="331760" y="138026"/>
                  </a:lnTo>
                  <a:lnTo>
                    <a:pt x="330753" y="132821"/>
                  </a:lnTo>
                  <a:lnTo>
                    <a:pt x="329581" y="127650"/>
                  </a:lnTo>
                  <a:lnTo>
                    <a:pt x="328246" y="122519"/>
                  </a:lnTo>
                  <a:lnTo>
                    <a:pt x="326749" y="117432"/>
                  </a:lnTo>
                  <a:lnTo>
                    <a:pt x="325092" y="112396"/>
                  </a:lnTo>
                  <a:lnTo>
                    <a:pt x="323275" y="107415"/>
                  </a:lnTo>
                  <a:lnTo>
                    <a:pt x="321302" y="102494"/>
                  </a:lnTo>
                  <a:lnTo>
                    <a:pt x="319174" y="97638"/>
                  </a:lnTo>
                  <a:lnTo>
                    <a:pt x="316892" y="92852"/>
                  </a:lnTo>
                  <a:lnTo>
                    <a:pt x="314460" y="88141"/>
                  </a:lnTo>
                  <a:lnTo>
                    <a:pt x="311880" y="83509"/>
                  </a:lnTo>
                  <a:lnTo>
                    <a:pt x="309154" y="78962"/>
                  </a:lnTo>
                  <a:lnTo>
                    <a:pt x="306286" y="74503"/>
                  </a:lnTo>
                  <a:lnTo>
                    <a:pt x="303277" y="70137"/>
                  </a:lnTo>
                  <a:lnTo>
                    <a:pt x="300132" y="65869"/>
                  </a:lnTo>
                  <a:lnTo>
                    <a:pt x="296852" y="61703"/>
                  </a:lnTo>
                  <a:lnTo>
                    <a:pt x="293442" y="57643"/>
                  </a:lnTo>
                  <a:lnTo>
                    <a:pt x="289906" y="53693"/>
                  </a:lnTo>
                  <a:lnTo>
                    <a:pt x="286245" y="49857"/>
                  </a:lnTo>
                  <a:lnTo>
                    <a:pt x="282465" y="46139"/>
                  </a:lnTo>
                  <a:lnTo>
                    <a:pt x="278569" y="42543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1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7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1"/>
                  </a:lnTo>
                  <a:lnTo>
                    <a:pt x="234143" y="14010"/>
                  </a:lnTo>
                  <a:lnTo>
                    <a:pt x="229253" y="11962"/>
                  </a:lnTo>
                  <a:lnTo>
                    <a:pt x="224299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7"/>
                  </a:lnTo>
                  <a:lnTo>
                    <a:pt x="193551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45063" y="2406772"/>
              <a:ext cx="100670" cy="167167"/>
            </a:xfrm>
            <a:custGeom>
              <a:avLst/>
              <a:pathLst>
                <a:path w="100670" h="167167">
                  <a:moveTo>
                    <a:pt x="100670" y="0"/>
                  </a:moveTo>
                  <a:lnTo>
                    <a:pt x="94985" y="96"/>
                  </a:lnTo>
                  <a:lnTo>
                    <a:pt x="89307" y="386"/>
                  </a:lnTo>
                  <a:lnTo>
                    <a:pt x="83641" y="869"/>
                  </a:lnTo>
                  <a:lnTo>
                    <a:pt x="77996" y="1544"/>
                  </a:lnTo>
                  <a:lnTo>
                    <a:pt x="72376" y="2411"/>
                  </a:lnTo>
                  <a:lnTo>
                    <a:pt x="66790" y="3469"/>
                  </a:lnTo>
                  <a:lnTo>
                    <a:pt x="61242" y="4716"/>
                  </a:lnTo>
                  <a:lnTo>
                    <a:pt x="55741" y="6150"/>
                  </a:lnTo>
                  <a:lnTo>
                    <a:pt x="50291" y="7772"/>
                  </a:lnTo>
                  <a:lnTo>
                    <a:pt x="44899" y="9577"/>
                  </a:lnTo>
                  <a:lnTo>
                    <a:pt x="39572" y="11565"/>
                  </a:lnTo>
                  <a:lnTo>
                    <a:pt x="34316" y="13733"/>
                  </a:lnTo>
                  <a:lnTo>
                    <a:pt x="29136" y="16078"/>
                  </a:lnTo>
                  <a:lnTo>
                    <a:pt x="24040" y="18598"/>
                  </a:lnTo>
                  <a:lnTo>
                    <a:pt x="19031" y="21290"/>
                  </a:lnTo>
                  <a:lnTo>
                    <a:pt x="14118" y="24151"/>
                  </a:lnTo>
                  <a:lnTo>
                    <a:pt x="9304" y="27177"/>
                  </a:lnTo>
                  <a:lnTo>
                    <a:pt x="4596" y="30365"/>
                  </a:lnTo>
                  <a:lnTo>
                    <a:pt x="0" y="33711"/>
                  </a:lnTo>
                  <a:lnTo>
                    <a:pt x="10067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5063" y="2440483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478570" y="2409050"/>
              <a:ext cx="334314" cy="332055"/>
            </a:xfrm>
            <a:custGeom>
              <a:avLst/>
              <a:pathLst>
                <a:path w="334314" h="332055">
                  <a:moveTo>
                    <a:pt x="66492" y="31433"/>
                  </a:moveTo>
                  <a:lnTo>
                    <a:pt x="62322" y="34683"/>
                  </a:lnTo>
                  <a:lnTo>
                    <a:pt x="58257" y="38064"/>
                  </a:lnTo>
                  <a:lnTo>
                    <a:pt x="54301" y="41571"/>
                  </a:lnTo>
                  <a:lnTo>
                    <a:pt x="50458" y="45202"/>
                  </a:lnTo>
                  <a:lnTo>
                    <a:pt x="46731" y="48952"/>
                  </a:lnTo>
                  <a:lnTo>
                    <a:pt x="43125" y="52818"/>
                  </a:lnTo>
                  <a:lnTo>
                    <a:pt x="39643" y="56797"/>
                  </a:lnTo>
                  <a:lnTo>
                    <a:pt x="36289" y="60883"/>
                  </a:lnTo>
                  <a:lnTo>
                    <a:pt x="33066" y="65074"/>
                  </a:lnTo>
                  <a:lnTo>
                    <a:pt x="29976" y="69364"/>
                  </a:lnTo>
                  <a:lnTo>
                    <a:pt x="27024" y="73750"/>
                  </a:lnTo>
                  <a:lnTo>
                    <a:pt x="24212" y="78228"/>
                  </a:lnTo>
                  <a:lnTo>
                    <a:pt x="21543" y="82791"/>
                  </a:lnTo>
                  <a:lnTo>
                    <a:pt x="19020" y="87437"/>
                  </a:lnTo>
                  <a:lnTo>
                    <a:pt x="16645" y="92161"/>
                  </a:lnTo>
                  <a:lnTo>
                    <a:pt x="14420" y="96957"/>
                  </a:lnTo>
                  <a:lnTo>
                    <a:pt x="12348" y="101821"/>
                  </a:lnTo>
                  <a:lnTo>
                    <a:pt x="10431" y="106748"/>
                  </a:lnTo>
                  <a:lnTo>
                    <a:pt x="8671" y="111733"/>
                  </a:lnTo>
                  <a:lnTo>
                    <a:pt x="7070" y="116772"/>
                  </a:lnTo>
                  <a:lnTo>
                    <a:pt x="5628" y="121858"/>
                  </a:lnTo>
                  <a:lnTo>
                    <a:pt x="4348" y="126988"/>
                  </a:lnTo>
                  <a:lnTo>
                    <a:pt x="3231" y="132156"/>
                  </a:lnTo>
                  <a:lnTo>
                    <a:pt x="2278" y="137356"/>
                  </a:lnTo>
                  <a:lnTo>
                    <a:pt x="1490" y="142584"/>
                  </a:lnTo>
                  <a:lnTo>
                    <a:pt x="867" y="147834"/>
                  </a:lnTo>
                  <a:lnTo>
                    <a:pt x="411" y="153101"/>
                  </a:lnTo>
                  <a:lnTo>
                    <a:pt x="122" y="158380"/>
                  </a:lnTo>
                  <a:lnTo>
                    <a:pt x="0" y="163666"/>
                  </a:lnTo>
                  <a:lnTo>
                    <a:pt x="44" y="168953"/>
                  </a:lnTo>
                  <a:lnTo>
                    <a:pt x="257" y="174235"/>
                  </a:lnTo>
                  <a:lnTo>
                    <a:pt x="636" y="179509"/>
                  </a:lnTo>
                  <a:lnTo>
                    <a:pt x="1181" y="184767"/>
                  </a:lnTo>
                  <a:lnTo>
                    <a:pt x="1893" y="190006"/>
                  </a:lnTo>
                  <a:lnTo>
                    <a:pt x="2770" y="195220"/>
                  </a:lnTo>
                  <a:lnTo>
                    <a:pt x="3811" y="200403"/>
                  </a:lnTo>
                  <a:lnTo>
                    <a:pt x="5016" y="205551"/>
                  </a:lnTo>
                  <a:lnTo>
                    <a:pt x="6383" y="210658"/>
                  </a:lnTo>
                  <a:lnTo>
                    <a:pt x="7911" y="215720"/>
                  </a:lnTo>
                  <a:lnTo>
                    <a:pt x="9598" y="220730"/>
                  </a:lnTo>
                  <a:lnTo>
                    <a:pt x="11442" y="225685"/>
                  </a:lnTo>
                  <a:lnTo>
                    <a:pt x="13443" y="230579"/>
                  </a:lnTo>
                  <a:lnTo>
                    <a:pt x="15597" y="235407"/>
                  </a:lnTo>
                  <a:lnTo>
                    <a:pt x="17903" y="240165"/>
                  </a:lnTo>
                  <a:lnTo>
                    <a:pt x="20358" y="244847"/>
                  </a:lnTo>
                  <a:lnTo>
                    <a:pt x="22960" y="249449"/>
                  </a:lnTo>
                  <a:lnTo>
                    <a:pt x="25706" y="253967"/>
                  </a:lnTo>
                  <a:lnTo>
                    <a:pt x="28593" y="258396"/>
                  </a:lnTo>
                  <a:lnTo>
                    <a:pt x="31620" y="262731"/>
                  </a:lnTo>
                  <a:lnTo>
                    <a:pt x="34781" y="266968"/>
                  </a:lnTo>
                  <a:lnTo>
                    <a:pt x="38076" y="271103"/>
                  </a:lnTo>
                  <a:lnTo>
                    <a:pt x="41499" y="275132"/>
                  </a:lnTo>
                  <a:lnTo>
                    <a:pt x="45048" y="279051"/>
                  </a:lnTo>
                  <a:lnTo>
                    <a:pt x="48719" y="282856"/>
                  </a:lnTo>
                  <a:lnTo>
                    <a:pt x="52509" y="286542"/>
                  </a:lnTo>
                  <a:lnTo>
                    <a:pt x="56413" y="290107"/>
                  </a:lnTo>
                  <a:lnTo>
                    <a:pt x="60428" y="293546"/>
                  </a:lnTo>
                  <a:lnTo>
                    <a:pt x="64550" y="296857"/>
                  </a:lnTo>
                  <a:lnTo>
                    <a:pt x="68775" y="300036"/>
                  </a:lnTo>
                  <a:lnTo>
                    <a:pt x="73098" y="303080"/>
                  </a:lnTo>
                  <a:lnTo>
                    <a:pt x="77515" y="305985"/>
                  </a:lnTo>
                  <a:lnTo>
                    <a:pt x="82021" y="308750"/>
                  </a:lnTo>
                  <a:lnTo>
                    <a:pt x="86613" y="311370"/>
                  </a:lnTo>
                  <a:lnTo>
                    <a:pt x="91286" y="313844"/>
                  </a:lnTo>
                  <a:lnTo>
                    <a:pt x="96034" y="316169"/>
                  </a:lnTo>
                  <a:lnTo>
                    <a:pt x="100853" y="318343"/>
                  </a:lnTo>
                  <a:lnTo>
                    <a:pt x="105739" y="320363"/>
                  </a:lnTo>
                  <a:lnTo>
                    <a:pt x="110686" y="322227"/>
                  </a:lnTo>
                  <a:lnTo>
                    <a:pt x="115690" y="323935"/>
                  </a:lnTo>
                  <a:lnTo>
                    <a:pt x="120745" y="325483"/>
                  </a:lnTo>
                  <a:lnTo>
                    <a:pt x="125847" y="326870"/>
                  </a:lnTo>
                  <a:lnTo>
                    <a:pt x="130990" y="328096"/>
                  </a:lnTo>
                  <a:lnTo>
                    <a:pt x="136169" y="329158"/>
                  </a:lnTo>
                  <a:lnTo>
                    <a:pt x="141379" y="330056"/>
                  </a:lnTo>
                  <a:lnTo>
                    <a:pt x="146615" y="330789"/>
                  </a:lnTo>
                  <a:lnTo>
                    <a:pt x="151872" y="331355"/>
                  </a:lnTo>
                  <a:lnTo>
                    <a:pt x="157143" y="331756"/>
                  </a:lnTo>
                  <a:lnTo>
                    <a:pt x="162425" y="331989"/>
                  </a:lnTo>
                  <a:lnTo>
                    <a:pt x="167712" y="332055"/>
                  </a:lnTo>
                  <a:lnTo>
                    <a:pt x="172998" y="331954"/>
                  </a:lnTo>
                  <a:lnTo>
                    <a:pt x="178278" y="331686"/>
                  </a:lnTo>
                  <a:lnTo>
                    <a:pt x="183547" y="331251"/>
                  </a:lnTo>
                  <a:lnTo>
                    <a:pt x="188799" y="330650"/>
                  </a:lnTo>
                  <a:lnTo>
                    <a:pt x="194030" y="329883"/>
                  </a:lnTo>
                  <a:lnTo>
                    <a:pt x="199234" y="328951"/>
                  </a:lnTo>
                  <a:lnTo>
                    <a:pt x="204407" y="327855"/>
                  </a:lnTo>
                  <a:lnTo>
                    <a:pt x="209541" y="326595"/>
                  </a:lnTo>
                  <a:lnTo>
                    <a:pt x="214634" y="325174"/>
                  </a:lnTo>
                  <a:lnTo>
                    <a:pt x="219679" y="323593"/>
                  </a:lnTo>
                  <a:lnTo>
                    <a:pt x="224671" y="321853"/>
                  </a:lnTo>
                  <a:lnTo>
                    <a:pt x="229606" y="319956"/>
                  </a:lnTo>
                  <a:lnTo>
                    <a:pt x="234478" y="317904"/>
                  </a:lnTo>
                  <a:lnTo>
                    <a:pt x="239283" y="315698"/>
                  </a:lnTo>
                  <a:lnTo>
                    <a:pt x="244016" y="313342"/>
                  </a:lnTo>
                  <a:lnTo>
                    <a:pt x="248672" y="310838"/>
                  </a:lnTo>
                  <a:lnTo>
                    <a:pt x="253247" y="308187"/>
                  </a:lnTo>
                  <a:lnTo>
                    <a:pt x="257735" y="305393"/>
                  </a:lnTo>
                  <a:lnTo>
                    <a:pt x="262133" y="302459"/>
                  </a:lnTo>
                  <a:lnTo>
                    <a:pt x="266436" y="299387"/>
                  </a:lnTo>
                  <a:lnTo>
                    <a:pt x="270639" y="296180"/>
                  </a:lnTo>
                  <a:lnTo>
                    <a:pt x="274740" y="292842"/>
                  </a:lnTo>
                  <a:lnTo>
                    <a:pt x="278732" y="289377"/>
                  </a:lnTo>
                  <a:lnTo>
                    <a:pt x="282613" y="285786"/>
                  </a:lnTo>
                  <a:lnTo>
                    <a:pt x="286378" y="282075"/>
                  </a:lnTo>
                  <a:lnTo>
                    <a:pt x="290024" y="278246"/>
                  </a:lnTo>
                  <a:lnTo>
                    <a:pt x="293547" y="274304"/>
                  </a:lnTo>
                  <a:lnTo>
                    <a:pt x="296944" y="270253"/>
                  </a:lnTo>
                  <a:lnTo>
                    <a:pt x="300211" y="266096"/>
                  </a:lnTo>
                  <a:lnTo>
                    <a:pt x="303345" y="261838"/>
                  </a:lnTo>
                  <a:lnTo>
                    <a:pt x="306343" y="257483"/>
                  </a:lnTo>
                  <a:lnTo>
                    <a:pt x="309201" y="253036"/>
                  </a:lnTo>
                  <a:lnTo>
                    <a:pt x="311918" y="248500"/>
                  </a:lnTo>
                  <a:lnTo>
                    <a:pt x="314489" y="243881"/>
                  </a:lnTo>
                  <a:lnTo>
                    <a:pt x="316914" y="239182"/>
                  </a:lnTo>
                  <a:lnTo>
                    <a:pt x="319188" y="234410"/>
                  </a:lnTo>
                  <a:lnTo>
                    <a:pt x="321311" y="229567"/>
                  </a:lnTo>
                  <a:lnTo>
                    <a:pt x="323279" y="224661"/>
                  </a:lnTo>
                  <a:lnTo>
                    <a:pt x="325091" y="219694"/>
                  </a:lnTo>
                  <a:lnTo>
                    <a:pt x="326745" y="214672"/>
                  </a:lnTo>
                  <a:lnTo>
                    <a:pt x="328239" y="209601"/>
                  </a:lnTo>
                  <a:lnTo>
                    <a:pt x="329573" y="204485"/>
                  </a:lnTo>
                  <a:lnTo>
                    <a:pt x="330744" y="199329"/>
                  </a:lnTo>
                  <a:lnTo>
                    <a:pt x="331751" y="194139"/>
                  </a:lnTo>
                  <a:lnTo>
                    <a:pt x="332594" y="188920"/>
                  </a:lnTo>
                  <a:lnTo>
                    <a:pt x="333271" y="183676"/>
                  </a:lnTo>
                  <a:lnTo>
                    <a:pt x="333782" y="178414"/>
                  </a:lnTo>
                  <a:lnTo>
                    <a:pt x="334126" y="173139"/>
                  </a:lnTo>
                  <a:lnTo>
                    <a:pt x="334304" y="167855"/>
                  </a:lnTo>
                  <a:lnTo>
                    <a:pt x="334314" y="162568"/>
                  </a:lnTo>
                  <a:lnTo>
                    <a:pt x="334157" y="157283"/>
                  </a:lnTo>
                  <a:lnTo>
                    <a:pt x="333833" y="152006"/>
                  </a:lnTo>
                  <a:lnTo>
                    <a:pt x="333342" y="146742"/>
                  </a:lnTo>
                  <a:lnTo>
                    <a:pt x="332685" y="141496"/>
                  </a:lnTo>
                  <a:lnTo>
                    <a:pt x="331863" y="136273"/>
                  </a:lnTo>
                  <a:lnTo>
                    <a:pt x="330875" y="131079"/>
                  </a:lnTo>
                  <a:lnTo>
                    <a:pt x="329724" y="125919"/>
                  </a:lnTo>
                  <a:lnTo>
                    <a:pt x="328411" y="120798"/>
                  </a:lnTo>
                  <a:lnTo>
                    <a:pt x="326936" y="115721"/>
                  </a:lnTo>
                  <a:lnTo>
                    <a:pt x="325301" y="110693"/>
                  </a:lnTo>
                  <a:lnTo>
                    <a:pt x="323508" y="105720"/>
                  </a:lnTo>
                  <a:lnTo>
                    <a:pt x="321559" y="100805"/>
                  </a:lnTo>
                  <a:lnTo>
                    <a:pt x="319455" y="95955"/>
                  </a:lnTo>
                  <a:lnTo>
                    <a:pt x="317199" y="91173"/>
                  </a:lnTo>
                  <a:lnTo>
                    <a:pt x="314793" y="86466"/>
                  </a:lnTo>
                  <a:lnTo>
                    <a:pt x="312239" y="81836"/>
                  </a:lnTo>
                  <a:lnTo>
                    <a:pt x="309540" y="77290"/>
                  </a:lnTo>
                  <a:lnTo>
                    <a:pt x="306699" y="72832"/>
                  </a:lnTo>
                  <a:lnTo>
                    <a:pt x="303718" y="68465"/>
                  </a:lnTo>
                  <a:lnTo>
                    <a:pt x="300601" y="64195"/>
                  </a:lnTo>
                  <a:lnTo>
                    <a:pt x="297350" y="60026"/>
                  </a:lnTo>
                  <a:lnTo>
                    <a:pt x="293969" y="55961"/>
                  </a:lnTo>
                  <a:lnTo>
                    <a:pt x="290461" y="52006"/>
                  </a:lnTo>
                  <a:lnTo>
                    <a:pt x="286829" y="48163"/>
                  </a:lnTo>
                  <a:lnTo>
                    <a:pt x="283078" y="44438"/>
                  </a:lnTo>
                  <a:lnTo>
                    <a:pt x="279211" y="40832"/>
                  </a:lnTo>
                  <a:lnTo>
                    <a:pt x="275232" y="37351"/>
                  </a:lnTo>
                  <a:lnTo>
                    <a:pt x="271145" y="33997"/>
                  </a:lnTo>
                  <a:lnTo>
                    <a:pt x="266954" y="30775"/>
                  </a:lnTo>
                  <a:lnTo>
                    <a:pt x="262663" y="27686"/>
                  </a:lnTo>
                  <a:lnTo>
                    <a:pt x="258277" y="24735"/>
                  </a:lnTo>
                  <a:lnTo>
                    <a:pt x="253799" y="21923"/>
                  </a:lnTo>
                  <a:lnTo>
                    <a:pt x="249235" y="19255"/>
                  </a:lnTo>
                  <a:lnTo>
                    <a:pt x="244588" y="16733"/>
                  </a:lnTo>
                  <a:lnTo>
                    <a:pt x="239864" y="14358"/>
                  </a:lnTo>
                  <a:lnTo>
                    <a:pt x="235068" y="12135"/>
                  </a:lnTo>
                  <a:lnTo>
                    <a:pt x="230204" y="10064"/>
                  </a:lnTo>
                  <a:lnTo>
                    <a:pt x="225276" y="8148"/>
                  </a:lnTo>
                  <a:lnTo>
                    <a:pt x="220290" y="6388"/>
                  </a:lnTo>
                  <a:lnTo>
                    <a:pt x="215252" y="4788"/>
                  </a:lnTo>
                  <a:lnTo>
                    <a:pt x="210165" y="3347"/>
                  </a:lnTo>
                  <a:lnTo>
                    <a:pt x="205035" y="2068"/>
                  </a:lnTo>
                  <a:lnTo>
                    <a:pt x="199867" y="952"/>
                  </a:lnTo>
                  <a:lnTo>
                    <a:pt x="194667" y="0"/>
                  </a:lnTo>
                  <a:lnTo>
                    <a:pt x="167162" y="164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645733" y="2406772"/>
              <a:ext cx="27504" cy="167167"/>
            </a:xfrm>
            <a:custGeom>
              <a:avLst/>
              <a:pathLst>
                <a:path w="27504" h="167167">
                  <a:moveTo>
                    <a:pt x="27504" y="2278"/>
                  </a:moveTo>
                  <a:lnTo>
                    <a:pt x="20669" y="1282"/>
                  </a:lnTo>
                  <a:lnTo>
                    <a:pt x="13799" y="570"/>
                  </a:lnTo>
                  <a:lnTo>
                    <a:pt x="6905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358828" y="2911194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8" y="2106"/>
                  </a:lnTo>
                  <a:lnTo>
                    <a:pt x="135465" y="3030"/>
                  </a:lnTo>
                  <a:lnTo>
                    <a:pt x="130265" y="4120"/>
                  </a:lnTo>
                  <a:lnTo>
                    <a:pt x="125103" y="5374"/>
                  </a:lnTo>
                  <a:lnTo>
                    <a:pt x="119982" y="6792"/>
                  </a:lnTo>
                  <a:lnTo>
                    <a:pt x="114910" y="8372"/>
                  </a:lnTo>
                  <a:lnTo>
                    <a:pt x="109890" y="10113"/>
                  </a:lnTo>
                  <a:lnTo>
                    <a:pt x="104928" y="12012"/>
                  </a:lnTo>
                  <a:lnTo>
                    <a:pt x="100029" y="14068"/>
                  </a:lnTo>
                  <a:lnTo>
                    <a:pt x="95197" y="16278"/>
                  </a:lnTo>
                  <a:lnTo>
                    <a:pt x="90439" y="18641"/>
                  </a:lnTo>
                  <a:lnTo>
                    <a:pt x="85757" y="21154"/>
                  </a:lnTo>
                  <a:lnTo>
                    <a:pt x="81158" y="23814"/>
                  </a:lnTo>
                  <a:lnTo>
                    <a:pt x="76646" y="26619"/>
                  </a:lnTo>
                  <a:lnTo>
                    <a:pt x="72226" y="29566"/>
                  </a:lnTo>
                  <a:lnTo>
                    <a:pt x="67901" y="32652"/>
                  </a:lnTo>
                  <a:lnTo>
                    <a:pt x="63676" y="35874"/>
                  </a:lnTo>
                  <a:lnTo>
                    <a:pt x="59556" y="39229"/>
                  </a:lnTo>
                  <a:lnTo>
                    <a:pt x="55545" y="42713"/>
                  </a:lnTo>
                  <a:lnTo>
                    <a:pt x="51646" y="46322"/>
                  </a:lnTo>
                  <a:lnTo>
                    <a:pt x="47864" y="50054"/>
                  </a:lnTo>
                  <a:lnTo>
                    <a:pt x="44203" y="53904"/>
                  </a:lnTo>
                  <a:lnTo>
                    <a:pt x="40666" y="57868"/>
                  </a:lnTo>
                  <a:lnTo>
                    <a:pt x="37256" y="61943"/>
                  </a:lnTo>
                  <a:lnTo>
                    <a:pt x="33978" y="66124"/>
                  </a:lnTo>
                  <a:lnTo>
                    <a:pt x="30834" y="70407"/>
                  </a:lnTo>
                  <a:lnTo>
                    <a:pt x="27828" y="74788"/>
                  </a:lnTo>
                  <a:lnTo>
                    <a:pt x="24963" y="79262"/>
                  </a:lnTo>
                  <a:lnTo>
                    <a:pt x="22241" y="83825"/>
                  </a:lnTo>
                  <a:lnTo>
                    <a:pt x="19666" y="88472"/>
                  </a:lnTo>
                  <a:lnTo>
                    <a:pt x="17240" y="93199"/>
                  </a:lnTo>
                  <a:lnTo>
                    <a:pt x="14965" y="98000"/>
                  </a:lnTo>
                  <a:lnTo>
                    <a:pt x="12844" y="102871"/>
                  </a:lnTo>
                  <a:lnTo>
                    <a:pt x="10878" y="107808"/>
                  </a:lnTo>
                  <a:lnTo>
                    <a:pt x="9071" y="112804"/>
                  </a:lnTo>
                  <a:lnTo>
                    <a:pt x="7423" y="117855"/>
                  </a:lnTo>
                  <a:lnTo>
                    <a:pt x="5937" y="122956"/>
                  </a:lnTo>
                  <a:lnTo>
                    <a:pt x="4613" y="128101"/>
                  </a:lnTo>
                  <a:lnTo>
                    <a:pt x="3454" y="133286"/>
                  </a:lnTo>
                  <a:lnTo>
                    <a:pt x="2460" y="138505"/>
                  </a:lnTo>
                  <a:lnTo>
                    <a:pt x="1632" y="143753"/>
                  </a:lnTo>
                  <a:lnTo>
                    <a:pt x="972" y="149025"/>
                  </a:lnTo>
                  <a:lnTo>
                    <a:pt x="479" y="154315"/>
                  </a:lnTo>
                  <a:lnTo>
                    <a:pt x="155" y="159618"/>
                  </a:lnTo>
                  <a:lnTo>
                    <a:pt x="0" y="164929"/>
                  </a:lnTo>
                  <a:lnTo>
                    <a:pt x="13" y="170242"/>
                  </a:lnTo>
                  <a:lnTo>
                    <a:pt x="195" y="175552"/>
                  </a:lnTo>
                  <a:lnTo>
                    <a:pt x="546" y="180853"/>
                  </a:lnTo>
                  <a:lnTo>
                    <a:pt x="1065" y="186141"/>
                  </a:lnTo>
                  <a:lnTo>
                    <a:pt x="1752" y="191409"/>
                  </a:lnTo>
                  <a:lnTo>
                    <a:pt x="2606" y="196653"/>
                  </a:lnTo>
                  <a:lnTo>
                    <a:pt x="3626" y="201867"/>
                  </a:lnTo>
                  <a:lnTo>
                    <a:pt x="4811" y="207047"/>
                  </a:lnTo>
                  <a:lnTo>
                    <a:pt x="6160" y="212185"/>
                  </a:lnTo>
                  <a:lnTo>
                    <a:pt x="7672" y="217279"/>
                  </a:lnTo>
                  <a:lnTo>
                    <a:pt x="9345" y="222321"/>
                  </a:lnTo>
                  <a:lnTo>
                    <a:pt x="11178" y="227308"/>
                  </a:lnTo>
                  <a:lnTo>
                    <a:pt x="13168" y="232235"/>
                  </a:lnTo>
                  <a:lnTo>
                    <a:pt x="15313" y="237095"/>
                  </a:lnTo>
                  <a:lnTo>
                    <a:pt x="17612" y="241885"/>
                  </a:lnTo>
                  <a:lnTo>
                    <a:pt x="20062" y="246600"/>
                  </a:lnTo>
                  <a:lnTo>
                    <a:pt x="22661" y="251234"/>
                  </a:lnTo>
                  <a:lnTo>
                    <a:pt x="25405" y="255783"/>
                  </a:lnTo>
                  <a:lnTo>
                    <a:pt x="28293" y="260243"/>
                  </a:lnTo>
                  <a:lnTo>
                    <a:pt x="31321" y="264608"/>
                  </a:lnTo>
                  <a:lnTo>
                    <a:pt x="34486" y="268876"/>
                  </a:lnTo>
                  <a:lnTo>
                    <a:pt x="37785" y="273040"/>
                  </a:lnTo>
                  <a:lnTo>
                    <a:pt x="41215" y="277098"/>
                  </a:lnTo>
                  <a:lnTo>
                    <a:pt x="44772" y="281044"/>
                  </a:lnTo>
                  <a:lnTo>
                    <a:pt x="48453" y="284876"/>
                  </a:lnTo>
                  <a:lnTo>
                    <a:pt x="52253" y="288589"/>
                  </a:lnTo>
                  <a:lnTo>
                    <a:pt x="56170" y="292179"/>
                  </a:lnTo>
                  <a:lnTo>
                    <a:pt x="60199" y="295642"/>
                  </a:lnTo>
                  <a:lnTo>
                    <a:pt x="64335" y="298976"/>
                  </a:lnTo>
                  <a:lnTo>
                    <a:pt x="68576" y="302177"/>
                  </a:lnTo>
                  <a:lnTo>
                    <a:pt x="72916" y="305241"/>
                  </a:lnTo>
                  <a:lnTo>
                    <a:pt x="77352" y="308166"/>
                  </a:lnTo>
                  <a:lnTo>
                    <a:pt x="81878" y="310949"/>
                  </a:lnTo>
                  <a:lnTo>
                    <a:pt x="86490" y="313586"/>
                  </a:lnTo>
                  <a:lnTo>
                    <a:pt x="91184" y="316076"/>
                  </a:lnTo>
                  <a:lnTo>
                    <a:pt x="95954" y="318414"/>
                  </a:lnTo>
                  <a:lnTo>
                    <a:pt x="100797" y="320601"/>
                  </a:lnTo>
                  <a:lnTo>
                    <a:pt x="105706" y="322632"/>
                  </a:lnTo>
                  <a:lnTo>
                    <a:pt x="110677" y="324506"/>
                  </a:lnTo>
                  <a:lnTo>
                    <a:pt x="115706" y="326221"/>
                  </a:lnTo>
                  <a:lnTo>
                    <a:pt x="120786" y="327776"/>
                  </a:lnTo>
                  <a:lnTo>
                    <a:pt x="125914" y="329168"/>
                  </a:lnTo>
                  <a:lnTo>
                    <a:pt x="131083" y="330397"/>
                  </a:lnTo>
                  <a:lnTo>
                    <a:pt x="136288" y="331461"/>
                  </a:lnTo>
                  <a:lnTo>
                    <a:pt x="141525" y="332358"/>
                  </a:lnTo>
                  <a:lnTo>
                    <a:pt x="146787" y="333089"/>
                  </a:lnTo>
                  <a:lnTo>
                    <a:pt x="152070" y="333653"/>
                  </a:lnTo>
                  <a:lnTo>
                    <a:pt x="157369" y="334048"/>
                  </a:lnTo>
                  <a:lnTo>
                    <a:pt x="162677" y="334274"/>
                  </a:lnTo>
                  <a:lnTo>
                    <a:pt x="167989" y="334332"/>
                  </a:lnTo>
                  <a:lnTo>
                    <a:pt x="173301" y="334221"/>
                  </a:lnTo>
                  <a:lnTo>
                    <a:pt x="178607" y="333941"/>
                  </a:lnTo>
                  <a:lnTo>
                    <a:pt x="183901" y="333493"/>
                  </a:lnTo>
                  <a:lnTo>
                    <a:pt x="189178" y="332877"/>
                  </a:lnTo>
                  <a:lnTo>
                    <a:pt x="194433" y="332093"/>
                  </a:lnTo>
                  <a:lnTo>
                    <a:pt x="199660" y="331143"/>
                  </a:lnTo>
                  <a:lnTo>
                    <a:pt x="204855" y="330027"/>
                  </a:lnTo>
                  <a:lnTo>
                    <a:pt x="210011" y="328747"/>
                  </a:lnTo>
                  <a:lnTo>
                    <a:pt x="215124" y="327303"/>
                  </a:lnTo>
                  <a:lnTo>
                    <a:pt x="220189" y="325698"/>
                  </a:lnTo>
                  <a:lnTo>
                    <a:pt x="225200" y="323932"/>
                  </a:lnTo>
                  <a:lnTo>
                    <a:pt x="230153" y="322008"/>
                  </a:lnTo>
                  <a:lnTo>
                    <a:pt x="235041" y="319928"/>
                  </a:lnTo>
                  <a:lnTo>
                    <a:pt x="239862" y="317694"/>
                  </a:lnTo>
                  <a:lnTo>
                    <a:pt x="244608" y="315307"/>
                  </a:lnTo>
                  <a:lnTo>
                    <a:pt x="249277" y="312771"/>
                  </a:lnTo>
                  <a:lnTo>
                    <a:pt x="253863" y="310087"/>
                  </a:lnTo>
                  <a:lnTo>
                    <a:pt x="258361" y="307260"/>
                  </a:lnTo>
                  <a:lnTo>
                    <a:pt x="262766" y="304290"/>
                  </a:lnTo>
                  <a:lnTo>
                    <a:pt x="267076" y="301183"/>
                  </a:lnTo>
                  <a:lnTo>
                    <a:pt x="271284" y="297940"/>
                  </a:lnTo>
                  <a:lnTo>
                    <a:pt x="275387" y="294564"/>
                  </a:lnTo>
                  <a:lnTo>
                    <a:pt x="279381" y="291060"/>
                  </a:lnTo>
                  <a:lnTo>
                    <a:pt x="283261" y="287431"/>
                  </a:lnTo>
                  <a:lnTo>
                    <a:pt x="287025" y="283681"/>
                  </a:lnTo>
                  <a:lnTo>
                    <a:pt x="290667" y="279813"/>
                  </a:lnTo>
                  <a:lnTo>
                    <a:pt x="294184" y="275831"/>
                  </a:lnTo>
                  <a:lnTo>
                    <a:pt x="297573" y="271739"/>
                  </a:lnTo>
                  <a:lnTo>
                    <a:pt x="300830" y="267541"/>
                  </a:lnTo>
                  <a:lnTo>
                    <a:pt x="303953" y="263243"/>
                  </a:lnTo>
                  <a:lnTo>
                    <a:pt x="306937" y="258847"/>
                  </a:lnTo>
                  <a:lnTo>
                    <a:pt x="309780" y="254358"/>
                  </a:lnTo>
                  <a:lnTo>
                    <a:pt x="312478" y="249782"/>
                  </a:lnTo>
                  <a:lnTo>
                    <a:pt x="315030" y="245122"/>
                  </a:lnTo>
                  <a:lnTo>
                    <a:pt x="317433" y="240383"/>
                  </a:lnTo>
                  <a:lnTo>
                    <a:pt x="319684" y="235570"/>
                  </a:lnTo>
                  <a:lnTo>
                    <a:pt x="321780" y="230689"/>
                  </a:lnTo>
                  <a:lnTo>
                    <a:pt x="323721" y="225743"/>
                  </a:lnTo>
                  <a:lnTo>
                    <a:pt x="325503" y="220738"/>
                  </a:lnTo>
                  <a:lnTo>
                    <a:pt x="327126" y="215678"/>
                  </a:lnTo>
                  <a:lnTo>
                    <a:pt x="328587" y="210570"/>
                  </a:lnTo>
                  <a:lnTo>
                    <a:pt x="329884" y="205418"/>
                  </a:lnTo>
                  <a:lnTo>
                    <a:pt x="331018" y="200227"/>
                  </a:lnTo>
                  <a:lnTo>
                    <a:pt x="331985" y="195003"/>
                  </a:lnTo>
                  <a:lnTo>
                    <a:pt x="332787" y="189751"/>
                  </a:lnTo>
                  <a:lnTo>
                    <a:pt x="333421" y="184476"/>
                  </a:lnTo>
                  <a:lnTo>
                    <a:pt x="333887" y="179183"/>
                  </a:lnTo>
                  <a:lnTo>
                    <a:pt x="334185" y="173879"/>
                  </a:lnTo>
                  <a:lnTo>
                    <a:pt x="334314" y="168567"/>
                  </a:lnTo>
                  <a:lnTo>
                    <a:pt x="334274" y="163255"/>
                  </a:lnTo>
                  <a:lnTo>
                    <a:pt x="334065" y="157946"/>
                  </a:lnTo>
                  <a:lnTo>
                    <a:pt x="333688" y="15264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63841"/>
              <a:ext cx="166535" cy="14520"/>
            </a:xfrm>
            <a:custGeom>
              <a:avLst/>
              <a:pathLst>
                <a:path w="166535" h="14520">
                  <a:moveTo>
                    <a:pt x="166535" y="0"/>
                  </a:moveTo>
                  <a:lnTo>
                    <a:pt x="0" y="145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2925035"/>
              <a:ext cx="166535" cy="153326"/>
            </a:xfrm>
            <a:custGeom>
              <a:avLst/>
              <a:pathLst>
                <a:path w="166535" h="153326">
                  <a:moveTo>
                    <a:pt x="166535" y="138805"/>
                  </a:moveTo>
                  <a:lnTo>
                    <a:pt x="165974" y="133393"/>
                  </a:lnTo>
                  <a:lnTo>
                    <a:pt x="165238" y="128003"/>
                  </a:lnTo>
                  <a:lnTo>
                    <a:pt x="164326" y="122639"/>
                  </a:lnTo>
                  <a:lnTo>
                    <a:pt x="163241" y="117308"/>
                  </a:lnTo>
                  <a:lnTo>
                    <a:pt x="161982" y="112016"/>
                  </a:lnTo>
                  <a:lnTo>
                    <a:pt x="160552" y="106766"/>
                  </a:lnTo>
                  <a:lnTo>
                    <a:pt x="158952" y="101567"/>
                  </a:lnTo>
                  <a:lnTo>
                    <a:pt x="157184" y="96422"/>
                  </a:lnTo>
                  <a:lnTo>
                    <a:pt x="155249" y="91337"/>
                  </a:lnTo>
                  <a:lnTo>
                    <a:pt x="153150" y="86318"/>
                  </a:lnTo>
                  <a:lnTo>
                    <a:pt x="150888" y="81370"/>
                  </a:lnTo>
                  <a:lnTo>
                    <a:pt x="148467" y="76498"/>
                  </a:lnTo>
                  <a:lnTo>
                    <a:pt x="145888" y="71707"/>
                  </a:lnTo>
                  <a:lnTo>
                    <a:pt x="143155" y="67003"/>
                  </a:lnTo>
                  <a:lnTo>
                    <a:pt x="140270" y="62391"/>
                  </a:lnTo>
                  <a:lnTo>
                    <a:pt x="137237" y="57875"/>
                  </a:lnTo>
                  <a:lnTo>
                    <a:pt x="134058" y="53459"/>
                  </a:lnTo>
                  <a:lnTo>
                    <a:pt x="130737" y="49150"/>
                  </a:lnTo>
                  <a:lnTo>
                    <a:pt x="127278" y="44951"/>
                  </a:lnTo>
                  <a:lnTo>
                    <a:pt x="123684" y="40866"/>
                  </a:lnTo>
                  <a:lnTo>
                    <a:pt x="119959" y="36901"/>
                  </a:lnTo>
                  <a:lnTo>
                    <a:pt x="116107" y="33059"/>
                  </a:lnTo>
                  <a:lnTo>
                    <a:pt x="112132" y="29345"/>
                  </a:lnTo>
                  <a:lnTo>
                    <a:pt x="108038" y="25762"/>
                  </a:lnTo>
                  <a:lnTo>
                    <a:pt x="103830" y="22314"/>
                  </a:lnTo>
                  <a:lnTo>
                    <a:pt x="99512" y="19004"/>
                  </a:lnTo>
                  <a:lnTo>
                    <a:pt x="95089" y="15837"/>
                  </a:lnTo>
                  <a:lnTo>
                    <a:pt x="90564" y="12816"/>
                  </a:lnTo>
                  <a:lnTo>
                    <a:pt x="85944" y="9943"/>
                  </a:lnTo>
                  <a:lnTo>
                    <a:pt x="81233" y="7223"/>
                  </a:lnTo>
                  <a:lnTo>
                    <a:pt x="76436" y="4657"/>
                  </a:lnTo>
                  <a:lnTo>
                    <a:pt x="71557" y="2248"/>
                  </a:lnTo>
                  <a:lnTo>
                    <a:pt x="66603" y="0"/>
                  </a:lnTo>
                  <a:lnTo>
                    <a:pt x="0" y="1533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2911194"/>
              <a:ext cx="66603" cy="167167"/>
            </a:xfrm>
            <a:custGeom>
              <a:avLst/>
              <a:pathLst>
                <a:path w="66603" h="167167">
                  <a:moveTo>
                    <a:pt x="66603" y="13841"/>
                  </a:moveTo>
                  <a:lnTo>
                    <a:pt x="61329" y="11656"/>
                  </a:lnTo>
                  <a:lnTo>
                    <a:pt x="55984" y="9653"/>
                  </a:lnTo>
                  <a:lnTo>
                    <a:pt x="50573" y="7833"/>
                  </a:lnTo>
                  <a:lnTo>
                    <a:pt x="45104" y="6199"/>
                  </a:lnTo>
                  <a:lnTo>
                    <a:pt x="39581" y="4753"/>
                  </a:lnTo>
                  <a:lnTo>
                    <a:pt x="34013" y="3496"/>
                  </a:lnTo>
                  <a:lnTo>
                    <a:pt x="28405" y="2431"/>
                  </a:lnTo>
                  <a:lnTo>
                    <a:pt x="22764" y="1557"/>
                  </a:lnTo>
                  <a:lnTo>
                    <a:pt x="17096" y="876"/>
                  </a:lnTo>
                  <a:lnTo>
                    <a:pt x="11408" y="389"/>
                  </a:lnTo>
                  <a:lnTo>
                    <a:pt x="570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358831" y="3429590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6"/>
                  </a:lnTo>
                  <a:lnTo>
                    <a:pt x="151272" y="755"/>
                  </a:lnTo>
                  <a:lnTo>
                    <a:pt x="146004" y="1342"/>
                  </a:lnTo>
                  <a:lnTo>
                    <a:pt x="140758" y="2096"/>
                  </a:lnTo>
                  <a:lnTo>
                    <a:pt x="135538" y="3015"/>
                  </a:lnTo>
                  <a:lnTo>
                    <a:pt x="130350" y="4100"/>
                  </a:lnTo>
                  <a:lnTo>
                    <a:pt x="125199" y="5349"/>
                  </a:lnTo>
                  <a:lnTo>
                    <a:pt x="120091" y="6760"/>
                  </a:lnTo>
                  <a:lnTo>
                    <a:pt x="115029" y="8332"/>
                  </a:lnTo>
                  <a:lnTo>
                    <a:pt x="110020" y="10064"/>
                  </a:lnTo>
                  <a:lnTo>
                    <a:pt x="105068" y="11955"/>
                  </a:lnTo>
                  <a:lnTo>
                    <a:pt x="100179" y="14001"/>
                  </a:lnTo>
                  <a:lnTo>
                    <a:pt x="95357" y="16201"/>
                  </a:lnTo>
                  <a:lnTo>
                    <a:pt x="90607" y="18553"/>
                  </a:lnTo>
                  <a:lnTo>
                    <a:pt x="85934" y="21054"/>
                  </a:lnTo>
                  <a:lnTo>
                    <a:pt x="81343" y="23702"/>
                  </a:lnTo>
                  <a:lnTo>
                    <a:pt x="76838" y="26494"/>
                  </a:lnTo>
                  <a:lnTo>
                    <a:pt x="72424" y="29428"/>
                  </a:lnTo>
                  <a:lnTo>
                    <a:pt x="68105" y="32500"/>
                  </a:lnTo>
                  <a:lnTo>
                    <a:pt x="63885" y="35708"/>
                  </a:lnTo>
                  <a:lnTo>
                    <a:pt x="59770" y="39047"/>
                  </a:lnTo>
                  <a:lnTo>
                    <a:pt x="55762" y="42516"/>
                  </a:lnTo>
                  <a:lnTo>
                    <a:pt x="51867" y="46110"/>
                  </a:lnTo>
                  <a:lnTo>
                    <a:pt x="48087" y="49825"/>
                  </a:lnTo>
                  <a:lnTo>
                    <a:pt x="44427" y="53659"/>
                  </a:lnTo>
                  <a:lnTo>
                    <a:pt x="40890" y="57606"/>
                  </a:lnTo>
                  <a:lnTo>
                    <a:pt x="37480" y="61664"/>
                  </a:lnTo>
                  <a:lnTo>
                    <a:pt x="34201" y="65828"/>
                  </a:lnTo>
                  <a:lnTo>
                    <a:pt x="31055" y="70093"/>
                  </a:lnTo>
                  <a:lnTo>
                    <a:pt x="28046" y="74457"/>
                  </a:lnTo>
                  <a:lnTo>
                    <a:pt x="25177" y="78913"/>
                  </a:lnTo>
                  <a:lnTo>
                    <a:pt x="22450" y="83458"/>
                  </a:lnTo>
                  <a:lnTo>
                    <a:pt x="19869" y="88087"/>
                  </a:lnTo>
                  <a:lnTo>
                    <a:pt x="17436" y="92796"/>
                  </a:lnTo>
                  <a:lnTo>
                    <a:pt x="15154" y="97580"/>
                  </a:lnTo>
                  <a:lnTo>
                    <a:pt x="13024" y="102433"/>
                  </a:lnTo>
                  <a:lnTo>
                    <a:pt x="11050" y="107352"/>
                  </a:lnTo>
                  <a:lnTo>
                    <a:pt x="9232" y="112331"/>
                  </a:lnTo>
                  <a:lnTo>
                    <a:pt x="7573" y="117364"/>
                  </a:lnTo>
                  <a:lnTo>
                    <a:pt x="6074" y="122448"/>
                  </a:lnTo>
                  <a:lnTo>
                    <a:pt x="4737" y="127577"/>
                  </a:lnTo>
                  <a:lnTo>
                    <a:pt x="3564" y="132746"/>
                  </a:lnTo>
                  <a:lnTo>
                    <a:pt x="2555" y="137949"/>
                  </a:lnTo>
                  <a:lnTo>
                    <a:pt x="1711" y="143182"/>
                  </a:lnTo>
                  <a:lnTo>
                    <a:pt x="1034" y="148438"/>
                  </a:lnTo>
                  <a:lnTo>
                    <a:pt x="524" y="153714"/>
                  </a:lnTo>
                  <a:lnTo>
                    <a:pt x="181" y="159003"/>
                  </a:lnTo>
                  <a:lnTo>
                    <a:pt x="6" y="164300"/>
                  </a:lnTo>
                  <a:lnTo>
                    <a:pt x="0" y="169600"/>
                  </a:lnTo>
                  <a:lnTo>
                    <a:pt x="161" y="174898"/>
                  </a:lnTo>
                  <a:lnTo>
                    <a:pt x="490" y="180188"/>
                  </a:lnTo>
                  <a:lnTo>
                    <a:pt x="986" y="185465"/>
                  </a:lnTo>
                  <a:lnTo>
                    <a:pt x="1650" y="190723"/>
                  </a:lnTo>
                  <a:lnTo>
                    <a:pt x="2480" y="195958"/>
                  </a:lnTo>
                  <a:lnTo>
                    <a:pt x="3475" y="201164"/>
                  </a:lnTo>
                  <a:lnTo>
                    <a:pt x="4635" y="206336"/>
                  </a:lnTo>
                  <a:lnTo>
                    <a:pt x="5959" y="211468"/>
                  </a:lnTo>
                  <a:lnTo>
                    <a:pt x="7444" y="216556"/>
                  </a:lnTo>
                  <a:lnTo>
                    <a:pt x="9090" y="221594"/>
                  </a:lnTo>
                  <a:lnTo>
                    <a:pt x="10895" y="226577"/>
                  </a:lnTo>
                  <a:lnTo>
                    <a:pt x="12857" y="231501"/>
                  </a:lnTo>
                  <a:lnTo>
                    <a:pt x="14974" y="236360"/>
                  </a:lnTo>
                  <a:lnTo>
                    <a:pt x="17244" y="241149"/>
                  </a:lnTo>
                  <a:lnTo>
                    <a:pt x="19665" y="245864"/>
                  </a:lnTo>
                  <a:lnTo>
                    <a:pt x="22234" y="250500"/>
                  </a:lnTo>
                  <a:lnTo>
                    <a:pt x="24948" y="255053"/>
                  </a:lnTo>
                  <a:lnTo>
                    <a:pt x="27806" y="259516"/>
                  </a:lnTo>
                  <a:lnTo>
                    <a:pt x="30804" y="263887"/>
                  </a:lnTo>
                  <a:lnTo>
                    <a:pt x="33938" y="268161"/>
                  </a:lnTo>
                  <a:lnTo>
                    <a:pt x="37207" y="272333"/>
                  </a:lnTo>
                  <a:lnTo>
                    <a:pt x="40606" y="276400"/>
                  </a:lnTo>
                  <a:lnTo>
                    <a:pt x="44133" y="280357"/>
                  </a:lnTo>
                  <a:lnTo>
                    <a:pt x="47783" y="284200"/>
                  </a:lnTo>
                  <a:lnTo>
                    <a:pt x="51553" y="287925"/>
                  </a:lnTo>
                  <a:lnTo>
                    <a:pt x="55440" y="291529"/>
                  </a:lnTo>
                  <a:lnTo>
                    <a:pt x="59438" y="295008"/>
                  </a:lnTo>
                  <a:lnTo>
                    <a:pt x="63545" y="298358"/>
                  </a:lnTo>
                  <a:lnTo>
                    <a:pt x="67756" y="301577"/>
                  </a:lnTo>
                  <a:lnTo>
                    <a:pt x="72067" y="304660"/>
                  </a:lnTo>
                  <a:lnTo>
                    <a:pt x="76474" y="307605"/>
                  </a:lnTo>
                  <a:lnTo>
                    <a:pt x="80971" y="310409"/>
                  </a:lnTo>
                  <a:lnTo>
                    <a:pt x="85556" y="313069"/>
                  </a:lnTo>
                  <a:lnTo>
                    <a:pt x="90222" y="315582"/>
                  </a:lnTo>
                  <a:lnTo>
                    <a:pt x="94966" y="317947"/>
                  </a:lnTo>
                  <a:lnTo>
                    <a:pt x="99782" y="320159"/>
                  </a:lnTo>
                  <a:lnTo>
                    <a:pt x="104666" y="322218"/>
                  </a:lnTo>
                  <a:lnTo>
                    <a:pt x="109613" y="324121"/>
                  </a:lnTo>
                  <a:lnTo>
                    <a:pt x="114618" y="325866"/>
                  </a:lnTo>
                  <a:lnTo>
                    <a:pt x="119675" y="327452"/>
                  </a:lnTo>
                  <a:lnTo>
                    <a:pt x="124780" y="328876"/>
                  </a:lnTo>
                  <a:lnTo>
                    <a:pt x="129928" y="330138"/>
                  </a:lnTo>
                  <a:lnTo>
                    <a:pt x="135113" y="331236"/>
                  </a:lnTo>
                  <a:lnTo>
                    <a:pt x="140330" y="332169"/>
                  </a:lnTo>
                  <a:lnTo>
                    <a:pt x="145575" y="332936"/>
                  </a:lnTo>
                  <a:lnTo>
                    <a:pt x="150841" y="333537"/>
                  </a:lnTo>
                  <a:lnTo>
                    <a:pt x="156123" y="333970"/>
                  </a:lnTo>
                  <a:lnTo>
                    <a:pt x="161417" y="334236"/>
                  </a:lnTo>
                  <a:lnTo>
                    <a:pt x="166716" y="334334"/>
                  </a:lnTo>
                  <a:lnTo>
                    <a:pt x="172016" y="334264"/>
                  </a:lnTo>
                  <a:lnTo>
                    <a:pt x="177311" y="334025"/>
                  </a:lnTo>
                  <a:lnTo>
                    <a:pt x="182595" y="333619"/>
                  </a:lnTo>
                  <a:lnTo>
                    <a:pt x="187864" y="333046"/>
                  </a:lnTo>
                  <a:lnTo>
                    <a:pt x="193112" y="332306"/>
                  </a:lnTo>
                  <a:lnTo>
                    <a:pt x="198335" y="331400"/>
                  </a:lnTo>
                  <a:lnTo>
                    <a:pt x="203525" y="330329"/>
                  </a:lnTo>
                  <a:lnTo>
                    <a:pt x="208680" y="329093"/>
                  </a:lnTo>
                  <a:lnTo>
                    <a:pt x="213792" y="327695"/>
                  </a:lnTo>
                  <a:lnTo>
                    <a:pt x="218858" y="326136"/>
                  </a:lnTo>
                  <a:lnTo>
                    <a:pt x="223871" y="324417"/>
                  </a:lnTo>
                  <a:lnTo>
                    <a:pt x="228828" y="322540"/>
                  </a:lnTo>
                  <a:lnTo>
                    <a:pt x="233722" y="320506"/>
                  </a:lnTo>
                  <a:lnTo>
                    <a:pt x="238550" y="318319"/>
                  </a:lnTo>
                  <a:lnTo>
                    <a:pt x="243306" y="315979"/>
                  </a:lnTo>
                  <a:lnTo>
                    <a:pt x="247985" y="313490"/>
                  </a:lnTo>
                  <a:lnTo>
                    <a:pt x="252583" y="310854"/>
                  </a:lnTo>
                  <a:lnTo>
                    <a:pt x="257096" y="308073"/>
                  </a:lnTo>
                  <a:lnTo>
                    <a:pt x="261517" y="305151"/>
                  </a:lnTo>
                  <a:lnTo>
                    <a:pt x="265844" y="302090"/>
                  </a:lnTo>
                  <a:lnTo>
                    <a:pt x="270072" y="298893"/>
                  </a:lnTo>
                  <a:lnTo>
                    <a:pt x="274196" y="295564"/>
                  </a:lnTo>
                  <a:lnTo>
                    <a:pt x="278213" y="292106"/>
                  </a:lnTo>
                  <a:lnTo>
                    <a:pt x="282118" y="288523"/>
                  </a:lnTo>
                  <a:lnTo>
                    <a:pt x="285907" y="284817"/>
                  </a:lnTo>
                  <a:lnTo>
                    <a:pt x="289577" y="280993"/>
                  </a:lnTo>
                  <a:lnTo>
                    <a:pt x="293124" y="277054"/>
                  </a:lnTo>
                  <a:lnTo>
                    <a:pt x="296545" y="273006"/>
                  </a:lnTo>
                  <a:lnTo>
                    <a:pt x="299835" y="268850"/>
                  </a:lnTo>
                  <a:lnTo>
                    <a:pt x="302992" y="264593"/>
                  </a:lnTo>
                  <a:lnTo>
                    <a:pt x="306012" y="260237"/>
                  </a:lnTo>
                  <a:lnTo>
                    <a:pt x="308893" y="255788"/>
                  </a:lnTo>
                  <a:lnTo>
                    <a:pt x="311631" y="251250"/>
                  </a:lnTo>
                  <a:lnTo>
                    <a:pt x="314224" y="246628"/>
                  </a:lnTo>
                  <a:lnTo>
                    <a:pt x="316669" y="241925"/>
                  </a:lnTo>
                  <a:lnTo>
                    <a:pt x="318964" y="237148"/>
                  </a:lnTo>
                  <a:lnTo>
                    <a:pt x="321106" y="232300"/>
                  </a:lnTo>
                  <a:lnTo>
                    <a:pt x="323093" y="227386"/>
                  </a:lnTo>
                  <a:lnTo>
                    <a:pt x="324924" y="222412"/>
                  </a:lnTo>
                  <a:lnTo>
                    <a:pt x="326596" y="217383"/>
                  </a:lnTo>
                  <a:lnTo>
                    <a:pt x="328108" y="212303"/>
                  </a:lnTo>
                  <a:lnTo>
                    <a:pt x="329458" y="207178"/>
                  </a:lnTo>
                  <a:lnTo>
                    <a:pt x="330645" y="202012"/>
                  </a:lnTo>
                  <a:lnTo>
                    <a:pt x="331667" y="196811"/>
                  </a:lnTo>
                  <a:lnTo>
                    <a:pt x="332524" y="191581"/>
                  </a:lnTo>
                  <a:lnTo>
                    <a:pt x="333215" y="186326"/>
                  </a:lnTo>
                  <a:lnTo>
                    <a:pt x="333739" y="181052"/>
                  </a:lnTo>
                  <a:lnTo>
                    <a:pt x="334095" y="175764"/>
                  </a:lnTo>
                  <a:lnTo>
                    <a:pt x="334284" y="170467"/>
                  </a:lnTo>
                  <a:lnTo>
                    <a:pt x="334305" y="165167"/>
                  </a:lnTo>
                  <a:lnTo>
                    <a:pt x="334157" y="159869"/>
                  </a:lnTo>
                  <a:lnTo>
                    <a:pt x="333842" y="154578"/>
                  </a:lnTo>
                  <a:lnTo>
                    <a:pt x="333359" y="149300"/>
                  </a:lnTo>
                  <a:lnTo>
                    <a:pt x="332709" y="144039"/>
                  </a:lnTo>
                  <a:lnTo>
                    <a:pt x="331893" y="138803"/>
                  </a:lnTo>
                  <a:lnTo>
                    <a:pt x="330911" y="133594"/>
                  </a:lnTo>
                  <a:lnTo>
                    <a:pt x="329764" y="128419"/>
                  </a:lnTo>
                  <a:lnTo>
                    <a:pt x="328454" y="123284"/>
                  </a:lnTo>
                  <a:lnTo>
                    <a:pt x="326982" y="118192"/>
                  </a:lnTo>
                  <a:lnTo>
                    <a:pt x="325349" y="113150"/>
                  </a:lnTo>
                  <a:lnTo>
                    <a:pt x="323557" y="108162"/>
                  </a:lnTo>
                  <a:lnTo>
                    <a:pt x="321608" y="103233"/>
                  </a:lnTo>
                  <a:lnTo>
                    <a:pt x="319503" y="98369"/>
                  </a:lnTo>
                  <a:lnTo>
                    <a:pt x="317246" y="93573"/>
                  </a:lnTo>
                  <a:lnTo>
                    <a:pt x="314837" y="88852"/>
                  </a:lnTo>
                  <a:lnTo>
                    <a:pt x="312280" y="84209"/>
                  </a:lnTo>
                  <a:lnTo>
                    <a:pt x="309577" y="79650"/>
                  </a:lnTo>
                  <a:lnTo>
                    <a:pt x="306731" y="75179"/>
                  </a:lnTo>
                  <a:lnTo>
                    <a:pt x="303745" y="70800"/>
                  </a:lnTo>
                  <a:lnTo>
                    <a:pt x="300621" y="66518"/>
                  </a:lnTo>
                  <a:lnTo>
                    <a:pt x="297363" y="62337"/>
                  </a:lnTo>
                  <a:lnTo>
                    <a:pt x="293975" y="58262"/>
                  </a:lnTo>
                  <a:lnTo>
                    <a:pt x="290458" y="54296"/>
                  </a:lnTo>
                  <a:lnTo>
                    <a:pt x="286818" y="50444"/>
                  </a:lnTo>
                  <a:lnTo>
                    <a:pt x="283058" y="46709"/>
                  </a:lnTo>
                  <a:lnTo>
                    <a:pt x="279181" y="43095"/>
                  </a:lnTo>
                  <a:lnTo>
                    <a:pt x="275191" y="39606"/>
                  </a:lnTo>
                  <a:lnTo>
                    <a:pt x="271093" y="3624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65835"/>
              <a:ext cx="103943" cy="130922"/>
            </a:xfrm>
            <a:custGeom>
              <a:avLst/>
              <a:pathLst>
                <a:path w="103943" h="130922">
                  <a:moveTo>
                    <a:pt x="103943" y="0"/>
                  </a:moveTo>
                  <a:lnTo>
                    <a:pt x="0" y="1309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7272"/>
              <a:ext cx="103943" cy="139484"/>
            </a:xfrm>
            <a:custGeom>
              <a:avLst/>
              <a:pathLst>
                <a:path w="103943" h="139484">
                  <a:moveTo>
                    <a:pt x="103943" y="8562"/>
                  </a:moveTo>
                  <a:lnTo>
                    <a:pt x="92135" y="0"/>
                  </a:lnTo>
                  <a:lnTo>
                    <a:pt x="0" y="1394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29590"/>
              <a:ext cx="92135" cy="167167"/>
            </a:xfrm>
            <a:custGeom>
              <a:avLst/>
              <a:pathLst>
                <a:path w="92135" h="167167">
                  <a:moveTo>
                    <a:pt x="92135" y="27682"/>
                  </a:moveTo>
                  <a:lnTo>
                    <a:pt x="87292" y="24601"/>
                  </a:lnTo>
                  <a:lnTo>
                    <a:pt x="82346" y="21688"/>
                  </a:lnTo>
                  <a:lnTo>
                    <a:pt x="77303" y="18947"/>
                  </a:lnTo>
                  <a:lnTo>
                    <a:pt x="72169" y="16380"/>
                  </a:lnTo>
                  <a:lnTo>
                    <a:pt x="66949" y="13992"/>
                  </a:lnTo>
                  <a:lnTo>
                    <a:pt x="61651" y="11783"/>
                  </a:lnTo>
                  <a:lnTo>
                    <a:pt x="56280" y="9758"/>
                  </a:lnTo>
                  <a:lnTo>
                    <a:pt x="50843" y="7919"/>
                  </a:lnTo>
                  <a:lnTo>
                    <a:pt x="45346" y="6267"/>
                  </a:lnTo>
                  <a:lnTo>
                    <a:pt x="39795" y="4805"/>
                  </a:lnTo>
                  <a:lnTo>
                    <a:pt x="34198" y="3535"/>
                  </a:lnTo>
                  <a:lnTo>
                    <a:pt x="28560" y="2457"/>
                  </a:lnTo>
                  <a:lnTo>
                    <a:pt x="22888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478576" y="3934012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8" y="83"/>
                  </a:lnTo>
                  <a:lnTo>
                    <a:pt x="156586" y="334"/>
                  </a:lnTo>
                  <a:lnTo>
                    <a:pt x="151313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3" y="3003"/>
                  </a:lnTo>
                  <a:lnTo>
                    <a:pt x="130436" y="4083"/>
                  </a:lnTo>
                  <a:lnTo>
                    <a:pt x="125295" y="5326"/>
                  </a:lnTo>
                  <a:lnTo>
                    <a:pt x="120197" y="6731"/>
                  </a:lnTo>
                  <a:lnTo>
                    <a:pt x="115145" y="8297"/>
                  </a:lnTo>
                  <a:lnTo>
                    <a:pt x="110145" y="10022"/>
                  </a:lnTo>
                  <a:lnTo>
                    <a:pt x="105203" y="11904"/>
                  </a:lnTo>
                  <a:lnTo>
                    <a:pt x="100322" y="13941"/>
                  </a:lnTo>
                  <a:lnTo>
                    <a:pt x="95509" y="16132"/>
                  </a:lnTo>
                  <a:lnTo>
                    <a:pt x="90767" y="18474"/>
                  </a:lnTo>
                  <a:lnTo>
                    <a:pt x="86101" y="20965"/>
                  </a:lnTo>
                  <a:lnTo>
                    <a:pt x="81517" y="23602"/>
                  </a:lnTo>
                  <a:lnTo>
                    <a:pt x="77018" y="26383"/>
                  </a:lnTo>
                  <a:lnTo>
                    <a:pt x="72610" y="29305"/>
                  </a:lnTo>
                  <a:lnTo>
                    <a:pt x="68296" y="32365"/>
                  </a:lnTo>
                  <a:lnTo>
                    <a:pt x="64082" y="35560"/>
                  </a:lnTo>
                  <a:lnTo>
                    <a:pt x="59970" y="38886"/>
                  </a:lnTo>
                  <a:lnTo>
                    <a:pt x="55966" y="42341"/>
                  </a:lnTo>
                  <a:lnTo>
                    <a:pt x="52073" y="45921"/>
                  </a:lnTo>
                  <a:lnTo>
                    <a:pt x="48295" y="49622"/>
                  </a:lnTo>
                  <a:lnTo>
                    <a:pt x="44636" y="53441"/>
                  </a:lnTo>
                  <a:lnTo>
                    <a:pt x="41100" y="57374"/>
                  </a:lnTo>
                  <a:lnTo>
                    <a:pt x="37690" y="61416"/>
                  </a:lnTo>
                  <a:lnTo>
                    <a:pt x="34409" y="65564"/>
                  </a:lnTo>
                  <a:lnTo>
                    <a:pt x="31261" y="69815"/>
                  </a:lnTo>
                  <a:lnTo>
                    <a:pt x="28250" y="74162"/>
                  </a:lnTo>
                  <a:lnTo>
                    <a:pt x="25377" y="78603"/>
                  </a:lnTo>
                  <a:lnTo>
                    <a:pt x="22647" y="83132"/>
                  </a:lnTo>
                  <a:lnTo>
                    <a:pt x="20061" y="87746"/>
                  </a:lnTo>
                  <a:lnTo>
                    <a:pt x="17622" y="92438"/>
                  </a:lnTo>
                  <a:lnTo>
                    <a:pt x="15333" y="97206"/>
                  </a:lnTo>
                  <a:lnTo>
                    <a:pt x="13196" y="102044"/>
                  </a:lnTo>
                  <a:lnTo>
                    <a:pt x="11213" y="106947"/>
                  </a:lnTo>
                  <a:lnTo>
                    <a:pt x="9386" y="111910"/>
                  </a:lnTo>
                  <a:lnTo>
                    <a:pt x="7717" y="116928"/>
                  </a:lnTo>
                  <a:lnTo>
                    <a:pt x="6207" y="121997"/>
                  </a:lnTo>
                  <a:lnTo>
                    <a:pt x="4859" y="127111"/>
                  </a:lnTo>
                  <a:lnTo>
                    <a:pt x="3673" y="132265"/>
                  </a:lnTo>
                  <a:lnTo>
                    <a:pt x="2651" y="137454"/>
                  </a:lnTo>
                  <a:lnTo>
                    <a:pt x="1793" y="142673"/>
                  </a:lnTo>
                  <a:lnTo>
                    <a:pt x="1101" y="147916"/>
                  </a:lnTo>
                  <a:lnTo>
                    <a:pt x="575" y="153179"/>
                  </a:lnTo>
                  <a:lnTo>
                    <a:pt x="216" y="158455"/>
                  </a:lnTo>
                  <a:lnTo>
                    <a:pt x="24" y="163741"/>
                  </a:lnTo>
                  <a:lnTo>
                    <a:pt x="0" y="169029"/>
                  </a:lnTo>
                  <a:lnTo>
                    <a:pt x="142" y="174316"/>
                  </a:lnTo>
                  <a:lnTo>
                    <a:pt x="452" y="179596"/>
                  </a:lnTo>
                  <a:lnTo>
                    <a:pt x="928" y="184863"/>
                  </a:lnTo>
                  <a:lnTo>
                    <a:pt x="1571" y="190113"/>
                  </a:lnTo>
                  <a:lnTo>
                    <a:pt x="2380" y="195339"/>
                  </a:lnTo>
                  <a:lnTo>
                    <a:pt x="3354" y="200537"/>
                  </a:lnTo>
                  <a:lnTo>
                    <a:pt x="4491" y="205702"/>
                  </a:lnTo>
                  <a:lnTo>
                    <a:pt x="5792" y="210829"/>
                  </a:lnTo>
                  <a:lnTo>
                    <a:pt x="7254" y="215911"/>
                  </a:lnTo>
                  <a:lnTo>
                    <a:pt x="8876" y="220945"/>
                  </a:lnTo>
                  <a:lnTo>
                    <a:pt x="10656" y="225925"/>
                  </a:lnTo>
                  <a:lnTo>
                    <a:pt x="12593" y="230847"/>
                  </a:lnTo>
                  <a:lnTo>
                    <a:pt x="14685" y="235704"/>
                  </a:lnTo>
                  <a:lnTo>
                    <a:pt x="16929" y="240493"/>
                  </a:lnTo>
                  <a:lnTo>
                    <a:pt x="19324" y="245209"/>
                  </a:lnTo>
                  <a:lnTo>
                    <a:pt x="21867" y="249846"/>
                  </a:lnTo>
                  <a:lnTo>
                    <a:pt x="24555" y="254401"/>
                  </a:lnTo>
                  <a:lnTo>
                    <a:pt x="27386" y="258868"/>
                  </a:lnTo>
                  <a:lnTo>
                    <a:pt x="30357" y="263243"/>
                  </a:lnTo>
                  <a:lnTo>
                    <a:pt x="33464" y="267523"/>
                  </a:lnTo>
                  <a:lnTo>
                    <a:pt x="36706" y="271702"/>
                  </a:lnTo>
                  <a:lnTo>
                    <a:pt x="40078" y="275776"/>
                  </a:lnTo>
                  <a:lnTo>
                    <a:pt x="43577" y="279742"/>
                  </a:lnTo>
                  <a:lnTo>
                    <a:pt x="47200" y="283595"/>
                  </a:lnTo>
                  <a:lnTo>
                    <a:pt x="50943" y="287331"/>
                  </a:lnTo>
                  <a:lnTo>
                    <a:pt x="54802" y="290947"/>
                  </a:lnTo>
                  <a:lnTo>
                    <a:pt x="58774" y="294439"/>
                  </a:lnTo>
                  <a:lnTo>
                    <a:pt x="62855" y="297804"/>
                  </a:lnTo>
                  <a:lnTo>
                    <a:pt x="67039" y="301038"/>
                  </a:lnTo>
                  <a:lnTo>
                    <a:pt x="71324" y="304138"/>
                  </a:lnTo>
                  <a:lnTo>
                    <a:pt x="75705" y="307101"/>
                  </a:lnTo>
                  <a:lnTo>
                    <a:pt x="80177" y="309924"/>
                  </a:lnTo>
                  <a:lnTo>
                    <a:pt x="84737" y="312604"/>
                  </a:lnTo>
                  <a:lnTo>
                    <a:pt x="89379" y="315138"/>
                  </a:lnTo>
                  <a:lnTo>
                    <a:pt x="94099" y="317525"/>
                  </a:lnTo>
                  <a:lnTo>
                    <a:pt x="98891" y="319761"/>
                  </a:lnTo>
                  <a:lnTo>
                    <a:pt x="103753" y="321844"/>
                  </a:lnTo>
                  <a:lnTo>
                    <a:pt x="108677" y="323772"/>
                  </a:lnTo>
                  <a:lnTo>
                    <a:pt x="113661" y="325544"/>
                  </a:lnTo>
                  <a:lnTo>
                    <a:pt x="118697" y="327157"/>
                  </a:lnTo>
                  <a:lnTo>
                    <a:pt x="123783" y="328609"/>
                  </a:lnTo>
                  <a:lnTo>
                    <a:pt x="128911" y="329901"/>
                  </a:lnTo>
                  <a:lnTo>
                    <a:pt x="134078" y="331029"/>
                  </a:lnTo>
                  <a:lnTo>
                    <a:pt x="139278" y="331993"/>
                  </a:lnTo>
                  <a:lnTo>
                    <a:pt x="144506" y="332793"/>
                  </a:lnTo>
                  <a:lnTo>
                    <a:pt x="149757" y="333426"/>
                  </a:lnTo>
                  <a:lnTo>
                    <a:pt x="155025" y="333894"/>
                  </a:lnTo>
                  <a:lnTo>
                    <a:pt x="160305" y="334194"/>
                  </a:lnTo>
                  <a:lnTo>
                    <a:pt x="165592" y="334327"/>
                  </a:lnTo>
                  <a:lnTo>
                    <a:pt x="170881" y="334293"/>
                  </a:lnTo>
                  <a:lnTo>
                    <a:pt x="176166" y="334091"/>
                  </a:lnTo>
                  <a:lnTo>
                    <a:pt x="181442" y="333723"/>
                  </a:lnTo>
                  <a:lnTo>
                    <a:pt x="186703" y="333188"/>
                  </a:lnTo>
                  <a:lnTo>
                    <a:pt x="191945" y="332486"/>
                  </a:lnTo>
                  <a:lnTo>
                    <a:pt x="197163" y="331619"/>
                  </a:lnTo>
                  <a:lnTo>
                    <a:pt x="202350" y="330588"/>
                  </a:lnTo>
                  <a:lnTo>
                    <a:pt x="207502" y="329393"/>
                  </a:lnTo>
                  <a:lnTo>
                    <a:pt x="212613" y="328035"/>
                  </a:lnTo>
                  <a:lnTo>
                    <a:pt x="217679" y="326517"/>
                  </a:lnTo>
                  <a:lnTo>
                    <a:pt x="222695" y="324839"/>
                  </a:lnTo>
                  <a:lnTo>
                    <a:pt x="227655" y="323003"/>
                  </a:lnTo>
                  <a:lnTo>
                    <a:pt x="232554" y="321011"/>
                  </a:lnTo>
                  <a:lnTo>
                    <a:pt x="237388" y="318866"/>
                  </a:lnTo>
                  <a:lnTo>
                    <a:pt x="242152" y="316568"/>
                  </a:lnTo>
                  <a:lnTo>
                    <a:pt x="246840" y="314121"/>
                  </a:lnTo>
                  <a:lnTo>
                    <a:pt x="251449" y="311527"/>
                  </a:lnTo>
                  <a:lnTo>
                    <a:pt x="255974" y="308788"/>
                  </a:lnTo>
                  <a:lnTo>
                    <a:pt x="260409" y="305907"/>
                  </a:lnTo>
                  <a:lnTo>
                    <a:pt x="264751" y="302888"/>
                  </a:lnTo>
                  <a:lnTo>
                    <a:pt x="268996" y="299733"/>
                  </a:lnTo>
                  <a:lnTo>
                    <a:pt x="273138" y="296445"/>
                  </a:lnTo>
                  <a:lnTo>
                    <a:pt x="277175" y="293028"/>
                  </a:lnTo>
                  <a:lnTo>
                    <a:pt x="281101" y="289485"/>
                  </a:lnTo>
                  <a:lnTo>
                    <a:pt x="284913" y="285819"/>
                  </a:lnTo>
                  <a:lnTo>
                    <a:pt x="288608" y="282034"/>
                  </a:lnTo>
                  <a:lnTo>
                    <a:pt x="292181" y="278135"/>
                  </a:lnTo>
                  <a:lnTo>
                    <a:pt x="295628" y="274125"/>
                  </a:lnTo>
                  <a:lnTo>
                    <a:pt x="298948" y="270007"/>
                  </a:lnTo>
                  <a:lnTo>
                    <a:pt x="302135" y="265787"/>
                  </a:lnTo>
                  <a:lnTo>
                    <a:pt x="305187" y="261467"/>
                  </a:lnTo>
                  <a:lnTo>
                    <a:pt x="308101" y="257054"/>
                  </a:lnTo>
                  <a:lnTo>
                    <a:pt x="310874" y="252550"/>
                  </a:lnTo>
                  <a:lnTo>
                    <a:pt x="313503" y="247961"/>
                  </a:lnTo>
                  <a:lnTo>
                    <a:pt x="315985" y="243291"/>
                  </a:lnTo>
                  <a:lnTo>
                    <a:pt x="318319" y="238545"/>
                  </a:lnTo>
                  <a:lnTo>
                    <a:pt x="320501" y="233728"/>
                  </a:lnTo>
                  <a:lnTo>
                    <a:pt x="322530" y="228844"/>
                  </a:lnTo>
                  <a:lnTo>
                    <a:pt x="324403" y="223898"/>
                  </a:lnTo>
                  <a:lnTo>
                    <a:pt x="326119" y="218895"/>
                  </a:lnTo>
                  <a:lnTo>
                    <a:pt x="327676" y="213841"/>
                  </a:lnTo>
                  <a:lnTo>
                    <a:pt x="329072" y="208740"/>
                  </a:lnTo>
                  <a:lnTo>
                    <a:pt x="330306" y="203597"/>
                  </a:lnTo>
                  <a:lnTo>
                    <a:pt x="331377" y="198418"/>
                  </a:lnTo>
                  <a:lnTo>
                    <a:pt x="332283" y="193207"/>
                  </a:lnTo>
                  <a:lnTo>
                    <a:pt x="333024" y="187970"/>
                  </a:lnTo>
                  <a:lnTo>
                    <a:pt x="333600" y="182713"/>
                  </a:lnTo>
                  <a:lnTo>
                    <a:pt x="334008" y="177440"/>
                  </a:lnTo>
                  <a:lnTo>
                    <a:pt x="334250" y="172157"/>
                  </a:lnTo>
                  <a:lnTo>
                    <a:pt x="334324" y="166869"/>
                  </a:lnTo>
                  <a:lnTo>
                    <a:pt x="334231" y="161581"/>
                  </a:lnTo>
                  <a:lnTo>
                    <a:pt x="333970" y="156298"/>
                  </a:lnTo>
                  <a:lnTo>
                    <a:pt x="333543" y="151027"/>
                  </a:lnTo>
                  <a:lnTo>
                    <a:pt x="332949" y="145772"/>
                  </a:lnTo>
                  <a:lnTo>
                    <a:pt x="332189" y="140538"/>
                  </a:lnTo>
                  <a:lnTo>
                    <a:pt x="331264" y="135331"/>
                  </a:lnTo>
                  <a:lnTo>
                    <a:pt x="330175" y="130155"/>
                  </a:lnTo>
                  <a:lnTo>
                    <a:pt x="328923" y="125017"/>
                  </a:lnTo>
                  <a:lnTo>
                    <a:pt x="327509" y="119921"/>
                  </a:lnTo>
                  <a:lnTo>
                    <a:pt x="325934" y="114872"/>
                  </a:lnTo>
                  <a:lnTo>
                    <a:pt x="324200" y="109875"/>
                  </a:lnTo>
                  <a:lnTo>
                    <a:pt x="322309" y="104936"/>
                  </a:lnTo>
                  <a:lnTo>
                    <a:pt x="320263" y="100059"/>
                  </a:lnTo>
                  <a:lnTo>
                    <a:pt x="318063" y="95250"/>
                  </a:lnTo>
                  <a:lnTo>
                    <a:pt x="315713" y="90512"/>
                  </a:lnTo>
                  <a:lnTo>
                    <a:pt x="313214" y="85851"/>
                  </a:lnTo>
                  <a:lnTo>
                    <a:pt x="310568" y="81271"/>
                  </a:lnTo>
                  <a:lnTo>
                    <a:pt x="307779" y="76778"/>
                  </a:lnTo>
                  <a:lnTo>
                    <a:pt x="304850" y="72375"/>
                  </a:lnTo>
                  <a:lnTo>
                    <a:pt x="301782" y="68066"/>
                  </a:lnTo>
                  <a:lnTo>
                    <a:pt x="298580" y="63857"/>
                  </a:lnTo>
                  <a:lnTo>
                    <a:pt x="295246" y="59752"/>
                  </a:lnTo>
                  <a:lnTo>
                    <a:pt x="291784" y="55753"/>
                  </a:lnTo>
                  <a:lnTo>
                    <a:pt x="288197" y="51867"/>
                  </a:lnTo>
                  <a:lnTo>
                    <a:pt x="284489" y="48096"/>
                  </a:lnTo>
                  <a:lnTo>
                    <a:pt x="280664" y="44444"/>
                  </a:lnTo>
                  <a:lnTo>
                    <a:pt x="276725" y="40914"/>
                  </a:lnTo>
                  <a:lnTo>
                    <a:pt x="272676" y="37511"/>
                  </a:lnTo>
                  <a:lnTo>
                    <a:pt x="268522" y="34238"/>
                  </a:lnTo>
                  <a:lnTo>
                    <a:pt x="264266" y="31098"/>
                  </a:lnTo>
                  <a:lnTo>
                    <a:pt x="259913" y="28095"/>
                  </a:lnTo>
                  <a:lnTo>
                    <a:pt x="255468" y="25230"/>
                  </a:lnTo>
                  <a:lnTo>
                    <a:pt x="250933" y="22507"/>
                  </a:lnTo>
                  <a:lnTo>
                    <a:pt x="246315" y="19930"/>
                  </a:lnTo>
                  <a:lnTo>
                    <a:pt x="241618" y="17499"/>
                  </a:lnTo>
                  <a:lnTo>
                    <a:pt x="236846" y="15219"/>
                  </a:lnTo>
                  <a:lnTo>
                    <a:pt x="232005" y="13090"/>
                  </a:lnTo>
                  <a:lnTo>
                    <a:pt x="227098" y="11116"/>
                  </a:lnTo>
                  <a:lnTo>
                    <a:pt x="222132" y="9298"/>
                  </a:lnTo>
                  <a:lnTo>
                    <a:pt x="217111" y="7638"/>
                  </a:lnTo>
                  <a:lnTo>
                    <a:pt x="212039" y="6137"/>
                  </a:lnTo>
                  <a:lnTo>
                    <a:pt x="206923" y="47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8811"/>
              <a:ext cx="39766" cy="162368"/>
            </a:xfrm>
            <a:custGeom>
              <a:avLst/>
              <a:pathLst>
                <a:path w="39766" h="162368">
                  <a:moveTo>
                    <a:pt x="39766" y="0"/>
                  </a:moveTo>
                  <a:lnTo>
                    <a:pt x="0" y="1623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8308"/>
              <a:ext cx="39766" cy="162871"/>
            </a:xfrm>
            <a:custGeom>
              <a:avLst/>
              <a:pathLst>
                <a:path w="39766" h="162871">
                  <a:moveTo>
                    <a:pt x="39766" y="503"/>
                  </a:moveTo>
                  <a:lnTo>
                    <a:pt x="37652" y="0"/>
                  </a:lnTo>
                  <a:lnTo>
                    <a:pt x="0" y="1628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2"/>
              <a:ext cx="37652" cy="167167"/>
            </a:xfrm>
            <a:custGeom>
              <a:avLst/>
              <a:pathLst>
                <a:path w="37652" h="167167">
                  <a:moveTo>
                    <a:pt x="37652" y="4295"/>
                  </a:moveTo>
                  <a:lnTo>
                    <a:pt x="31459" y="2986"/>
                  </a:lnTo>
                  <a:lnTo>
                    <a:pt x="25221" y="1913"/>
                  </a:lnTo>
                  <a:lnTo>
                    <a:pt x="18948" y="1077"/>
                  </a:lnTo>
                  <a:lnTo>
                    <a:pt x="12647" y="479"/>
                  </a:lnTo>
                  <a:lnTo>
                    <a:pt x="6328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711633" y="4397268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6"/>
                  </a:lnTo>
                  <a:lnTo>
                    <a:pt x="151272" y="755"/>
                  </a:lnTo>
                  <a:lnTo>
                    <a:pt x="146005" y="1342"/>
                  </a:lnTo>
                  <a:lnTo>
                    <a:pt x="140758" y="2096"/>
                  </a:lnTo>
                  <a:lnTo>
                    <a:pt x="135539" y="3015"/>
                  </a:lnTo>
                  <a:lnTo>
                    <a:pt x="130351" y="4100"/>
                  </a:lnTo>
                  <a:lnTo>
                    <a:pt x="125200" y="5349"/>
                  </a:lnTo>
                  <a:lnTo>
                    <a:pt x="120091" y="6760"/>
                  </a:lnTo>
                  <a:lnTo>
                    <a:pt x="115029" y="8332"/>
                  </a:lnTo>
                  <a:lnTo>
                    <a:pt x="110020" y="10064"/>
                  </a:lnTo>
                  <a:lnTo>
                    <a:pt x="105069" y="11954"/>
                  </a:lnTo>
                  <a:lnTo>
                    <a:pt x="100179" y="14000"/>
                  </a:lnTo>
                  <a:lnTo>
                    <a:pt x="95357" y="16200"/>
                  </a:lnTo>
                  <a:lnTo>
                    <a:pt x="90608" y="18552"/>
                  </a:lnTo>
                  <a:lnTo>
                    <a:pt x="85935" y="21053"/>
                  </a:lnTo>
                  <a:lnTo>
                    <a:pt x="81344" y="23701"/>
                  </a:lnTo>
                  <a:lnTo>
                    <a:pt x="76839" y="26494"/>
                  </a:lnTo>
                  <a:lnTo>
                    <a:pt x="72425" y="29427"/>
                  </a:lnTo>
                  <a:lnTo>
                    <a:pt x="68106" y="32500"/>
                  </a:lnTo>
                  <a:lnTo>
                    <a:pt x="63886" y="35707"/>
                  </a:lnTo>
                  <a:lnTo>
                    <a:pt x="59771" y="39047"/>
                  </a:lnTo>
                  <a:lnTo>
                    <a:pt x="55763" y="42515"/>
                  </a:lnTo>
                  <a:lnTo>
                    <a:pt x="51867" y="46109"/>
                  </a:lnTo>
                  <a:lnTo>
                    <a:pt x="48088" y="49824"/>
                  </a:lnTo>
                  <a:lnTo>
                    <a:pt x="44427" y="53658"/>
                  </a:lnTo>
                  <a:lnTo>
                    <a:pt x="40891" y="57605"/>
                  </a:lnTo>
                  <a:lnTo>
                    <a:pt x="37481" y="61663"/>
                  </a:lnTo>
                  <a:lnTo>
                    <a:pt x="34201" y="65827"/>
                  </a:lnTo>
                  <a:lnTo>
                    <a:pt x="31056" y="70092"/>
                  </a:lnTo>
                  <a:lnTo>
                    <a:pt x="28047" y="74455"/>
                  </a:lnTo>
                  <a:lnTo>
                    <a:pt x="25177" y="78912"/>
                  </a:lnTo>
                  <a:lnTo>
                    <a:pt x="22451" y="83457"/>
                  </a:lnTo>
                  <a:lnTo>
                    <a:pt x="19870" y="88086"/>
                  </a:lnTo>
                  <a:lnTo>
                    <a:pt x="17437" y="92795"/>
                  </a:lnTo>
                  <a:lnTo>
                    <a:pt x="15155" y="97578"/>
                  </a:lnTo>
                  <a:lnTo>
                    <a:pt x="13025" y="102432"/>
                  </a:lnTo>
                  <a:lnTo>
                    <a:pt x="11050" y="107350"/>
                  </a:lnTo>
                  <a:lnTo>
                    <a:pt x="9232" y="112329"/>
                  </a:lnTo>
                  <a:lnTo>
                    <a:pt x="7573" y="117363"/>
                  </a:lnTo>
                  <a:lnTo>
                    <a:pt x="6075" y="122446"/>
                  </a:lnTo>
                  <a:lnTo>
                    <a:pt x="4738" y="127575"/>
                  </a:lnTo>
                  <a:lnTo>
                    <a:pt x="3564" y="132744"/>
                  </a:lnTo>
                  <a:lnTo>
                    <a:pt x="2555" y="137947"/>
                  </a:lnTo>
                  <a:lnTo>
                    <a:pt x="1712" y="143180"/>
                  </a:lnTo>
                  <a:lnTo>
                    <a:pt x="1034" y="148436"/>
                  </a:lnTo>
                  <a:lnTo>
                    <a:pt x="524" y="153712"/>
                  </a:lnTo>
                  <a:lnTo>
                    <a:pt x="181" y="159001"/>
                  </a:lnTo>
                  <a:lnTo>
                    <a:pt x="6" y="164298"/>
                  </a:lnTo>
                  <a:lnTo>
                    <a:pt x="0" y="169598"/>
                  </a:lnTo>
                  <a:lnTo>
                    <a:pt x="161" y="174896"/>
                  </a:lnTo>
                  <a:lnTo>
                    <a:pt x="490" y="180186"/>
                  </a:lnTo>
                  <a:lnTo>
                    <a:pt x="986" y="185463"/>
                  </a:lnTo>
                  <a:lnTo>
                    <a:pt x="1650" y="190721"/>
                  </a:lnTo>
                  <a:lnTo>
                    <a:pt x="2479" y="195956"/>
                  </a:lnTo>
                  <a:lnTo>
                    <a:pt x="3475" y="201162"/>
                  </a:lnTo>
                  <a:lnTo>
                    <a:pt x="4635" y="206333"/>
                  </a:lnTo>
                  <a:lnTo>
                    <a:pt x="5958" y="211465"/>
                  </a:lnTo>
                  <a:lnTo>
                    <a:pt x="7443" y="216553"/>
                  </a:lnTo>
                  <a:lnTo>
                    <a:pt x="9089" y="221591"/>
                  </a:lnTo>
                  <a:lnTo>
                    <a:pt x="10894" y="226575"/>
                  </a:lnTo>
                  <a:lnTo>
                    <a:pt x="12856" y="231498"/>
                  </a:lnTo>
                  <a:lnTo>
                    <a:pt x="14973" y="236357"/>
                  </a:lnTo>
                  <a:lnTo>
                    <a:pt x="17243" y="241147"/>
                  </a:lnTo>
                  <a:lnTo>
                    <a:pt x="19663" y="245862"/>
                  </a:lnTo>
                  <a:lnTo>
                    <a:pt x="22232" y="250498"/>
                  </a:lnTo>
                  <a:lnTo>
                    <a:pt x="24947" y="255050"/>
                  </a:lnTo>
                  <a:lnTo>
                    <a:pt x="27804" y="259514"/>
                  </a:lnTo>
                  <a:lnTo>
                    <a:pt x="30802" y="263885"/>
                  </a:lnTo>
                  <a:lnTo>
                    <a:pt x="33937" y="268159"/>
                  </a:lnTo>
                  <a:lnTo>
                    <a:pt x="37205" y="272331"/>
                  </a:lnTo>
                  <a:lnTo>
                    <a:pt x="40604" y="276398"/>
                  </a:lnTo>
                  <a:lnTo>
                    <a:pt x="44131" y="280354"/>
                  </a:lnTo>
                  <a:lnTo>
                    <a:pt x="47781" y="284197"/>
                  </a:lnTo>
                  <a:lnTo>
                    <a:pt x="51551" y="287923"/>
                  </a:lnTo>
                  <a:lnTo>
                    <a:pt x="55437" y="291527"/>
                  </a:lnTo>
                  <a:lnTo>
                    <a:pt x="59435" y="295006"/>
                  </a:lnTo>
                  <a:lnTo>
                    <a:pt x="63542" y="298356"/>
                  </a:lnTo>
                  <a:lnTo>
                    <a:pt x="67753" y="301574"/>
                  </a:lnTo>
                  <a:lnTo>
                    <a:pt x="72064" y="304658"/>
                  </a:lnTo>
                  <a:lnTo>
                    <a:pt x="76471" y="307603"/>
                  </a:lnTo>
                  <a:lnTo>
                    <a:pt x="80968" y="310407"/>
                  </a:lnTo>
                  <a:lnTo>
                    <a:pt x="85552" y="313067"/>
                  </a:lnTo>
                  <a:lnTo>
                    <a:pt x="90219" y="315581"/>
                  </a:lnTo>
                  <a:lnTo>
                    <a:pt x="94962" y="317945"/>
                  </a:lnTo>
                  <a:lnTo>
                    <a:pt x="99779" y="320158"/>
                  </a:lnTo>
                  <a:lnTo>
                    <a:pt x="104662" y="322216"/>
                  </a:lnTo>
                  <a:lnTo>
                    <a:pt x="109609" y="324119"/>
                  </a:lnTo>
                  <a:lnTo>
                    <a:pt x="114614" y="325865"/>
                  </a:lnTo>
                  <a:lnTo>
                    <a:pt x="119671" y="327450"/>
                  </a:lnTo>
                  <a:lnTo>
                    <a:pt x="124776" y="328875"/>
                  </a:lnTo>
                  <a:lnTo>
                    <a:pt x="129924" y="330137"/>
                  </a:lnTo>
                  <a:lnTo>
                    <a:pt x="135109" y="331235"/>
                  </a:lnTo>
                  <a:lnTo>
                    <a:pt x="140326" y="332168"/>
                  </a:lnTo>
                  <a:lnTo>
                    <a:pt x="145570" y="332936"/>
                  </a:lnTo>
                  <a:lnTo>
                    <a:pt x="150836" y="333537"/>
                  </a:lnTo>
                  <a:lnTo>
                    <a:pt x="156119" y="333970"/>
                  </a:lnTo>
                  <a:lnTo>
                    <a:pt x="161412" y="334236"/>
                  </a:lnTo>
                  <a:lnTo>
                    <a:pt x="166711" y="334334"/>
                  </a:lnTo>
                  <a:lnTo>
                    <a:pt x="172011" y="334264"/>
                  </a:lnTo>
                  <a:lnTo>
                    <a:pt x="177306" y="334026"/>
                  </a:lnTo>
                  <a:lnTo>
                    <a:pt x="182590" y="333620"/>
                  </a:lnTo>
                  <a:lnTo>
                    <a:pt x="187860" y="333047"/>
                  </a:lnTo>
                  <a:lnTo>
                    <a:pt x="193108" y="332307"/>
                  </a:lnTo>
                  <a:lnTo>
                    <a:pt x="198330" y="331401"/>
                  </a:lnTo>
                  <a:lnTo>
                    <a:pt x="203521" y="330330"/>
                  </a:lnTo>
                  <a:lnTo>
                    <a:pt x="208675" y="329095"/>
                  </a:lnTo>
                  <a:lnTo>
                    <a:pt x="213787" y="327697"/>
                  </a:lnTo>
                  <a:lnTo>
                    <a:pt x="218853" y="326138"/>
                  </a:lnTo>
                  <a:lnTo>
                    <a:pt x="223867" y="324419"/>
                  </a:lnTo>
                  <a:lnTo>
                    <a:pt x="228823" y="322542"/>
                  </a:lnTo>
                  <a:lnTo>
                    <a:pt x="233718" y="320508"/>
                  </a:lnTo>
                  <a:lnTo>
                    <a:pt x="238545" y="318321"/>
                  </a:lnTo>
                  <a:lnTo>
                    <a:pt x="243301" y="315982"/>
                  </a:lnTo>
                  <a:lnTo>
                    <a:pt x="247981" y="313493"/>
                  </a:lnTo>
                  <a:lnTo>
                    <a:pt x="252579" y="310857"/>
                  </a:lnTo>
                  <a:lnTo>
                    <a:pt x="257091" y="308076"/>
                  </a:lnTo>
                  <a:lnTo>
                    <a:pt x="261513" y="305154"/>
                  </a:lnTo>
                  <a:lnTo>
                    <a:pt x="265840" y="302093"/>
                  </a:lnTo>
                  <a:lnTo>
                    <a:pt x="270068" y="298897"/>
                  </a:lnTo>
                  <a:lnTo>
                    <a:pt x="274192" y="295568"/>
                  </a:lnTo>
                  <a:lnTo>
                    <a:pt x="278209" y="292110"/>
                  </a:lnTo>
                  <a:lnTo>
                    <a:pt x="282114" y="288526"/>
                  </a:lnTo>
                  <a:lnTo>
                    <a:pt x="285903" y="284821"/>
                  </a:lnTo>
                  <a:lnTo>
                    <a:pt x="289573" y="280997"/>
                  </a:lnTo>
                  <a:lnTo>
                    <a:pt x="293120" y="277059"/>
                  </a:lnTo>
                  <a:lnTo>
                    <a:pt x="296541" y="273010"/>
                  </a:lnTo>
                  <a:lnTo>
                    <a:pt x="299831" y="268855"/>
                  </a:lnTo>
                  <a:lnTo>
                    <a:pt x="302988" y="264598"/>
                  </a:lnTo>
                  <a:lnTo>
                    <a:pt x="306009" y="260242"/>
                  </a:lnTo>
                  <a:lnTo>
                    <a:pt x="308889" y="255794"/>
                  </a:lnTo>
                  <a:lnTo>
                    <a:pt x="311628" y="251256"/>
                  </a:lnTo>
                  <a:lnTo>
                    <a:pt x="314221" y="246633"/>
                  </a:lnTo>
                  <a:lnTo>
                    <a:pt x="316666" y="241931"/>
                  </a:lnTo>
                  <a:lnTo>
                    <a:pt x="318961" y="237153"/>
                  </a:lnTo>
                  <a:lnTo>
                    <a:pt x="321104" y="232306"/>
                  </a:lnTo>
                  <a:lnTo>
                    <a:pt x="323091" y="227392"/>
                  </a:lnTo>
                  <a:lnTo>
                    <a:pt x="324922" y="222418"/>
                  </a:lnTo>
                  <a:lnTo>
                    <a:pt x="326594" y="217389"/>
                  </a:lnTo>
                  <a:lnTo>
                    <a:pt x="328106" y="212309"/>
                  </a:lnTo>
                  <a:lnTo>
                    <a:pt x="329456" y="207184"/>
                  </a:lnTo>
                  <a:lnTo>
                    <a:pt x="330643" y="202018"/>
                  </a:lnTo>
                  <a:lnTo>
                    <a:pt x="331666" y="196818"/>
                  </a:lnTo>
                  <a:lnTo>
                    <a:pt x="332523" y="191587"/>
                  </a:lnTo>
                  <a:lnTo>
                    <a:pt x="333214" y="186333"/>
                  </a:lnTo>
                  <a:lnTo>
                    <a:pt x="333739" y="181058"/>
                  </a:lnTo>
                  <a:lnTo>
                    <a:pt x="334095" y="175770"/>
                  </a:lnTo>
                  <a:lnTo>
                    <a:pt x="334284" y="170474"/>
                  </a:lnTo>
                  <a:lnTo>
                    <a:pt x="334305" y="165173"/>
                  </a:lnTo>
                  <a:lnTo>
                    <a:pt x="334158" y="159875"/>
                  </a:lnTo>
                  <a:lnTo>
                    <a:pt x="333843" y="154585"/>
                  </a:lnTo>
                  <a:lnTo>
                    <a:pt x="333360" y="149307"/>
                  </a:lnTo>
                  <a:lnTo>
                    <a:pt x="332710" y="144046"/>
                  </a:lnTo>
                  <a:lnTo>
                    <a:pt x="331894" y="138809"/>
                  </a:lnTo>
                  <a:lnTo>
                    <a:pt x="330912" y="133601"/>
                  </a:lnTo>
                  <a:lnTo>
                    <a:pt x="329766" y="128426"/>
                  </a:lnTo>
                  <a:lnTo>
                    <a:pt x="328456" y="123291"/>
                  </a:lnTo>
                  <a:lnTo>
                    <a:pt x="326984" y="118199"/>
                  </a:lnTo>
                  <a:lnTo>
                    <a:pt x="325351" y="113157"/>
                  </a:lnTo>
                  <a:lnTo>
                    <a:pt x="323559" y="108169"/>
                  </a:lnTo>
                  <a:lnTo>
                    <a:pt x="321611" y="103240"/>
                  </a:lnTo>
                  <a:lnTo>
                    <a:pt x="319506" y="98375"/>
                  </a:lnTo>
                  <a:lnTo>
                    <a:pt x="317249" y="93580"/>
                  </a:lnTo>
                  <a:lnTo>
                    <a:pt x="314841" y="88859"/>
                  </a:lnTo>
                  <a:lnTo>
                    <a:pt x="312284" y="84216"/>
                  </a:lnTo>
                  <a:lnTo>
                    <a:pt x="309581" y="79657"/>
                  </a:lnTo>
                  <a:lnTo>
                    <a:pt x="306736" y="75185"/>
                  </a:lnTo>
                  <a:lnTo>
                    <a:pt x="303749" y="70806"/>
                  </a:lnTo>
                  <a:lnTo>
                    <a:pt x="300626" y="66524"/>
                  </a:lnTo>
                  <a:lnTo>
                    <a:pt x="297368" y="62344"/>
                  </a:lnTo>
                  <a:lnTo>
                    <a:pt x="293980" y="58268"/>
                  </a:lnTo>
                  <a:lnTo>
                    <a:pt x="290464" y="54302"/>
                  </a:lnTo>
                  <a:lnTo>
                    <a:pt x="286824" y="50450"/>
                  </a:lnTo>
                  <a:lnTo>
                    <a:pt x="283064" y="46714"/>
                  </a:lnTo>
                  <a:lnTo>
                    <a:pt x="279187" y="43100"/>
                  </a:lnTo>
                  <a:lnTo>
                    <a:pt x="275197" y="39611"/>
                  </a:lnTo>
                  <a:lnTo>
                    <a:pt x="271099" y="36250"/>
                  </a:lnTo>
                  <a:lnTo>
                    <a:pt x="266897" y="33020"/>
                  </a:lnTo>
                  <a:lnTo>
                    <a:pt x="262594" y="29925"/>
                  </a:lnTo>
                  <a:lnTo>
                    <a:pt x="258195" y="26969"/>
                  </a:lnTo>
                  <a:lnTo>
                    <a:pt x="253705" y="24153"/>
                  </a:lnTo>
                  <a:lnTo>
                    <a:pt x="249128" y="21481"/>
                  </a:lnTo>
                  <a:lnTo>
                    <a:pt x="244468" y="18955"/>
                  </a:lnTo>
                  <a:lnTo>
                    <a:pt x="239731" y="16579"/>
                  </a:lnTo>
                  <a:lnTo>
                    <a:pt x="234920" y="14353"/>
                  </a:lnTo>
                  <a:lnTo>
                    <a:pt x="230042" y="12282"/>
                  </a:lnTo>
                  <a:lnTo>
                    <a:pt x="225100" y="10366"/>
                  </a:lnTo>
                  <a:lnTo>
                    <a:pt x="220100" y="8607"/>
                  </a:lnTo>
                  <a:lnTo>
                    <a:pt x="215047" y="7008"/>
                  </a:lnTo>
                  <a:lnTo>
                    <a:pt x="209946" y="5570"/>
                  </a:lnTo>
                  <a:lnTo>
                    <a:pt x="204801" y="429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401563"/>
              <a:ext cx="37652" cy="162871"/>
            </a:xfrm>
            <a:custGeom>
              <a:avLst/>
              <a:pathLst>
                <a:path w="37652" h="162871">
                  <a:moveTo>
                    <a:pt x="37652" y="0"/>
                  </a:moveTo>
                  <a:lnTo>
                    <a:pt x="0" y="1628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401088"/>
              <a:ext cx="37652" cy="163347"/>
            </a:xfrm>
            <a:custGeom>
              <a:avLst/>
              <a:pathLst>
                <a:path w="37652" h="163347">
                  <a:moveTo>
                    <a:pt x="37652" y="475"/>
                  </a:moveTo>
                  <a:lnTo>
                    <a:pt x="35531" y="0"/>
                  </a:lnTo>
                  <a:lnTo>
                    <a:pt x="0" y="1633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68"/>
              <a:ext cx="35531" cy="167167"/>
            </a:xfrm>
            <a:custGeom>
              <a:avLst/>
              <a:pathLst>
                <a:path w="35531" h="167167">
                  <a:moveTo>
                    <a:pt x="35531" y="3819"/>
                  </a:moveTo>
                  <a:lnTo>
                    <a:pt x="28503" y="2448"/>
                  </a:lnTo>
                  <a:lnTo>
                    <a:pt x="21423" y="1378"/>
                  </a:lnTo>
                  <a:lnTo>
                    <a:pt x="14304" y="613"/>
                  </a:lnTo>
                  <a:lnTo>
                    <a:pt x="7158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045406" y="4794382"/>
              <a:ext cx="167160" cy="216457"/>
            </a:xfrm>
            <a:custGeom>
              <a:avLst/>
              <a:pathLst>
                <a:path w="167160" h="216457">
                  <a:moveTo>
                    <a:pt x="167160" y="0"/>
                  </a:moveTo>
                  <a:lnTo>
                    <a:pt x="161771" y="86"/>
                  </a:lnTo>
                  <a:lnTo>
                    <a:pt x="156387" y="347"/>
                  </a:lnTo>
                  <a:lnTo>
                    <a:pt x="151015" y="781"/>
                  </a:lnTo>
                  <a:lnTo>
                    <a:pt x="145660" y="1388"/>
                  </a:lnTo>
                  <a:lnTo>
                    <a:pt x="140327" y="2167"/>
                  </a:lnTo>
                  <a:lnTo>
                    <a:pt x="135021" y="3118"/>
                  </a:lnTo>
                  <a:lnTo>
                    <a:pt x="129750" y="4239"/>
                  </a:lnTo>
                  <a:lnTo>
                    <a:pt x="124517" y="5530"/>
                  </a:lnTo>
                  <a:lnTo>
                    <a:pt x="119328" y="6989"/>
                  </a:lnTo>
                  <a:lnTo>
                    <a:pt x="114189" y="8614"/>
                  </a:lnTo>
                  <a:lnTo>
                    <a:pt x="109105" y="10404"/>
                  </a:lnTo>
                  <a:lnTo>
                    <a:pt x="104082" y="12357"/>
                  </a:lnTo>
                  <a:lnTo>
                    <a:pt x="99124" y="14471"/>
                  </a:lnTo>
                  <a:lnTo>
                    <a:pt x="94237" y="16744"/>
                  </a:lnTo>
                  <a:lnTo>
                    <a:pt x="89425" y="19173"/>
                  </a:lnTo>
                  <a:lnTo>
                    <a:pt x="84695" y="21756"/>
                  </a:lnTo>
                  <a:lnTo>
                    <a:pt x="80050" y="24490"/>
                  </a:lnTo>
                  <a:lnTo>
                    <a:pt x="75496" y="27372"/>
                  </a:lnTo>
                  <a:lnTo>
                    <a:pt x="71037" y="30400"/>
                  </a:lnTo>
                  <a:lnTo>
                    <a:pt x="66678" y="33570"/>
                  </a:lnTo>
                  <a:lnTo>
                    <a:pt x="62423" y="36878"/>
                  </a:lnTo>
                  <a:lnTo>
                    <a:pt x="58277" y="40322"/>
                  </a:lnTo>
                  <a:lnTo>
                    <a:pt x="54245" y="43899"/>
                  </a:lnTo>
                  <a:lnTo>
                    <a:pt x="50330" y="47603"/>
                  </a:lnTo>
                  <a:lnTo>
                    <a:pt x="46536" y="51431"/>
                  </a:lnTo>
                  <a:lnTo>
                    <a:pt x="42868" y="55380"/>
                  </a:lnTo>
                  <a:lnTo>
                    <a:pt x="39328" y="59445"/>
                  </a:lnTo>
                  <a:lnTo>
                    <a:pt x="35922" y="63622"/>
                  </a:lnTo>
                  <a:lnTo>
                    <a:pt x="32652" y="67906"/>
                  </a:lnTo>
                  <a:lnTo>
                    <a:pt x="29522" y="72294"/>
                  </a:lnTo>
                  <a:lnTo>
                    <a:pt x="26535" y="76781"/>
                  </a:lnTo>
                  <a:lnTo>
                    <a:pt x="23695" y="81361"/>
                  </a:lnTo>
                  <a:lnTo>
                    <a:pt x="21003" y="86031"/>
                  </a:lnTo>
                  <a:lnTo>
                    <a:pt x="18463" y="90784"/>
                  </a:lnTo>
                  <a:lnTo>
                    <a:pt x="16078" y="95618"/>
                  </a:lnTo>
                  <a:lnTo>
                    <a:pt x="13850" y="100525"/>
                  </a:lnTo>
                  <a:lnTo>
                    <a:pt x="11782" y="105502"/>
                  </a:lnTo>
                  <a:lnTo>
                    <a:pt x="9874" y="110544"/>
                  </a:lnTo>
                  <a:lnTo>
                    <a:pt x="8131" y="115643"/>
                  </a:lnTo>
                  <a:lnTo>
                    <a:pt x="6552" y="120797"/>
                  </a:lnTo>
                  <a:lnTo>
                    <a:pt x="5141" y="125999"/>
                  </a:lnTo>
                  <a:lnTo>
                    <a:pt x="3898" y="131243"/>
                  </a:lnTo>
                  <a:lnTo>
                    <a:pt x="2825" y="136525"/>
                  </a:lnTo>
                  <a:lnTo>
                    <a:pt x="1923" y="141839"/>
                  </a:lnTo>
                  <a:lnTo>
                    <a:pt x="1192" y="147179"/>
                  </a:lnTo>
                  <a:lnTo>
                    <a:pt x="634" y="152539"/>
                  </a:lnTo>
                  <a:lnTo>
                    <a:pt x="249" y="157915"/>
                  </a:lnTo>
                  <a:lnTo>
                    <a:pt x="37" y="163301"/>
                  </a:lnTo>
                  <a:lnTo>
                    <a:pt x="0" y="168691"/>
                  </a:lnTo>
                  <a:lnTo>
                    <a:pt x="136" y="174079"/>
                  </a:lnTo>
                  <a:lnTo>
                    <a:pt x="445" y="179460"/>
                  </a:lnTo>
                  <a:lnTo>
                    <a:pt x="928" y="184828"/>
                  </a:lnTo>
                  <a:lnTo>
                    <a:pt x="1584" y="190177"/>
                  </a:lnTo>
                  <a:lnTo>
                    <a:pt x="2412" y="195503"/>
                  </a:lnTo>
                  <a:lnTo>
                    <a:pt x="3411" y="200799"/>
                  </a:lnTo>
                  <a:lnTo>
                    <a:pt x="4580" y="206061"/>
                  </a:lnTo>
                  <a:lnTo>
                    <a:pt x="5918" y="211282"/>
                  </a:lnTo>
                  <a:lnTo>
                    <a:pt x="7424" y="21645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2831" y="4961550"/>
              <a:ext cx="159735" cy="49289"/>
            </a:xfrm>
            <a:custGeom>
              <a:avLst/>
              <a:pathLst>
                <a:path w="159735" h="49289">
                  <a:moveTo>
                    <a:pt x="0" y="49289"/>
                  </a:moveTo>
                  <a:lnTo>
                    <a:pt x="1597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2831" y="4961550"/>
              <a:ext cx="159735" cy="76560"/>
            </a:xfrm>
            <a:custGeom>
              <a:avLst/>
              <a:pathLst>
                <a:path w="159735" h="76560">
                  <a:moveTo>
                    <a:pt x="0" y="49289"/>
                  </a:moveTo>
                  <a:lnTo>
                    <a:pt x="2328" y="56285"/>
                  </a:lnTo>
                  <a:lnTo>
                    <a:pt x="4963" y="63170"/>
                  </a:lnTo>
                  <a:lnTo>
                    <a:pt x="7899" y="69933"/>
                  </a:lnTo>
                  <a:lnTo>
                    <a:pt x="11130" y="76560"/>
                  </a:lnTo>
                  <a:lnTo>
                    <a:pt x="15973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63961" y="4794382"/>
              <a:ext cx="315764" cy="334322"/>
            </a:xfrm>
            <a:custGeom>
              <a:avLst/>
              <a:pathLst>
                <a:path w="315764" h="334322">
                  <a:moveTo>
                    <a:pt x="0" y="243727"/>
                  </a:moveTo>
                  <a:lnTo>
                    <a:pt x="2513" y="248421"/>
                  </a:lnTo>
                  <a:lnTo>
                    <a:pt x="5175" y="253033"/>
                  </a:lnTo>
                  <a:lnTo>
                    <a:pt x="7983" y="257557"/>
                  </a:lnTo>
                  <a:lnTo>
                    <a:pt x="10933" y="261990"/>
                  </a:lnTo>
                  <a:lnTo>
                    <a:pt x="14023" y="266327"/>
                  </a:lnTo>
                  <a:lnTo>
                    <a:pt x="17249" y="270563"/>
                  </a:lnTo>
                  <a:lnTo>
                    <a:pt x="20609" y="274694"/>
                  </a:lnTo>
                  <a:lnTo>
                    <a:pt x="24099" y="278716"/>
                  </a:lnTo>
                  <a:lnTo>
                    <a:pt x="27715" y="282625"/>
                  </a:lnTo>
                  <a:lnTo>
                    <a:pt x="31453" y="286417"/>
                  </a:lnTo>
                  <a:lnTo>
                    <a:pt x="35311" y="290087"/>
                  </a:lnTo>
                  <a:lnTo>
                    <a:pt x="39283" y="293633"/>
                  </a:lnTo>
                  <a:lnTo>
                    <a:pt x="43366" y="297051"/>
                  </a:lnTo>
                  <a:lnTo>
                    <a:pt x="47556" y="300337"/>
                  </a:lnTo>
                  <a:lnTo>
                    <a:pt x="51849" y="303487"/>
                  </a:lnTo>
                  <a:lnTo>
                    <a:pt x="56240" y="306500"/>
                  </a:lnTo>
                  <a:lnTo>
                    <a:pt x="60724" y="309371"/>
                  </a:lnTo>
                  <a:lnTo>
                    <a:pt x="65298" y="312098"/>
                  </a:lnTo>
                  <a:lnTo>
                    <a:pt x="69956" y="314677"/>
                  </a:lnTo>
                  <a:lnTo>
                    <a:pt x="74694" y="317108"/>
                  </a:lnTo>
                  <a:lnTo>
                    <a:pt x="79507" y="319385"/>
                  </a:lnTo>
                  <a:lnTo>
                    <a:pt x="84390" y="321509"/>
                  </a:lnTo>
                  <a:lnTo>
                    <a:pt x="89338" y="323476"/>
                  </a:lnTo>
                  <a:lnTo>
                    <a:pt x="94347" y="325284"/>
                  </a:lnTo>
                  <a:lnTo>
                    <a:pt x="99410" y="326932"/>
                  </a:lnTo>
                  <a:lnTo>
                    <a:pt x="104524" y="328418"/>
                  </a:lnTo>
                  <a:lnTo>
                    <a:pt x="109682" y="329740"/>
                  </a:lnTo>
                  <a:lnTo>
                    <a:pt x="114879" y="330897"/>
                  </a:lnTo>
                  <a:lnTo>
                    <a:pt x="120111" y="331888"/>
                  </a:lnTo>
                  <a:lnTo>
                    <a:pt x="125372" y="332712"/>
                  </a:lnTo>
                  <a:lnTo>
                    <a:pt x="130656" y="333368"/>
                  </a:lnTo>
                  <a:lnTo>
                    <a:pt x="135958" y="333855"/>
                  </a:lnTo>
                  <a:lnTo>
                    <a:pt x="141274" y="334174"/>
                  </a:lnTo>
                  <a:lnTo>
                    <a:pt x="146597" y="334322"/>
                  </a:lnTo>
                  <a:lnTo>
                    <a:pt x="151921" y="334301"/>
                  </a:lnTo>
                  <a:lnTo>
                    <a:pt x="157243" y="334111"/>
                  </a:lnTo>
                  <a:lnTo>
                    <a:pt x="162555" y="333751"/>
                  </a:lnTo>
                  <a:lnTo>
                    <a:pt x="167854" y="333222"/>
                  </a:lnTo>
                  <a:lnTo>
                    <a:pt x="173133" y="332525"/>
                  </a:lnTo>
                  <a:lnTo>
                    <a:pt x="178387" y="331660"/>
                  </a:lnTo>
                  <a:lnTo>
                    <a:pt x="183611" y="330628"/>
                  </a:lnTo>
                  <a:lnTo>
                    <a:pt x="188799" y="329430"/>
                  </a:lnTo>
                  <a:lnTo>
                    <a:pt x="193947" y="328068"/>
                  </a:lnTo>
                  <a:lnTo>
                    <a:pt x="199048" y="326542"/>
                  </a:lnTo>
                  <a:lnTo>
                    <a:pt x="204099" y="324855"/>
                  </a:lnTo>
                  <a:lnTo>
                    <a:pt x="209093" y="323007"/>
                  </a:lnTo>
                  <a:lnTo>
                    <a:pt x="214025" y="321002"/>
                  </a:lnTo>
                  <a:lnTo>
                    <a:pt x="218892" y="318840"/>
                  </a:lnTo>
                  <a:lnTo>
                    <a:pt x="223687" y="316524"/>
                  </a:lnTo>
                  <a:lnTo>
                    <a:pt x="228406" y="314057"/>
                  </a:lnTo>
                  <a:lnTo>
                    <a:pt x="233043" y="311441"/>
                  </a:lnTo>
                  <a:lnTo>
                    <a:pt x="237596" y="308679"/>
                  </a:lnTo>
                  <a:lnTo>
                    <a:pt x="242058" y="305773"/>
                  </a:lnTo>
                  <a:lnTo>
                    <a:pt x="246425" y="302726"/>
                  </a:lnTo>
                  <a:lnTo>
                    <a:pt x="250692" y="299542"/>
                  </a:lnTo>
                  <a:lnTo>
                    <a:pt x="254857" y="296223"/>
                  </a:lnTo>
                  <a:lnTo>
                    <a:pt x="258913" y="292773"/>
                  </a:lnTo>
                  <a:lnTo>
                    <a:pt x="262858" y="289197"/>
                  </a:lnTo>
                  <a:lnTo>
                    <a:pt x="266686" y="285496"/>
                  </a:lnTo>
                  <a:lnTo>
                    <a:pt x="270395" y="281675"/>
                  </a:lnTo>
                  <a:lnTo>
                    <a:pt x="273980" y="277738"/>
                  </a:lnTo>
                  <a:lnTo>
                    <a:pt x="277438" y="273689"/>
                  </a:lnTo>
                  <a:lnTo>
                    <a:pt x="280765" y="269531"/>
                  </a:lnTo>
                  <a:lnTo>
                    <a:pt x="283959" y="265270"/>
                  </a:lnTo>
                  <a:lnTo>
                    <a:pt x="287014" y="260910"/>
                  </a:lnTo>
                  <a:lnTo>
                    <a:pt x="289930" y="256454"/>
                  </a:lnTo>
                  <a:lnTo>
                    <a:pt x="292702" y="251907"/>
                  </a:lnTo>
                  <a:lnTo>
                    <a:pt x="295328" y="247275"/>
                  </a:lnTo>
                  <a:lnTo>
                    <a:pt x="297805" y="242561"/>
                  </a:lnTo>
                  <a:lnTo>
                    <a:pt x="300130" y="237771"/>
                  </a:lnTo>
                  <a:lnTo>
                    <a:pt x="302302" y="232909"/>
                  </a:lnTo>
                  <a:lnTo>
                    <a:pt x="304318" y="227981"/>
                  </a:lnTo>
                  <a:lnTo>
                    <a:pt x="306176" y="222991"/>
                  </a:lnTo>
                  <a:lnTo>
                    <a:pt x="307874" y="217944"/>
                  </a:lnTo>
                  <a:lnTo>
                    <a:pt x="309410" y="212846"/>
                  </a:lnTo>
                  <a:lnTo>
                    <a:pt x="310783" y="207701"/>
                  </a:lnTo>
                  <a:lnTo>
                    <a:pt x="311992" y="202515"/>
                  </a:lnTo>
                  <a:lnTo>
                    <a:pt x="313035" y="197293"/>
                  </a:lnTo>
                  <a:lnTo>
                    <a:pt x="313911" y="192041"/>
                  </a:lnTo>
                  <a:lnTo>
                    <a:pt x="314620" y="186764"/>
                  </a:lnTo>
                  <a:lnTo>
                    <a:pt x="315159" y="181466"/>
                  </a:lnTo>
                  <a:lnTo>
                    <a:pt x="315530" y="176154"/>
                  </a:lnTo>
                  <a:lnTo>
                    <a:pt x="315732" y="170833"/>
                  </a:lnTo>
                  <a:lnTo>
                    <a:pt x="315764" y="165509"/>
                  </a:lnTo>
                  <a:lnTo>
                    <a:pt x="315626" y="160185"/>
                  </a:lnTo>
                  <a:lnTo>
                    <a:pt x="315319" y="154870"/>
                  </a:lnTo>
                  <a:lnTo>
                    <a:pt x="314843" y="149566"/>
                  </a:lnTo>
                  <a:lnTo>
                    <a:pt x="314198" y="144280"/>
                  </a:lnTo>
                  <a:lnTo>
                    <a:pt x="313385" y="139018"/>
                  </a:lnTo>
                  <a:lnTo>
                    <a:pt x="312405" y="133784"/>
                  </a:lnTo>
                  <a:lnTo>
                    <a:pt x="311259" y="128584"/>
                  </a:lnTo>
                  <a:lnTo>
                    <a:pt x="309947" y="123423"/>
                  </a:lnTo>
                  <a:lnTo>
                    <a:pt x="308472" y="118307"/>
                  </a:lnTo>
                  <a:lnTo>
                    <a:pt x="306835" y="113240"/>
                  </a:lnTo>
                  <a:lnTo>
                    <a:pt x="305037" y="108228"/>
                  </a:lnTo>
                  <a:lnTo>
                    <a:pt x="303081" y="103276"/>
                  </a:lnTo>
                  <a:lnTo>
                    <a:pt x="300967" y="98388"/>
                  </a:lnTo>
                  <a:lnTo>
                    <a:pt x="298700" y="93570"/>
                  </a:lnTo>
                  <a:lnTo>
                    <a:pt x="296279" y="88827"/>
                  </a:lnTo>
                  <a:lnTo>
                    <a:pt x="293709" y="84164"/>
                  </a:lnTo>
                  <a:lnTo>
                    <a:pt x="290992" y="79584"/>
                  </a:lnTo>
                  <a:lnTo>
                    <a:pt x="288131" y="75094"/>
                  </a:lnTo>
                  <a:lnTo>
                    <a:pt x="285127" y="70697"/>
                  </a:lnTo>
                  <a:lnTo>
                    <a:pt x="281986" y="66397"/>
                  </a:lnTo>
                  <a:lnTo>
                    <a:pt x="278708" y="62201"/>
                  </a:lnTo>
                  <a:lnTo>
                    <a:pt x="275299" y="58110"/>
                  </a:lnTo>
                  <a:lnTo>
                    <a:pt x="271762" y="54130"/>
                  </a:lnTo>
                  <a:lnTo>
                    <a:pt x="268099" y="50265"/>
                  </a:lnTo>
                  <a:lnTo>
                    <a:pt x="264315" y="46519"/>
                  </a:lnTo>
                  <a:lnTo>
                    <a:pt x="260414" y="42895"/>
                  </a:lnTo>
                  <a:lnTo>
                    <a:pt x="256399" y="39397"/>
                  </a:lnTo>
                  <a:lnTo>
                    <a:pt x="252275" y="36028"/>
                  </a:lnTo>
                  <a:lnTo>
                    <a:pt x="248046" y="32793"/>
                  </a:lnTo>
                  <a:lnTo>
                    <a:pt x="243716" y="29694"/>
                  </a:lnTo>
                  <a:lnTo>
                    <a:pt x="239289" y="26734"/>
                  </a:lnTo>
                  <a:lnTo>
                    <a:pt x="234770" y="23917"/>
                  </a:lnTo>
                  <a:lnTo>
                    <a:pt x="230164" y="21246"/>
                  </a:lnTo>
                  <a:lnTo>
                    <a:pt x="225476" y="18722"/>
                  </a:lnTo>
                  <a:lnTo>
                    <a:pt x="220709" y="16349"/>
                  </a:lnTo>
                  <a:lnTo>
                    <a:pt x="215869" y="14129"/>
                  </a:lnTo>
                  <a:lnTo>
                    <a:pt x="210960" y="12065"/>
                  </a:lnTo>
                  <a:lnTo>
                    <a:pt x="205989" y="10157"/>
                  </a:lnTo>
                  <a:lnTo>
                    <a:pt x="200959" y="8409"/>
                  </a:lnTo>
                  <a:lnTo>
                    <a:pt x="195876" y="6822"/>
                  </a:lnTo>
                  <a:lnTo>
                    <a:pt x="190746" y="5398"/>
                  </a:lnTo>
                  <a:lnTo>
                    <a:pt x="185572" y="4138"/>
                  </a:lnTo>
                  <a:lnTo>
                    <a:pt x="180361" y="3044"/>
                  </a:lnTo>
                  <a:lnTo>
                    <a:pt x="175118" y="2115"/>
                  </a:lnTo>
                  <a:lnTo>
                    <a:pt x="169847" y="1355"/>
                  </a:lnTo>
                  <a:lnTo>
                    <a:pt x="164556" y="762"/>
                  </a:lnTo>
                  <a:lnTo>
                    <a:pt x="159248" y="339"/>
                  </a:lnTo>
                  <a:lnTo>
                    <a:pt x="153929" y="84"/>
                  </a:lnTo>
                  <a:lnTo>
                    <a:pt x="148605" y="0"/>
                  </a:lnTo>
                  <a:lnTo>
                    <a:pt x="1486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8364" y="5103947"/>
              <a:ext cx="724" cy="167167"/>
            </a:xfrm>
            <a:custGeom>
              <a:avLst/>
              <a:pathLst>
                <a:path w="724" h="167167">
                  <a:moveTo>
                    <a:pt x="724" y="0"/>
                  </a:moveTo>
                  <a:lnTo>
                    <a:pt x="0" y="1"/>
                  </a:lnTo>
                  <a:lnTo>
                    <a:pt x="72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8364" y="5103948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461937" y="5103948"/>
              <a:ext cx="334303" cy="334333"/>
            </a:xfrm>
            <a:custGeom>
              <a:avLst/>
              <a:pathLst>
                <a:path w="334303" h="334333">
                  <a:moveTo>
                    <a:pt x="166427" y="0"/>
                  </a:moveTo>
                  <a:lnTo>
                    <a:pt x="161131" y="106"/>
                  </a:lnTo>
                  <a:lnTo>
                    <a:pt x="155841" y="381"/>
                  </a:lnTo>
                  <a:lnTo>
                    <a:pt x="150562" y="823"/>
                  </a:lnTo>
                  <a:lnTo>
                    <a:pt x="145300" y="1432"/>
                  </a:lnTo>
                  <a:lnTo>
                    <a:pt x="140060" y="2208"/>
                  </a:lnTo>
                  <a:lnTo>
                    <a:pt x="134848" y="3149"/>
                  </a:lnTo>
                  <a:lnTo>
                    <a:pt x="129667" y="4255"/>
                  </a:lnTo>
                  <a:lnTo>
                    <a:pt x="124524" y="5524"/>
                  </a:lnTo>
                  <a:lnTo>
                    <a:pt x="119425" y="6956"/>
                  </a:lnTo>
                  <a:lnTo>
                    <a:pt x="114372" y="8548"/>
                  </a:lnTo>
                  <a:lnTo>
                    <a:pt x="109373" y="10300"/>
                  </a:lnTo>
                  <a:lnTo>
                    <a:pt x="104432" y="12210"/>
                  </a:lnTo>
                  <a:lnTo>
                    <a:pt x="99554" y="14274"/>
                  </a:lnTo>
                  <a:lnTo>
                    <a:pt x="94744" y="16493"/>
                  </a:lnTo>
                  <a:lnTo>
                    <a:pt x="90007" y="18863"/>
                  </a:lnTo>
                  <a:lnTo>
                    <a:pt x="85347" y="21381"/>
                  </a:lnTo>
                  <a:lnTo>
                    <a:pt x="80769" y="24046"/>
                  </a:lnTo>
                  <a:lnTo>
                    <a:pt x="76278" y="26855"/>
                  </a:lnTo>
                  <a:lnTo>
                    <a:pt x="71878" y="29805"/>
                  </a:lnTo>
                  <a:lnTo>
                    <a:pt x="67574" y="32892"/>
                  </a:lnTo>
                  <a:lnTo>
                    <a:pt x="63370" y="36115"/>
                  </a:lnTo>
                  <a:lnTo>
                    <a:pt x="59270" y="39468"/>
                  </a:lnTo>
                  <a:lnTo>
                    <a:pt x="55278" y="42951"/>
                  </a:lnTo>
                  <a:lnTo>
                    <a:pt x="51399" y="46557"/>
                  </a:lnTo>
                  <a:lnTo>
                    <a:pt x="47635" y="50285"/>
                  </a:lnTo>
                  <a:lnTo>
                    <a:pt x="43992" y="54131"/>
                  </a:lnTo>
                  <a:lnTo>
                    <a:pt x="40473" y="58090"/>
                  </a:lnTo>
                  <a:lnTo>
                    <a:pt x="37080" y="62158"/>
                  </a:lnTo>
                  <a:lnTo>
                    <a:pt x="33819" y="66332"/>
                  </a:lnTo>
                  <a:lnTo>
                    <a:pt x="30691" y="70607"/>
                  </a:lnTo>
                  <a:lnTo>
                    <a:pt x="27700" y="74979"/>
                  </a:lnTo>
                  <a:lnTo>
                    <a:pt x="24849" y="79443"/>
                  </a:lnTo>
                  <a:lnTo>
                    <a:pt x="22142" y="83996"/>
                  </a:lnTo>
                  <a:lnTo>
                    <a:pt x="19579" y="88632"/>
                  </a:lnTo>
                  <a:lnTo>
                    <a:pt x="17165" y="93347"/>
                  </a:lnTo>
                  <a:lnTo>
                    <a:pt x="14902" y="98136"/>
                  </a:lnTo>
                  <a:lnTo>
                    <a:pt x="12791" y="102995"/>
                  </a:lnTo>
                  <a:lnTo>
                    <a:pt x="10835" y="107917"/>
                  </a:lnTo>
                  <a:lnTo>
                    <a:pt x="9037" y="112900"/>
                  </a:lnTo>
                  <a:lnTo>
                    <a:pt x="7397" y="117937"/>
                  </a:lnTo>
                  <a:lnTo>
                    <a:pt x="5917" y="123023"/>
                  </a:lnTo>
                  <a:lnTo>
                    <a:pt x="4600" y="128153"/>
                  </a:lnTo>
                  <a:lnTo>
                    <a:pt x="3445" y="133323"/>
                  </a:lnTo>
                  <a:lnTo>
                    <a:pt x="2455" y="138527"/>
                  </a:lnTo>
                  <a:lnTo>
                    <a:pt x="1630" y="143759"/>
                  </a:lnTo>
                  <a:lnTo>
                    <a:pt x="972" y="149015"/>
                  </a:lnTo>
                  <a:lnTo>
                    <a:pt x="480" y="154290"/>
                  </a:lnTo>
                  <a:lnTo>
                    <a:pt x="156" y="159577"/>
                  </a:lnTo>
                  <a:lnTo>
                    <a:pt x="0" y="164872"/>
                  </a:lnTo>
                  <a:lnTo>
                    <a:pt x="11" y="170169"/>
                  </a:lnTo>
                  <a:lnTo>
                    <a:pt x="190" y="175463"/>
                  </a:lnTo>
                  <a:lnTo>
                    <a:pt x="537" y="180748"/>
                  </a:lnTo>
                  <a:lnTo>
                    <a:pt x="1051" y="186021"/>
                  </a:lnTo>
                  <a:lnTo>
                    <a:pt x="1731" y="191274"/>
                  </a:lnTo>
                  <a:lnTo>
                    <a:pt x="2578" y="196503"/>
                  </a:lnTo>
                  <a:lnTo>
                    <a:pt x="3590" y="201702"/>
                  </a:lnTo>
                  <a:lnTo>
                    <a:pt x="4767" y="206867"/>
                  </a:lnTo>
                  <a:lnTo>
                    <a:pt x="6106" y="211992"/>
                  </a:lnTo>
                  <a:lnTo>
                    <a:pt x="7607" y="217072"/>
                  </a:lnTo>
                  <a:lnTo>
                    <a:pt x="9268" y="222102"/>
                  </a:lnTo>
                  <a:lnTo>
                    <a:pt x="11088" y="227076"/>
                  </a:lnTo>
                  <a:lnTo>
                    <a:pt x="13065" y="231991"/>
                  </a:lnTo>
                  <a:lnTo>
                    <a:pt x="15196" y="236840"/>
                  </a:lnTo>
                  <a:lnTo>
                    <a:pt x="17480" y="241620"/>
                  </a:lnTo>
                  <a:lnTo>
                    <a:pt x="19914" y="246324"/>
                  </a:lnTo>
                  <a:lnTo>
                    <a:pt x="22496" y="250950"/>
                  </a:lnTo>
                  <a:lnTo>
                    <a:pt x="25223" y="255491"/>
                  </a:lnTo>
                  <a:lnTo>
                    <a:pt x="28093" y="259943"/>
                  </a:lnTo>
                  <a:lnTo>
                    <a:pt x="31102" y="264302"/>
                  </a:lnTo>
                  <a:lnTo>
                    <a:pt x="34248" y="268564"/>
                  </a:lnTo>
                  <a:lnTo>
                    <a:pt x="37527" y="272724"/>
                  </a:lnTo>
                  <a:lnTo>
                    <a:pt x="40937" y="276778"/>
                  </a:lnTo>
                  <a:lnTo>
                    <a:pt x="44473" y="280722"/>
                  </a:lnTo>
                  <a:lnTo>
                    <a:pt x="48133" y="284552"/>
                  </a:lnTo>
                  <a:lnTo>
                    <a:pt x="51912" y="288264"/>
                  </a:lnTo>
                  <a:lnTo>
                    <a:pt x="55806" y="291854"/>
                  </a:lnTo>
                  <a:lnTo>
                    <a:pt x="59813" y="295319"/>
                  </a:lnTo>
                  <a:lnTo>
                    <a:pt x="63927" y="298656"/>
                  </a:lnTo>
                  <a:lnTo>
                    <a:pt x="68145" y="301860"/>
                  </a:lnTo>
                  <a:lnTo>
                    <a:pt x="72462" y="304929"/>
                  </a:lnTo>
                  <a:lnTo>
                    <a:pt x="76874" y="307860"/>
                  </a:lnTo>
                  <a:lnTo>
                    <a:pt x="81377" y="310650"/>
                  </a:lnTo>
                  <a:lnTo>
                    <a:pt x="85966" y="313295"/>
                  </a:lnTo>
                  <a:lnTo>
                    <a:pt x="90637" y="315794"/>
                  </a:lnTo>
                  <a:lnTo>
                    <a:pt x="95385" y="318144"/>
                  </a:lnTo>
                  <a:lnTo>
                    <a:pt x="100204" y="320342"/>
                  </a:lnTo>
                  <a:lnTo>
                    <a:pt x="105091" y="322386"/>
                  </a:lnTo>
                  <a:lnTo>
                    <a:pt x="110040" y="324274"/>
                  </a:lnTo>
                  <a:lnTo>
                    <a:pt x="115046" y="326005"/>
                  </a:lnTo>
                  <a:lnTo>
                    <a:pt x="120105" y="327576"/>
                  </a:lnTo>
                  <a:lnTo>
                    <a:pt x="125211" y="328986"/>
                  </a:lnTo>
                  <a:lnTo>
                    <a:pt x="130359" y="330234"/>
                  </a:lnTo>
                  <a:lnTo>
                    <a:pt x="135544" y="331318"/>
                  </a:lnTo>
                  <a:lnTo>
                    <a:pt x="140761" y="332237"/>
                  </a:lnTo>
                  <a:lnTo>
                    <a:pt x="146004" y="332990"/>
                  </a:lnTo>
                  <a:lnTo>
                    <a:pt x="151269" y="333577"/>
                  </a:lnTo>
                  <a:lnTo>
                    <a:pt x="156549" y="333996"/>
                  </a:lnTo>
                  <a:lnTo>
                    <a:pt x="161840" y="334248"/>
                  </a:lnTo>
                  <a:lnTo>
                    <a:pt x="167136" y="334333"/>
                  </a:lnTo>
                  <a:lnTo>
                    <a:pt x="172433" y="334249"/>
                  </a:lnTo>
                  <a:lnTo>
                    <a:pt x="177724" y="333998"/>
                  </a:lnTo>
                  <a:lnTo>
                    <a:pt x="183004" y="333579"/>
                  </a:lnTo>
                  <a:lnTo>
                    <a:pt x="188269" y="332994"/>
                  </a:lnTo>
                  <a:lnTo>
                    <a:pt x="193512" y="332241"/>
                  </a:lnTo>
                  <a:lnTo>
                    <a:pt x="198729" y="331323"/>
                  </a:lnTo>
                  <a:lnTo>
                    <a:pt x="203915" y="330240"/>
                  </a:lnTo>
                  <a:lnTo>
                    <a:pt x="209063" y="328994"/>
                  </a:lnTo>
                  <a:lnTo>
                    <a:pt x="214169" y="327584"/>
                  </a:lnTo>
                  <a:lnTo>
                    <a:pt x="219228" y="326014"/>
                  </a:lnTo>
                  <a:lnTo>
                    <a:pt x="224235" y="324285"/>
                  </a:lnTo>
                  <a:lnTo>
                    <a:pt x="229184" y="322397"/>
                  </a:lnTo>
                  <a:lnTo>
                    <a:pt x="234071" y="320354"/>
                  </a:lnTo>
                  <a:lnTo>
                    <a:pt x="238891" y="318157"/>
                  </a:lnTo>
                  <a:lnTo>
                    <a:pt x="243639" y="315808"/>
                  </a:lnTo>
                  <a:lnTo>
                    <a:pt x="248310" y="313310"/>
                  </a:lnTo>
                  <a:lnTo>
                    <a:pt x="252900" y="310665"/>
                  </a:lnTo>
                  <a:lnTo>
                    <a:pt x="257403" y="307876"/>
                  </a:lnTo>
                  <a:lnTo>
                    <a:pt x="261816" y="304946"/>
                  </a:lnTo>
                  <a:lnTo>
                    <a:pt x="266134" y="301878"/>
                  </a:lnTo>
                  <a:lnTo>
                    <a:pt x="270352" y="298674"/>
                  </a:lnTo>
                  <a:lnTo>
                    <a:pt x="274467" y="295338"/>
                  </a:lnTo>
                  <a:lnTo>
                    <a:pt x="278474" y="291874"/>
                  </a:lnTo>
                  <a:lnTo>
                    <a:pt x="282369" y="288284"/>
                  </a:lnTo>
                  <a:lnTo>
                    <a:pt x="286149" y="284573"/>
                  </a:lnTo>
                  <a:lnTo>
                    <a:pt x="289809" y="280743"/>
                  </a:lnTo>
                  <a:lnTo>
                    <a:pt x="293346" y="276800"/>
                  </a:lnTo>
                  <a:lnTo>
                    <a:pt x="296756" y="272747"/>
                  </a:lnTo>
                  <a:lnTo>
                    <a:pt x="300036" y="268588"/>
                  </a:lnTo>
                  <a:lnTo>
                    <a:pt x="303183" y="264326"/>
                  </a:lnTo>
                  <a:lnTo>
                    <a:pt x="306193" y="259968"/>
                  </a:lnTo>
                  <a:lnTo>
                    <a:pt x="309064" y="255516"/>
                  </a:lnTo>
                  <a:lnTo>
                    <a:pt x="311792" y="250975"/>
                  </a:lnTo>
                  <a:lnTo>
                    <a:pt x="314374" y="246350"/>
                  </a:lnTo>
                  <a:lnTo>
                    <a:pt x="316809" y="241646"/>
                  </a:lnTo>
                  <a:lnTo>
                    <a:pt x="319094" y="236867"/>
                  </a:lnTo>
                  <a:lnTo>
                    <a:pt x="321226" y="232018"/>
                  </a:lnTo>
                  <a:lnTo>
                    <a:pt x="323204" y="227104"/>
                  </a:lnTo>
                  <a:lnTo>
                    <a:pt x="325024" y="222130"/>
                  </a:lnTo>
                  <a:lnTo>
                    <a:pt x="326686" y="217100"/>
                  </a:lnTo>
                  <a:lnTo>
                    <a:pt x="328188" y="212020"/>
                  </a:lnTo>
                  <a:lnTo>
                    <a:pt x="329529" y="206896"/>
                  </a:lnTo>
                  <a:lnTo>
                    <a:pt x="330706" y="201731"/>
                  </a:lnTo>
                  <a:lnTo>
                    <a:pt x="331719" y="196532"/>
                  </a:lnTo>
                  <a:lnTo>
                    <a:pt x="332567" y="191303"/>
                  </a:lnTo>
                  <a:lnTo>
                    <a:pt x="333249" y="186050"/>
                  </a:lnTo>
                  <a:lnTo>
                    <a:pt x="333763" y="180778"/>
                  </a:lnTo>
                  <a:lnTo>
                    <a:pt x="334111" y="175492"/>
                  </a:lnTo>
                  <a:lnTo>
                    <a:pt x="334291" y="170198"/>
                  </a:lnTo>
                  <a:lnTo>
                    <a:pt x="334303" y="164901"/>
                  </a:lnTo>
                  <a:lnTo>
                    <a:pt x="334148" y="159606"/>
                  </a:lnTo>
                  <a:lnTo>
                    <a:pt x="333824" y="154319"/>
                  </a:lnTo>
                  <a:lnTo>
                    <a:pt x="333334" y="149045"/>
                  </a:lnTo>
                  <a:lnTo>
                    <a:pt x="332676" y="143789"/>
                  </a:lnTo>
                  <a:lnTo>
                    <a:pt x="331852" y="138556"/>
                  </a:lnTo>
                  <a:lnTo>
                    <a:pt x="330863" y="133352"/>
                  </a:lnTo>
                  <a:lnTo>
                    <a:pt x="329710" y="128182"/>
                  </a:lnTo>
                  <a:lnTo>
                    <a:pt x="328393" y="123051"/>
                  </a:lnTo>
                  <a:lnTo>
                    <a:pt x="326914" y="117965"/>
                  </a:lnTo>
                  <a:lnTo>
                    <a:pt x="325275" y="112928"/>
                  </a:lnTo>
                  <a:lnTo>
                    <a:pt x="323478" y="107945"/>
                  </a:lnTo>
                  <a:lnTo>
                    <a:pt x="321523" y="103022"/>
                  </a:lnTo>
                  <a:lnTo>
                    <a:pt x="319413" y="98163"/>
                  </a:lnTo>
                  <a:lnTo>
                    <a:pt x="317150" y="93374"/>
                  </a:lnTo>
                  <a:lnTo>
                    <a:pt x="314737" y="88658"/>
                  </a:lnTo>
                  <a:lnTo>
                    <a:pt x="312176" y="84022"/>
                  </a:lnTo>
                  <a:lnTo>
                    <a:pt x="309468" y="79468"/>
                  </a:lnTo>
                  <a:lnTo>
                    <a:pt x="306619" y="75003"/>
                  </a:lnTo>
                  <a:lnTo>
                    <a:pt x="303629" y="70631"/>
                  </a:lnTo>
                  <a:lnTo>
                    <a:pt x="300501" y="66355"/>
                  </a:lnTo>
                  <a:lnTo>
                    <a:pt x="297241" y="62181"/>
                  </a:lnTo>
                  <a:lnTo>
                    <a:pt x="293849" y="58112"/>
                  </a:lnTo>
                  <a:lnTo>
                    <a:pt x="290330" y="54153"/>
                  </a:lnTo>
                  <a:lnTo>
                    <a:pt x="286688" y="50307"/>
                  </a:lnTo>
                  <a:lnTo>
                    <a:pt x="282925" y="46578"/>
                  </a:lnTo>
                  <a:lnTo>
                    <a:pt x="279047" y="42970"/>
                  </a:lnTo>
                  <a:lnTo>
                    <a:pt x="275055" y="39488"/>
                  </a:lnTo>
                  <a:lnTo>
                    <a:pt x="270956" y="36133"/>
                  </a:lnTo>
                  <a:lnTo>
                    <a:pt x="266752" y="32910"/>
                  </a:lnTo>
                  <a:lnTo>
                    <a:pt x="262449" y="29821"/>
                  </a:lnTo>
                  <a:lnTo>
                    <a:pt x="258049" y="26871"/>
                  </a:lnTo>
                  <a:lnTo>
                    <a:pt x="253559" y="24062"/>
                  </a:lnTo>
                  <a:lnTo>
                    <a:pt x="248981" y="21396"/>
                  </a:lnTo>
                  <a:lnTo>
                    <a:pt x="244322" y="18876"/>
                  </a:lnTo>
                  <a:lnTo>
                    <a:pt x="239585" y="16506"/>
                  </a:lnTo>
                  <a:lnTo>
                    <a:pt x="234775" y="14286"/>
                  </a:lnTo>
                  <a:lnTo>
                    <a:pt x="229897" y="12221"/>
                  </a:lnTo>
                  <a:lnTo>
                    <a:pt x="224957" y="10310"/>
                  </a:lnTo>
                  <a:lnTo>
                    <a:pt x="219958" y="8558"/>
                  </a:lnTo>
                  <a:lnTo>
                    <a:pt x="214906" y="6964"/>
                  </a:lnTo>
                  <a:lnTo>
                    <a:pt x="167151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9088" y="5103947"/>
              <a:ext cx="47755" cy="167167"/>
            </a:xfrm>
            <a:custGeom>
              <a:avLst/>
              <a:pathLst>
                <a:path w="47755" h="167167">
                  <a:moveTo>
                    <a:pt x="47755" y="6966"/>
                  </a:moveTo>
                  <a:lnTo>
                    <a:pt x="41923" y="5342"/>
                  </a:lnTo>
                  <a:lnTo>
                    <a:pt x="36037" y="3930"/>
                  </a:lnTo>
                  <a:lnTo>
                    <a:pt x="30103" y="2732"/>
                  </a:lnTo>
                  <a:lnTo>
                    <a:pt x="24130" y="1750"/>
                  </a:lnTo>
                  <a:lnTo>
                    <a:pt x="18125" y="985"/>
                  </a:lnTo>
                  <a:lnTo>
                    <a:pt x="12096" y="438"/>
                  </a:lnTo>
                  <a:lnTo>
                    <a:pt x="6052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3938746" y="5309273"/>
              <a:ext cx="167148" cy="233248"/>
            </a:xfrm>
            <a:custGeom>
              <a:avLst/>
              <a:pathLst>
                <a:path w="167148" h="233248">
                  <a:moveTo>
                    <a:pt x="167148" y="0"/>
                  </a:moveTo>
                  <a:lnTo>
                    <a:pt x="161731" y="87"/>
                  </a:lnTo>
                  <a:lnTo>
                    <a:pt x="156319" y="351"/>
                  </a:lnTo>
                  <a:lnTo>
                    <a:pt x="150919" y="789"/>
                  </a:lnTo>
                  <a:lnTo>
                    <a:pt x="145535" y="1403"/>
                  </a:lnTo>
                  <a:lnTo>
                    <a:pt x="140175" y="2190"/>
                  </a:lnTo>
                  <a:lnTo>
                    <a:pt x="134842" y="3151"/>
                  </a:lnTo>
                  <a:lnTo>
                    <a:pt x="129544" y="4284"/>
                  </a:lnTo>
                  <a:lnTo>
                    <a:pt x="124285" y="5588"/>
                  </a:lnTo>
                  <a:lnTo>
                    <a:pt x="119071" y="7062"/>
                  </a:lnTo>
                  <a:lnTo>
                    <a:pt x="113908" y="8704"/>
                  </a:lnTo>
                  <a:lnTo>
                    <a:pt x="108801" y="10513"/>
                  </a:lnTo>
                  <a:lnTo>
                    <a:pt x="103755" y="12486"/>
                  </a:lnTo>
                  <a:lnTo>
                    <a:pt x="98775" y="14622"/>
                  </a:lnTo>
                  <a:lnTo>
                    <a:pt x="93867" y="16918"/>
                  </a:lnTo>
                  <a:lnTo>
                    <a:pt x="89037" y="19371"/>
                  </a:lnTo>
                  <a:lnTo>
                    <a:pt x="84288" y="21980"/>
                  </a:lnTo>
                  <a:lnTo>
                    <a:pt x="79627" y="24742"/>
                  </a:lnTo>
                  <a:lnTo>
                    <a:pt x="75057" y="27653"/>
                  </a:lnTo>
                  <a:lnTo>
                    <a:pt x="70584" y="30711"/>
                  </a:lnTo>
                  <a:lnTo>
                    <a:pt x="66213" y="33912"/>
                  </a:lnTo>
                  <a:lnTo>
                    <a:pt x="61947" y="37253"/>
                  </a:lnTo>
                  <a:lnTo>
                    <a:pt x="57792" y="40730"/>
                  </a:lnTo>
                  <a:lnTo>
                    <a:pt x="53752" y="44341"/>
                  </a:lnTo>
                  <a:lnTo>
                    <a:pt x="49831" y="48080"/>
                  </a:lnTo>
                  <a:lnTo>
                    <a:pt x="46034" y="51945"/>
                  </a:lnTo>
                  <a:lnTo>
                    <a:pt x="42363" y="55930"/>
                  </a:lnTo>
                  <a:lnTo>
                    <a:pt x="38824" y="60032"/>
                  </a:lnTo>
                  <a:lnTo>
                    <a:pt x="35419" y="64247"/>
                  </a:lnTo>
                  <a:lnTo>
                    <a:pt x="32153" y="68570"/>
                  </a:lnTo>
                  <a:lnTo>
                    <a:pt x="29029" y="72997"/>
                  </a:lnTo>
                  <a:lnTo>
                    <a:pt x="26050" y="77523"/>
                  </a:lnTo>
                  <a:lnTo>
                    <a:pt x="23219" y="82142"/>
                  </a:lnTo>
                  <a:lnTo>
                    <a:pt x="20539" y="86851"/>
                  </a:lnTo>
                  <a:lnTo>
                    <a:pt x="18013" y="91645"/>
                  </a:lnTo>
                  <a:lnTo>
                    <a:pt x="15644" y="96517"/>
                  </a:lnTo>
                  <a:lnTo>
                    <a:pt x="13434" y="101464"/>
                  </a:lnTo>
                  <a:lnTo>
                    <a:pt x="11385" y="106480"/>
                  </a:lnTo>
                  <a:lnTo>
                    <a:pt x="9500" y="111560"/>
                  </a:lnTo>
                  <a:lnTo>
                    <a:pt x="7781" y="116698"/>
                  </a:lnTo>
                  <a:lnTo>
                    <a:pt x="6229" y="121889"/>
                  </a:lnTo>
                  <a:lnTo>
                    <a:pt x="4846" y="127128"/>
                  </a:lnTo>
                  <a:lnTo>
                    <a:pt x="3634" y="132409"/>
                  </a:lnTo>
                  <a:lnTo>
                    <a:pt x="2594" y="137726"/>
                  </a:lnTo>
                  <a:lnTo>
                    <a:pt x="1726" y="143074"/>
                  </a:lnTo>
                  <a:lnTo>
                    <a:pt x="1032" y="148448"/>
                  </a:lnTo>
                  <a:lnTo>
                    <a:pt x="513" y="153841"/>
                  </a:lnTo>
                  <a:lnTo>
                    <a:pt x="168" y="159248"/>
                  </a:lnTo>
                  <a:lnTo>
                    <a:pt x="0" y="164664"/>
                  </a:lnTo>
                  <a:lnTo>
                    <a:pt x="6" y="170082"/>
                  </a:lnTo>
                  <a:lnTo>
                    <a:pt x="188" y="175497"/>
                  </a:lnTo>
                  <a:lnTo>
                    <a:pt x="546" y="180904"/>
                  </a:lnTo>
                  <a:lnTo>
                    <a:pt x="1079" y="186295"/>
                  </a:lnTo>
                  <a:lnTo>
                    <a:pt x="1786" y="191667"/>
                  </a:lnTo>
                  <a:lnTo>
                    <a:pt x="2667" y="197013"/>
                  </a:lnTo>
                  <a:lnTo>
                    <a:pt x="3720" y="202328"/>
                  </a:lnTo>
                  <a:lnTo>
                    <a:pt x="4946" y="207606"/>
                  </a:lnTo>
                  <a:lnTo>
                    <a:pt x="6341" y="212841"/>
                  </a:lnTo>
                  <a:lnTo>
                    <a:pt x="7906" y="218028"/>
                  </a:lnTo>
                  <a:lnTo>
                    <a:pt x="9638" y="223162"/>
                  </a:lnTo>
                  <a:lnTo>
                    <a:pt x="11535" y="228237"/>
                  </a:lnTo>
                  <a:lnTo>
                    <a:pt x="13596" y="23324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3952342" y="5309273"/>
              <a:ext cx="320706" cy="334330"/>
            </a:xfrm>
            <a:custGeom>
              <a:avLst/>
              <a:pathLst>
                <a:path w="320706" h="334330">
                  <a:moveTo>
                    <a:pt x="0" y="233248"/>
                  </a:moveTo>
                  <a:lnTo>
                    <a:pt x="2168" y="238076"/>
                  </a:lnTo>
                  <a:lnTo>
                    <a:pt x="4489" y="242833"/>
                  </a:lnTo>
                  <a:lnTo>
                    <a:pt x="6959" y="247514"/>
                  </a:lnTo>
                  <a:lnTo>
                    <a:pt x="9576" y="252114"/>
                  </a:lnTo>
                  <a:lnTo>
                    <a:pt x="12337" y="256629"/>
                  </a:lnTo>
                  <a:lnTo>
                    <a:pt x="15240" y="261055"/>
                  </a:lnTo>
                  <a:lnTo>
                    <a:pt x="18282" y="265386"/>
                  </a:lnTo>
                  <a:lnTo>
                    <a:pt x="21459" y="269619"/>
                  </a:lnTo>
                  <a:lnTo>
                    <a:pt x="24768" y="273749"/>
                  </a:lnTo>
                  <a:lnTo>
                    <a:pt x="28207" y="277773"/>
                  </a:lnTo>
                  <a:lnTo>
                    <a:pt x="31771" y="281685"/>
                  </a:lnTo>
                  <a:lnTo>
                    <a:pt x="35457" y="285483"/>
                  </a:lnTo>
                  <a:lnTo>
                    <a:pt x="39262" y="289162"/>
                  </a:lnTo>
                  <a:lnTo>
                    <a:pt x="43181" y="292719"/>
                  </a:lnTo>
                  <a:lnTo>
                    <a:pt x="47211" y="296150"/>
                  </a:lnTo>
                  <a:lnTo>
                    <a:pt x="51347" y="299452"/>
                  </a:lnTo>
                  <a:lnTo>
                    <a:pt x="55586" y="302621"/>
                  </a:lnTo>
                  <a:lnTo>
                    <a:pt x="59923" y="305654"/>
                  </a:lnTo>
                  <a:lnTo>
                    <a:pt x="64354" y="308549"/>
                  </a:lnTo>
                  <a:lnTo>
                    <a:pt x="68875" y="311301"/>
                  </a:lnTo>
                  <a:lnTo>
                    <a:pt x="73480" y="313910"/>
                  </a:lnTo>
                  <a:lnTo>
                    <a:pt x="78165" y="316371"/>
                  </a:lnTo>
                  <a:lnTo>
                    <a:pt x="82926" y="318683"/>
                  </a:lnTo>
                  <a:lnTo>
                    <a:pt x="87758" y="320843"/>
                  </a:lnTo>
                  <a:lnTo>
                    <a:pt x="92656" y="322848"/>
                  </a:lnTo>
                  <a:lnTo>
                    <a:pt x="97615" y="324698"/>
                  </a:lnTo>
                  <a:lnTo>
                    <a:pt x="102630" y="326390"/>
                  </a:lnTo>
                  <a:lnTo>
                    <a:pt x="107696" y="327922"/>
                  </a:lnTo>
                  <a:lnTo>
                    <a:pt x="112808" y="329293"/>
                  </a:lnTo>
                  <a:lnTo>
                    <a:pt x="117960" y="330502"/>
                  </a:lnTo>
                  <a:lnTo>
                    <a:pt x="123149" y="331546"/>
                  </a:lnTo>
                  <a:lnTo>
                    <a:pt x="128368" y="332427"/>
                  </a:lnTo>
                  <a:lnTo>
                    <a:pt x="133612" y="333141"/>
                  </a:lnTo>
                  <a:lnTo>
                    <a:pt x="138876" y="333689"/>
                  </a:lnTo>
                  <a:lnTo>
                    <a:pt x="144155" y="334070"/>
                  </a:lnTo>
                  <a:lnTo>
                    <a:pt x="149443" y="334284"/>
                  </a:lnTo>
                  <a:lnTo>
                    <a:pt x="154735" y="334330"/>
                  </a:lnTo>
                  <a:lnTo>
                    <a:pt x="160027" y="334209"/>
                  </a:lnTo>
                  <a:lnTo>
                    <a:pt x="165311" y="333920"/>
                  </a:lnTo>
                  <a:lnTo>
                    <a:pt x="170584" y="333464"/>
                  </a:lnTo>
                  <a:lnTo>
                    <a:pt x="175840" y="332842"/>
                  </a:lnTo>
                  <a:lnTo>
                    <a:pt x="181074" y="332053"/>
                  </a:lnTo>
                  <a:lnTo>
                    <a:pt x="186279" y="331099"/>
                  </a:lnTo>
                  <a:lnTo>
                    <a:pt x="191453" y="329981"/>
                  </a:lnTo>
                  <a:lnTo>
                    <a:pt x="196588" y="328700"/>
                  </a:lnTo>
                  <a:lnTo>
                    <a:pt x="201680" y="327256"/>
                  </a:lnTo>
                  <a:lnTo>
                    <a:pt x="206723" y="325653"/>
                  </a:lnTo>
                  <a:lnTo>
                    <a:pt x="211714" y="323890"/>
                  </a:lnTo>
                  <a:lnTo>
                    <a:pt x="216646" y="321970"/>
                  </a:lnTo>
                  <a:lnTo>
                    <a:pt x="221515" y="319895"/>
                  </a:lnTo>
                  <a:lnTo>
                    <a:pt x="226316" y="317667"/>
                  </a:lnTo>
                  <a:lnTo>
                    <a:pt x="231044" y="315288"/>
                  </a:lnTo>
                  <a:lnTo>
                    <a:pt x="235694" y="312761"/>
                  </a:lnTo>
                  <a:lnTo>
                    <a:pt x="240261" y="310088"/>
                  </a:lnTo>
                  <a:lnTo>
                    <a:pt x="244742" y="307271"/>
                  </a:lnTo>
                  <a:lnTo>
                    <a:pt x="249132" y="304314"/>
                  </a:lnTo>
                  <a:lnTo>
                    <a:pt x="253426" y="301220"/>
                  </a:lnTo>
                  <a:lnTo>
                    <a:pt x="257619" y="297991"/>
                  </a:lnTo>
                  <a:lnTo>
                    <a:pt x="261708" y="294631"/>
                  </a:lnTo>
                  <a:lnTo>
                    <a:pt x="265689" y="291143"/>
                  </a:lnTo>
                  <a:lnTo>
                    <a:pt x="269558" y="287531"/>
                  </a:lnTo>
                  <a:lnTo>
                    <a:pt x="273310" y="283798"/>
                  </a:lnTo>
                  <a:lnTo>
                    <a:pt x="276942" y="279949"/>
                  </a:lnTo>
                  <a:lnTo>
                    <a:pt x="280450" y="275986"/>
                  </a:lnTo>
                  <a:lnTo>
                    <a:pt x="283832" y="271914"/>
                  </a:lnTo>
                  <a:lnTo>
                    <a:pt x="287082" y="267738"/>
                  </a:lnTo>
                  <a:lnTo>
                    <a:pt x="290199" y="263460"/>
                  </a:lnTo>
                  <a:lnTo>
                    <a:pt x="293179" y="259086"/>
                  </a:lnTo>
                  <a:lnTo>
                    <a:pt x="296019" y="254620"/>
                  </a:lnTo>
                  <a:lnTo>
                    <a:pt x="298716" y="250066"/>
                  </a:lnTo>
                  <a:lnTo>
                    <a:pt x="301267" y="245429"/>
                  </a:lnTo>
                  <a:lnTo>
                    <a:pt x="303671" y="240714"/>
                  </a:lnTo>
                  <a:lnTo>
                    <a:pt x="305924" y="235925"/>
                  </a:lnTo>
                  <a:lnTo>
                    <a:pt x="308024" y="231067"/>
                  </a:lnTo>
                  <a:lnTo>
                    <a:pt x="309969" y="226145"/>
                  </a:lnTo>
                  <a:lnTo>
                    <a:pt x="311758" y="221163"/>
                  </a:lnTo>
                  <a:lnTo>
                    <a:pt x="313388" y="216128"/>
                  </a:lnTo>
                  <a:lnTo>
                    <a:pt x="314858" y="211044"/>
                  </a:lnTo>
                  <a:lnTo>
                    <a:pt x="316166" y="205915"/>
                  </a:lnTo>
                  <a:lnTo>
                    <a:pt x="317311" y="200748"/>
                  </a:lnTo>
                  <a:lnTo>
                    <a:pt x="318292" y="195547"/>
                  </a:lnTo>
                  <a:lnTo>
                    <a:pt x="319108" y="190318"/>
                  </a:lnTo>
                  <a:lnTo>
                    <a:pt x="319758" y="185065"/>
                  </a:lnTo>
                  <a:lnTo>
                    <a:pt x="320241" y="179795"/>
                  </a:lnTo>
                  <a:lnTo>
                    <a:pt x="320557" y="174512"/>
                  </a:lnTo>
                  <a:lnTo>
                    <a:pt x="320706" y="169221"/>
                  </a:lnTo>
                  <a:lnTo>
                    <a:pt x="320688" y="163929"/>
                  </a:lnTo>
                  <a:lnTo>
                    <a:pt x="320501" y="158639"/>
                  </a:lnTo>
                  <a:lnTo>
                    <a:pt x="320148" y="153359"/>
                  </a:lnTo>
                  <a:lnTo>
                    <a:pt x="319627" y="148092"/>
                  </a:lnTo>
                  <a:lnTo>
                    <a:pt x="318940" y="142844"/>
                  </a:lnTo>
                  <a:lnTo>
                    <a:pt x="318087" y="137621"/>
                  </a:lnTo>
                  <a:lnTo>
                    <a:pt x="317069" y="132427"/>
                  </a:lnTo>
                  <a:lnTo>
                    <a:pt x="315888" y="127268"/>
                  </a:lnTo>
                  <a:lnTo>
                    <a:pt x="314543" y="122149"/>
                  </a:lnTo>
                  <a:lnTo>
                    <a:pt x="313037" y="117075"/>
                  </a:lnTo>
                  <a:lnTo>
                    <a:pt x="311372" y="112051"/>
                  </a:lnTo>
                  <a:lnTo>
                    <a:pt x="309548" y="107083"/>
                  </a:lnTo>
                  <a:lnTo>
                    <a:pt x="307568" y="102175"/>
                  </a:lnTo>
                  <a:lnTo>
                    <a:pt x="305433" y="97332"/>
                  </a:lnTo>
                  <a:lnTo>
                    <a:pt x="303146" y="92559"/>
                  </a:lnTo>
                  <a:lnTo>
                    <a:pt x="300709" y="87860"/>
                  </a:lnTo>
                  <a:lnTo>
                    <a:pt x="298125" y="83242"/>
                  </a:lnTo>
                  <a:lnTo>
                    <a:pt x="295396" y="78707"/>
                  </a:lnTo>
                  <a:lnTo>
                    <a:pt x="292524" y="74261"/>
                  </a:lnTo>
                  <a:lnTo>
                    <a:pt x="289514" y="69908"/>
                  </a:lnTo>
                  <a:lnTo>
                    <a:pt x="286367" y="65653"/>
                  </a:lnTo>
                  <a:lnTo>
                    <a:pt x="283086" y="61499"/>
                  </a:lnTo>
                  <a:lnTo>
                    <a:pt x="279676" y="57452"/>
                  </a:lnTo>
                  <a:lnTo>
                    <a:pt x="276140" y="53514"/>
                  </a:lnTo>
                  <a:lnTo>
                    <a:pt x="272481" y="49690"/>
                  </a:lnTo>
                  <a:lnTo>
                    <a:pt x="268702" y="45984"/>
                  </a:lnTo>
                  <a:lnTo>
                    <a:pt x="264808" y="42400"/>
                  </a:lnTo>
                  <a:lnTo>
                    <a:pt x="260803" y="38940"/>
                  </a:lnTo>
                  <a:lnTo>
                    <a:pt x="256690" y="35609"/>
                  </a:lnTo>
                  <a:lnTo>
                    <a:pt x="252474" y="32410"/>
                  </a:lnTo>
                  <a:lnTo>
                    <a:pt x="248158" y="29346"/>
                  </a:lnTo>
                  <a:lnTo>
                    <a:pt x="243748" y="26420"/>
                  </a:lnTo>
                  <a:lnTo>
                    <a:pt x="239247" y="23636"/>
                  </a:lnTo>
                  <a:lnTo>
                    <a:pt x="234660" y="20995"/>
                  </a:lnTo>
                  <a:lnTo>
                    <a:pt x="229993" y="18500"/>
                  </a:lnTo>
                  <a:lnTo>
                    <a:pt x="225248" y="16155"/>
                  </a:lnTo>
                  <a:lnTo>
                    <a:pt x="220432" y="13961"/>
                  </a:lnTo>
                  <a:lnTo>
                    <a:pt x="215548" y="11921"/>
                  </a:lnTo>
                  <a:lnTo>
                    <a:pt x="210602" y="10036"/>
                  </a:lnTo>
                  <a:lnTo>
                    <a:pt x="205600" y="8309"/>
                  </a:lnTo>
                  <a:lnTo>
                    <a:pt x="200545" y="6741"/>
                  </a:lnTo>
                  <a:lnTo>
                    <a:pt x="195443" y="5333"/>
                  </a:lnTo>
                  <a:lnTo>
                    <a:pt x="190299" y="4088"/>
                  </a:lnTo>
                  <a:lnTo>
                    <a:pt x="185118" y="3007"/>
                  </a:lnTo>
                  <a:lnTo>
                    <a:pt x="179905" y="2090"/>
                  </a:lnTo>
                  <a:lnTo>
                    <a:pt x="174666" y="1338"/>
                  </a:lnTo>
                  <a:lnTo>
                    <a:pt x="169406" y="753"/>
                  </a:lnTo>
                  <a:lnTo>
                    <a:pt x="164130" y="335"/>
                  </a:lnTo>
                  <a:lnTo>
                    <a:pt x="158843" y="83"/>
                  </a:lnTo>
                  <a:lnTo>
                    <a:pt x="153551" y="0"/>
                  </a:lnTo>
                  <a:lnTo>
                    <a:pt x="1535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587227" y="5399291"/>
              <a:ext cx="30052" cy="167167"/>
            </a:xfrm>
            <a:custGeom>
              <a:avLst/>
              <a:pathLst>
                <a:path w="30052" h="167167">
                  <a:moveTo>
                    <a:pt x="30052" y="0"/>
                  </a:moveTo>
                  <a:lnTo>
                    <a:pt x="22500" y="170"/>
                  </a:lnTo>
                  <a:lnTo>
                    <a:pt x="14964" y="682"/>
                  </a:lnTo>
                  <a:lnTo>
                    <a:pt x="7459" y="1533"/>
                  </a:lnTo>
                  <a:lnTo>
                    <a:pt x="0" y="2723"/>
                  </a:lnTo>
                  <a:lnTo>
                    <a:pt x="3005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87227" y="5402015"/>
              <a:ext cx="30052" cy="164443"/>
            </a:xfrm>
            <a:custGeom>
              <a:avLst/>
              <a:pathLst>
                <a:path w="30052" h="164443">
                  <a:moveTo>
                    <a:pt x="0" y="0"/>
                  </a:moveTo>
                  <a:lnTo>
                    <a:pt x="30052" y="1644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450116" y="5402015"/>
              <a:ext cx="334324" cy="331605"/>
            </a:xfrm>
            <a:custGeom>
              <a:avLst/>
              <a:pathLst>
                <a:path w="334324" h="331605">
                  <a:moveTo>
                    <a:pt x="137110" y="0"/>
                  </a:moveTo>
                  <a:lnTo>
                    <a:pt x="131905" y="1036"/>
                  </a:lnTo>
                  <a:lnTo>
                    <a:pt x="126736" y="2238"/>
                  </a:lnTo>
                  <a:lnTo>
                    <a:pt x="121607" y="3603"/>
                  </a:lnTo>
                  <a:lnTo>
                    <a:pt x="116524" y="5130"/>
                  </a:lnTo>
                  <a:lnTo>
                    <a:pt x="111492" y="6818"/>
                  </a:lnTo>
                  <a:lnTo>
                    <a:pt x="106516" y="8665"/>
                  </a:lnTo>
                  <a:lnTo>
                    <a:pt x="101602" y="10669"/>
                  </a:lnTo>
                  <a:lnTo>
                    <a:pt x="96753" y="12827"/>
                  </a:lnTo>
                  <a:lnTo>
                    <a:pt x="91975" y="15139"/>
                  </a:lnTo>
                  <a:lnTo>
                    <a:pt x="87274" y="17601"/>
                  </a:lnTo>
                  <a:lnTo>
                    <a:pt x="82652" y="20211"/>
                  </a:lnTo>
                  <a:lnTo>
                    <a:pt x="78116" y="22967"/>
                  </a:lnTo>
                  <a:lnTo>
                    <a:pt x="73670" y="25865"/>
                  </a:lnTo>
                  <a:lnTo>
                    <a:pt x="69318" y="28903"/>
                  </a:lnTo>
                  <a:lnTo>
                    <a:pt x="65065" y="32077"/>
                  </a:lnTo>
                  <a:lnTo>
                    <a:pt x="60914" y="35385"/>
                  </a:lnTo>
                  <a:lnTo>
                    <a:pt x="56871" y="38823"/>
                  </a:lnTo>
                  <a:lnTo>
                    <a:pt x="52938" y="42387"/>
                  </a:lnTo>
                  <a:lnTo>
                    <a:pt x="49121" y="46075"/>
                  </a:lnTo>
                  <a:lnTo>
                    <a:pt x="45423" y="49882"/>
                  </a:lnTo>
                  <a:lnTo>
                    <a:pt x="41848" y="53804"/>
                  </a:lnTo>
                  <a:lnTo>
                    <a:pt x="38399" y="57838"/>
                  </a:lnTo>
                  <a:lnTo>
                    <a:pt x="35079" y="61979"/>
                  </a:lnTo>
                  <a:lnTo>
                    <a:pt x="31893" y="66224"/>
                  </a:lnTo>
                  <a:lnTo>
                    <a:pt x="28843" y="70568"/>
                  </a:lnTo>
                  <a:lnTo>
                    <a:pt x="25933" y="75006"/>
                  </a:lnTo>
                  <a:lnTo>
                    <a:pt x="23165" y="79534"/>
                  </a:lnTo>
                  <a:lnTo>
                    <a:pt x="20542" y="84148"/>
                  </a:lnTo>
                  <a:lnTo>
                    <a:pt x="18067" y="88843"/>
                  </a:lnTo>
                  <a:lnTo>
                    <a:pt x="15742" y="93615"/>
                  </a:lnTo>
                  <a:lnTo>
                    <a:pt x="13570" y="98457"/>
                  </a:lnTo>
                  <a:lnTo>
                    <a:pt x="11553" y="103366"/>
                  </a:lnTo>
                  <a:lnTo>
                    <a:pt x="9692" y="108337"/>
                  </a:lnTo>
                  <a:lnTo>
                    <a:pt x="7990" y="113364"/>
                  </a:lnTo>
                  <a:lnTo>
                    <a:pt x="6449" y="118443"/>
                  </a:lnTo>
                  <a:lnTo>
                    <a:pt x="5070" y="123568"/>
                  </a:lnTo>
                  <a:lnTo>
                    <a:pt x="3854" y="128734"/>
                  </a:lnTo>
                  <a:lnTo>
                    <a:pt x="2803" y="133936"/>
                  </a:lnTo>
                  <a:lnTo>
                    <a:pt x="1917" y="139169"/>
                  </a:lnTo>
                  <a:lnTo>
                    <a:pt x="1198" y="144428"/>
                  </a:lnTo>
                  <a:lnTo>
                    <a:pt x="646" y="149706"/>
                  </a:lnTo>
                  <a:lnTo>
                    <a:pt x="262" y="155000"/>
                  </a:lnTo>
                  <a:lnTo>
                    <a:pt x="47" y="160303"/>
                  </a:lnTo>
                  <a:lnTo>
                    <a:pt x="0" y="165610"/>
                  </a:lnTo>
                  <a:lnTo>
                    <a:pt x="121" y="170916"/>
                  </a:lnTo>
                  <a:lnTo>
                    <a:pt x="410" y="176216"/>
                  </a:lnTo>
                  <a:lnTo>
                    <a:pt x="868" y="181503"/>
                  </a:lnTo>
                  <a:lnTo>
                    <a:pt x="1494" y="186774"/>
                  </a:lnTo>
                  <a:lnTo>
                    <a:pt x="2286" y="192022"/>
                  </a:lnTo>
                  <a:lnTo>
                    <a:pt x="3245" y="197242"/>
                  </a:lnTo>
                  <a:lnTo>
                    <a:pt x="4368" y="202429"/>
                  </a:lnTo>
                  <a:lnTo>
                    <a:pt x="5656" y="207578"/>
                  </a:lnTo>
                  <a:lnTo>
                    <a:pt x="7107" y="212683"/>
                  </a:lnTo>
                  <a:lnTo>
                    <a:pt x="8719" y="217740"/>
                  </a:lnTo>
                  <a:lnTo>
                    <a:pt x="10491" y="222743"/>
                  </a:lnTo>
                  <a:lnTo>
                    <a:pt x="12420" y="227687"/>
                  </a:lnTo>
                  <a:lnTo>
                    <a:pt x="14506" y="232567"/>
                  </a:lnTo>
                  <a:lnTo>
                    <a:pt x="16746" y="237379"/>
                  </a:lnTo>
                  <a:lnTo>
                    <a:pt x="19137" y="242117"/>
                  </a:lnTo>
                  <a:lnTo>
                    <a:pt x="21677" y="246777"/>
                  </a:lnTo>
                  <a:lnTo>
                    <a:pt x="24364" y="251354"/>
                  </a:lnTo>
                  <a:lnTo>
                    <a:pt x="27195" y="255843"/>
                  </a:lnTo>
                  <a:lnTo>
                    <a:pt x="30167" y="260241"/>
                  </a:lnTo>
                  <a:lnTo>
                    <a:pt x="33277" y="264541"/>
                  </a:lnTo>
                  <a:lnTo>
                    <a:pt x="36522" y="268741"/>
                  </a:lnTo>
                  <a:lnTo>
                    <a:pt x="39899" y="272836"/>
                  </a:lnTo>
                  <a:lnTo>
                    <a:pt x="43404" y="276821"/>
                  </a:lnTo>
                  <a:lnTo>
                    <a:pt x="47034" y="280693"/>
                  </a:lnTo>
                  <a:lnTo>
                    <a:pt x="50785" y="284448"/>
                  </a:lnTo>
                  <a:lnTo>
                    <a:pt x="54653" y="288082"/>
                  </a:lnTo>
                  <a:lnTo>
                    <a:pt x="58635" y="291591"/>
                  </a:lnTo>
                  <a:lnTo>
                    <a:pt x="62726" y="294972"/>
                  </a:lnTo>
                  <a:lnTo>
                    <a:pt x="66922" y="298222"/>
                  </a:lnTo>
                  <a:lnTo>
                    <a:pt x="71219" y="301337"/>
                  </a:lnTo>
                  <a:lnTo>
                    <a:pt x="75613" y="304314"/>
                  </a:lnTo>
                  <a:lnTo>
                    <a:pt x="80100" y="307149"/>
                  </a:lnTo>
                  <a:lnTo>
                    <a:pt x="84674" y="309841"/>
                  </a:lnTo>
                  <a:lnTo>
                    <a:pt x="89331" y="312387"/>
                  </a:lnTo>
                  <a:lnTo>
                    <a:pt x="94067" y="314783"/>
                  </a:lnTo>
                  <a:lnTo>
                    <a:pt x="98876" y="317027"/>
                  </a:lnTo>
                  <a:lnTo>
                    <a:pt x="103754" y="319118"/>
                  </a:lnTo>
                  <a:lnTo>
                    <a:pt x="108696" y="321053"/>
                  </a:lnTo>
                  <a:lnTo>
                    <a:pt x="113697" y="322830"/>
                  </a:lnTo>
                  <a:lnTo>
                    <a:pt x="118752" y="324448"/>
                  </a:lnTo>
                  <a:lnTo>
                    <a:pt x="123856" y="325904"/>
                  </a:lnTo>
                  <a:lnTo>
                    <a:pt x="129004" y="327197"/>
                  </a:lnTo>
                  <a:lnTo>
                    <a:pt x="134189" y="328327"/>
                  </a:lnTo>
                  <a:lnTo>
                    <a:pt x="139409" y="329291"/>
                  </a:lnTo>
                  <a:lnTo>
                    <a:pt x="144656" y="330089"/>
                  </a:lnTo>
                  <a:lnTo>
                    <a:pt x="149925" y="330720"/>
                  </a:lnTo>
                  <a:lnTo>
                    <a:pt x="155213" y="331183"/>
                  </a:lnTo>
                  <a:lnTo>
                    <a:pt x="160512" y="331478"/>
                  </a:lnTo>
                  <a:lnTo>
                    <a:pt x="165818" y="331605"/>
                  </a:lnTo>
                  <a:lnTo>
                    <a:pt x="171125" y="331564"/>
                  </a:lnTo>
                  <a:lnTo>
                    <a:pt x="176428" y="331354"/>
                  </a:lnTo>
                  <a:lnTo>
                    <a:pt x="181722" y="330976"/>
                  </a:lnTo>
                  <a:lnTo>
                    <a:pt x="187001" y="330430"/>
                  </a:lnTo>
                  <a:lnTo>
                    <a:pt x="192261" y="329716"/>
                  </a:lnTo>
                  <a:lnTo>
                    <a:pt x="197494" y="328836"/>
                  </a:lnTo>
                  <a:lnTo>
                    <a:pt x="202698" y="327790"/>
                  </a:lnTo>
                  <a:lnTo>
                    <a:pt x="207865" y="326580"/>
                  </a:lnTo>
                  <a:lnTo>
                    <a:pt x="212992" y="325206"/>
                  </a:lnTo>
                  <a:lnTo>
                    <a:pt x="218072" y="323670"/>
                  </a:lnTo>
                  <a:lnTo>
                    <a:pt x="223101" y="321974"/>
                  </a:lnTo>
                  <a:lnTo>
                    <a:pt x="228074" y="320119"/>
                  </a:lnTo>
                  <a:lnTo>
                    <a:pt x="232985" y="318107"/>
                  </a:lnTo>
                  <a:lnTo>
                    <a:pt x="237830" y="315940"/>
                  </a:lnTo>
                  <a:lnTo>
                    <a:pt x="242604" y="313620"/>
                  </a:lnTo>
                  <a:lnTo>
                    <a:pt x="247301" y="311150"/>
                  </a:lnTo>
                  <a:lnTo>
                    <a:pt x="251918" y="308532"/>
                  </a:lnTo>
                  <a:lnTo>
                    <a:pt x="256449" y="305769"/>
                  </a:lnTo>
                  <a:lnTo>
                    <a:pt x="260891" y="302863"/>
                  </a:lnTo>
                  <a:lnTo>
                    <a:pt x="265238" y="299818"/>
                  </a:lnTo>
                  <a:lnTo>
                    <a:pt x="269486" y="296636"/>
                  </a:lnTo>
                  <a:lnTo>
                    <a:pt x="273631" y="293322"/>
                  </a:lnTo>
                  <a:lnTo>
                    <a:pt x="277668" y="289877"/>
                  </a:lnTo>
                  <a:lnTo>
                    <a:pt x="281594" y="286306"/>
                  </a:lnTo>
                  <a:lnTo>
                    <a:pt x="285405" y="282611"/>
                  </a:lnTo>
                  <a:lnTo>
                    <a:pt x="289097" y="278798"/>
                  </a:lnTo>
                  <a:lnTo>
                    <a:pt x="292666" y="274870"/>
                  </a:lnTo>
                  <a:lnTo>
                    <a:pt x="296108" y="270830"/>
                  </a:lnTo>
                  <a:lnTo>
                    <a:pt x="299420" y="266683"/>
                  </a:lnTo>
                  <a:lnTo>
                    <a:pt x="302599" y="262433"/>
                  </a:lnTo>
                  <a:lnTo>
                    <a:pt x="305642" y="258084"/>
                  </a:lnTo>
                  <a:lnTo>
                    <a:pt x="308544" y="253641"/>
                  </a:lnTo>
                  <a:lnTo>
                    <a:pt x="311305" y="249108"/>
                  </a:lnTo>
                  <a:lnTo>
                    <a:pt x="313920" y="244489"/>
                  </a:lnTo>
                  <a:lnTo>
                    <a:pt x="316387" y="239790"/>
                  </a:lnTo>
                  <a:lnTo>
                    <a:pt x="318704" y="235015"/>
                  </a:lnTo>
                  <a:lnTo>
                    <a:pt x="320867" y="230169"/>
                  </a:lnTo>
                  <a:lnTo>
                    <a:pt x="322876" y="225256"/>
                  </a:lnTo>
                  <a:lnTo>
                    <a:pt x="324729" y="220283"/>
                  </a:lnTo>
                  <a:lnTo>
                    <a:pt x="326422" y="215253"/>
                  </a:lnTo>
                  <a:lnTo>
                    <a:pt x="327954" y="210171"/>
                  </a:lnTo>
                  <a:lnTo>
                    <a:pt x="329325" y="205044"/>
                  </a:lnTo>
                  <a:lnTo>
                    <a:pt x="330532" y="199876"/>
                  </a:lnTo>
                  <a:lnTo>
                    <a:pt x="331575" y="194672"/>
                  </a:lnTo>
                  <a:lnTo>
                    <a:pt x="332451" y="189437"/>
                  </a:lnTo>
                  <a:lnTo>
                    <a:pt x="333161" y="184177"/>
                  </a:lnTo>
                  <a:lnTo>
                    <a:pt x="333704" y="178898"/>
                  </a:lnTo>
                  <a:lnTo>
                    <a:pt x="334079" y="173604"/>
                  </a:lnTo>
                  <a:lnTo>
                    <a:pt x="334286" y="168300"/>
                  </a:lnTo>
                  <a:lnTo>
                    <a:pt x="334324" y="162993"/>
                  </a:lnTo>
                  <a:lnTo>
                    <a:pt x="334194" y="157687"/>
                  </a:lnTo>
                  <a:lnTo>
                    <a:pt x="333895" y="152388"/>
                  </a:lnTo>
                  <a:lnTo>
                    <a:pt x="333428" y="147101"/>
                  </a:lnTo>
                  <a:lnTo>
                    <a:pt x="332794" y="141832"/>
                  </a:lnTo>
                  <a:lnTo>
                    <a:pt x="331993" y="136585"/>
                  </a:lnTo>
                  <a:lnTo>
                    <a:pt x="331025" y="131367"/>
                  </a:lnTo>
                  <a:lnTo>
                    <a:pt x="329893" y="126182"/>
                  </a:lnTo>
                  <a:lnTo>
                    <a:pt x="328596" y="121035"/>
                  </a:lnTo>
                  <a:lnTo>
                    <a:pt x="327137" y="115932"/>
                  </a:lnTo>
                  <a:lnTo>
                    <a:pt x="325516" y="110878"/>
                  </a:lnTo>
                  <a:lnTo>
                    <a:pt x="323736" y="105878"/>
                  </a:lnTo>
                  <a:lnTo>
                    <a:pt x="321798" y="100938"/>
                  </a:lnTo>
                  <a:lnTo>
                    <a:pt x="319704" y="96061"/>
                  </a:lnTo>
                  <a:lnTo>
                    <a:pt x="317456" y="91253"/>
                  </a:lnTo>
                  <a:lnTo>
                    <a:pt x="315057" y="86519"/>
                  </a:lnTo>
                  <a:lnTo>
                    <a:pt x="312509" y="81863"/>
                  </a:lnTo>
                  <a:lnTo>
                    <a:pt x="309814" y="77291"/>
                  </a:lnTo>
                  <a:lnTo>
                    <a:pt x="306975" y="72806"/>
                  </a:lnTo>
                  <a:lnTo>
                    <a:pt x="303996" y="68414"/>
                  </a:lnTo>
                  <a:lnTo>
                    <a:pt x="300878" y="64118"/>
                  </a:lnTo>
                  <a:lnTo>
                    <a:pt x="297626" y="59924"/>
                  </a:lnTo>
                  <a:lnTo>
                    <a:pt x="294242" y="55835"/>
                  </a:lnTo>
                  <a:lnTo>
                    <a:pt x="290731" y="51856"/>
                  </a:lnTo>
                  <a:lnTo>
                    <a:pt x="287094" y="47990"/>
                  </a:lnTo>
                  <a:lnTo>
                    <a:pt x="283337" y="44241"/>
                  </a:lnTo>
                  <a:lnTo>
                    <a:pt x="279463" y="40614"/>
                  </a:lnTo>
                  <a:lnTo>
                    <a:pt x="275475" y="37111"/>
                  </a:lnTo>
                  <a:lnTo>
                    <a:pt x="271378" y="33737"/>
                  </a:lnTo>
                  <a:lnTo>
                    <a:pt x="267177" y="30495"/>
                  </a:lnTo>
                  <a:lnTo>
                    <a:pt x="262874" y="27387"/>
                  </a:lnTo>
                  <a:lnTo>
                    <a:pt x="258475" y="24418"/>
                  </a:lnTo>
                  <a:lnTo>
                    <a:pt x="253984" y="21590"/>
                  </a:lnTo>
                  <a:lnTo>
                    <a:pt x="249405" y="18906"/>
                  </a:lnTo>
                  <a:lnTo>
                    <a:pt x="244743" y="16368"/>
                  </a:lnTo>
                  <a:lnTo>
                    <a:pt x="240004" y="13980"/>
                  </a:lnTo>
                  <a:lnTo>
                    <a:pt x="235191" y="11744"/>
                  </a:lnTo>
                  <a:lnTo>
                    <a:pt x="230309" y="9661"/>
                  </a:lnTo>
                  <a:lnTo>
                    <a:pt x="225363" y="7735"/>
                  </a:lnTo>
                  <a:lnTo>
                    <a:pt x="220359" y="5966"/>
                  </a:lnTo>
                  <a:lnTo>
                    <a:pt x="215302" y="4357"/>
                  </a:lnTo>
                  <a:lnTo>
                    <a:pt x="210195" y="2910"/>
                  </a:lnTo>
                  <a:lnTo>
                    <a:pt x="205046" y="1625"/>
                  </a:lnTo>
                  <a:lnTo>
                    <a:pt x="199858" y="504"/>
                  </a:lnTo>
                  <a:lnTo>
                    <a:pt x="167163" y="1644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617280" y="5399291"/>
              <a:ext cx="32695" cy="167167"/>
            </a:xfrm>
            <a:custGeom>
              <a:avLst/>
              <a:pathLst>
                <a:path w="32695" h="167167">
                  <a:moveTo>
                    <a:pt x="32695" y="3228"/>
                  </a:moveTo>
                  <a:lnTo>
                    <a:pt x="26217" y="2068"/>
                  </a:lnTo>
                  <a:lnTo>
                    <a:pt x="19698" y="1164"/>
                  </a:lnTo>
                  <a:lnTo>
                    <a:pt x="13149" y="517"/>
                  </a:lnTo>
                  <a:lnTo>
                    <a:pt x="6579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4968516" y="5369149"/>
              <a:ext cx="167159" cy="299556"/>
            </a:xfrm>
            <a:custGeom>
              <a:avLst/>
              <a:pathLst>
                <a:path w="167159" h="299556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7" y="762"/>
                  </a:lnTo>
                  <a:lnTo>
                    <a:pt x="145915" y="1355"/>
                  </a:lnTo>
                  <a:lnTo>
                    <a:pt x="140645" y="2116"/>
                  </a:lnTo>
                  <a:lnTo>
                    <a:pt x="135401" y="3044"/>
                  </a:lnTo>
                  <a:lnTo>
                    <a:pt x="130190" y="4139"/>
                  </a:lnTo>
                  <a:lnTo>
                    <a:pt x="125016" y="5399"/>
                  </a:lnTo>
                  <a:lnTo>
                    <a:pt x="119885" y="6823"/>
                  </a:lnTo>
                  <a:lnTo>
                    <a:pt x="114802" y="8410"/>
                  </a:lnTo>
                  <a:lnTo>
                    <a:pt x="109772" y="10159"/>
                  </a:lnTo>
                  <a:lnTo>
                    <a:pt x="104800" y="12066"/>
                  </a:lnTo>
                  <a:lnTo>
                    <a:pt x="99891" y="14131"/>
                  </a:lnTo>
                  <a:lnTo>
                    <a:pt x="95051" y="16351"/>
                  </a:lnTo>
                  <a:lnTo>
                    <a:pt x="90284" y="18724"/>
                  </a:lnTo>
                  <a:lnTo>
                    <a:pt x="85595" y="21248"/>
                  </a:lnTo>
                  <a:lnTo>
                    <a:pt x="80989" y="23920"/>
                  </a:lnTo>
                  <a:lnTo>
                    <a:pt x="76470" y="26737"/>
                  </a:lnTo>
                  <a:lnTo>
                    <a:pt x="72043" y="29697"/>
                  </a:lnTo>
                  <a:lnTo>
                    <a:pt x="67713" y="32796"/>
                  </a:lnTo>
                  <a:lnTo>
                    <a:pt x="63483" y="36032"/>
                  </a:lnTo>
                  <a:lnTo>
                    <a:pt x="59359" y="39401"/>
                  </a:lnTo>
                  <a:lnTo>
                    <a:pt x="55344" y="42899"/>
                  </a:lnTo>
                  <a:lnTo>
                    <a:pt x="51443" y="46524"/>
                  </a:lnTo>
                  <a:lnTo>
                    <a:pt x="47659" y="50270"/>
                  </a:lnTo>
                  <a:lnTo>
                    <a:pt x="43997" y="54136"/>
                  </a:lnTo>
                  <a:lnTo>
                    <a:pt x="40459" y="58116"/>
                  </a:lnTo>
                  <a:lnTo>
                    <a:pt x="37050" y="62207"/>
                  </a:lnTo>
                  <a:lnTo>
                    <a:pt x="33773" y="66404"/>
                  </a:lnTo>
                  <a:lnTo>
                    <a:pt x="30631" y="70704"/>
                  </a:lnTo>
                  <a:lnTo>
                    <a:pt x="27628" y="75101"/>
                  </a:lnTo>
                  <a:lnTo>
                    <a:pt x="24766" y="79592"/>
                  </a:lnTo>
                  <a:lnTo>
                    <a:pt x="22049" y="84172"/>
                  </a:lnTo>
                  <a:lnTo>
                    <a:pt x="19479" y="88836"/>
                  </a:lnTo>
                  <a:lnTo>
                    <a:pt x="17059" y="93580"/>
                  </a:lnTo>
                  <a:lnTo>
                    <a:pt x="14792" y="98398"/>
                  </a:lnTo>
                  <a:lnTo>
                    <a:pt x="12679" y="103286"/>
                  </a:lnTo>
                  <a:lnTo>
                    <a:pt x="10722" y="108239"/>
                  </a:lnTo>
                  <a:lnTo>
                    <a:pt x="8925" y="113251"/>
                  </a:lnTo>
                  <a:lnTo>
                    <a:pt x="7288" y="118318"/>
                  </a:lnTo>
                  <a:lnTo>
                    <a:pt x="5813" y="123435"/>
                  </a:lnTo>
                  <a:lnTo>
                    <a:pt x="4502" y="128596"/>
                  </a:lnTo>
                  <a:lnTo>
                    <a:pt x="3356" y="133797"/>
                  </a:lnTo>
                  <a:lnTo>
                    <a:pt x="2376" y="139031"/>
                  </a:lnTo>
                  <a:lnTo>
                    <a:pt x="1564" y="144294"/>
                  </a:lnTo>
                  <a:lnTo>
                    <a:pt x="919" y="149580"/>
                  </a:lnTo>
                  <a:lnTo>
                    <a:pt x="443" y="154884"/>
                  </a:lnTo>
                  <a:lnTo>
                    <a:pt x="137" y="160200"/>
                  </a:lnTo>
                  <a:lnTo>
                    <a:pt x="0" y="165523"/>
                  </a:lnTo>
                  <a:lnTo>
                    <a:pt x="32" y="170848"/>
                  </a:lnTo>
                  <a:lnTo>
                    <a:pt x="234" y="176170"/>
                  </a:lnTo>
                  <a:lnTo>
                    <a:pt x="605" y="181482"/>
                  </a:lnTo>
                  <a:lnTo>
                    <a:pt x="1146" y="186779"/>
                  </a:lnTo>
                  <a:lnTo>
                    <a:pt x="1855" y="192057"/>
                  </a:lnTo>
                  <a:lnTo>
                    <a:pt x="2731" y="197310"/>
                  </a:lnTo>
                  <a:lnTo>
                    <a:pt x="3775" y="202531"/>
                  </a:lnTo>
                  <a:lnTo>
                    <a:pt x="4984" y="207717"/>
                  </a:lnTo>
                  <a:lnTo>
                    <a:pt x="6358" y="212862"/>
                  </a:lnTo>
                  <a:lnTo>
                    <a:pt x="7895" y="217961"/>
                  </a:lnTo>
                  <a:lnTo>
                    <a:pt x="9594" y="223008"/>
                  </a:lnTo>
                  <a:lnTo>
                    <a:pt x="11452" y="227998"/>
                  </a:lnTo>
                  <a:lnTo>
                    <a:pt x="13469" y="232926"/>
                  </a:lnTo>
                  <a:lnTo>
                    <a:pt x="15641" y="237788"/>
                  </a:lnTo>
                  <a:lnTo>
                    <a:pt x="17968" y="242578"/>
                  </a:lnTo>
                  <a:lnTo>
                    <a:pt x="20445" y="247292"/>
                  </a:lnTo>
                  <a:lnTo>
                    <a:pt x="23072" y="251924"/>
                  </a:lnTo>
                  <a:lnTo>
                    <a:pt x="25844" y="256471"/>
                  </a:lnTo>
                  <a:lnTo>
                    <a:pt x="28760" y="260926"/>
                  </a:lnTo>
                  <a:lnTo>
                    <a:pt x="31817" y="265287"/>
                  </a:lnTo>
                  <a:lnTo>
                    <a:pt x="35011" y="269548"/>
                  </a:lnTo>
                  <a:lnTo>
                    <a:pt x="38339" y="273705"/>
                  </a:lnTo>
                  <a:lnTo>
                    <a:pt x="41798" y="277754"/>
                  </a:lnTo>
                  <a:lnTo>
                    <a:pt x="45384" y="281691"/>
                  </a:lnTo>
                  <a:lnTo>
                    <a:pt x="49093" y="285511"/>
                  </a:lnTo>
                  <a:lnTo>
                    <a:pt x="52922" y="289212"/>
                  </a:lnTo>
                  <a:lnTo>
                    <a:pt x="56868" y="292788"/>
                  </a:lnTo>
                  <a:lnTo>
                    <a:pt x="60925" y="296238"/>
                  </a:lnTo>
                  <a:lnTo>
                    <a:pt x="65090" y="29955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033606" y="5536317"/>
              <a:ext cx="102069" cy="132388"/>
            </a:xfrm>
            <a:custGeom>
              <a:avLst/>
              <a:pathLst>
                <a:path w="102069" h="132388">
                  <a:moveTo>
                    <a:pt x="0" y="132388"/>
                  </a:moveTo>
                  <a:lnTo>
                    <a:pt x="1020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33606" y="5536317"/>
              <a:ext cx="102069" cy="132388"/>
            </a:xfrm>
            <a:custGeom>
              <a:avLst/>
              <a:pathLst>
                <a:path w="102069" h="132388">
                  <a:moveTo>
                    <a:pt x="0" y="132388"/>
                  </a:moveTo>
                  <a:lnTo>
                    <a:pt x="1020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33606" y="5536317"/>
              <a:ext cx="102069" cy="132388"/>
            </a:xfrm>
            <a:custGeom>
              <a:avLst/>
              <a:pathLst>
                <a:path w="102069" h="132388">
                  <a:moveTo>
                    <a:pt x="0" y="132388"/>
                  </a:moveTo>
                  <a:lnTo>
                    <a:pt x="1020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33606" y="5536317"/>
              <a:ext cx="102069" cy="132388"/>
            </a:xfrm>
            <a:custGeom>
              <a:avLst/>
              <a:pathLst>
                <a:path w="102069" h="132388">
                  <a:moveTo>
                    <a:pt x="0" y="132388"/>
                  </a:moveTo>
                  <a:lnTo>
                    <a:pt x="10206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33606" y="5536317"/>
              <a:ext cx="102069" cy="132388"/>
            </a:xfrm>
            <a:custGeom>
              <a:avLst/>
              <a:pathLst>
                <a:path w="102069" h="132388">
                  <a:moveTo>
                    <a:pt x="0" y="132388"/>
                  </a:moveTo>
                  <a:lnTo>
                    <a:pt x="10206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3606" y="5536317"/>
              <a:ext cx="160419" cy="167166"/>
            </a:xfrm>
            <a:custGeom>
              <a:avLst/>
              <a:pathLst>
                <a:path w="160419" h="167166">
                  <a:moveTo>
                    <a:pt x="0" y="132388"/>
                  </a:moveTo>
                  <a:lnTo>
                    <a:pt x="4381" y="135654"/>
                  </a:lnTo>
                  <a:lnTo>
                    <a:pt x="8867" y="138774"/>
                  </a:lnTo>
                  <a:lnTo>
                    <a:pt x="13452" y="141746"/>
                  </a:lnTo>
                  <a:lnTo>
                    <a:pt x="18132" y="144566"/>
                  </a:lnTo>
                  <a:lnTo>
                    <a:pt x="22902" y="147232"/>
                  </a:lnTo>
                  <a:lnTo>
                    <a:pt x="27756" y="149741"/>
                  </a:lnTo>
                  <a:lnTo>
                    <a:pt x="32690" y="152090"/>
                  </a:lnTo>
                  <a:lnTo>
                    <a:pt x="37698" y="154276"/>
                  </a:lnTo>
                  <a:lnTo>
                    <a:pt x="42774" y="156298"/>
                  </a:lnTo>
                  <a:lnTo>
                    <a:pt x="47914" y="158152"/>
                  </a:lnTo>
                  <a:lnTo>
                    <a:pt x="53112" y="159838"/>
                  </a:lnTo>
                  <a:lnTo>
                    <a:pt x="58362" y="161352"/>
                  </a:lnTo>
                  <a:lnTo>
                    <a:pt x="63659" y="162695"/>
                  </a:lnTo>
                  <a:lnTo>
                    <a:pt x="68997" y="163863"/>
                  </a:lnTo>
                  <a:lnTo>
                    <a:pt x="74370" y="164856"/>
                  </a:lnTo>
                  <a:lnTo>
                    <a:pt x="79773" y="165673"/>
                  </a:lnTo>
                  <a:lnTo>
                    <a:pt x="85200" y="166314"/>
                  </a:lnTo>
                  <a:lnTo>
                    <a:pt x="90645" y="166776"/>
                  </a:lnTo>
                  <a:lnTo>
                    <a:pt x="96101" y="167060"/>
                  </a:lnTo>
                  <a:lnTo>
                    <a:pt x="101565" y="167166"/>
                  </a:lnTo>
                  <a:lnTo>
                    <a:pt x="107029" y="167093"/>
                  </a:lnTo>
                  <a:lnTo>
                    <a:pt x="112487" y="166842"/>
                  </a:lnTo>
                  <a:lnTo>
                    <a:pt x="117934" y="166412"/>
                  </a:lnTo>
                  <a:lnTo>
                    <a:pt x="123365" y="165805"/>
                  </a:lnTo>
                  <a:lnTo>
                    <a:pt x="128772" y="165020"/>
                  </a:lnTo>
                  <a:lnTo>
                    <a:pt x="134152" y="164059"/>
                  </a:lnTo>
                  <a:lnTo>
                    <a:pt x="139496" y="162923"/>
                  </a:lnTo>
                  <a:lnTo>
                    <a:pt x="144801" y="161613"/>
                  </a:lnTo>
                  <a:lnTo>
                    <a:pt x="150060" y="160130"/>
                  </a:lnTo>
                  <a:lnTo>
                    <a:pt x="155268" y="158476"/>
                  </a:lnTo>
                  <a:lnTo>
                    <a:pt x="160419" y="156652"/>
                  </a:lnTo>
                  <a:lnTo>
                    <a:pt x="10206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135676" y="5369149"/>
              <a:ext cx="167167" cy="323820"/>
            </a:xfrm>
            <a:custGeom>
              <a:avLst/>
              <a:pathLst>
                <a:path w="167167" h="323820">
                  <a:moveTo>
                    <a:pt x="58350" y="323820"/>
                  </a:moveTo>
                  <a:lnTo>
                    <a:pt x="63334" y="321872"/>
                  </a:lnTo>
                  <a:lnTo>
                    <a:pt x="68253" y="319766"/>
                  </a:lnTo>
                  <a:lnTo>
                    <a:pt x="73102" y="317503"/>
                  </a:lnTo>
                  <a:lnTo>
                    <a:pt x="77877" y="315086"/>
                  </a:lnTo>
                  <a:lnTo>
                    <a:pt x="82571" y="312518"/>
                  </a:lnTo>
                  <a:lnTo>
                    <a:pt x="87181" y="309801"/>
                  </a:lnTo>
                  <a:lnTo>
                    <a:pt x="91702" y="306937"/>
                  </a:lnTo>
                  <a:lnTo>
                    <a:pt x="96128" y="303930"/>
                  </a:lnTo>
                  <a:lnTo>
                    <a:pt x="100456" y="300784"/>
                  </a:lnTo>
                  <a:lnTo>
                    <a:pt x="104681" y="297500"/>
                  </a:lnTo>
                  <a:lnTo>
                    <a:pt x="108799" y="294083"/>
                  </a:lnTo>
                  <a:lnTo>
                    <a:pt x="112805" y="290535"/>
                  </a:lnTo>
                  <a:lnTo>
                    <a:pt x="116696" y="286862"/>
                  </a:lnTo>
                  <a:lnTo>
                    <a:pt x="120467" y="283065"/>
                  </a:lnTo>
                  <a:lnTo>
                    <a:pt x="124115" y="279150"/>
                  </a:lnTo>
                  <a:lnTo>
                    <a:pt x="127636" y="275120"/>
                  </a:lnTo>
                  <a:lnTo>
                    <a:pt x="131026" y="270980"/>
                  </a:lnTo>
                  <a:lnTo>
                    <a:pt x="134281" y="266733"/>
                  </a:lnTo>
                  <a:lnTo>
                    <a:pt x="137399" y="262384"/>
                  </a:lnTo>
                  <a:lnTo>
                    <a:pt x="140376" y="257938"/>
                  </a:lnTo>
                  <a:lnTo>
                    <a:pt x="143210" y="253398"/>
                  </a:lnTo>
                  <a:lnTo>
                    <a:pt x="145896" y="248770"/>
                  </a:lnTo>
                  <a:lnTo>
                    <a:pt x="148433" y="244059"/>
                  </a:lnTo>
                  <a:lnTo>
                    <a:pt x="150818" y="239269"/>
                  </a:lnTo>
                  <a:lnTo>
                    <a:pt x="153049" y="234405"/>
                  </a:lnTo>
                  <a:lnTo>
                    <a:pt x="155122" y="229472"/>
                  </a:lnTo>
                  <a:lnTo>
                    <a:pt x="157037" y="224475"/>
                  </a:lnTo>
                  <a:lnTo>
                    <a:pt x="158791" y="219419"/>
                  </a:lnTo>
                  <a:lnTo>
                    <a:pt x="160382" y="214310"/>
                  </a:lnTo>
                  <a:lnTo>
                    <a:pt x="161808" y="209153"/>
                  </a:lnTo>
                  <a:lnTo>
                    <a:pt x="163069" y="203952"/>
                  </a:lnTo>
                  <a:lnTo>
                    <a:pt x="164163" y="198714"/>
                  </a:lnTo>
                  <a:lnTo>
                    <a:pt x="165089" y="193444"/>
                  </a:lnTo>
                  <a:lnTo>
                    <a:pt x="165845" y="188146"/>
                  </a:lnTo>
                  <a:lnTo>
                    <a:pt x="166432" y="182827"/>
                  </a:lnTo>
                  <a:lnTo>
                    <a:pt x="166848" y="177493"/>
                  </a:lnTo>
                  <a:lnTo>
                    <a:pt x="167093" y="172147"/>
                  </a:lnTo>
                  <a:lnTo>
                    <a:pt x="167167" y="166796"/>
                  </a:lnTo>
                  <a:lnTo>
                    <a:pt x="167069" y="161446"/>
                  </a:lnTo>
                  <a:lnTo>
                    <a:pt x="166800" y="156102"/>
                  </a:lnTo>
                  <a:lnTo>
                    <a:pt x="166361" y="150769"/>
                  </a:lnTo>
                  <a:lnTo>
                    <a:pt x="165751" y="145453"/>
                  </a:lnTo>
                  <a:lnTo>
                    <a:pt x="164971" y="140159"/>
                  </a:lnTo>
                  <a:lnTo>
                    <a:pt x="164022" y="134892"/>
                  </a:lnTo>
                  <a:lnTo>
                    <a:pt x="162905" y="129659"/>
                  </a:lnTo>
                  <a:lnTo>
                    <a:pt x="161621" y="124464"/>
                  </a:lnTo>
                  <a:lnTo>
                    <a:pt x="160171" y="119313"/>
                  </a:lnTo>
                  <a:lnTo>
                    <a:pt x="158558" y="114211"/>
                  </a:lnTo>
                  <a:lnTo>
                    <a:pt x="156781" y="109164"/>
                  </a:lnTo>
                  <a:lnTo>
                    <a:pt x="154845" y="104175"/>
                  </a:lnTo>
                  <a:lnTo>
                    <a:pt x="152749" y="99252"/>
                  </a:lnTo>
                  <a:lnTo>
                    <a:pt x="150497" y="94397"/>
                  </a:lnTo>
                  <a:lnTo>
                    <a:pt x="148091" y="89618"/>
                  </a:lnTo>
                  <a:lnTo>
                    <a:pt x="145533" y="84918"/>
                  </a:lnTo>
                  <a:lnTo>
                    <a:pt x="142826" y="80302"/>
                  </a:lnTo>
                  <a:lnTo>
                    <a:pt x="139973" y="75775"/>
                  </a:lnTo>
                  <a:lnTo>
                    <a:pt x="136976" y="71342"/>
                  </a:lnTo>
                  <a:lnTo>
                    <a:pt x="133838" y="67007"/>
                  </a:lnTo>
                  <a:lnTo>
                    <a:pt x="130564" y="62774"/>
                  </a:lnTo>
                  <a:lnTo>
                    <a:pt x="127156" y="58649"/>
                  </a:lnTo>
                  <a:lnTo>
                    <a:pt x="123618" y="54635"/>
                  </a:lnTo>
                  <a:lnTo>
                    <a:pt x="119953" y="50736"/>
                  </a:lnTo>
                  <a:lnTo>
                    <a:pt x="116165" y="46956"/>
                  </a:lnTo>
                  <a:lnTo>
                    <a:pt x="112258" y="43300"/>
                  </a:lnTo>
                  <a:lnTo>
                    <a:pt x="108235" y="39770"/>
                  </a:lnTo>
                  <a:lnTo>
                    <a:pt x="104102" y="36371"/>
                  </a:lnTo>
                  <a:lnTo>
                    <a:pt x="99863" y="33106"/>
                  </a:lnTo>
                  <a:lnTo>
                    <a:pt x="95521" y="29979"/>
                  </a:lnTo>
                  <a:lnTo>
                    <a:pt x="91081" y="26992"/>
                  </a:lnTo>
                  <a:lnTo>
                    <a:pt x="86548" y="24148"/>
                  </a:lnTo>
                  <a:lnTo>
                    <a:pt x="81926" y="21451"/>
                  </a:lnTo>
                  <a:lnTo>
                    <a:pt x="77220" y="18904"/>
                  </a:lnTo>
                  <a:lnTo>
                    <a:pt x="72435" y="16508"/>
                  </a:lnTo>
                  <a:lnTo>
                    <a:pt x="67576" y="14267"/>
                  </a:lnTo>
                  <a:lnTo>
                    <a:pt x="62648" y="12183"/>
                  </a:lnTo>
                  <a:lnTo>
                    <a:pt x="57655" y="10257"/>
                  </a:lnTo>
                  <a:lnTo>
                    <a:pt x="52604" y="8492"/>
                  </a:lnTo>
                  <a:lnTo>
                    <a:pt x="47498" y="6890"/>
                  </a:lnTo>
                  <a:lnTo>
                    <a:pt x="42344" y="5451"/>
                  </a:lnTo>
                  <a:lnTo>
                    <a:pt x="37146" y="4179"/>
                  </a:lnTo>
                  <a:lnTo>
                    <a:pt x="31910" y="3074"/>
                  </a:lnTo>
                  <a:lnTo>
                    <a:pt x="26642" y="2136"/>
                  </a:lnTo>
                  <a:lnTo>
                    <a:pt x="21346" y="1368"/>
                  </a:lnTo>
                  <a:lnTo>
                    <a:pt x="16029" y="770"/>
                  </a:lnTo>
                  <a:lnTo>
                    <a:pt x="10695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518928" y="5220472"/>
              <a:ext cx="114207" cy="167167"/>
            </a:xfrm>
            <a:custGeom>
              <a:avLst/>
              <a:pathLst>
                <a:path w="114207" h="167167">
                  <a:moveTo>
                    <a:pt x="114207" y="0"/>
                  </a:moveTo>
                  <a:lnTo>
                    <a:pt x="108493" y="97"/>
                  </a:lnTo>
                  <a:lnTo>
                    <a:pt x="102786" y="390"/>
                  </a:lnTo>
                  <a:lnTo>
                    <a:pt x="97092" y="878"/>
                  </a:lnTo>
                  <a:lnTo>
                    <a:pt x="91418" y="1560"/>
                  </a:lnTo>
                  <a:lnTo>
                    <a:pt x="85771" y="2436"/>
                  </a:lnTo>
                  <a:lnTo>
                    <a:pt x="80157" y="3504"/>
                  </a:lnTo>
                  <a:lnTo>
                    <a:pt x="74582" y="4764"/>
                  </a:lnTo>
                  <a:lnTo>
                    <a:pt x="69055" y="6213"/>
                  </a:lnTo>
                  <a:lnTo>
                    <a:pt x="63579" y="7850"/>
                  </a:lnTo>
                  <a:lnTo>
                    <a:pt x="58163" y="9674"/>
                  </a:lnTo>
                  <a:lnTo>
                    <a:pt x="52813" y="11682"/>
                  </a:lnTo>
                  <a:lnTo>
                    <a:pt x="47534" y="13871"/>
                  </a:lnTo>
                  <a:lnTo>
                    <a:pt x="42333" y="16239"/>
                  </a:lnTo>
                  <a:lnTo>
                    <a:pt x="37216" y="18784"/>
                  </a:lnTo>
                  <a:lnTo>
                    <a:pt x="32190" y="21503"/>
                  </a:lnTo>
                  <a:lnTo>
                    <a:pt x="27259" y="24391"/>
                  </a:lnTo>
                  <a:lnTo>
                    <a:pt x="22429" y="27447"/>
                  </a:lnTo>
                  <a:lnTo>
                    <a:pt x="17707" y="30665"/>
                  </a:lnTo>
                  <a:lnTo>
                    <a:pt x="13098" y="34043"/>
                  </a:lnTo>
                  <a:lnTo>
                    <a:pt x="8607" y="37577"/>
                  </a:lnTo>
                  <a:lnTo>
                    <a:pt x="4239" y="41262"/>
                  </a:lnTo>
                  <a:lnTo>
                    <a:pt x="0" y="45095"/>
                  </a:lnTo>
                  <a:lnTo>
                    <a:pt x="1142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85247" y="5265567"/>
              <a:ext cx="147887" cy="122072"/>
            </a:xfrm>
            <a:custGeom>
              <a:avLst/>
              <a:pathLst>
                <a:path w="147887" h="122072">
                  <a:moveTo>
                    <a:pt x="33680" y="0"/>
                  </a:moveTo>
                  <a:lnTo>
                    <a:pt x="29234" y="4316"/>
                  </a:lnTo>
                  <a:lnTo>
                    <a:pt x="24951" y="8795"/>
                  </a:lnTo>
                  <a:lnTo>
                    <a:pt x="20837" y="13430"/>
                  </a:lnTo>
                  <a:lnTo>
                    <a:pt x="16897" y="18213"/>
                  </a:lnTo>
                  <a:lnTo>
                    <a:pt x="13138" y="23140"/>
                  </a:lnTo>
                  <a:lnTo>
                    <a:pt x="9563" y="28202"/>
                  </a:lnTo>
                  <a:lnTo>
                    <a:pt x="6179" y="33394"/>
                  </a:lnTo>
                  <a:lnTo>
                    <a:pt x="2990" y="38707"/>
                  </a:lnTo>
                  <a:lnTo>
                    <a:pt x="0" y="44135"/>
                  </a:lnTo>
                  <a:lnTo>
                    <a:pt x="147887" y="122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65975" y="5220472"/>
              <a:ext cx="334311" cy="334333"/>
            </a:xfrm>
            <a:custGeom>
              <a:avLst/>
              <a:pathLst>
                <a:path w="334311" h="334333">
                  <a:moveTo>
                    <a:pt x="19271" y="89230"/>
                  </a:moveTo>
                  <a:lnTo>
                    <a:pt x="16876" y="93955"/>
                  </a:lnTo>
                  <a:lnTo>
                    <a:pt x="14632" y="98754"/>
                  </a:lnTo>
                  <a:lnTo>
                    <a:pt x="12541" y="103621"/>
                  </a:lnTo>
                  <a:lnTo>
                    <a:pt x="10605" y="108553"/>
                  </a:lnTo>
                  <a:lnTo>
                    <a:pt x="8826" y="113543"/>
                  </a:lnTo>
                  <a:lnTo>
                    <a:pt x="7206" y="118587"/>
                  </a:lnTo>
                  <a:lnTo>
                    <a:pt x="5747" y="123679"/>
                  </a:lnTo>
                  <a:lnTo>
                    <a:pt x="4450" y="128816"/>
                  </a:lnTo>
                  <a:lnTo>
                    <a:pt x="3317" y="133990"/>
                  </a:lnTo>
                  <a:lnTo>
                    <a:pt x="2348" y="139199"/>
                  </a:lnTo>
                  <a:lnTo>
                    <a:pt x="1545" y="144435"/>
                  </a:lnTo>
                  <a:lnTo>
                    <a:pt x="907" y="149694"/>
                  </a:lnTo>
                  <a:lnTo>
                    <a:pt x="437" y="154971"/>
                  </a:lnTo>
                  <a:lnTo>
                    <a:pt x="134" y="160260"/>
                  </a:lnTo>
                  <a:lnTo>
                    <a:pt x="0" y="165555"/>
                  </a:lnTo>
                  <a:lnTo>
                    <a:pt x="32" y="170853"/>
                  </a:lnTo>
                  <a:lnTo>
                    <a:pt x="233" y="176147"/>
                  </a:lnTo>
                  <a:lnTo>
                    <a:pt x="601" y="181431"/>
                  </a:lnTo>
                  <a:lnTo>
                    <a:pt x="1137" y="186702"/>
                  </a:lnTo>
                  <a:lnTo>
                    <a:pt x="1839" y="191953"/>
                  </a:lnTo>
                  <a:lnTo>
                    <a:pt x="2708" y="197178"/>
                  </a:lnTo>
                  <a:lnTo>
                    <a:pt x="3741" y="202374"/>
                  </a:lnTo>
                  <a:lnTo>
                    <a:pt x="4939" y="207535"/>
                  </a:lnTo>
                  <a:lnTo>
                    <a:pt x="6300" y="212655"/>
                  </a:lnTo>
                  <a:lnTo>
                    <a:pt x="7822" y="217729"/>
                  </a:lnTo>
                  <a:lnTo>
                    <a:pt x="9504" y="222752"/>
                  </a:lnTo>
                  <a:lnTo>
                    <a:pt x="11344" y="227720"/>
                  </a:lnTo>
                  <a:lnTo>
                    <a:pt x="13341" y="232626"/>
                  </a:lnTo>
                  <a:lnTo>
                    <a:pt x="15492" y="237468"/>
                  </a:lnTo>
                  <a:lnTo>
                    <a:pt x="17796" y="242238"/>
                  </a:lnTo>
                  <a:lnTo>
                    <a:pt x="20250" y="246933"/>
                  </a:lnTo>
                  <a:lnTo>
                    <a:pt x="22851" y="251548"/>
                  </a:lnTo>
                  <a:lnTo>
                    <a:pt x="25597" y="256078"/>
                  </a:lnTo>
                  <a:lnTo>
                    <a:pt x="28486" y="260519"/>
                  </a:lnTo>
                  <a:lnTo>
                    <a:pt x="31513" y="264866"/>
                  </a:lnTo>
                  <a:lnTo>
                    <a:pt x="34677" y="269115"/>
                  </a:lnTo>
                  <a:lnTo>
                    <a:pt x="37974" y="273262"/>
                  </a:lnTo>
                  <a:lnTo>
                    <a:pt x="41401" y="277302"/>
                  </a:lnTo>
                  <a:lnTo>
                    <a:pt x="44953" y="281232"/>
                  </a:lnTo>
                  <a:lnTo>
                    <a:pt x="48629" y="285046"/>
                  </a:lnTo>
                  <a:lnTo>
                    <a:pt x="52424" y="288743"/>
                  </a:lnTo>
                  <a:lnTo>
                    <a:pt x="56334" y="292318"/>
                  </a:lnTo>
                  <a:lnTo>
                    <a:pt x="60355" y="295766"/>
                  </a:lnTo>
                  <a:lnTo>
                    <a:pt x="64483" y="299086"/>
                  </a:lnTo>
                  <a:lnTo>
                    <a:pt x="68715" y="302273"/>
                  </a:lnTo>
                  <a:lnTo>
                    <a:pt x="73045" y="305325"/>
                  </a:lnTo>
                  <a:lnTo>
                    <a:pt x="77470" y="308237"/>
                  </a:lnTo>
                  <a:lnTo>
                    <a:pt x="81985" y="311008"/>
                  </a:lnTo>
                  <a:lnTo>
                    <a:pt x="86586" y="313635"/>
                  </a:lnTo>
                  <a:lnTo>
                    <a:pt x="91267" y="316115"/>
                  </a:lnTo>
                  <a:lnTo>
                    <a:pt x="96025" y="318444"/>
                  </a:lnTo>
                  <a:lnTo>
                    <a:pt x="100854" y="320622"/>
                  </a:lnTo>
                  <a:lnTo>
                    <a:pt x="105750" y="322646"/>
                  </a:lnTo>
                  <a:lnTo>
                    <a:pt x="110707" y="324514"/>
                  </a:lnTo>
                  <a:lnTo>
                    <a:pt x="115721" y="326224"/>
                  </a:lnTo>
                  <a:lnTo>
                    <a:pt x="120787" y="327774"/>
                  </a:lnTo>
                  <a:lnTo>
                    <a:pt x="125899" y="329163"/>
                  </a:lnTo>
                  <a:lnTo>
                    <a:pt x="131053" y="330389"/>
                  </a:lnTo>
                  <a:lnTo>
                    <a:pt x="136243" y="331451"/>
                  </a:lnTo>
                  <a:lnTo>
                    <a:pt x="141464" y="332348"/>
                  </a:lnTo>
                  <a:lnTo>
                    <a:pt x="146711" y="333079"/>
                  </a:lnTo>
                  <a:lnTo>
                    <a:pt x="151978" y="333644"/>
                  </a:lnTo>
                  <a:lnTo>
                    <a:pt x="157261" y="334041"/>
                  </a:lnTo>
                  <a:lnTo>
                    <a:pt x="162554" y="334271"/>
                  </a:lnTo>
                  <a:lnTo>
                    <a:pt x="167851" y="334333"/>
                  </a:lnTo>
                  <a:lnTo>
                    <a:pt x="173147" y="334227"/>
                  </a:lnTo>
                  <a:lnTo>
                    <a:pt x="178438" y="333953"/>
                  </a:lnTo>
                  <a:lnTo>
                    <a:pt x="183717" y="333512"/>
                  </a:lnTo>
                  <a:lnTo>
                    <a:pt x="188979" y="332904"/>
                  </a:lnTo>
                  <a:lnTo>
                    <a:pt x="194220" y="332130"/>
                  </a:lnTo>
                  <a:lnTo>
                    <a:pt x="199433" y="331189"/>
                  </a:lnTo>
                  <a:lnTo>
                    <a:pt x="204615" y="330084"/>
                  </a:lnTo>
                  <a:lnTo>
                    <a:pt x="209758" y="328816"/>
                  </a:lnTo>
                  <a:lnTo>
                    <a:pt x="214859" y="327385"/>
                  </a:lnTo>
                  <a:lnTo>
                    <a:pt x="219911" y="325793"/>
                  </a:lnTo>
                  <a:lnTo>
                    <a:pt x="224911" y="324042"/>
                  </a:lnTo>
                  <a:lnTo>
                    <a:pt x="229853" y="322133"/>
                  </a:lnTo>
                  <a:lnTo>
                    <a:pt x="234732" y="320069"/>
                  </a:lnTo>
                  <a:lnTo>
                    <a:pt x="239543" y="317851"/>
                  </a:lnTo>
                  <a:lnTo>
                    <a:pt x="244281" y="315481"/>
                  </a:lnTo>
                  <a:lnTo>
                    <a:pt x="248942" y="312963"/>
                  </a:lnTo>
                  <a:lnTo>
                    <a:pt x="253520" y="310299"/>
                  </a:lnTo>
                  <a:lnTo>
                    <a:pt x="258012" y="307490"/>
                  </a:lnTo>
                  <a:lnTo>
                    <a:pt x="262413" y="304541"/>
                  </a:lnTo>
                  <a:lnTo>
                    <a:pt x="266718" y="301454"/>
                  </a:lnTo>
                  <a:lnTo>
                    <a:pt x="270923" y="298232"/>
                  </a:lnTo>
                  <a:lnTo>
                    <a:pt x="275024" y="294878"/>
                  </a:lnTo>
                  <a:lnTo>
                    <a:pt x="279016" y="291396"/>
                  </a:lnTo>
                  <a:lnTo>
                    <a:pt x="282897" y="287790"/>
                  </a:lnTo>
                  <a:lnTo>
                    <a:pt x="286660" y="284062"/>
                  </a:lnTo>
                  <a:lnTo>
                    <a:pt x="290304" y="280216"/>
                  </a:lnTo>
                  <a:lnTo>
                    <a:pt x="293825" y="276258"/>
                  </a:lnTo>
                  <a:lnTo>
                    <a:pt x="297218" y="272189"/>
                  </a:lnTo>
                  <a:lnTo>
                    <a:pt x="300480" y="268016"/>
                  </a:lnTo>
                  <a:lnTo>
                    <a:pt x="303609" y="263741"/>
                  </a:lnTo>
                  <a:lnTo>
                    <a:pt x="306600" y="259368"/>
                  </a:lnTo>
                  <a:lnTo>
                    <a:pt x="309452" y="254904"/>
                  </a:lnTo>
                  <a:lnTo>
                    <a:pt x="312160" y="250351"/>
                  </a:lnTo>
                  <a:lnTo>
                    <a:pt x="314723" y="245715"/>
                  </a:lnTo>
                  <a:lnTo>
                    <a:pt x="317138" y="241000"/>
                  </a:lnTo>
                  <a:lnTo>
                    <a:pt x="319402" y="236210"/>
                  </a:lnTo>
                  <a:lnTo>
                    <a:pt x="321514" y="231352"/>
                  </a:lnTo>
                  <a:lnTo>
                    <a:pt x="323470" y="226428"/>
                  </a:lnTo>
                  <a:lnTo>
                    <a:pt x="325269" y="221446"/>
                  </a:lnTo>
                  <a:lnTo>
                    <a:pt x="326910" y="216409"/>
                  </a:lnTo>
                  <a:lnTo>
                    <a:pt x="328390" y="211322"/>
                  </a:lnTo>
                  <a:lnTo>
                    <a:pt x="329708" y="206191"/>
                  </a:lnTo>
                  <a:lnTo>
                    <a:pt x="330863" y="201021"/>
                  </a:lnTo>
                  <a:lnTo>
                    <a:pt x="331853" y="195817"/>
                  </a:lnTo>
                  <a:lnTo>
                    <a:pt x="332678" y="190584"/>
                  </a:lnTo>
                  <a:lnTo>
                    <a:pt x="333337" y="185327"/>
                  </a:lnTo>
                  <a:lnTo>
                    <a:pt x="333829" y="180053"/>
                  </a:lnTo>
                  <a:lnTo>
                    <a:pt x="334154" y="174765"/>
                  </a:lnTo>
                  <a:lnTo>
                    <a:pt x="334311" y="169470"/>
                  </a:lnTo>
                  <a:lnTo>
                    <a:pt x="334300" y="164172"/>
                  </a:lnTo>
                  <a:lnTo>
                    <a:pt x="334121" y="158878"/>
                  </a:lnTo>
                  <a:lnTo>
                    <a:pt x="333774" y="153592"/>
                  </a:lnTo>
                  <a:lnTo>
                    <a:pt x="333261" y="148319"/>
                  </a:lnTo>
                  <a:lnTo>
                    <a:pt x="332580" y="143065"/>
                  </a:lnTo>
                  <a:lnTo>
                    <a:pt x="331733" y="137836"/>
                  </a:lnTo>
                  <a:lnTo>
                    <a:pt x="330721" y="132636"/>
                  </a:lnTo>
                  <a:lnTo>
                    <a:pt x="329545" y="127471"/>
                  </a:lnTo>
                  <a:lnTo>
                    <a:pt x="328206" y="122345"/>
                  </a:lnTo>
                  <a:lnTo>
                    <a:pt x="326705" y="117265"/>
                  </a:lnTo>
                  <a:lnTo>
                    <a:pt x="325043" y="112234"/>
                  </a:lnTo>
                  <a:lnTo>
                    <a:pt x="323223" y="107259"/>
                  </a:lnTo>
                  <a:lnTo>
                    <a:pt x="321247" y="102344"/>
                  </a:lnTo>
                  <a:lnTo>
                    <a:pt x="319115" y="97494"/>
                  </a:lnTo>
                  <a:lnTo>
                    <a:pt x="316831" y="92714"/>
                  </a:lnTo>
                  <a:lnTo>
                    <a:pt x="314397" y="88009"/>
                  </a:lnTo>
                  <a:lnTo>
                    <a:pt x="311815" y="83384"/>
                  </a:lnTo>
                  <a:lnTo>
                    <a:pt x="309088" y="78842"/>
                  </a:lnTo>
                  <a:lnTo>
                    <a:pt x="306218" y="74389"/>
                  </a:lnTo>
                  <a:lnTo>
                    <a:pt x="303208" y="70030"/>
                  </a:lnTo>
                  <a:lnTo>
                    <a:pt x="300062" y="65768"/>
                  </a:lnTo>
                  <a:lnTo>
                    <a:pt x="296782" y="61607"/>
                  </a:lnTo>
                  <a:lnTo>
                    <a:pt x="293372" y="57553"/>
                  </a:lnTo>
                  <a:lnTo>
                    <a:pt x="289836" y="53609"/>
                  </a:lnTo>
                  <a:lnTo>
                    <a:pt x="286176" y="49779"/>
                  </a:lnTo>
                  <a:lnTo>
                    <a:pt x="282397" y="46067"/>
                  </a:lnTo>
                  <a:lnTo>
                    <a:pt x="278501" y="42476"/>
                  </a:lnTo>
                  <a:lnTo>
                    <a:pt x="274495" y="39011"/>
                  </a:lnTo>
                  <a:lnTo>
                    <a:pt x="270380" y="35674"/>
                  </a:lnTo>
                  <a:lnTo>
                    <a:pt x="266162" y="32469"/>
                  </a:lnTo>
                  <a:lnTo>
                    <a:pt x="261844" y="29400"/>
                  </a:lnTo>
                  <a:lnTo>
                    <a:pt x="257431" y="26469"/>
                  </a:lnTo>
                  <a:lnTo>
                    <a:pt x="252927" y="23679"/>
                  </a:lnTo>
                  <a:lnTo>
                    <a:pt x="248338" y="21033"/>
                  </a:lnTo>
                  <a:lnTo>
                    <a:pt x="243667" y="18535"/>
                  </a:lnTo>
                  <a:lnTo>
                    <a:pt x="238919" y="16185"/>
                  </a:lnTo>
                  <a:lnTo>
                    <a:pt x="234099" y="13987"/>
                  </a:lnTo>
                  <a:lnTo>
                    <a:pt x="229211" y="11943"/>
                  </a:lnTo>
                  <a:lnTo>
                    <a:pt x="224262" y="10055"/>
                  </a:lnTo>
                  <a:lnTo>
                    <a:pt x="219255" y="8324"/>
                  </a:lnTo>
                  <a:lnTo>
                    <a:pt x="214195" y="6753"/>
                  </a:lnTo>
                  <a:lnTo>
                    <a:pt x="209089" y="5343"/>
                  </a:lnTo>
                  <a:lnTo>
                    <a:pt x="203940" y="4096"/>
                  </a:lnTo>
                  <a:lnTo>
                    <a:pt x="198755" y="3013"/>
                  </a:lnTo>
                  <a:lnTo>
                    <a:pt x="193537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5916958" y="4961274"/>
              <a:ext cx="165881" cy="167167"/>
            </a:xfrm>
            <a:custGeom>
              <a:avLst/>
              <a:pathLst>
                <a:path w="165881" h="167167">
                  <a:moveTo>
                    <a:pt x="165881" y="0"/>
                  </a:moveTo>
                  <a:lnTo>
                    <a:pt x="160508" y="86"/>
                  </a:lnTo>
                  <a:lnTo>
                    <a:pt x="155140" y="345"/>
                  </a:lnTo>
                  <a:lnTo>
                    <a:pt x="149783" y="776"/>
                  </a:lnTo>
                  <a:lnTo>
                    <a:pt x="144444" y="1380"/>
                  </a:lnTo>
                  <a:lnTo>
                    <a:pt x="139126" y="2154"/>
                  </a:lnTo>
                  <a:lnTo>
                    <a:pt x="133836" y="3100"/>
                  </a:lnTo>
                  <a:lnTo>
                    <a:pt x="128579" y="4215"/>
                  </a:lnTo>
                  <a:lnTo>
                    <a:pt x="123360" y="5498"/>
                  </a:lnTo>
                  <a:lnTo>
                    <a:pt x="118185" y="6948"/>
                  </a:lnTo>
                  <a:lnTo>
                    <a:pt x="113060" y="8564"/>
                  </a:lnTo>
                  <a:lnTo>
                    <a:pt x="107990" y="10344"/>
                  </a:lnTo>
                  <a:lnTo>
                    <a:pt x="102979" y="12286"/>
                  </a:lnTo>
                  <a:lnTo>
                    <a:pt x="98033" y="14387"/>
                  </a:lnTo>
                  <a:lnTo>
                    <a:pt x="93157" y="16647"/>
                  </a:lnTo>
                  <a:lnTo>
                    <a:pt x="88357" y="19063"/>
                  </a:lnTo>
                  <a:lnTo>
                    <a:pt x="83636" y="21631"/>
                  </a:lnTo>
                  <a:lnTo>
                    <a:pt x="79001" y="24350"/>
                  </a:lnTo>
                  <a:lnTo>
                    <a:pt x="74455" y="27216"/>
                  </a:lnTo>
                  <a:lnTo>
                    <a:pt x="70004" y="30227"/>
                  </a:lnTo>
                  <a:lnTo>
                    <a:pt x="65652" y="33380"/>
                  </a:lnTo>
                  <a:lnTo>
                    <a:pt x="61403" y="36670"/>
                  </a:lnTo>
                  <a:lnTo>
                    <a:pt x="57263" y="40096"/>
                  </a:lnTo>
                  <a:lnTo>
                    <a:pt x="53234" y="43653"/>
                  </a:lnTo>
                  <a:lnTo>
                    <a:pt x="49322" y="47338"/>
                  </a:lnTo>
                  <a:lnTo>
                    <a:pt x="45531" y="51146"/>
                  </a:lnTo>
                  <a:lnTo>
                    <a:pt x="41864" y="55074"/>
                  </a:lnTo>
                  <a:lnTo>
                    <a:pt x="38325" y="59119"/>
                  </a:lnTo>
                  <a:lnTo>
                    <a:pt x="34918" y="63274"/>
                  </a:lnTo>
                  <a:lnTo>
                    <a:pt x="31646" y="67538"/>
                  </a:lnTo>
                  <a:lnTo>
                    <a:pt x="28513" y="71904"/>
                  </a:lnTo>
                  <a:lnTo>
                    <a:pt x="25522" y="76369"/>
                  </a:lnTo>
                  <a:lnTo>
                    <a:pt x="22676" y="80927"/>
                  </a:lnTo>
                  <a:lnTo>
                    <a:pt x="19978" y="85575"/>
                  </a:lnTo>
                  <a:lnTo>
                    <a:pt x="17431" y="90306"/>
                  </a:lnTo>
                  <a:lnTo>
                    <a:pt x="15037" y="95118"/>
                  </a:lnTo>
                  <a:lnTo>
                    <a:pt x="12799" y="100004"/>
                  </a:lnTo>
                  <a:lnTo>
                    <a:pt x="10719" y="104959"/>
                  </a:lnTo>
                  <a:lnTo>
                    <a:pt x="8800" y="109978"/>
                  </a:lnTo>
                  <a:lnTo>
                    <a:pt x="7043" y="115057"/>
                  </a:lnTo>
                  <a:lnTo>
                    <a:pt x="5450" y="120189"/>
                  </a:lnTo>
                  <a:lnTo>
                    <a:pt x="4023" y="125370"/>
                  </a:lnTo>
                  <a:lnTo>
                    <a:pt x="2763" y="130594"/>
                  </a:lnTo>
                  <a:lnTo>
                    <a:pt x="1672" y="135856"/>
                  </a:lnTo>
                  <a:lnTo>
                    <a:pt x="750" y="141151"/>
                  </a:lnTo>
                  <a:lnTo>
                    <a:pt x="0" y="146472"/>
                  </a:lnTo>
                  <a:lnTo>
                    <a:pt x="1658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16958" y="5107746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16958" y="5107746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16958" y="5107746"/>
              <a:ext cx="165881" cy="20694"/>
            </a:xfrm>
            <a:custGeom>
              <a:avLst/>
              <a:pathLst>
                <a:path w="165881" h="20694">
                  <a:moveTo>
                    <a:pt x="0" y="0"/>
                  </a:moveTo>
                  <a:lnTo>
                    <a:pt x="165881" y="206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15680" y="5107746"/>
              <a:ext cx="167160" cy="97347"/>
            </a:xfrm>
            <a:custGeom>
              <a:avLst/>
              <a:pathLst>
                <a:path w="167160" h="97347">
                  <a:moveTo>
                    <a:pt x="1278" y="0"/>
                  </a:moveTo>
                  <a:lnTo>
                    <a:pt x="680" y="5544"/>
                  </a:lnTo>
                  <a:lnTo>
                    <a:pt x="268" y="11105"/>
                  </a:lnTo>
                  <a:lnTo>
                    <a:pt x="41" y="16676"/>
                  </a:lnTo>
                  <a:lnTo>
                    <a:pt x="0" y="22252"/>
                  </a:lnTo>
                  <a:lnTo>
                    <a:pt x="144" y="27827"/>
                  </a:lnTo>
                  <a:lnTo>
                    <a:pt x="475" y="33393"/>
                  </a:lnTo>
                  <a:lnTo>
                    <a:pt x="992" y="38946"/>
                  </a:lnTo>
                  <a:lnTo>
                    <a:pt x="1693" y="44478"/>
                  </a:lnTo>
                  <a:lnTo>
                    <a:pt x="2578" y="49983"/>
                  </a:lnTo>
                  <a:lnTo>
                    <a:pt x="3646" y="55456"/>
                  </a:lnTo>
                  <a:lnTo>
                    <a:pt x="4897" y="60890"/>
                  </a:lnTo>
                  <a:lnTo>
                    <a:pt x="6328" y="66280"/>
                  </a:lnTo>
                  <a:lnTo>
                    <a:pt x="7938" y="71619"/>
                  </a:lnTo>
                  <a:lnTo>
                    <a:pt x="9725" y="76901"/>
                  </a:lnTo>
                  <a:lnTo>
                    <a:pt x="11687" y="82121"/>
                  </a:lnTo>
                  <a:lnTo>
                    <a:pt x="13822" y="87272"/>
                  </a:lnTo>
                  <a:lnTo>
                    <a:pt x="16128" y="92349"/>
                  </a:lnTo>
                  <a:lnTo>
                    <a:pt x="18602" y="97347"/>
                  </a:lnTo>
                  <a:lnTo>
                    <a:pt x="167160" y="206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34282" y="4961274"/>
              <a:ext cx="315716" cy="334323"/>
            </a:xfrm>
            <a:custGeom>
              <a:avLst/>
              <a:pathLst>
                <a:path w="315716" h="334323">
                  <a:moveTo>
                    <a:pt x="0" y="243819"/>
                  </a:moveTo>
                  <a:lnTo>
                    <a:pt x="2516" y="248511"/>
                  </a:lnTo>
                  <a:lnTo>
                    <a:pt x="5180" y="253120"/>
                  </a:lnTo>
                  <a:lnTo>
                    <a:pt x="7990" y="257642"/>
                  </a:lnTo>
                  <a:lnTo>
                    <a:pt x="10943" y="262073"/>
                  </a:lnTo>
                  <a:lnTo>
                    <a:pt x="14035" y="266407"/>
                  </a:lnTo>
                  <a:lnTo>
                    <a:pt x="17263" y="270641"/>
                  </a:lnTo>
                  <a:lnTo>
                    <a:pt x="20625" y="274769"/>
                  </a:lnTo>
                  <a:lnTo>
                    <a:pt x="24116" y="278788"/>
                  </a:lnTo>
                  <a:lnTo>
                    <a:pt x="27734" y="282695"/>
                  </a:lnTo>
                  <a:lnTo>
                    <a:pt x="31474" y="286484"/>
                  </a:lnTo>
                  <a:lnTo>
                    <a:pt x="35333" y="290152"/>
                  </a:lnTo>
                  <a:lnTo>
                    <a:pt x="39307" y="293695"/>
                  </a:lnTo>
                  <a:lnTo>
                    <a:pt x="43391" y="297110"/>
                  </a:lnTo>
                  <a:lnTo>
                    <a:pt x="47583" y="300393"/>
                  </a:lnTo>
                  <a:lnTo>
                    <a:pt x="51876" y="303541"/>
                  </a:lnTo>
                  <a:lnTo>
                    <a:pt x="56268" y="306550"/>
                  </a:lnTo>
                  <a:lnTo>
                    <a:pt x="60754" y="309418"/>
                  </a:lnTo>
                  <a:lnTo>
                    <a:pt x="65328" y="312142"/>
                  </a:lnTo>
                  <a:lnTo>
                    <a:pt x="69987" y="314719"/>
                  </a:lnTo>
                  <a:lnTo>
                    <a:pt x="74726" y="317146"/>
                  </a:lnTo>
                  <a:lnTo>
                    <a:pt x="79539" y="319421"/>
                  </a:lnTo>
                  <a:lnTo>
                    <a:pt x="84423" y="321542"/>
                  </a:lnTo>
                  <a:lnTo>
                    <a:pt x="89371" y="323506"/>
                  </a:lnTo>
                  <a:lnTo>
                    <a:pt x="94380" y="325312"/>
                  </a:lnTo>
                  <a:lnTo>
                    <a:pt x="99443" y="326957"/>
                  </a:lnTo>
                  <a:lnTo>
                    <a:pt x="104557" y="328440"/>
                  </a:lnTo>
                  <a:lnTo>
                    <a:pt x="109714" y="329759"/>
                  </a:lnTo>
                  <a:lnTo>
                    <a:pt x="114912" y="330914"/>
                  </a:lnTo>
                  <a:lnTo>
                    <a:pt x="120143" y="331902"/>
                  </a:lnTo>
                  <a:lnTo>
                    <a:pt x="125404" y="332723"/>
                  </a:lnTo>
                  <a:lnTo>
                    <a:pt x="130687" y="333377"/>
                  </a:lnTo>
                  <a:lnTo>
                    <a:pt x="135989" y="333861"/>
                  </a:lnTo>
                  <a:lnTo>
                    <a:pt x="141304" y="334177"/>
                  </a:lnTo>
                  <a:lnTo>
                    <a:pt x="146626" y="334323"/>
                  </a:lnTo>
                  <a:lnTo>
                    <a:pt x="151950" y="334300"/>
                  </a:lnTo>
                  <a:lnTo>
                    <a:pt x="157271" y="334107"/>
                  </a:lnTo>
                  <a:lnTo>
                    <a:pt x="162582" y="333745"/>
                  </a:lnTo>
                  <a:lnTo>
                    <a:pt x="167880" y="333214"/>
                  </a:lnTo>
                  <a:lnTo>
                    <a:pt x="173158" y="332514"/>
                  </a:lnTo>
                  <a:lnTo>
                    <a:pt x="178411" y="331647"/>
                  </a:lnTo>
                  <a:lnTo>
                    <a:pt x="183633" y="330613"/>
                  </a:lnTo>
                  <a:lnTo>
                    <a:pt x="188820" y="329413"/>
                  </a:lnTo>
                  <a:lnTo>
                    <a:pt x="193967" y="328049"/>
                  </a:lnTo>
                  <a:lnTo>
                    <a:pt x="199067" y="326521"/>
                  </a:lnTo>
                  <a:lnTo>
                    <a:pt x="204116" y="324832"/>
                  </a:lnTo>
                  <a:lnTo>
                    <a:pt x="209108" y="322983"/>
                  </a:lnTo>
                  <a:lnTo>
                    <a:pt x="214040" y="320975"/>
                  </a:lnTo>
                  <a:lnTo>
                    <a:pt x="218904" y="318812"/>
                  </a:lnTo>
                  <a:lnTo>
                    <a:pt x="223698" y="316495"/>
                  </a:lnTo>
                  <a:lnTo>
                    <a:pt x="228415" y="314026"/>
                  </a:lnTo>
                  <a:lnTo>
                    <a:pt x="233051" y="311409"/>
                  </a:lnTo>
                  <a:lnTo>
                    <a:pt x="237602" y="308645"/>
                  </a:lnTo>
                  <a:lnTo>
                    <a:pt x="242062" y="305738"/>
                  </a:lnTo>
                  <a:lnTo>
                    <a:pt x="246427" y="302690"/>
                  </a:lnTo>
                  <a:lnTo>
                    <a:pt x="250693" y="299505"/>
                  </a:lnTo>
                  <a:lnTo>
                    <a:pt x="254855" y="296185"/>
                  </a:lnTo>
                  <a:lnTo>
                    <a:pt x="258910" y="292734"/>
                  </a:lnTo>
                  <a:lnTo>
                    <a:pt x="262853" y="289157"/>
                  </a:lnTo>
                  <a:lnTo>
                    <a:pt x="266680" y="285455"/>
                  </a:lnTo>
                  <a:lnTo>
                    <a:pt x="270386" y="281634"/>
                  </a:lnTo>
                  <a:lnTo>
                    <a:pt x="273970" y="277696"/>
                  </a:lnTo>
                  <a:lnTo>
                    <a:pt x="277426" y="273646"/>
                  </a:lnTo>
                  <a:lnTo>
                    <a:pt x="280751" y="269488"/>
                  </a:lnTo>
                  <a:lnTo>
                    <a:pt x="283943" y="265227"/>
                  </a:lnTo>
                  <a:lnTo>
                    <a:pt x="286997" y="260866"/>
                  </a:lnTo>
                  <a:lnTo>
                    <a:pt x="289910" y="256410"/>
                  </a:lnTo>
                  <a:lnTo>
                    <a:pt x="292681" y="251863"/>
                  </a:lnTo>
                  <a:lnTo>
                    <a:pt x="295305" y="247231"/>
                  </a:lnTo>
                  <a:lnTo>
                    <a:pt x="297780" y="242517"/>
                  </a:lnTo>
                  <a:lnTo>
                    <a:pt x="300103" y="237727"/>
                  </a:lnTo>
                  <a:lnTo>
                    <a:pt x="302274" y="232865"/>
                  </a:lnTo>
                  <a:lnTo>
                    <a:pt x="304288" y="227937"/>
                  </a:lnTo>
                  <a:lnTo>
                    <a:pt x="306144" y="222947"/>
                  </a:lnTo>
                  <a:lnTo>
                    <a:pt x="307840" y="217900"/>
                  </a:lnTo>
                  <a:lnTo>
                    <a:pt x="309375" y="212802"/>
                  </a:lnTo>
                  <a:lnTo>
                    <a:pt x="310747" y="207658"/>
                  </a:lnTo>
                  <a:lnTo>
                    <a:pt x="311954" y="202472"/>
                  </a:lnTo>
                  <a:lnTo>
                    <a:pt x="312995" y="197251"/>
                  </a:lnTo>
                  <a:lnTo>
                    <a:pt x="313870" y="192000"/>
                  </a:lnTo>
                  <a:lnTo>
                    <a:pt x="314577" y="186723"/>
                  </a:lnTo>
                  <a:lnTo>
                    <a:pt x="315115" y="181426"/>
                  </a:lnTo>
                  <a:lnTo>
                    <a:pt x="315485" y="176115"/>
                  </a:lnTo>
                  <a:lnTo>
                    <a:pt x="315685" y="170794"/>
                  </a:lnTo>
                  <a:lnTo>
                    <a:pt x="315716" y="165470"/>
                  </a:lnTo>
                  <a:lnTo>
                    <a:pt x="315577" y="160148"/>
                  </a:lnTo>
                  <a:lnTo>
                    <a:pt x="315269" y="154833"/>
                  </a:lnTo>
                  <a:lnTo>
                    <a:pt x="314792" y="149530"/>
                  </a:lnTo>
                  <a:lnTo>
                    <a:pt x="314146" y="144246"/>
                  </a:lnTo>
                  <a:lnTo>
                    <a:pt x="313332" y="138984"/>
                  </a:lnTo>
                  <a:lnTo>
                    <a:pt x="312351" y="133751"/>
                  </a:lnTo>
                  <a:lnTo>
                    <a:pt x="311204" y="128552"/>
                  </a:lnTo>
                  <a:lnTo>
                    <a:pt x="309892" y="123393"/>
                  </a:lnTo>
                  <a:lnTo>
                    <a:pt x="308416" y="118277"/>
                  </a:lnTo>
                  <a:lnTo>
                    <a:pt x="306778" y="113211"/>
                  </a:lnTo>
                  <a:lnTo>
                    <a:pt x="304979" y="108200"/>
                  </a:lnTo>
                  <a:lnTo>
                    <a:pt x="303022" y="103249"/>
                  </a:lnTo>
                  <a:lnTo>
                    <a:pt x="300908" y="98362"/>
                  </a:lnTo>
                  <a:lnTo>
                    <a:pt x="298640" y="93546"/>
                  </a:lnTo>
                  <a:lnTo>
                    <a:pt x="296220" y="88804"/>
                  </a:lnTo>
                  <a:lnTo>
                    <a:pt x="293649" y="84141"/>
                  </a:lnTo>
                  <a:lnTo>
                    <a:pt x="290932" y="79563"/>
                  </a:lnTo>
                  <a:lnTo>
                    <a:pt x="288070" y="75074"/>
                  </a:lnTo>
                  <a:lnTo>
                    <a:pt x="285066" y="70678"/>
                  </a:lnTo>
                  <a:lnTo>
                    <a:pt x="281925" y="66379"/>
                  </a:lnTo>
                  <a:lnTo>
                    <a:pt x="278647" y="62184"/>
                  </a:lnTo>
                  <a:lnTo>
                    <a:pt x="275238" y="58094"/>
                  </a:lnTo>
                  <a:lnTo>
                    <a:pt x="271701" y="54115"/>
                  </a:lnTo>
                  <a:lnTo>
                    <a:pt x="268038" y="50251"/>
                  </a:lnTo>
                  <a:lnTo>
                    <a:pt x="264254" y="46506"/>
                  </a:lnTo>
                  <a:lnTo>
                    <a:pt x="260353" y="42883"/>
                  </a:lnTo>
                  <a:lnTo>
                    <a:pt x="256339" y="39386"/>
                  </a:lnTo>
                  <a:lnTo>
                    <a:pt x="252215" y="36018"/>
                  </a:lnTo>
                  <a:lnTo>
                    <a:pt x="247986" y="32784"/>
                  </a:lnTo>
                  <a:lnTo>
                    <a:pt x="243656" y="29686"/>
                  </a:lnTo>
                  <a:lnTo>
                    <a:pt x="239230" y="26727"/>
                  </a:lnTo>
                  <a:lnTo>
                    <a:pt x="234712" y="23911"/>
                  </a:lnTo>
                  <a:lnTo>
                    <a:pt x="230106" y="21240"/>
                  </a:lnTo>
                  <a:lnTo>
                    <a:pt x="225418" y="18717"/>
                  </a:lnTo>
                  <a:lnTo>
                    <a:pt x="220651" y="16345"/>
                  </a:lnTo>
                  <a:lnTo>
                    <a:pt x="215812" y="14125"/>
                  </a:lnTo>
                  <a:lnTo>
                    <a:pt x="210904" y="12061"/>
                  </a:lnTo>
                  <a:lnTo>
                    <a:pt x="205933" y="10154"/>
                  </a:lnTo>
                  <a:lnTo>
                    <a:pt x="200904" y="8407"/>
                  </a:lnTo>
                  <a:lnTo>
                    <a:pt x="195822" y="6821"/>
                  </a:lnTo>
                  <a:lnTo>
                    <a:pt x="190692" y="5397"/>
                  </a:lnTo>
                  <a:lnTo>
                    <a:pt x="185519" y="4137"/>
                  </a:lnTo>
                  <a:lnTo>
                    <a:pt x="180309" y="3043"/>
                  </a:lnTo>
                  <a:lnTo>
                    <a:pt x="175066" y="2115"/>
                  </a:lnTo>
                  <a:lnTo>
                    <a:pt x="169797" y="1354"/>
                  </a:lnTo>
                  <a:lnTo>
                    <a:pt x="164506" y="762"/>
                  </a:lnTo>
                  <a:lnTo>
                    <a:pt x="159199" y="339"/>
                  </a:lnTo>
                  <a:lnTo>
                    <a:pt x="153881" y="84"/>
                  </a:lnTo>
                  <a:lnTo>
                    <a:pt x="148557" y="0"/>
                  </a:lnTo>
                  <a:lnTo>
                    <a:pt x="1485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293384" y="4605529"/>
              <a:ext cx="167162" cy="325081"/>
            </a:xfrm>
            <a:custGeom>
              <a:avLst/>
              <a:pathLst>
                <a:path w="167162" h="325081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8" y="764"/>
                  </a:lnTo>
                  <a:lnTo>
                    <a:pt x="145888" y="1359"/>
                  </a:lnTo>
                  <a:lnTo>
                    <a:pt x="140611" y="2122"/>
                  </a:lnTo>
                  <a:lnTo>
                    <a:pt x="135360" y="3052"/>
                  </a:lnTo>
                  <a:lnTo>
                    <a:pt x="130142" y="4150"/>
                  </a:lnTo>
                  <a:lnTo>
                    <a:pt x="124961" y="5414"/>
                  </a:lnTo>
                  <a:lnTo>
                    <a:pt x="119823" y="6842"/>
                  </a:lnTo>
                  <a:lnTo>
                    <a:pt x="114733" y="8434"/>
                  </a:lnTo>
                  <a:lnTo>
                    <a:pt x="109697" y="10187"/>
                  </a:lnTo>
                  <a:lnTo>
                    <a:pt x="104719" y="12100"/>
                  </a:lnTo>
                  <a:lnTo>
                    <a:pt x="99805" y="14170"/>
                  </a:lnTo>
                  <a:lnTo>
                    <a:pt x="94959" y="16396"/>
                  </a:lnTo>
                  <a:lnTo>
                    <a:pt x="90187" y="18776"/>
                  </a:lnTo>
                  <a:lnTo>
                    <a:pt x="85493" y="21307"/>
                  </a:lnTo>
                  <a:lnTo>
                    <a:pt x="80883" y="23986"/>
                  </a:lnTo>
                  <a:lnTo>
                    <a:pt x="76360" y="26811"/>
                  </a:lnTo>
                  <a:lnTo>
                    <a:pt x="71929" y="29778"/>
                  </a:lnTo>
                  <a:lnTo>
                    <a:pt x="67595" y="32886"/>
                  </a:lnTo>
                  <a:lnTo>
                    <a:pt x="63363" y="36130"/>
                  </a:lnTo>
                  <a:lnTo>
                    <a:pt x="59236" y="39507"/>
                  </a:lnTo>
                  <a:lnTo>
                    <a:pt x="55219" y="43015"/>
                  </a:lnTo>
                  <a:lnTo>
                    <a:pt x="51316" y="46648"/>
                  </a:lnTo>
                  <a:lnTo>
                    <a:pt x="47531" y="50405"/>
                  </a:lnTo>
                  <a:lnTo>
                    <a:pt x="43868" y="54280"/>
                  </a:lnTo>
                  <a:lnTo>
                    <a:pt x="40330" y="58270"/>
                  </a:lnTo>
                  <a:lnTo>
                    <a:pt x="36921" y="62371"/>
                  </a:lnTo>
                  <a:lnTo>
                    <a:pt x="33645" y="66578"/>
                  </a:lnTo>
                  <a:lnTo>
                    <a:pt x="30504" y="70888"/>
                  </a:lnTo>
                  <a:lnTo>
                    <a:pt x="27503" y="75296"/>
                  </a:lnTo>
                  <a:lnTo>
                    <a:pt x="24644" y="79797"/>
                  </a:lnTo>
                  <a:lnTo>
                    <a:pt x="21930" y="84387"/>
                  </a:lnTo>
                  <a:lnTo>
                    <a:pt x="19363" y="89062"/>
                  </a:lnTo>
                  <a:lnTo>
                    <a:pt x="16947" y="93816"/>
                  </a:lnTo>
                  <a:lnTo>
                    <a:pt x="14684" y="98644"/>
                  </a:lnTo>
                  <a:lnTo>
                    <a:pt x="12576" y="103543"/>
                  </a:lnTo>
                  <a:lnTo>
                    <a:pt x="10625" y="108506"/>
                  </a:lnTo>
                  <a:lnTo>
                    <a:pt x="8834" y="113528"/>
                  </a:lnTo>
                  <a:lnTo>
                    <a:pt x="7203" y="118606"/>
                  </a:lnTo>
                  <a:lnTo>
                    <a:pt x="5736" y="123732"/>
                  </a:lnTo>
                  <a:lnTo>
                    <a:pt x="4433" y="128903"/>
                  </a:lnTo>
                  <a:lnTo>
                    <a:pt x="3295" y="134113"/>
                  </a:lnTo>
                  <a:lnTo>
                    <a:pt x="2324" y="139357"/>
                  </a:lnTo>
                  <a:lnTo>
                    <a:pt x="1521" y="144628"/>
                  </a:lnTo>
                  <a:lnTo>
                    <a:pt x="886" y="149923"/>
                  </a:lnTo>
                  <a:lnTo>
                    <a:pt x="421" y="155235"/>
                  </a:lnTo>
                  <a:lnTo>
                    <a:pt x="125" y="160560"/>
                  </a:lnTo>
                  <a:lnTo>
                    <a:pt x="0" y="165891"/>
                  </a:lnTo>
                  <a:lnTo>
                    <a:pt x="44" y="171224"/>
                  </a:lnTo>
                  <a:lnTo>
                    <a:pt x="258" y="176552"/>
                  </a:lnTo>
                  <a:lnTo>
                    <a:pt x="643" y="181871"/>
                  </a:lnTo>
                  <a:lnTo>
                    <a:pt x="1196" y="187174"/>
                  </a:lnTo>
                  <a:lnTo>
                    <a:pt x="1919" y="192458"/>
                  </a:lnTo>
                  <a:lnTo>
                    <a:pt x="2810" y="197716"/>
                  </a:lnTo>
                  <a:lnTo>
                    <a:pt x="3868" y="202942"/>
                  </a:lnTo>
                  <a:lnTo>
                    <a:pt x="5092" y="208132"/>
                  </a:lnTo>
                  <a:lnTo>
                    <a:pt x="6481" y="213281"/>
                  </a:lnTo>
                  <a:lnTo>
                    <a:pt x="8033" y="218383"/>
                  </a:lnTo>
                  <a:lnTo>
                    <a:pt x="9748" y="223432"/>
                  </a:lnTo>
                  <a:lnTo>
                    <a:pt x="11623" y="228424"/>
                  </a:lnTo>
                  <a:lnTo>
                    <a:pt x="13656" y="233354"/>
                  </a:lnTo>
                  <a:lnTo>
                    <a:pt x="15845" y="238217"/>
                  </a:lnTo>
                  <a:lnTo>
                    <a:pt x="18188" y="243007"/>
                  </a:lnTo>
                  <a:lnTo>
                    <a:pt x="20683" y="247720"/>
                  </a:lnTo>
                  <a:lnTo>
                    <a:pt x="23327" y="252351"/>
                  </a:lnTo>
                  <a:lnTo>
                    <a:pt x="26117" y="256896"/>
                  </a:lnTo>
                  <a:lnTo>
                    <a:pt x="29051" y="261349"/>
                  </a:lnTo>
                  <a:lnTo>
                    <a:pt x="32125" y="265706"/>
                  </a:lnTo>
                  <a:lnTo>
                    <a:pt x="35337" y="269963"/>
                  </a:lnTo>
                  <a:lnTo>
                    <a:pt x="38683" y="274115"/>
                  </a:lnTo>
                  <a:lnTo>
                    <a:pt x="42159" y="278159"/>
                  </a:lnTo>
                  <a:lnTo>
                    <a:pt x="45763" y="282089"/>
                  </a:lnTo>
                  <a:lnTo>
                    <a:pt x="49490" y="285903"/>
                  </a:lnTo>
                  <a:lnTo>
                    <a:pt x="53337" y="289596"/>
                  </a:lnTo>
                  <a:lnTo>
                    <a:pt x="57300" y="293164"/>
                  </a:lnTo>
                  <a:lnTo>
                    <a:pt x="61375" y="296604"/>
                  </a:lnTo>
                  <a:lnTo>
                    <a:pt x="65557" y="299913"/>
                  </a:lnTo>
                  <a:lnTo>
                    <a:pt x="69843" y="303086"/>
                  </a:lnTo>
                  <a:lnTo>
                    <a:pt x="74228" y="306121"/>
                  </a:lnTo>
                  <a:lnTo>
                    <a:pt x="78707" y="309014"/>
                  </a:lnTo>
                  <a:lnTo>
                    <a:pt x="83276" y="311763"/>
                  </a:lnTo>
                  <a:lnTo>
                    <a:pt x="87931" y="314365"/>
                  </a:lnTo>
                  <a:lnTo>
                    <a:pt x="92666" y="316818"/>
                  </a:lnTo>
                  <a:lnTo>
                    <a:pt x="97478" y="319118"/>
                  </a:lnTo>
                  <a:lnTo>
                    <a:pt x="102360" y="321263"/>
                  </a:lnTo>
                  <a:lnTo>
                    <a:pt x="107308" y="323252"/>
                  </a:lnTo>
                  <a:lnTo>
                    <a:pt x="112317" y="325081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05701" y="4772696"/>
              <a:ext cx="54845" cy="157914"/>
            </a:xfrm>
            <a:custGeom>
              <a:avLst/>
              <a:pathLst>
                <a:path w="54845" h="157914">
                  <a:moveTo>
                    <a:pt x="0" y="157914"/>
                  </a:moveTo>
                  <a:lnTo>
                    <a:pt x="548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05701" y="4772696"/>
              <a:ext cx="54845" cy="157914"/>
            </a:xfrm>
            <a:custGeom>
              <a:avLst/>
              <a:pathLst>
                <a:path w="54845" h="157914">
                  <a:moveTo>
                    <a:pt x="0" y="157914"/>
                  </a:moveTo>
                  <a:lnTo>
                    <a:pt x="548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05701" y="4772696"/>
              <a:ext cx="140229" cy="167167"/>
            </a:xfrm>
            <a:custGeom>
              <a:avLst/>
              <a:pathLst>
                <a:path w="140229" h="167167">
                  <a:moveTo>
                    <a:pt x="0" y="157914"/>
                  </a:moveTo>
                  <a:lnTo>
                    <a:pt x="5315" y="159661"/>
                  </a:lnTo>
                  <a:lnTo>
                    <a:pt x="10687" y="161229"/>
                  </a:lnTo>
                  <a:lnTo>
                    <a:pt x="16108" y="162617"/>
                  </a:lnTo>
                  <a:lnTo>
                    <a:pt x="21572" y="163822"/>
                  </a:lnTo>
                  <a:lnTo>
                    <a:pt x="27074" y="164844"/>
                  </a:lnTo>
                  <a:lnTo>
                    <a:pt x="32607" y="165681"/>
                  </a:lnTo>
                  <a:lnTo>
                    <a:pt x="38164" y="166333"/>
                  </a:lnTo>
                  <a:lnTo>
                    <a:pt x="43741" y="166798"/>
                  </a:lnTo>
                  <a:lnTo>
                    <a:pt x="49330" y="167076"/>
                  </a:lnTo>
                  <a:lnTo>
                    <a:pt x="54925" y="167167"/>
                  </a:lnTo>
                  <a:lnTo>
                    <a:pt x="60519" y="167071"/>
                  </a:lnTo>
                  <a:lnTo>
                    <a:pt x="66108" y="166787"/>
                  </a:lnTo>
                  <a:lnTo>
                    <a:pt x="71684" y="166317"/>
                  </a:lnTo>
                  <a:lnTo>
                    <a:pt x="77241" y="165660"/>
                  </a:lnTo>
                  <a:lnTo>
                    <a:pt x="82773" y="164818"/>
                  </a:lnTo>
                  <a:lnTo>
                    <a:pt x="88274" y="163790"/>
                  </a:lnTo>
                  <a:lnTo>
                    <a:pt x="93737" y="162580"/>
                  </a:lnTo>
                  <a:lnTo>
                    <a:pt x="99157" y="161187"/>
                  </a:lnTo>
                  <a:lnTo>
                    <a:pt x="104526" y="159614"/>
                  </a:lnTo>
                  <a:lnTo>
                    <a:pt x="109841" y="157861"/>
                  </a:lnTo>
                  <a:lnTo>
                    <a:pt x="115094" y="155932"/>
                  </a:lnTo>
                  <a:lnTo>
                    <a:pt x="120279" y="153829"/>
                  </a:lnTo>
                  <a:lnTo>
                    <a:pt x="125391" y="151552"/>
                  </a:lnTo>
                  <a:lnTo>
                    <a:pt x="130423" y="149106"/>
                  </a:lnTo>
                  <a:lnTo>
                    <a:pt x="135372" y="146493"/>
                  </a:lnTo>
                  <a:lnTo>
                    <a:pt x="140229" y="143716"/>
                  </a:lnTo>
                  <a:lnTo>
                    <a:pt x="5484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05529"/>
              <a:ext cx="167165" cy="310883"/>
            </a:xfrm>
            <a:custGeom>
              <a:avLst/>
              <a:pathLst>
                <a:path w="167165" h="310883">
                  <a:moveTo>
                    <a:pt x="85384" y="310883"/>
                  </a:moveTo>
                  <a:lnTo>
                    <a:pt x="89962" y="308063"/>
                  </a:lnTo>
                  <a:lnTo>
                    <a:pt x="94447" y="305097"/>
                  </a:lnTo>
                  <a:lnTo>
                    <a:pt x="98834" y="301988"/>
                  </a:lnTo>
                  <a:lnTo>
                    <a:pt x="103119" y="298740"/>
                  </a:lnTo>
                  <a:lnTo>
                    <a:pt x="107297" y="295355"/>
                  </a:lnTo>
                  <a:lnTo>
                    <a:pt x="111364" y="291838"/>
                  </a:lnTo>
                  <a:lnTo>
                    <a:pt x="115316" y="288192"/>
                  </a:lnTo>
                  <a:lnTo>
                    <a:pt x="119149" y="284421"/>
                  </a:lnTo>
                  <a:lnTo>
                    <a:pt x="122858" y="280528"/>
                  </a:lnTo>
                  <a:lnTo>
                    <a:pt x="126440" y="276518"/>
                  </a:lnTo>
                  <a:lnTo>
                    <a:pt x="129892" y="272395"/>
                  </a:lnTo>
                  <a:lnTo>
                    <a:pt x="133209" y="268163"/>
                  </a:lnTo>
                  <a:lnTo>
                    <a:pt x="136388" y="263827"/>
                  </a:lnTo>
                  <a:lnTo>
                    <a:pt x="139426" y="259390"/>
                  </a:lnTo>
                  <a:lnTo>
                    <a:pt x="142320" y="254858"/>
                  </a:lnTo>
                  <a:lnTo>
                    <a:pt x="145067" y="250236"/>
                  </a:lnTo>
                  <a:lnTo>
                    <a:pt x="147663" y="245527"/>
                  </a:lnTo>
                  <a:lnTo>
                    <a:pt x="150107" y="240738"/>
                  </a:lnTo>
                  <a:lnTo>
                    <a:pt x="152396" y="235872"/>
                  </a:lnTo>
                  <a:lnTo>
                    <a:pt x="154526" y="230935"/>
                  </a:lnTo>
                  <a:lnTo>
                    <a:pt x="156497" y="225932"/>
                  </a:lnTo>
                  <a:lnTo>
                    <a:pt x="158306" y="220869"/>
                  </a:lnTo>
                  <a:lnTo>
                    <a:pt x="159952" y="215750"/>
                  </a:lnTo>
                  <a:lnTo>
                    <a:pt x="161431" y="210580"/>
                  </a:lnTo>
                  <a:lnTo>
                    <a:pt x="162744" y="205366"/>
                  </a:lnTo>
                  <a:lnTo>
                    <a:pt x="163888" y="200112"/>
                  </a:lnTo>
                  <a:lnTo>
                    <a:pt x="164863" y="194824"/>
                  </a:lnTo>
                  <a:lnTo>
                    <a:pt x="165667" y="189508"/>
                  </a:lnTo>
                  <a:lnTo>
                    <a:pt x="166300" y="184168"/>
                  </a:lnTo>
                  <a:lnTo>
                    <a:pt x="166761" y="178811"/>
                  </a:lnTo>
                  <a:lnTo>
                    <a:pt x="167049" y="173441"/>
                  </a:lnTo>
                  <a:lnTo>
                    <a:pt x="167165" y="168066"/>
                  </a:lnTo>
                  <a:lnTo>
                    <a:pt x="167107" y="162689"/>
                  </a:lnTo>
                  <a:lnTo>
                    <a:pt x="166876" y="157317"/>
                  </a:lnTo>
                  <a:lnTo>
                    <a:pt x="166473" y="151955"/>
                  </a:lnTo>
                  <a:lnTo>
                    <a:pt x="165898" y="146609"/>
                  </a:lnTo>
                  <a:lnTo>
                    <a:pt x="165151" y="141284"/>
                  </a:lnTo>
                  <a:lnTo>
                    <a:pt x="164233" y="135986"/>
                  </a:lnTo>
                  <a:lnTo>
                    <a:pt x="163145" y="130720"/>
                  </a:lnTo>
                  <a:lnTo>
                    <a:pt x="161889" y="125492"/>
                  </a:lnTo>
                  <a:lnTo>
                    <a:pt x="160465" y="120307"/>
                  </a:lnTo>
                  <a:lnTo>
                    <a:pt x="158875" y="115170"/>
                  </a:lnTo>
                  <a:lnTo>
                    <a:pt x="157120" y="110088"/>
                  </a:lnTo>
                  <a:lnTo>
                    <a:pt x="155203" y="105064"/>
                  </a:lnTo>
                  <a:lnTo>
                    <a:pt x="153126" y="100105"/>
                  </a:lnTo>
                  <a:lnTo>
                    <a:pt x="150890" y="95215"/>
                  </a:lnTo>
                  <a:lnTo>
                    <a:pt x="148497" y="90399"/>
                  </a:lnTo>
                  <a:lnTo>
                    <a:pt x="145952" y="85663"/>
                  </a:lnTo>
                  <a:lnTo>
                    <a:pt x="143255" y="81011"/>
                  </a:lnTo>
                  <a:lnTo>
                    <a:pt x="140410" y="76448"/>
                  </a:lnTo>
                  <a:lnTo>
                    <a:pt x="137420" y="71979"/>
                  </a:lnTo>
                  <a:lnTo>
                    <a:pt x="134287" y="67609"/>
                  </a:lnTo>
                  <a:lnTo>
                    <a:pt x="131016" y="63342"/>
                  </a:lnTo>
                  <a:lnTo>
                    <a:pt x="127609" y="59182"/>
                  </a:lnTo>
                  <a:lnTo>
                    <a:pt x="124070" y="55134"/>
                  </a:lnTo>
                  <a:lnTo>
                    <a:pt x="120403" y="51201"/>
                  </a:lnTo>
                  <a:lnTo>
                    <a:pt x="116611" y="47389"/>
                  </a:lnTo>
                  <a:lnTo>
                    <a:pt x="112698" y="43701"/>
                  </a:lnTo>
                  <a:lnTo>
                    <a:pt x="108669" y="40140"/>
                  </a:lnTo>
                  <a:lnTo>
                    <a:pt x="104528" y="36711"/>
                  </a:lnTo>
                  <a:lnTo>
                    <a:pt x="100278" y="33416"/>
                  </a:lnTo>
                  <a:lnTo>
                    <a:pt x="95924" y="30261"/>
                  </a:lnTo>
                  <a:lnTo>
                    <a:pt x="91472" y="27246"/>
                  </a:lnTo>
                  <a:lnTo>
                    <a:pt x="86924" y="24377"/>
                  </a:lnTo>
                  <a:lnTo>
                    <a:pt x="82287" y="21655"/>
                  </a:lnTo>
                  <a:lnTo>
                    <a:pt x="77565" y="19084"/>
                  </a:lnTo>
                  <a:lnTo>
                    <a:pt x="72762" y="16666"/>
                  </a:lnTo>
                  <a:lnTo>
                    <a:pt x="67884" y="14404"/>
                  </a:lnTo>
                  <a:lnTo>
                    <a:pt x="62936" y="12299"/>
                  </a:lnTo>
                  <a:lnTo>
                    <a:pt x="57923" y="10355"/>
                  </a:lnTo>
                  <a:lnTo>
                    <a:pt x="52849" y="8574"/>
                  </a:lnTo>
                  <a:lnTo>
                    <a:pt x="47721" y="6956"/>
                  </a:lnTo>
                  <a:lnTo>
                    <a:pt x="42544" y="5504"/>
                  </a:lnTo>
                  <a:lnTo>
                    <a:pt x="37323" y="4219"/>
                  </a:lnTo>
                  <a:lnTo>
                    <a:pt x="32063" y="3103"/>
                  </a:lnTo>
                  <a:lnTo>
                    <a:pt x="26770" y="2157"/>
                  </a:lnTo>
                  <a:lnTo>
                    <a:pt x="21449" y="1381"/>
                  </a:lnTo>
                  <a:lnTo>
                    <a:pt x="16106" y="777"/>
                  </a:lnTo>
                  <a:lnTo>
                    <a:pt x="10747" y="345"/>
                  </a:lnTo>
                  <a:lnTo>
                    <a:pt x="537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578732" y="4172415"/>
              <a:ext cx="216697" cy="334318"/>
            </a:xfrm>
            <a:custGeom>
              <a:avLst/>
              <a:pathLst>
                <a:path w="216697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199" y="763"/>
                  </a:lnTo>
                  <a:lnTo>
                    <a:pt x="145904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0" y="4143"/>
                  </a:lnTo>
                  <a:lnTo>
                    <a:pt x="124994" y="5405"/>
                  </a:lnTo>
                  <a:lnTo>
                    <a:pt x="119860" y="6831"/>
                  </a:lnTo>
                  <a:lnTo>
                    <a:pt x="114774" y="8420"/>
                  </a:lnTo>
                  <a:lnTo>
                    <a:pt x="109742" y="10170"/>
                  </a:lnTo>
                  <a:lnTo>
                    <a:pt x="104767" y="12080"/>
                  </a:lnTo>
                  <a:lnTo>
                    <a:pt x="99857" y="14147"/>
                  </a:lnTo>
                  <a:lnTo>
                    <a:pt x="95014" y="16369"/>
                  </a:lnTo>
                  <a:lnTo>
                    <a:pt x="90245" y="18745"/>
                  </a:lnTo>
                  <a:lnTo>
                    <a:pt x="85554" y="21272"/>
                  </a:lnTo>
                  <a:lnTo>
                    <a:pt x="80946" y="23947"/>
                  </a:lnTo>
                  <a:lnTo>
                    <a:pt x="76426" y="26767"/>
                  </a:lnTo>
                  <a:lnTo>
                    <a:pt x="71997" y="29730"/>
                  </a:lnTo>
                  <a:lnTo>
                    <a:pt x="67666" y="32832"/>
                  </a:lnTo>
                  <a:lnTo>
                    <a:pt x="63435" y="36071"/>
                  </a:lnTo>
                  <a:lnTo>
                    <a:pt x="59310" y="39444"/>
                  </a:lnTo>
                  <a:lnTo>
                    <a:pt x="55294" y="42946"/>
                  </a:lnTo>
                  <a:lnTo>
                    <a:pt x="51392" y="46574"/>
                  </a:lnTo>
                  <a:lnTo>
                    <a:pt x="47608" y="50325"/>
                  </a:lnTo>
                  <a:lnTo>
                    <a:pt x="43945" y="54194"/>
                  </a:lnTo>
                  <a:lnTo>
                    <a:pt x="40407" y="58178"/>
                  </a:lnTo>
                  <a:lnTo>
                    <a:pt x="36998" y="62273"/>
                  </a:lnTo>
                  <a:lnTo>
                    <a:pt x="33721" y="66474"/>
                  </a:lnTo>
                  <a:lnTo>
                    <a:pt x="30580" y="70778"/>
                  </a:lnTo>
                  <a:lnTo>
                    <a:pt x="27578" y="75180"/>
                  </a:lnTo>
                  <a:lnTo>
                    <a:pt x="24717" y="79675"/>
                  </a:lnTo>
                  <a:lnTo>
                    <a:pt x="22001" y="84259"/>
                  </a:lnTo>
                  <a:lnTo>
                    <a:pt x="19433" y="88927"/>
                  </a:lnTo>
                  <a:lnTo>
                    <a:pt x="17014" y="93675"/>
                  </a:lnTo>
                  <a:lnTo>
                    <a:pt x="14748" y="98497"/>
                  </a:lnTo>
                  <a:lnTo>
                    <a:pt x="12637" y="103389"/>
                  </a:lnTo>
                  <a:lnTo>
                    <a:pt x="10683" y="108346"/>
                  </a:lnTo>
                  <a:lnTo>
                    <a:pt x="8888" y="113363"/>
                  </a:lnTo>
                  <a:lnTo>
                    <a:pt x="7254" y="118434"/>
                  </a:lnTo>
                  <a:lnTo>
                    <a:pt x="5782" y="123555"/>
                  </a:lnTo>
                  <a:lnTo>
                    <a:pt x="4474" y="128720"/>
                  </a:lnTo>
                  <a:lnTo>
                    <a:pt x="3331" y="133924"/>
                  </a:lnTo>
                  <a:lnTo>
                    <a:pt x="2355" y="139162"/>
                  </a:lnTo>
                  <a:lnTo>
                    <a:pt x="1546" y="144428"/>
                  </a:lnTo>
                  <a:lnTo>
                    <a:pt x="906" y="149718"/>
                  </a:lnTo>
                  <a:lnTo>
                    <a:pt x="434" y="155025"/>
                  </a:lnTo>
                  <a:lnTo>
                    <a:pt x="132" y="160345"/>
                  </a:lnTo>
                  <a:lnTo>
                    <a:pt x="0" y="165671"/>
                  </a:lnTo>
                  <a:lnTo>
                    <a:pt x="37" y="170999"/>
                  </a:lnTo>
                  <a:lnTo>
                    <a:pt x="244" y="176323"/>
                  </a:lnTo>
                  <a:lnTo>
                    <a:pt x="620" y="181638"/>
                  </a:lnTo>
                  <a:lnTo>
                    <a:pt x="1166" y="186938"/>
                  </a:lnTo>
                  <a:lnTo>
                    <a:pt x="1881" y="192218"/>
                  </a:lnTo>
                  <a:lnTo>
                    <a:pt x="2763" y="197473"/>
                  </a:lnTo>
                  <a:lnTo>
                    <a:pt x="3812" y="202697"/>
                  </a:lnTo>
                  <a:lnTo>
                    <a:pt x="5027" y="207884"/>
                  </a:lnTo>
                  <a:lnTo>
                    <a:pt x="6407" y="213031"/>
                  </a:lnTo>
                  <a:lnTo>
                    <a:pt x="7951" y="218131"/>
                  </a:lnTo>
                  <a:lnTo>
                    <a:pt x="9656" y="223179"/>
                  </a:lnTo>
                  <a:lnTo>
                    <a:pt x="11521" y="228170"/>
                  </a:lnTo>
                  <a:lnTo>
                    <a:pt x="13544" y="233099"/>
                  </a:lnTo>
                  <a:lnTo>
                    <a:pt x="15723" y="237961"/>
                  </a:lnTo>
                  <a:lnTo>
                    <a:pt x="18056" y="242751"/>
                  </a:lnTo>
                  <a:lnTo>
                    <a:pt x="20541" y="247464"/>
                  </a:lnTo>
                  <a:lnTo>
                    <a:pt x="23174" y="252096"/>
                  </a:lnTo>
                  <a:lnTo>
                    <a:pt x="25954" y="256642"/>
                  </a:lnTo>
                  <a:lnTo>
                    <a:pt x="28877" y="261096"/>
                  </a:lnTo>
                  <a:lnTo>
                    <a:pt x="31941" y="265456"/>
                  </a:lnTo>
                  <a:lnTo>
                    <a:pt x="35142" y="269715"/>
                  </a:lnTo>
                  <a:lnTo>
                    <a:pt x="38477" y="273870"/>
                  </a:lnTo>
                  <a:lnTo>
                    <a:pt x="41943" y="277917"/>
                  </a:lnTo>
                  <a:lnTo>
                    <a:pt x="45536" y="281851"/>
                  </a:lnTo>
                  <a:lnTo>
                    <a:pt x="49253" y="285669"/>
                  </a:lnTo>
                  <a:lnTo>
                    <a:pt x="53089" y="289367"/>
                  </a:lnTo>
                  <a:lnTo>
                    <a:pt x="57042" y="292940"/>
                  </a:lnTo>
                  <a:lnTo>
                    <a:pt x="61106" y="296385"/>
                  </a:lnTo>
                  <a:lnTo>
                    <a:pt x="65278" y="299700"/>
                  </a:lnTo>
                  <a:lnTo>
                    <a:pt x="69553" y="302879"/>
                  </a:lnTo>
                  <a:lnTo>
                    <a:pt x="73928" y="305921"/>
                  </a:lnTo>
                  <a:lnTo>
                    <a:pt x="78397" y="308822"/>
                  </a:lnTo>
                  <a:lnTo>
                    <a:pt x="82957" y="311579"/>
                  </a:lnTo>
                  <a:lnTo>
                    <a:pt x="87602" y="314189"/>
                  </a:lnTo>
                  <a:lnTo>
                    <a:pt x="92328" y="316649"/>
                  </a:lnTo>
                  <a:lnTo>
                    <a:pt x="97129" y="318958"/>
                  </a:lnTo>
                  <a:lnTo>
                    <a:pt x="102002" y="321113"/>
                  </a:lnTo>
                  <a:lnTo>
                    <a:pt x="106942" y="323111"/>
                  </a:lnTo>
                  <a:lnTo>
                    <a:pt x="111942" y="324951"/>
                  </a:lnTo>
                  <a:lnTo>
                    <a:pt x="116999" y="326631"/>
                  </a:lnTo>
                  <a:lnTo>
                    <a:pt x="122106" y="328149"/>
                  </a:lnTo>
                  <a:lnTo>
                    <a:pt x="127259" y="329503"/>
                  </a:lnTo>
                  <a:lnTo>
                    <a:pt x="132453" y="330692"/>
                  </a:lnTo>
                  <a:lnTo>
                    <a:pt x="137682" y="331715"/>
                  </a:lnTo>
                  <a:lnTo>
                    <a:pt x="142941" y="332571"/>
                  </a:lnTo>
                  <a:lnTo>
                    <a:pt x="148224" y="333258"/>
                  </a:lnTo>
                  <a:lnTo>
                    <a:pt x="153527" y="333778"/>
                  </a:lnTo>
                  <a:lnTo>
                    <a:pt x="158844" y="334127"/>
                  </a:lnTo>
                  <a:lnTo>
                    <a:pt x="164169" y="334308"/>
                  </a:lnTo>
                  <a:lnTo>
                    <a:pt x="169497" y="334318"/>
                  </a:lnTo>
                  <a:lnTo>
                    <a:pt x="174823" y="334159"/>
                  </a:lnTo>
                  <a:lnTo>
                    <a:pt x="180141" y="333830"/>
                  </a:lnTo>
                  <a:lnTo>
                    <a:pt x="185446" y="333331"/>
                  </a:lnTo>
                  <a:lnTo>
                    <a:pt x="190732" y="332664"/>
                  </a:lnTo>
                  <a:lnTo>
                    <a:pt x="195994" y="331829"/>
                  </a:lnTo>
                  <a:lnTo>
                    <a:pt x="201227" y="330826"/>
                  </a:lnTo>
                  <a:lnTo>
                    <a:pt x="206426" y="329658"/>
                  </a:lnTo>
                  <a:lnTo>
                    <a:pt x="211584" y="328324"/>
                  </a:lnTo>
                  <a:lnTo>
                    <a:pt x="216697" y="32682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339583"/>
              <a:ext cx="49537" cy="159659"/>
            </a:xfrm>
            <a:custGeom>
              <a:avLst/>
              <a:pathLst>
                <a:path w="49537" h="159659">
                  <a:moveTo>
                    <a:pt x="49537" y="15965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339583"/>
              <a:ext cx="163314" cy="159659"/>
            </a:xfrm>
            <a:custGeom>
              <a:avLst/>
              <a:pathLst>
                <a:path w="163314" h="159659">
                  <a:moveTo>
                    <a:pt x="49537" y="159659"/>
                  </a:moveTo>
                  <a:lnTo>
                    <a:pt x="54772" y="157939"/>
                  </a:lnTo>
                  <a:lnTo>
                    <a:pt x="59947" y="156048"/>
                  </a:lnTo>
                  <a:lnTo>
                    <a:pt x="65058" y="153988"/>
                  </a:lnTo>
                  <a:lnTo>
                    <a:pt x="70097" y="151760"/>
                  </a:lnTo>
                  <a:lnTo>
                    <a:pt x="75061" y="149367"/>
                  </a:lnTo>
                  <a:lnTo>
                    <a:pt x="79943" y="146812"/>
                  </a:lnTo>
                  <a:lnTo>
                    <a:pt x="84738" y="144098"/>
                  </a:lnTo>
                  <a:lnTo>
                    <a:pt x="89441" y="141227"/>
                  </a:lnTo>
                  <a:lnTo>
                    <a:pt x="94047" y="138202"/>
                  </a:lnTo>
                  <a:lnTo>
                    <a:pt x="98551" y="135028"/>
                  </a:lnTo>
                  <a:lnTo>
                    <a:pt x="102947" y="131706"/>
                  </a:lnTo>
                  <a:lnTo>
                    <a:pt x="107232" y="128242"/>
                  </a:lnTo>
                  <a:lnTo>
                    <a:pt x="111401" y="124638"/>
                  </a:lnTo>
                  <a:lnTo>
                    <a:pt x="115448" y="120899"/>
                  </a:lnTo>
                  <a:lnTo>
                    <a:pt x="119370" y="117028"/>
                  </a:lnTo>
                  <a:lnTo>
                    <a:pt x="123162" y="113030"/>
                  </a:lnTo>
                  <a:lnTo>
                    <a:pt x="126820" y="108910"/>
                  </a:lnTo>
                  <a:lnTo>
                    <a:pt x="130341" y="104671"/>
                  </a:lnTo>
                  <a:lnTo>
                    <a:pt x="133720" y="100318"/>
                  </a:lnTo>
                  <a:lnTo>
                    <a:pt x="136953" y="95857"/>
                  </a:lnTo>
                  <a:lnTo>
                    <a:pt x="140038" y="91291"/>
                  </a:lnTo>
                  <a:lnTo>
                    <a:pt x="142971" y="86626"/>
                  </a:lnTo>
                  <a:lnTo>
                    <a:pt x="145748" y="81867"/>
                  </a:lnTo>
                  <a:lnTo>
                    <a:pt x="148367" y="77019"/>
                  </a:lnTo>
                  <a:lnTo>
                    <a:pt x="150825" y="72088"/>
                  </a:lnTo>
                  <a:lnTo>
                    <a:pt x="153119" y="67078"/>
                  </a:lnTo>
                  <a:lnTo>
                    <a:pt x="155246" y="61995"/>
                  </a:lnTo>
                  <a:lnTo>
                    <a:pt x="157205" y="56844"/>
                  </a:lnTo>
                  <a:lnTo>
                    <a:pt x="158993" y="51632"/>
                  </a:lnTo>
                  <a:lnTo>
                    <a:pt x="160609" y="46364"/>
                  </a:lnTo>
                  <a:lnTo>
                    <a:pt x="162049" y="41046"/>
                  </a:lnTo>
                  <a:lnTo>
                    <a:pt x="163314" y="35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167155" cy="202850"/>
            </a:xfrm>
            <a:custGeom>
              <a:avLst/>
              <a:pathLst>
                <a:path w="167155" h="202850">
                  <a:moveTo>
                    <a:pt x="163314" y="202850"/>
                  </a:moveTo>
                  <a:lnTo>
                    <a:pt x="164386" y="197529"/>
                  </a:lnTo>
                  <a:lnTo>
                    <a:pt x="165286" y="192177"/>
                  </a:lnTo>
                  <a:lnTo>
                    <a:pt x="166010" y="186797"/>
                  </a:lnTo>
                  <a:lnTo>
                    <a:pt x="166560" y="181397"/>
                  </a:lnTo>
                  <a:lnTo>
                    <a:pt x="166934" y="175982"/>
                  </a:lnTo>
                  <a:lnTo>
                    <a:pt x="167133" y="170558"/>
                  </a:lnTo>
                  <a:lnTo>
                    <a:pt x="167155" y="165130"/>
                  </a:lnTo>
                  <a:lnTo>
                    <a:pt x="167000" y="159705"/>
                  </a:lnTo>
                  <a:lnTo>
                    <a:pt x="166670" y="154287"/>
                  </a:lnTo>
                  <a:lnTo>
                    <a:pt x="166164" y="148883"/>
                  </a:lnTo>
                  <a:lnTo>
                    <a:pt x="165483" y="143498"/>
                  </a:lnTo>
                  <a:lnTo>
                    <a:pt x="164627" y="138138"/>
                  </a:lnTo>
                  <a:lnTo>
                    <a:pt x="163598" y="132808"/>
                  </a:lnTo>
                  <a:lnTo>
                    <a:pt x="162396" y="127515"/>
                  </a:lnTo>
                  <a:lnTo>
                    <a:pt x="161023" y="122264"/>
                  </a:lnTo>
                  <a:lnTo>
                    <a:pt x="159481" y="117060"/>
                  </a:lnTo>
                  <a:lnTo>
                    <a:pt x="157770" y="111908"/>
                  </a:lnTo>
                  <a:lnTo>
                    <a:pt x="155893" y="106815"/>
                  </a:lnTo>
                  <a:lnTo>
                    <a:pt x="153851" y="101786"/>
                  </a:lnTo>
                  <a:lnTo>
                    <a:pt x="151647" y="96826"/>
                  </a:lnTo>
                  <a:lnTo>
                    <a:pt x="149284" y="91940"/>
                  </a:lnTo>
                  <a:lnTo>
                    <a:pt x="146763" y="87133"/>
                  </a:lnTo>
                  <a:lnTo>
                    <a:pt x="144087" y="82410"/>
                  </a:lnTo>
                  <a:lnTo>
                    <a:pt x="141259" y="77777"/>
                  </a:lnTo>
                  <a:lnTo>
                    <a:pt x="138283" y="73238"/>
                  </a:lnTo>
                  <a:lnTo>
                    <a:pt x="135161" y="68798"/>
                  </a:lnTo>
                  <a:lnTo>
                    <a:pt x="131896" y="64462"/>
                  </a:lnTo>
                  <a:lnTo>
                    <a:pt x="128492" y="60234"/>
                  </a:lnTo>
                  <a:lnTo>
                    <a:pt x="124953" y="56119"/>
                  </a:lnTo>
                  <a:lnTo>
                    <a:pt x="121281" y="52121"/>
                  </a:lnTo>
                  <a:lnTo>
                    <a:pt x="117482" y="48244"/>
                  </a:lnTo>
                  <a:lnTo>
                    <a:pt x="113560" y="44492"/>
                  </a:lnTo>
                  <a:lnTo>
                    <a:pt x="109517" y="40870"/>
                  </a:lnTo>
                  <a:lnTo>
                    <a:pt x="105359" y="37381"/>
                  </a:lnTo>
                  <a:lnTo>
                    <a:pt x="101090" y="34029"/>
                  </a:lnTo>
                  <a:lnTo>
                    <a:pt x="96714" y="30817"/>
                  </a:lnTo>
                  <a:lnTo>
                    <a:pt x="92237" y="27749"/>
                  </a:lnTo>
                  <a:lnTo>
                    <a:pt x="87662" y="24828"/>
                  </a:lnTo>
                  <a:lnTo>
                    <a:pt x="82995" y="22057"/>
                  </a:lnTo>
                  <a:lnTo>
                    <a:pt x="78240" y="19439"/>
                  </a:lnTo>
                  <a:lnTo>
                    <a:pt x="73403" y="16977"/>
                  </a:lnTo>
                  <a:lnTo>
                    <a:pt x="68488" y="14673"/>
                  </a:lnTo>
                  <a:lnTo>
                    <a:pt x="63501" y="12530"/>
                  </a:lnTo>
                  <a:lnTo>
                    <a:pt x="58447" y="10550"/>
                  </a:lnTo>
                  <a:lnTo>
                    <a:pt x="53332" y="8735"/>
                  </a:lnTo>
                  <a:lnTo>
                    <a:pt x="48160" y="7087"/>
                  </a:lnTo>
                  <a:lnTo>
                    <a:pt x="42938" y="5608"/>
                  </a:lnTo>
                  <a:lnTo>
                    <a:pt x="37670" y="4299"/>
                  </a:lnTo>
                  <a:lnTo>
                    <a:pt x="32363" y="3162"/>
                  </a:lnTo>
                  <a:lnTo>
                    <a:pt x="27021" y="2198"/>
                  </a:lnTo>
                  <a:lnTo>
                    <a:pt x="21651" y="1408"/>
                  </a:lnTo>
                  <a:lnTo>
                    <a:pt x="16258" y="792"/>
                  </a:lnTo>
                  <a:lnTo>
                    <a:pt x="10848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756347" y="3685283"/>
              <a:ext cx="183162" cy="334334"/>
            </a:xfrm>
            <a:custGeom>
              <a:avLst/>
              <a:pathLst>
                <a:path w="183162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8" y="2100"/>
                  </a:lnTo>
                  <a:lnTo>
                    <a:pt x="135503" y="3022"/>
                  </a:lnTo>
                  <a:lnTo>
                    <a:pt x="130310" y="4109"/>
                  </a:lnTo>
                  <a:lnTo>
                    <a:pt x="125154" y="5360"/>
                  </a:lnTo>
                  <a:lnTo>
                    <a:pt x="120040" y="6774"/>
                  </a:lnTo>
                  <a:lnTo>
                    <a:pt x="114973" y="8350"/>
                  </a:lnTo>
                  <a:lnTo>
                    <a:pt x="109960" y="10086"/>
                  </a:lnTo>
                  <a:lnTo>
                    <a:pt x="105003" y="11980"/>
                  </a:lnTo>
                  <a:lnTo>
                    <a:pt x="100110" y="14030"/>
                  </a:lnTo>
                  <a:lnTo>
                    <a:pt x="95284" y="16234"/>
                  </a:lnTo>
                  <a:lnTo>
                    <a:pt x="90530" y="18591"/>
                  </a:lnTo>
                  <a:lnTo>
                    <a:pt x="85853" y="21097"/>
                  </a:lnTo>
                  <a:lnTo>
                    <a:pt x="81259" y="23751"/>
                  </a:lnTo>
                  <a:lnTo>
                    <a:pt x="76751" y="26549"/>
                  </a:lnTo>
                  <a:lnTo>
                    <a:pt x="72334" y="29488"/>
                  </a:lnTo>
                  <a:lnTo>
                    <a:pt x="68012" y="32567"/>
                  </a:lnTo>
                  <a:lnTo>
                    <a:pt x="63790" y="35780"/>
                  </a:lnTo>
                  <a:lnTo>
                    <a:pt x="59673" y="39127"/>
                  </a:lnTo>
                  <a:lnTo>
                    <a:pt x="55664" y="42602"/>
                  </a:lnTo>
                  <a:lnTo>
                    <a:pt x="51767" y="46203"/>
                  </a:lnTo>
                  <a:lnTo>
                    <a:pt x="47986" y="49925"/>
                  </a:lnTo>
                  <a:lnTo>
                    <a:pt x="44325" y="53766"/>
                  </a:lnTo>
                  <a:lnTo>
                    <a:pt x="40788" y="57721"/>
                  </a:lnTo>
                  <a:lnTo>
                    <a:pt x="37379" y="61786"/>
                  </a:lnTo>
                  <a:lnTo>
                    <a:pt x="34100" y="65957"/>
                  </a:lnTo>
                  <a:lnTo>
                    <a:pt x="30955" y="70230"/>
                  </a:lnTo>
                  <a:lnTo>
                    <a:pt x="27947" y="74601"/>
                  </a:lnTo>
                  <a:lnTo>
                    <a:pt x="25080" y="79065"/>
                  </a:lnTo>
                  <a:lnTo>
                    <a:pt x="22355" y="83618"/>
                  </a:lnTo>
                  <a:lnTo>
                    <a:pt x="19777" y="88255"/>
                  </a:lnTo>
                  <a:lnTo>
                    <a:pt x="17347" y="92972"/>
                  </a:lnTo>
                  <a:lnTo>
                    <a:pt x="15068" y="97763"/>
                  </a:lnTo>
                  <a:lnTo>
                    <a:pt x="12942" y="102625"/>
                  </a:lnTo>
                  <a:lnTo>
                    <a:pt x="10971" y="107551"/>
                  </a:lnTo>
                  <a:lnTo>
                    <a:pt x="9158" y="112537"/>
                  </a:lnTo>
                  <a:lnTo>
                    <a:pt x="7504" y="117578"/>
                  </a:lnTo>
                  <a:lnTo>
                    <a:pt x="6010" y="122670"/>
                  </a:lnTo>
                  <a:lnTo>
                    <a:pt x="4679" y="127806"/>
                  </a:lnTo>
                  <a:lnTo>
                    <a:pt x="3512" y="132982"/>
                  </a:lnTo>
                  <a:lnTo>
                    <a:pt x="2510" y="138192"/>
                  </a:lnTo>
                  <a:lnTo>
                    <a:pt x="1673" y="143431"/>
                  </a:lnTo>
                  <a:lnTo>
                    <a:pt x="1003" y="148695"/>
                  </a:lnTo>
                  <a:lnTo>
                    <a:pt x="501" y="153977"/>
                  </a:lnTo>
                  <a:lnTo>
                    <a:pt x="166" y="159272"/>
                  </a:lnTo>
                  <a:lnTo>
                    <a:pt x="0" y="164575"/>
                  </a:lnTo>
                  <a:lnTo>
                    <a:pt x="1" y="169881"/>
                  </a:lnTo>
                  <a:lnTo>
                    <a:pt x="172" y="175184"/>
                  </a:lnTo>
                  <a:lnTo>
                    <a:pt x="510" y="180479"/>
                  </a:lnTo>
                  <a:lnTo>
                    <a:pt x="1017" y="185760"/>
                  </a:lnTo>
                  <a:lnTo>
                    <a:pt x="1690" y="191023"/>
                  </a:lnTo>
                  <a:lnTo>
                    <a:pt x="2531" y="196262"/>
                  </a:lnTo>
                  <a:lnTo>
                    <a:pt x="3537" y="201471"/>
                  </a:lnTo>
                  <a:lnTo>
                    <a:pt x="4708" y="206646"/>
                  </a:lnTo>
                  <a:lnTo>
                    <a:pt x="6043" y="211781"/>
                  </a:lnTo>
                  <a:lnTo>
                    <a:pt x="7540" y="216872"/>
                  </a:lnTo>
                  <a:lnTo>
                    <a:pt x="9198" y="221912"/>
                  </a:lnTo>
                  <a:lnTo>
                    <a:pt x="11015" y="226897"/>
                  </a:lnTo>
                  <a:lnTo>
                    <a:pt x="12989" y="231822"/>
                  </a:lnTo>
                  <a:lnTo>
                    <a:pt x="15118" y="236681"/>
                  </a:lnTo>
                  <a:lnTo>
                    <a:pt x="17401" y="241471"/>
                  </a:lnTo>
                  <a:lnTo>
                    <a:pt x="19834" y="246186"/>
                  </a:lnTo>
                  <a:lnTo>
                    <a:pt x="22416" y="250821"/>
                  </a:lnTo>
                  <a:lnTo>
                    <a:pt x="25144" y="255372"/>
                  </a:lnTo>
                  <a:lnTo>
                    <a:pt x="28015" y="259834"/>
                  </a:lnTo>
                  <a:lnTo>
                    <a:pt x="31026" y="264203"/>
                  </a:lnTo>
                  <a:lnTo>
                    <a:pt x="34174" y="268474"/>
                  </a:lnTo>
                  <a:lnTo>
                    <a:pt x="37455" y="272643"/>
                  </a:lnTo>
                  <a:lnTo>
                    <a:pt x="40868" y="276705"/>
                  </a:lnTo>
                  <a:lnTo>
                    <a:pt x="44408" y="280658"/>
                  </a:lnTo>
                  <a:lnTo>
                    <a:pt x="48071" y="284496"/>
                  </a:lnTo>
                  <a:lnTo>
                    <a:pt x="51855" y="288215"/>
                  </a:lnTo>
                  <a:lnTo>
                    <a:pt x="55754" y="291813"/>
                  </a:lnTo>
                  <a:lnTo>
                    <a:pt x="59766" y="295285"/>
                  </a:lnTo>
                  <a:lnTo>
                    <a:pt x="63886" y="298629"/>
                  </a:lnTo>
                  <a:lnTo>
                    <a:pt x="68110" y="301839"/>
                  </a:lnTo>
                  <a:lnTo>
                    <a:pt x="72434" y="304915"/>
                  </a:lnTo>
                  <a:lnTo>
                    <a:pt x="76853" y="307851"/>
                  </a:lnTo>
                  <a:lnTo>
                    <a:pt x="81363" y="310646"/>
                  </a:lnTo>
                  <a:lnTo>
                    <a:pt x="85960" y="313296"/>
                  </a:lnTo>
                  <a:lnTo>
                    <a:pt x="90638" y="315799"/>
                  </a:lnTo>
                  <a:lnTo>
                    <a:pt x="95394" y="318152"/>
                  </a:lnTo>
                  <a:lnTo>
                    <a:pt x="100221" y="320353"/>
                  </a:lnTo>
                  <a:lnTo>
                    <a:pt x="105116" y="322400"/>
                  </a:lnTo>
                  <a:lnTo>
                    <a:pt x="110074" y="324290"/>
                  </a:lnTo>
                  <a:lnTo>
                    <a:pt x="115089" y="326022"/>
                  </a:lnTo>
                  <a:lnTo>
                    <a:pt x="120157" y="327594"/>
                  </a:lnTo>
                  <a:lnTo>
                    <a:pt x="125271" y="329005"/>
                  </a:lnTo>
                  <a:lnTo>
                    <a:pt x="130428" y="330252"/>
                  </a:lnTo>
                  <a:lnTo>
                    <a:pt x="135623" y="331335"/>
                  </a:lnTo>
                  <a:lnTo>
                    <a:pt x="140848" y="332253"/>
                  </a:lnTo>
                  <a:lnTo>
                    <a:pt x="146101" y="333004"/>
                  </a:lnTo>
                  <a:lnTo>
                    <a:pt x="151374" y="333589"/>
                  </a:lnTo>
                  <a:lnTo>
                    <a:pt x="156663" y="334005"/>
                  </a:lnTo>
                  <a:lnTo>
                    <a:pt x="161963" y="334254"/>
                  </a:lnTo>
                  <a:lnTo>
                    <a:pt x="167269" y="334334"/>
                  </a:lnTo>
                  <a:lnTo>
                    <a:pt x="172574" y="334246"/>
                  </a:lnTo>
                  <a:lnTo>
                    <a:pt x="177873" y="333990"/>
                  </a:lnTo>
                  <a:lnTo>
                    <a:pt x="183162" y="33356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431"/>
              <a:ext cx="167165" cy="333417"/>
            </a:xfrm>
            <a:custGeom>
              <a:avLst/>
              <a:pathLst>
                <a:path w="167165" h="333417">
                  <a:moveTo>
                    <a:pt x="16015" y="333417"/>
                  </a:moveTo>
                  <a:lnTo>
                    <a:pt x="21322" y="332821"/>
                  </a:lnTo>
                  <a:lnTo>
                    <a:pt x="26608" y="332055"/>
                  </a:lnTo>
                  <a:lnTo>
                    <a:pt x="31867" y="331121"/>
                  </a:lnTo>
                  <a:lnTo>
                    <a:pt x="37094" y="330019"/>
                  </a:lnTo>
                  <a:lnTo>
                    <a:pt x="42282" y="328751"/>
                  </a:lnTo>
                  <a:lnTo>
                    <a:pt x="47427" y="327317"/>
                  </a:lnTo>
                  <a:lnTo>
                    <a:pt x="52524" y="325720"/>
                  </a:lnTo>
                  <a:lnTo>
                    <a:pt x="57568" y="323961"/>
                  </a:lnTo>
                  <a:lnTo>
                    <a:pt x="62552" y="322042"/>
                  </a:lnTo>
                  <a:lnTo>
                    <a:pt x="67473" y="319964"/>
                  </a:lnTo>
                  <a:lnTo>
                    <a:pt x="72324" y="317731"/>
                  </a:lnTo>
                  <a:lnTo>
                    <a:pt x="77102" y="315343"/>
                  </a:lnTo>
                  <a:lnTo>
                    <a:pt x="81801" y="312804"/>
                  </a:lnTo>
                  <a:lnTo>
                    <a:pt x="86417" y="310117"/>
                  </a:lnTo>
                  <a:lnTo>
                    <a:pt x="90945" y="307283"/>
                  </a:lnTo>
                  <a:lnTo>
                    <a:pt x="95379" y="304306"/>
                  </a:lnTo>
                  <a:lnTo>
                    <a:pt x="99716" y="301188"/>
                  </a:lnTo>
                  <a:lnTo>
                    <a:pt x="103952" y="297934"/>
                  </a:lnTo>
                  <a:lnTo>
                    <a:pt x="108081" y="294546"/>
                  </a:lnTo>
                  <a:lnTo>
                    <a:pt x="112100" y="291028"/>
                  </a:lnTo>
                  <a:lnTo>
                    <a:pt x="116005" y="287384"/>
                  </a:lnTo>
                  <a:lnTo>
                    <a:pt x="119791" y="283616"/>
                  </a:lnTo>
                  <a:lnTo>
                    <a:pt x="123455" y="279730"/>
                  </a:lnTo>
                  <a:lnTo>
                    <a:pt x="126992" y="275728"/>
                  </a:lnTo>
                  <a:lnTo>
                    <a:pt x="130401" y="271616"/>
                  </a:lnTo>
                  <a:lnTo>
                    <a:pt x="133676" y="267396"/>
                  </a:lnTo>
                  <a:lnTo>
                    <a:pt x="136814" y="263075"/>
                  </a:lnTo>
                  <a:lnTo>
                    <a:pt x="139813" y="258655"/>
                  </a:lnTo>
                  <a:lnTo>
                    <a:pt x="142669" y="254141"/>
                  </a:lnTo>
                  <a:lnTo>
                    <a:pt x="145380" y="249539"/>
                  </a:lnTo>
                  <a:lnTo>
                    <a:pt x="147942" y="244852"/>
                  </a:lnTo>
                  <a:lnTo>
                    <a:pt x="150353" y="240086"/>
                  </a:lnTo>
                  <a:lnTo>
                    <a:pt x="152610" y="235246"/>
                  </a:lnTo>
                  <a:lnTo>
                    <a:pt x="154712" y="230335"/>
                  </a:lnTo>
                  <a:lnTo>
                    <a:pt x="156656" y="225360"/>
                  </a:lnTo>
                  <a:lnTo>
                    <a:pt x="158440" y="220326"/>
                  </a:lnTo>
                  <a:lnTo>
                    <a:pt x="160062" y="215237"/>
                  </a:lnTo>
                  <a:lnTo>
                    <a:pt x="161521" y="210099"/>
                  </a:lnTo>
                  <a:lnTo>
                    <a:pt x="162814" y="204917"/>
                  </a:lnTo>
                  <a:lnTo>
                    <a:pt x="163942" y="199696"/>
                  </a:lnTo>
                  <a:lnTo>
                    <a:pt x="164902" y="194442"/>
                  </a:lnTo>
                  <a:lnTo>
                    <a:pt x="165694" y="189159"/>
                  </a:lnTo>
                  <a:lnTo>
                    <a:pt x="166317" y="183855"/>
                  </a:lnTo>
                  <a:lnTo>
                    <a:pt x="166770" y="178533"/>
                  </a:lnTo>
                  <a:lnTo>
                    <a:pt x="167053" y="173199"/>
                  </a:lnTo>
                  <a:lnTo>
                    <a:pt x="167165" y="167859"/>
                  </a:lnTo>
                  <a:lnTo>
                    <a:pt x="167106" y="162518"/>
                  </a:lnTo>
                  <a:lnTo>
                    <a:pt x="166877" y="157182"/>
                  </a:lnTo>
                  <a:lnTo>
                    <a:pt x="166478" y="151855"/>
                  </a:lnTo>
                  <a:lnTo>
                    <a:pt x="165908" y="146545"/>
                  </a:lnTo>
                  <a:lnTo>
                    <a:pt x="165170" y="141255"/>
                  </a:lnTo>
                  <a:lnTo>
                    <a:pt x="164262" y="135991"/>
                  </a:lnTo>
                  <a:lnTo>
                    <a:pt x="163187" y="130759"/>
                  </a:lnTo>
                  <a:lnTo>
                    <a:pt x="161945" y="125564"/>
                  </a:lnTo>
                  <a:lnTo>
                    <a:pt x="160538" y="120412"/>
                  </a:lnTo>
                  <a:lnTo>
                    <a:pt x="158967" y="115307"/>
                  </a:lnTo>
                  <a:lnTo>
                    <a:pt x="157234" y="110255"/>
                  </a:lnTo>
                  <a:lnTo>
                    <a:pt x="155341" y="105260"/>
                  </a:lnTo>
                  <a:lnTo>
                    <a:pt x="153288" y="100329"/>
                  </a:lnTo>
                  <a:lnTo>
                    <a:pt x="151079" y="95466"/>
                  </a:lnTo>
                  <a:lnTo>
                    <a:pt x="148716" y="90676"/>
                  </a:lnTo>
                  <a:lnTo>
                    <a:pt x="146202" y="85964"/>
                  </a:lnTo>
                  <a:lnTo>
                    <a:pt x="143537" y="81335"/>
                  </a:lnTo>
                  <a:lnTo>
                    <a:pt x="140727" y="76793"/>
                  </a:lnTo>
                  <a:lnTo>
                    <a:pt x="137773" y="72343"/>
                  </a:lnTo>
                  <a:lnTo>
                    <a:pt x="134678" y="67990"/>
                  </a:lnTo>
                  <a:lnTo>
                    <a:pt x="131445" y="63738"/>
                  </a:lnTo>
                  <a:lnTo>
                    <a:pt x="128078" y="59591"/>
                  </a:lnTo>
                  <a:lnTo>
                    <a:pt x="124581" y="55554"/>
                  </a:lnTo>
                  <a:lnTo>
                    <a:pt x="120957" y="51631"/>
                  </a:lnTo>
                  <a:lnTo>
                    <a:pt x="117208" y="47826"/>
                  </a:lnTo>
                  <a:lnTo>
                    <a:pt x="113341" y="44142"/>
                  </a:lnTo>
                  <a:lnTo>
                    <a:pt x="109357" y="40584"/>
                  </a:lnTo>
                  <a:lnTo>
                    <a:pt x="105262" y="37155"/>
                  </a:lnTo>
                  <a:lnTo>
                    <a:pt x="101060" y="33858"/>
                  </a:lnTo>
                  <a:lnTo>
                    <a:pt x="96754" y="30697"/>
                  </a:lnTo>
                  <a:lnTo>
                    <a:pt x="92350" y="27676"/>
                  </a:lnTo>
                  <a:lnTo>
                    <a:pt x="87851" y="24797"/>
                  </a:lnTo>
                  <a:lnTo>
                    <a:pt x="83262" y="22063"/>
                  </a:lnTo>
                  <a:lnTo>
                    <a:pt x="78589" y="19477"/>
                  </a:lnTo>
                  <a:lnTo>
                    <a:pt x="73835" y="17041"/>
                  </a:lnTo>
                  <a:lnTo>
                    <a:pt x="69006" y="14759"/>
                  </a:lnTo>
                  <a:lnTo>
                    <a:pt x="64107" y="12632"/>
                  </a:lnTo>
                  <a:lnTo>
                    <a:pt x="59142" y="10663"/>
                  </a:lnTo>
                  <a:lnTo>
                    <a:pt x="54116" y="8853"/>
                  </a:lnTo>
                  <a:lnTo>
                    <a:pt x="49036" y="7205"/>
                  </a:lnTo>
                  <a:lnTo>
                    <a:pt x="43905" y="5720"/>
                  </a:lnTo>
                  <a:lnTo>
                    <a:pt x="38730" y="4400"/>
                  </a:lnTo>
                  <a:lnTo>
                    <a:pt x="33515" y="3246"/>
                  </a:lnTo>
                  <a:lnTo>
                    <a:pt x="28266" y="2258"/>
                  </a:lnTo>
                  <a:lnTo>
                    <a:pt x="22988" y="1440"/>
                  </a:lnTo>
                  <a:lnTo>
                    <a:pt x="17686" y="790"/>
                  </a:lnTo>
                  <a:lnTo>
                    <a:pt x="12366" y="309"/>
                  </a:lnTo>
                  <a:lnTo>
                    <a:pt x="7034" y="0"/>
                  </a:lnTo>
                  <a:lnTo>
                    <a:pt x="0" y="16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7034" cy="167167"/>
            </a:xfrm>
            <a:custGeom>
              <a:avLst/>
              <a:pathLst>
                <a:path w="7034" h="167167">
                  <a:moveTo>
                    <a:pt x="7034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tx95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2025-06-26T12:07:30Z</dcterms:modified>
  <cp:category/>
</cp:coreProperties>
</file>