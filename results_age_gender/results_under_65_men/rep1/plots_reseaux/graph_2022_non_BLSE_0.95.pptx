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22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12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8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4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40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4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7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8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061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2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5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00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16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2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4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442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40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54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592" y="3170392"/>
              <a:ext cx="2187" cy="167167"/>
            </a:xfrm>
            <a:custGeom>
              <a:avLst/>
              <a:pathLst>
                <a:path w="2187" h="167167">
                  <a:moveTo>
                    <a:pt x="2187" y="0"/>
                  </a:moveTo>
                  <a:lnTo>
                    <a:pt x="0" y="14"/>
                  </a:lnTo>
                  <a:lnTo>
                    <a:pt x="21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92" y="3170406"/>
              <a:ext cx="2187" cy="167153"/>
            </a:xfrm>
            <a:custGeom>
              <a:avLst/>
              <a:pathLst>
                <a:path w="2187" h="167153">
                  <a:moveTo>
                    <a:pt x="0" y="0"/>
                  </a:moveTo>
                  <a:lnTo>
                    <a:pt x="2187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2" y="3170406"/>
              <a:ext cx="334332" cy="334307"/>
            </a:xfrm>
            <a:custGeom>
              <a:avLst/>
              <a:pathLst>
                <a:path w="334332" h="334307">
                  <a:moveTo>
                    <a:pt x="164979" y="0"/>
                  </a:moveTo>
                  <a:lnTo>
                    <a:pt x="159678" y="153"/>
                  </a:lnTo>
                  <a:lnTo>
                    <a:pt x="154384" y="475"/>
                  </a:lnTo>
                  <a:lnTo>
                    <a:pt x="149104" y="964"/>
                  </a:lnTo>
                  <a:lnTo>
                    <a:pt x="143841" y="1620"/>
                  </a:lnTo>
                  <a:lnTo>
                    <a:pt x="138602" y="2444"/>
                  </a:lnTo>
                  <a:lnTo>
                    <a:pt x="133392" y="3433"/>
                  </a:lnTo>
                  <a:lnTo>
                    <a:pt x="128215" y="4586"/>
                  </a:lnTo>
                  <a:lnTo>
                    <a:pt x="123078" y="5904"/>
                  </a:lnTo>
                  <a:lnTo>
                    <a:pt x="117985" y="7383"/>
                  </a:lnTo>
                  <a:lnTo>
                    <a:pt x="112942" y="9024"/>
                  </a:lnTo>
                  <a:lnTo>
                    <a:pt x="107954" y="10823"/>
                  </a:lnTo>
                  <a:lnTo>
                    <a:pt x="103024" y="12780"/>
                  </a:lnTo>
                  <a:lnTo>
                    <a:pt x="98160" y="14893"/>
                  </a:lnTo>
                  <a:lnTo>
                    <a:pt x="93365" y="17158"/>
                  </a:lnTo>
                  <a:lnTo>
                    <a:pt x="88644" y="19575"/>
                  </a:lnTo>
                  <a:lnTo>
                    <a:pt x="84002" y="22140"/>
                  </a:lnTo>
                  <a:lnTo>
                    <a:pt x="79444" y="24851"/>
                  </a:lnTo>
                  <a:lnTo>
                    <a:pt x="74975" y="27705"/>
                  </a:lnTo>
                  <a:lnTo>
                    <a:pt x="70598" y="30699"/>
                  </a:lnTo>
                  <a:lnTo>
                    <a:pt x="66318" y="33831"/>
                  </a:lnTo>
                  <a:lnTo>
                    <a:pt x="62139" y="37097"/>
                  </a:lnTo>
                  <a:lnTo>
                    <a:pt x="58067" y="40494"/>
                  </a:lnTo>
                  <a:lnTo>
                    <a:pt x="54104" y="44019"/>
                  </a:lnTo>
                  <a:lnTo>
                    <a:pt x="50255" y="47667"/>
                  </a:lnTo>
                  <a:lnTo>
                    <a:pt x="46524" y="51436"/>
                  </a:lnTo>
                  <a:lnTo>
                    <a:pt x="42914" y="55321"/>
                  </a:lnTo>
                  <a:lnTo>
                    <a:pt x="39429" y="59319"/>
                  </a:lnTo>
                  <a:lnTo>
                    <a:pt x="36073" y="63425"/>
                  </a:lnTo>
                  <a:lnTo>
                    <a:pt x="32848" y="67635"/>
                  </a:lnTo>
                  <a:lnTo>
                    <a:pt x="29759" y="71946"/>
                  </a:lnTo>
                  <a:lnTo>
                    <a:pt x="26808" y="76353"/>
                  </a:lnTo>
                  <a:lnTo>
                    <a:pt x="23999" y="80851"/>
                  </a:lnTo>
                  <a:lnTo>
                    <a:pt x="21333" y="85435"/>
                  </a:lnTo>
                  <a:lnTo>
                    <a:pt x="18814" y="90102"/>
                  </a:lnTo>
                  <a:lnTo>
                    <a:pt x="16445" y="94847"/>
                  </a:lnTo>
                  <a:lnTo>
                    <a:pt x="14227" y="99664"/>
                  </a:lnTo>
                  <a:lnTo>
                    <a:pt x="12163" y="104550"/>
                  </a:lnTo>
                  <a:lnTo>
                    <a:pt x="10256" y="109498"/>
                  </a:lnTo>
                  <a:lnTo>
                    <a:pt x="8506" y="114504"/>
                  </a:lnTo>
                  <a:lnTo>
                    <a:pt x="6916" y="119564"/>
                  </a:lnTo>
                  <a:lnTo>
                    <a:pt x="5487" y="124671"/>
                  </a:lnTo>
                  <a:lnTo>
                    <a:pt x="4220" y="129821"/>
                  </a:lnTo>
                  <a:lnTo>
                    <a:pt x="3118" y="135008"/>
                  </a:lnTo>
                  <a:lnTo>
                    <a:pt x="2181" y="140228"/>
                  </a:lnTo>
                  <a:lnTo>
                    <a:pt x="1410" y="145475"/>
                  </a:lnTo>
                  <a:lnTo>
                    <a:pt x="806" y="150744"/>
                  </a:lnTo>
                  <a:lnTo>
                    <a:pt x="369" y="156029"/>
                  </a:lnTo>
                  <a:lnTo>
                    <a:pt x="100" y="161326"/>
                  </a:lnTo>
                  <a:lnTo>
                    <a:pt x="0" y="166628"/>
                  </a:lnTo>
                  <a:lnTo>
                    <a:pt x="67" y="171931"/>
                  </a:lnTo>
                  <a:lnTo>
                    <a:pt x="303" y="177229"/>
                  </a:lnTo>
                  <a:lnTo>
                    <a:pt x="706" y="182517"/>
                  </a:lnTo>
                  <a:lnTo>
                    <a:pt x="1277" y="187790"/>
                  </a:lnTo>
                  <a:lnTo>
                    <a:pt x="2016" y="193041"/>
                  </a:lnTo>
                  <a:lnTo>
                    <a:pt x="2920" y="198267"/>
                  </a:lnTo>
                  <a:lnTo>
                    <a:pt x="3989" y="203461"/>
                  </a:lnTo>
                  <a:lnTo>
                    <a:pt x="5223" y="208619"/>
                  </a:lnTo>
                  <a:lnTo>
                    <a:pt x="6620" y="213735"/>
                  </a:lnTo>
                  <a:lnTo>
                    <a:pt x="8179" y="218804"/>
                  </a:lnTo>
                  <a:lnTo>
                    <a:pt x="9897" y="223822"/>
                  </a:lnTo>
                  <a:lnTo>
                    <a:pt x="11774" y="228782"/>
                  </a:lnTo>
                  <a:lnTo>
                    <a:pt x="13807" y="233680"/>
                  </a:lnTo>
                  <a:lnTo>
                    <a:pt x="15994" y="238511"/>
                  </a:lnTo>
                  <a:lnTo>
                    <a:pt x="18334" y="243271"/>
                  </a:lnTo>
                  <a:lnTo>
                    <a:pt x="20823" y="247953"/>
                  </a:lnTo>
                  <a:lnTo>
                    <a:pt x="23460" y="252555"/>
                  </a:lnTo>
                  <a:lnTo>
                    <a:pt x="26241" y="257070"/>
                  </a:lnTo>
                  <a:lnTo>
                    <a:pt x="29165" y="261495"/>
                  </a:lnTo>
                  <a:lnTo>
                    <a:pt x="32227" y="265825"/>
                  </a:lnTo>
                  <a:lnTo>
                    <a:pt x="35424" y="270056"/>
                  </a:lnTo>
                  <a:lnTo>
                    <a:pt x="38755" y="274183"/>
                  </a:lnTo>
                  <a:lnTo>
                    <a:pt x="42215" y="278203"/>
                  </a:lnTo>
                  <a:lnTo>
                    <a:pt x="45800" y="282110"/>
                  </a:lnTo>
                  <a:lnTo>
                    <a:pt x="49508" y="285902"/>
                  </a:lnTo>
                  <a:lnTo>
                    <a:pt x="53334" y="289575"/>
                  </a:lnTo>
                  <a:lnTo>
                    <a:pt x="57274" y="293124"/>
                  </a:lnTo>
                  <a:lnTo>
                    <a:pt x="61326" y="296546"/>
                  </a:lnTo>
                  <a:lnTo>
                    <a:pt x="65483" y="299839"/>
                  </a:lnTo>
                  <a:lnTo>
                    <a:pt x="69743" y="302997"/>
                  </a:lnTo>
                  <a:lnTo>
                    <a:pt x="74101" y="306019"/>
                  </a:lnTo>
                  <a:lnTo>
                    <a:pt x="78553" y="308901"/>
                  </a:lnTo>
                  <a:lnTo>
                    <a:pt x="83094" y="311641"/>
                  </a:lnTo>
                  <a:lnTo>
                    <a:pt x="87720" y="314235"/>
                  </a:lnTo>
                  <a:lnTo>
                    <a:pt x="92425" y="316681"/>
                  </a:lnTo>
                  <a:lnTo>
                    <a:pt x="97206" y="318977"/>
                  </a:lnTo>
                  <a:lnTo>
                    <a:pt x="102057" y="321119"/>
                  </a:lnTo>
                  <a:lnTo>
                    <a:pt x="106974" y="323107"/>
                  </a:lnTo>
                  <a:lnTo>
                    <a:pt x="111951" y="324938"/>
                  </a:lnTo>
                  <a:lnTo>
                    <a:pt x="116984" y="326610"/>
                  </a:lnTo>
                  <a:lnTo>
                    <a:pt x="122067" y="328122"/>
                  </a:lnTo>
                  <a:lnTo>
                    <a:pt x="127196" y="329471"/>
                  </a:lnTo>
                  <a:lnTo>
                    <a:pt x="132365" y="330658"/>
                  </a:lnTo>
                  <a:lnTo>
                    <a:pt x="137569" y="331679"/>
                  </a:lnTo>
                  <a:lnTo>
                    <a:pt x="142803" y="332535"/>
                  </a:lnTo>
                  <a:lnTo>
                    <a:pt x="148061" y="333225"/>
                  </a:lnTo>
                  <a:lnTo>
                    <a:pt x="153339" y="333747"/>
                  </a:lnTo>
                  <a:lnTo>
                    <a:pt x="158630" y="334102"/>
                  </a:lnTo>
                  <a:lnTo>
                    <a:pt x="163930" y="334289"/>
                  </a:lnTo>
                  <a:lnTo>
                    <a:pt x="169234" y="334307"/>
                  </a:lnTo>
                  <a:lnTo>
                    <a:pt x="174535" y="334158"/>
                  </a:lnTo>
                  <a:lnTo>
                    <a:pt x="179829" y="333840"/>
                  </a:lnTo>
                  <a:lnTo>
                    <a:pt x="185110" y="333354"/>
                  </a:lnTo>
                  <a:lnTo>
                    <a:pt x="190373" y="332701"/>
                  </a:lnTo>
                  <a:lnTo>
                    <a:pt x="195612" y="331882"/>
                  </a:lnTo>
                  <a:lnTo>
                    <a:pt x="200823" y="330897"/>
                  </a:lnTo>
                  <a:lnTo>
                    <a:pt x="206000" y="329747"/>
                  </a:lnTo>
                  <a:lnTo>
                    <a:pt x="211139" y="328433"/>
                  </a:lnTo>
                  <a:lnTo>
                    <a:pt x="216232" y="326957"/>
                  </a:lnTo>
                  <a:lnTo>
                    <a:pt x="221277" y="325320"/>
                  </a:lnTo>
                  <a:lnTo>
                    <a:pt x="226267" y="323524"/>
                  </a:lnTo>
                  <a:lnTo>
                    <a:pt x="231197" y="321571"/>
                  </a:lnTo>
                  <a:lnTo>
                    <a:pt x="236063" y="319462"/>
                  </a:lnTo>
                  <a:lnTo>
                    <a:pt x="240860" y="317200"/>
                  </a:lnTo>
                  <a:lnTo>
                    <a:pt x="245582" y="314787"/>
                  </a:lnTo>
                  <a:lnTo>
                    <a:pt x="250226" y="312225"/>
                  </a:lnTo>
                  <a:lnTo>
                    <a:pt x="254786" y="309517"/>
                  </a:lnTo>
                  <a:lnTo>
                    <a:pt x="259258" y="306666"/>
                  </a:lnTo>
                  <a:lnTo>
                    <a:pt x="263637" y="303675"/>
                  </a:lnTo>
                  <a:lnTo>
                    <a:pt x="267919" y="300546"/>
                  </a:lnTo>
                  <a:lnTo>
                    <a:pt x="272100" y="297283"/>
                  </a:lnTo>
                  <a:lnTo>
                    <a:pt x="276175" y="293889"/>
                  </a:lnTo>
                  <a:lnTo>
                    <a:pt x="280140" y="290367"/>
                  </a:lnTo>
                  <a:lnTo>
                    <a:pt x="283992" y="286722"/>
                  </a:lnTo>
                  <a:lnTo>
                    <a:pt x="287726" y="282956"/>
                  </a:lnTo>
                  <a:lnTo>
                    <a:pt x="291338" y="279073"/>
                  </a:lnTo>
                  <a:lnTo>
                    <a:pt x="294826" y="275078"/>
                  </a:lnTo>
                  <a:lnTo>
                    <a:pt x="298185" y="270974"/>
                  </a:lnTo>
                  <a:lnTo>
                    <a:pt x="301413" y="266766"/>
                  </a:lnTo>
                  <a:lnTo>
                    <a:pt x="304505" y="262458"/>
                  </a:lnTo>
                  <a:lnTo>
                    <a:pt x="307459" y="258053"/>
                  </a:lnTo>
                  <a:lnTo>
                    <a:pt x="310272" y="253557"/>
                  </a:lnTo>
                  <a:lnTo>
                    <a:pt x="312941" y="248974"/>
                  </a:lnTo>
                  <a:lnTo>
                    <a:pt x="315463" y="244309"/>
                  </a:lnTo>
                  <a:lnTo>
                    <a:pt x="317835" y="239566"/>
                  </a:lnTo>
                  <a:lnTo>
                    <a:pt x="320057" y="234750"/>
                  </a:lnTo>
                  <a:lnTo>
                    <a:pt x="322124" y="229867"/>
                  </a:lnTo>
                  <a:lnTo>
                    <a:pt x="324035" y="224920"/>
                  </a:lnTo>
                  <a:lnTo>
                    <a:pt x="325789" y="219915"/>
                  </a:lnTo>
                  <a:lnTo>
                    <a:pt x="327383" y="214856"/>
                  </a:lnTo>
                  <a:lnTo>
                    <a:pt x="328815" y="209750"/>
                  </a:lnTo>
                  <a:lnTo>
                    <a:pt x="330085" y="204601"/>
                  </a:lnTo>
                  <a:lnTo>
                    <a:pt x="331191" y="199414"/>
                  </a:lnTo>
                  <a:lnTo>
                    <a:pt x="332132" y="194195"/>
                  </a:lnTo>
                  <a:lnTo>
                    <a:pt x="332907" y="188949"/>
                  </a:lnTo>
                  <a:lnTo>
                    <a:pt x="333515" y="183680"/>
                  </a:lnTo>
                  <a:lnTo>
                    <a:pt x="333955" y="178395"/>
                  </a:lnTo>
                  <a:lnTo>
                    <a:pt x="334228" y="173099"/>
                  </a:lnTo>
                  <a:lnTo>
                    <a:pt x="334332" y="167797"/>
                  </a:lnTo>
                  <a:lnTo>
                    <a:pt x="334269" y="162494"/>
                  </a:lnTo>
                  <a:lnTo>
                    <a:pt x="334037" y="157196"/>
                  </a:lnTo>
                  <a:lnTo>
                    <a:pt x="333637" y="151907"/>
                  </a:lnTo>
                  <a:lnTo>
                    <a:pt x="333070" y="146634"/>
                  </a:lnTo>
                  <a:lnTo>
                    <a:pt x="332335" y="141382"/>
                  </a:lnTo>
                  <a:lnTo>
                    <a:pt x="331435" y="136156"/>
                  </a:lnTo>
                  <a:lnTo>
                    <a:pt x="330369" y="130961"/>
                  </a:lnTo>
                  <a:lnTo>
                    <a:pt x="329139" y="125802"/>
                  </a:lnTo>
                  <a:lnTo>
                    <a:pt x="327745" y="120685"/>
                  </a:lnTo>
                  <a:lnTo>
                    <a:pt x="326191" y="115615"/>
                  </a:lnTo>
                  <a:lnTo>
                    <a:pt x="324476" y="110596"/>
                  </a:lnTo>
                  <a:lnTo>
                    <a:pt x="322603" y="105635"/>
                  </a:lnTo>
                  <a:lnTo>
                    <a:pt x="320573" y="100735"/>
                  </a:lnTo>
                  <a:lnTo>
                    <a:pt x="318389" y="95902"/>
                  </a:lnTo>
                  <a:lnTo>
                    <a:pt x="316053" y="91141"/>
                  </a:lnTo>
                  <a:lnTo>
                    <a:pt x="313567" y="86457"/>
                  </a:lnTo>
                  <a:lnTo>
                    <a:pt x="310933" y="81853"/>
                  </a:lnTo>
                  <a:lnTo>
                    <a:pt x="308155" y="77336"/>
                  </a:lnTo>
                  <a:lnTo>
                    <a:pt x="305235" y="72909"/>
                  </a:lnTo>
                  <a:lnTo>
                    <a:pt x="302176" y="68577"/>
                  </a:lnTo>
                  <a:lnTo>
                    <a:pt x="298981" y="64344"/>
                  </a:lnTo>
                  <a:lnTo>
                    <a:pt x="295654" y="60214"/>
                  </a:lnTo>
                  <a:lnTo>
                    <a:pt x="292197" y="56192"/>
                  </a:lnTo>
                  <a:lnTo>
                    <a:pt x="288614" y="52282"/>
                  </a:lnTo>
                  <a:lnTo>
                    <a:pt x="284910" y="48487"/>
                  </a:lnTo>
                  <a:lnTo>
                    <a:pt x="281086" y="44812"/>
                  </a:lnTo>
                  <a:lnTo>
                    <a:pt x="277148" y="41260"/>
                  </a:lnTo>
                  <a:lnTo>
                    <a:pt x="273099" y="37835"/>
                  </a:lnTo>
                  <a:lnTo>
                    <a:pt x="268944" y="34540"/>
                  </a:lnTo>
                  <a:lnTo>
                    <a:pt x="264686" y="31378"/>
                  </a:lnTo>
                  <a:lnTo>
                    <a:pt x="260330" y="28353"/>
                  </a:lnTo>
                  <a:lnTo>
                    <a:pt x="255881" y="25467"/>
                  </a:lnTo>
                  <a:lnTo>
                    <a:pt x="251342" y="22725"/>
                  </a:lnTo>
                  <a:lnTo>
                    <a:pt x="246718" y="20127"/>
                  </a:lnTo>
                  <a:lnTo>
                    <a:pt x="242014" y="17678"/>
                  </a:lnTo>
                  <a:lnTo>
                    <a:pt x="237235" y="15379"/>
                  </a:lnTo>
                  <a:lnTo>
                    <a:pt x="232385" y="13232"/>
                  </a:lnTo>
                  <a:lnTo>
                    <a:pt x="227470" y="11241"/>
                  </a:lnTo>
                  <a:lnTo>
                    <a:pt x="222494" y="9407"/>
                  </a:lnTo>
                  <a:lnTo>
                    <a:pt x="217462" y="7731"/>
                  </a:lnTo>
                  <a:lnTo>
                    <a:pt x="212380" y="6216"/>
                  </a:lnTo>
                  <a:lnTo>
                    <a:pt x="207252" y="4863"/>
                  </a:lnTo>
                  <a:lnTo>
                    <a:pt x="202084" y="3673"/>
                  </a:lnTo>
                  <a:lnTo>
                    <a:pt x="196881" y="2647"/>
                  </a:lnTo>
                  <a:lnTo>
                    <a:pt x="191648" y="1788"/>
                  </a:lnTo>
                  <a:lnTo>
                    <a:pt x="186390" y="1094"/>
                  </a:lnTo>
                  <a:lnTo>
                    <a:pt x="181113" y="568"/>
                  </a:lnTo>
                  <a:lnTo>
                    <a:pt x="175822" y="209"/>
                  </a:lnTo>
                  <a:lnTo>
                    <a:pt x="170522" y="19"/>
                  </a:lnTo>
                  <a:lnTo>
                    <a:pt x="167166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3355" cy="167167"/>
            </a:xfrm>
            <a:custGeom>
              <a:avLst/>
              <a:pathLst>
                <a:path w="3355" h="167167">
                  <a:moveTo>
                    <a:pt x="3355" y="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8001" y="2633064"/>
              <a:ext cx="31009" cy="167167"/>
            </a:xfrm>
            <a:custGeom>
              <a:avLst/>
              <a:pathLst>
                <a:path w="31009" h="167167">
                  <a:moveTo>
                    <a:pt x="31009" y="0"/>
                  </a:moveTo>
                  <a:lnTo>
                    <a:pt x="23214" y="181"/>
                  </a:lnTo>
                  <a:lnTo>
                    <a:pt x="15437" y="726"/>
                  </a:lnTo>
                  <a:lnTo>
                    <a:pt x="7693" y="1634"/>
                  </a:lnTo>
                  <a:lnTo>
                    <a:pt x="0" y="2901"/>
                  </a:lnTo>
                  <a:lnTo>
                    <a:pt x="310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8001" y="2635965"/>
              <a:ext cx="31009" cy="164266"/>
            </a:xfrm>
            <a:custGeom>
              <a:avLst/>
              <a:pathLst>
                <a:path w="31009" h="164266">
                  <a:moveTo>
                    <a:pt x="0" y="0"/>
                  </a:moveTo>
                  <a:lnTo>
                    <a:pt x="31009" y="164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52" y="2635965"/>
              <a:ext cx="334322" cy="331428"/>
            </a:xfrm>
            <a:custGeom>
              <a:avLst/>
              <a:pathLst>
                <a:path w="334322" h="331428">
                  <a:moveTo>
                    <a:pt x="136148" y="0"/>
                  </a:moveTo>
                  <a:lnTo>
                    <a:pt x="130959" y="1065"/>
                  </a:lnTo>
                  <a:lnTo>
                    <a:pt x="125806" y="2294"/>
                  </a:lnTo>
                  <a:lnTo>
                    <a:pt x="120694" y="3685"/>
                  </a:lnTo>
                  <a:lnTo>
                    <a:pt x="115629" y="5238"/>
                  </a:lnTo>
                  <a:lnTo>
                    <a:pt x="110616" y="6951"/>
                  </a:lnTo>
                  <a:lnTo>
                    <a:pt x="105659" y="8822"/>
                  </a:lnTo>
                  <a:lnTo>
                    <a:pt x="100765" y="10848"/>
                  </a:lnTo>
                  <a:lnTo>
                    <a:pt x="95937" y="13029"/>
                  </a:lnTo>
                  <a:lnTo>
                    <a:pt x="91180" y="15362"/>
                  </a:lnTo>
                  <a:lnTo>
                    <a:pt x="86500" y="17844"/>
                  </a:lnTo>
                  <a:lnTo>
                    <a:pt x="81901" y="20474"/>
                  </a:lnTo>
                  <a:lnTo>
                    <a:pt x="77387" y="23247"/>
                  </a:lnTo>
                  <a:lnTo>
                    <a:pt x="72964" y="26163"/>
                  </a:lnTo>
                  <a:lnTo>
                    <a:pt x="68635" y="29217"/>
                  </a:lnTo>
                  <a:lnTo>
                    <a:pt x="64405" y="32407"/>
                  </a:lnTo>
                  <a:lnTo>
                    <a:pt x="60279" y="35729"/>
                  </a:lnTo>
                  <a:lnTo>
                    <a:pt x="56259" y="39180"/>
                  </a:lnTo>
                  <a:lnTo>
                    <a:pt x="52352" y="42757"/>
                  </a:lnTo>
                  <a:lnTo>
                    <a:pt x="48559" y="46456"/>
                  </a:lnTo>
                  <a:lnTo>
                    <a:pt x="44885" y="50273"/>
                  </a:lnTo>
                  <a:lnTo>
                    <a:pt x="41335" y="54205"/>
                  </a:lnTo>
                  <a:lnTo>
                    <a:pt x="37910" y="58247"/>
                  </a:lnTo>
                  <a:lnTo>
                    <a:pt x="34616" y="62396"/>
                  </a:lnTo>
                  <a:lnTo>
                    <a:pt x="31454" y="66647"/>
                  </a:lnTo>
                  <a:lnTo>
                    <a:pt x="28429" y="70996"/>
                  </a:lnTo>
                  <a:lnTo>
                    <a:pt x="25544" y="75438"/>
                  </a:lnTo>
                  <a:lnTo>
                    <a:pt x="22800" y="79970"/>
                  </a:lnTo>
                  <a:lnTo>
                    <a:pt x="20201" y="84587"/>
                  </a:lnTo>
                  <a:lnTo>
                    <a:pt x="17750" y="89284"/>
                  </a:lnTo>
                  <a:lnTo>
                    <a:pt x="15449" y="94056"/>
                  </a:lnTo>
                  <a:lnTo>
                    <a:pt x="13301" y="98898"/>
                  </a:lnTo>
                  <a:lnTo>
                    <a:pt x="11307" y="103806"/>
                  </a:lnTo>
                  <a:lnTo>
                    <a:pt x="9469" y="108775"/>
                  </a:lnTo>
                  <a:lnTo>
                    <a:pt x="7790" y="113800"/>
                  </a:lnTo>
                  <a:lnTo>
                    <a:pt x="6271" y="118875"/>
                  </a:lnTo>
                  <a:lnTo>
                    <a:pt x="4914" y="123996"/>
                  </a:lnTo>
                  <a:lnTo>
                    <a:pt x="3719" y="129157"/>
                  </a:lnTo>
                  <a:lnTo>
                    <a:pt x="2689" y="134354"/>
                  </a:lnTo>
                  <a:lnTo>
                    <a:pt x="1823" y="139580"/>
                  </a:lnTo>
                  <a:lnTo>
                    <a:pt x="1124" y="144832"/>
                  </a:lnTo>
                  <a:lnTo>
                    <a:pt x="592" y="150102"/>
                  </a:lnTo>
                  <a:lnTo>
                    <a:pt x="227" y="155388"/>
                  </a:lnTo>
                  <a:lnTo>
                    <a:pt x="29" y="160682"/>
                  </a:lnTo>
                  <a:lnTo>
                    <a:pt x="0" y="165979"/>
                  </a:lnTo>
                  <a:lnTo>
                    <a:pt x="138" y="171275"/>
                  </a:lnTo>
                  <a:lnTo>
                    <a:pt x="444" y="176564"/>
                  </a:lnTo>
                  <a:lnTo>
                    <a:pt x="917" y="181841"/>
                  </a:lnTo>
                  <a:lnTo>
                    <a:pt x="1558" y="187099"/>
                  </a:lnTo>
                  <a:lnTo>
                    <a:pt x="2364" y="192335"/>
                  </a:lnTo>
                  <a:lnTo>
                    <a:pt x="3336" y="197543"/>
                  </a:lnTo>
                  <a:lnTo>
                    <a:pt x="4473" y="202717"/>
                  </a:lnTo>
                  <a:lnTo>
                    <a:pt x="5773" y="207853"/>
                  </a:lnTo>
                  <a:lnTo>
                    <a:pt x="7235" y="212945"/>
                  </a:lnTo>
                  <a:lnTo>
                    <a:pt x="8858" y="217988"/>
                  </a:lnTo>
                  <a:lnTo>
                    <a:pt x="10640" y="222977"/>
                  </a:lnTo>
                  <a:lnTo>
                    <a:pt x="12579" y="227907"/>
                  </a:lnTo>
                  <a:lnTo>
                    <a:pt x="14673" y="232773"/>
                  </a:lnTo>
                  <a:lnTo>
                    <a:pt x="16921" y="237571"/>
                  </a:lnTo>
                  <a:lnTo>
                    <a:pt x="19319" y="242295"/>
                  </a:lnTo>
                  <a:lnTo>
                    <a:pt x="21866" y="246940"/>
                  </a:lnTo>
                  <a:lnTo>
                    <a:pt x="24558" y="251502"/>
                  </a:lnTo>
                  <a:lnTo>
                    <a:pt x="27394" y="255977"/>
                  </a:lnTo>
                  <a:lnTo>
                    <a:pt x="30371" y="260360"/>
                  </a:lnTo>
                  <a:lnTo>
                    <a:pt x="33484" y="264646"/>
                  </a:lnTo>
                  <a:lnTo>
                    <a:pt x="36732" y="268831"/>
                  </a:lnTo>
                  <a:lnTo>
                    <a:pt x="40111" y="272912"/>
                  </a:lnTo>
                  <a:lnTo>
                    <a:pt x="43617" y="276883"/>
                  </a:lnTo>
                  <a:lnTo>
                    <a:pt x="47248" y="280741"/>
                  </a:lnTo>
                  <a:lnTo>
                    <a:pt x="50999" y="284482"/>
                  </a:lnTo>
                  <a:lnTo>
                    <a:pt x="54867" y="288102"/>
                  </a:lnTo>
                  <a:lnTo>
                    <a:pt x="58847" y="291598"/>
                  </a:lnTo>
                  <a:lnTo>
                    <a:pt x="62936" y="294967"/>
                  </a:lnTo>
                  <a:lnTo>
                    <a:pt x="67130" y="298203"/>
                  </a:lnTo>
                  <a:lnTo>
                    <a:pt x="71424" y="301306"/>
                  </a:lnTo>
                  <a:lnTo>
                    <a:pt x="75815" y="304270"/>
                  </a:lnTo>
                  <a:lnTo>
                    <a:pt x="80297" y="307095"/>
                  </a:lnTo>
                  <a:lnTo>
                    <a:pt x="84867" y="309775"/>
                  </a:lnTo>
                  <a:lnTo>
                    <a:pt x="89519" y="312310"/>
                  </a:lnTo>
                  <a:lnTo>
                    <a:pt x="94249" y="314696"/>
                  </a:lnTo>
                  <a:lnTo>
                    <a:pt x="99052" y="316930"/>
                  </a:lnTo>
                  <a:lnTo>
                    <a:pt x="103924" y="319012"/>
                  </a:lnTo>
                  <a:lnTo>
                    <a:pt x="108859" y="320938"/>
                  </a:lnTo>
                  <a:lnTo>
                    <a:pt x="113853" y="322706"/>
                  </a:lnTo>
                  <a:lnTo>
                    <a:pt x="118900" y="324316"/>
                  </a:lnTo>
                  <a:lnTo>
                    <a:pt x="123996" y="325765"/>
                  </a:lnTo>
                  <a:lnTo>
                    <a:pt x="129135" y="327051"/>
                  </a:lnTo>
                  <a:lnTo>
                    <a:pt x="134312" y="328174"/>
                  </a:lnTo>
                  <a:lnTo>
                    <a:pt x="139523" y="329133"/>
                  </a:lnTo>
                  <a:lnTo>
                    <a:pt x="144761" y="329926"/>
                  </a:lnTo>
                  <a:lnTo>
                    <a:pt x="150021" y="330552"/>
                  </a:lnTo>
                  <a:lnTo>
                    <a:pt x="155299" y="331012"/>
                  </a:lnTo>
                  <a:lnTo>
                    <a:pt x="160589" y="331304"/>
                  </a:lnTo>
                  <a:lnTo>
                    <a:pt x="165885" y="331428"/>
                  </a:lnTo>
                  <a:lnTo>
                    <a:pt x="171182" y="331385"/>
                  </a:lnTo>
                  <a:lnTo>
                    <a:pt x="176476" y="331173"/>
                  </a:lnTo>
                  <a:lnTo>
                    <a:pt x="181760" y="330794"/>
                  </a:lnTo>
                  <a:lnTo>
                    <a:pt x="187029" y="330248"/>
                  </a:lnTo>
                  <a:lnTo>
                    <a:pt x="192279" y="329535"/>
                  </a:lnTo>
                  <a:lnTo>
                    <a:pt x="197503" y="328656"/>
                  </a:lnTo>
                  <a:lnTo>
                    <a:pt x="202697" y="327612"/>
                  </a:lnTo>
                  <a:lnTo>
                    <a:pt x="207855" y="326404"/>
                  </a:lnTo>
                  <a:lnTo>
                    <a:pt x="212972" y="325033"/>
                  </a:lnTo>
                  <a:lnTo>
                    <a:pt x="218044" y="323500"/>
                  </a:lnTo>
                  <a:lnTo>
                    <a:pt x="223064" y="321808"/>
                  </a:lnTo>
                  <a:lnTo>
                    <a:pt x="228028" y="319957"/>
                  </a:lnTo>
                  <a:lnTo>
                    <a:pt x="232931" y="317950"/>
                  </a:lnTo>
                  <a:lnTo>
                    <a:pt x="237767" y="315789"/>
                  </a:lnTo>
                  <a:lnTo>
                    <a:pt x="242533" y="313475"/>
                  </a:lnTo>
                  <a:lnTo>
                    <a:pt x="247223" y="311012"/>
                  </a:lnTo>
                  <a:lnTo>
                    <a:pt x="251833" y="308401"/>
                  </a:lnTo>
                  <a:lnTo>
                    <a:pt x="256358" y="305646"/>
                  </a:lnTo>
                  <a:lnTo>
                    <a:pt x="260793" y="302748"/>
                  </a:lnTo>
                  <a:lnTo>
                    <a:pt x="265134" y="299712"/>
                  </a:lnTo>
                  <a:lnTo>
                    <a:pt x="269377" y="296539"/>
                  </a:lnTo>
                  <a:lnTo>
                    <a:pt x="273517" y="293234"/>
                  </a:lnTo>
                  <a:lnTo>
                    <a:pt x="277550" y="289799"/>
                  </a:lnTo>
                  <a:lnTo>
                    <a:pt x="281472" y="286238"/>
                  </a:lnTo>
                  <a:lnTo>
                    <a:pt x="285280" y="282554"/>
                  </a:lnTo>
                  <a:lnTo>
                    <a:pt x="288969" y="278752"/>
                  </a:lnTo>
                  <a:lnTo>
                    <a:pt x="292535" y="274835"/>
                  </a:lnTo>
                  <a:lnTo>
                    <a:pt x="295976" y="270806"/>
                  </a:lnTo>
                  <a:lnTo>
                    <a:pt x="299287" y="266671"/>
                  </a:lnTo>
                  <a:lnTo>
                    <a:pt x="302466" y="262433"/>
                  </a:lnTo>
                  <a:lnTo>
                    <a:pt x="305509" y="258096"/>
                  </a:lnTo>
                  <a:lnTo>
                    <a:pt x="308412" y="253665"/>
                  </a:lnTo>
                  <a:lnTo>
                    <a:pt x="311174" y="249144"/>
                  </a:lnTo>
                  <a:lnTo>
                    <a:pt x="313791" y="244538"/>
                  </a:lnTo>
                  <a:lnTo>
                    <a:pt x="316261" y="239851"/>
                  </a:lnTo>
                  <a:lnTo>
                    <a:pt x="318582" y="235089"/>
                  </a:lnTo>
                  <a:lnTo>
                    <a:pt x="320750" y="230255"/>
                  </a:lnTo>
                  <a:lnTo>
                    <a:pt x="322764" y="225355"/>
                  </a:lnTo>
                  <a:lnTo>
                    <a:pt x="324621" y="220393"/>
                  </a:lnTo>
                  <a:lnTo>
                    <a:pt x="326321" y="215376"/>
                  </a:lnTo>
                  <a:lnTo>
                    <a:pt x="327860" y="210307"/>
                  </a:lnTo>
                  <a:lnTo>
                    <a:pt x="329239" y="205191"/>
                  </a:lnTo>
                  <a:lnTo>
                    <a:pt x="330454" y="200035"/>
                  </a:lnTo>
                  <a:lnTo>
                    <a:pt x="331505" y="194843"/>
                  </a:lnTo>
                  <a:lnTo>
                    <a:pt x="332392" y="189620"/>
                  </a:lnTo>
                  <a:lnTo>
                    <a:pt x="333112" y="184371"/>
                  </a:lnTo>
                  <a:lnTo>
                    <a:pt x="333666" y="179102"/>
                  </a:lnTo>
                  <a:lnTo>
                    <a:pt x="334052" y="173819"/>
                  </a:lnTo>
                  <a:lnTo>
                    <a:pt x="334271" y="168526"/>
                  </a:lnTo>
                  <a:lnTo>
                    <a:pt x="334322" y="163228"/>
                  </a:lnTo>
                  <a:lnTo>
                    <a:pt x="334206" y="157932"/>
                  </a:lnTo>
                  <a:lnTo>
                    <a:pt x="333921" y="152642"/>
                  </a:lnTo>
                  <a:lnTo>
                    <a:pt x="333469" y="147363"/>
                  </a:lnTo>
                  <a:lnTo>
                    <a:pt x="332850" y="142102"/>
                  </a:lnTo>
                  <a:lnTo>
                    <a:pt x="332064" y="136863"/>
                  </a:lnTo>
                  <a:lnTo>
                    <a:pt x="331113" y="131651"/>
                  </a:lnTo>
                  <a:lnTo>
                    <a:pt x="329997" y="126472"/>
                  </a:lnTo>
                  <a:lnTo>
                    <a:pt x="328718" y="121331"/>
                  </a:lnTo>
                  <a:lnTo>
                    <a:pt x="327276" y="116233"/>
                  </a:lnTo>
                  <a:lnTo>
                    <a:pt x="325674" y="111184"/>
                  </a:lnTo>
                  <a:lnTo>
                    <a:pt x="323912" y="106188"/>
                  </a:lnTo>
                  <a:lnTo>
                    <a:pt x="321993" y="101250"/>
                  </a:lnTo>
                  <a:lnTo>
                    <a:pt x="319919" y="96375"/>
                  </a:lnTo>
                  <a:lnTo>
                    <a:pt x="317691" y="91569"/>
                  </a:lnTo>
                  <a:lnTo>
                    <a:pt x="315312" y="86835"/>
                  </a:lnTo>
                  <a:lnTo>
                    <a:pt x="312784" y="82179"/>
                  </a:lnTo>
                  <a:lnTo>
                    <a:pt x="310110" y="77606"/>
                  </a:lnTo>
                  <a:lnTo>
                    <a:pt x="307292" y="73120"/>
                  </a:lnTo>
                  <a:lnTo>
                    <a:pt x="304333" y="68725"/>
                  </a:lnTo>
                  <a:lnTo>
                    <a:pt x="301237" y="64427"/>
                  </a:lnTo>
                  <a:lnTo>
                    <a:pt x="298006" y="60228"/>
                  </a:lnTo>
                  <a:lnTo>
                    <a:pt x="294644" y="56134"/>
                  </a:lnTo>
                  <a:lnTo>
                    <a:pt x="291153" y="52149"/>
                  </a:lnTo>
                  <a:lnTo>
                    <a:pt x="287538" y="48276"/>
                  </a:lnTo>
                  <a:lnTo>
                    <a:pt x="283803" y="44520"/>
                  </a:lnTo>
                  <a:lnTo>
                    <a:pt x="279950" y="40884"/>
                  </a:lnTo>
                  <a:lnTo>
                    <a:pt x="275983" y="37372"/>
                  </a:lnTo>
                  <a:lnTo>
                    <a:pt x="271908" y="33987"/>
                  </a:lnTo>
                  <a:lnTo>
                    <a:pt x="267727" y="30733"/>
                  </a:lnTo>
                  <a:lnTo>
                    <a:pt x="263445" y="27614"/>
                  </a:lnTo>
                  <a:lnTo>
                    <a:pt x="259067" y="24631"/>
                  </a:lnTo>
                  <a:lnTo>
                    <a:pt x="254596" y="21789"/>
                  </a:lnTo>
                  <a:lnTo>
                    <a:pt x="250038" y="19090"/>
                  </a:lnTo>
                  <a:lnTo>
                    <a:pt x="245396" y="16537"/>
                  </a:lnTo>
                  <a:lnTo>
                    <a:pt x="240675" y="14132"/>
                  </a:lnTo>
                  <a:lnTo>
                    <a:pt x="235881" y="11878"/>
                  </a:lnTo>
                  <a:lnTo>
                    <a:pt x="231018" y="9776"/>
                  </a:lnTo>
                  <a:lnTo>
                    <a:pt x="226090" y="7831"/>
                  </a:lnTo>
                  <a:lnTo>
                    <a:pt x="221104" y="6042"/>
                  </a:lnTo>
                  <a:lnTo>
                    <a:pt x="216063" y="4412"/>
                  </a:lnTo>
                  <a:lnTo>
                    <a:pt x="210973" y="2942"/>
                  </a:lnTo>
                  <a:lnTo>
                    <a:pt x="205839" y="1635"/>
                  </a:lnTo>
                  <a:lnTo>
                    <a:pt x="200667" y="491"/>
                  </a:lnTo>
                  <a:lnTo>
                    <a:pt x="167158" y="164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33508" cy="167167"/>
            </a:xfrm>
            <a:custGeom>
              <a:avLst/>
              <a:pathLst>
                <a:path w="33508" h="167167">
                  <a:moveTo>
                    <a:pt x="33508" y="3392"/>
                  </a:moveTo>
                  <a:lnTo>
                    <a:pt x="26872" y="2174"/>
                  </a:lnTo>
                  <a:lnTo>
                    <a:pt x="20192" y="1224"/>
                  </a:lnTo>
                  <a:lnTo>
                    <a:pt x="13480" y="544"/>
                  </a:lnTo>
                  <a:lnTo>
                    <a:pt x="6745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1732" y="2126963"/>
              <a:ext cx="6739" cy="167167"/>
            </a:xfrm>
            <a:custGeom>
              <a:avLst/>
              <a:pathLst>
                <a:path w="6739" h="167167">
                  <a:moveTo>
                    <a:pt x="6739" y="0"/>
                  </a:moveTo>
                  <a:lnTo>
                    <a:pt x="0" y="135"/>
                  </a:lnTo>
                  <a:lnTo>
                    <a:pt x="67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732" y="2127099"/>
              <a:ext cx="6739" cy="167031"/>
            </a:xfrm>
            <a:custGeom>
              <a:avLst/>
              <a:pathLst>
                <a:path w="6739" h="167031">
                  <a:moveTo>
                    <a:pt x="0" y="0"/>
                  </a:moveTo>
                  <a:lnTo>
                    <a:pt x="6739" y="1670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08" y="2127099"/>
              <a:ext cx="167163" cy="333957"/>
            </a:xfrm>
            <a:custGeom>
              <a:avLst/>
              <a:pathLst>
                <a:path w="167163" h="333957">
                  <a:moveTo>
                    <a:pt x="160424" y="0"/>
                  </a:moveTo>
                  <a:lnTo>
                    <a:pt x="155125" y="298"/>
                  </a:lnTo>
                  <a:lnTo>
                    <a:pt x="149840" y="764"/>
                  </a:lnTo>
                  <a:lnTo>
                    <a:pt x="144571" y="1397"/>
                  </a:lnTo>
                  <a:lnTo>
                    <a:pt x="139325" y="2198"/>
                  </a:lnTo>
                  <a:lnTo>
                    <a:pt x="134108" y="3164"/>
                  </a:lnTo>
                  <a:lnTo>
                    <a:pt x="128923" y="4296"/>
                  </a:lnTo>
                  <a:lnTo>
                    <a:pt x="123777" y="5592"/>
                  </a:lnTo>
                  <a:lnTo>
                    <a:pt x="118675" y="7050"/>
                  </a:lnTo>
                  <a:lnTo>
                    <a:pt x="113622" y="8670"/>
                  </a:lnTo>
                  <a:lnTo>
                    <a:pt x="108623" y="10449"/>
                  </a:lnTo>
                  <a:lnTo>
                    <a:pt x="103682" y="12386"/>
                  </a:lnTo>
                  <a:lnTo>
                    <a:pt x="98806" y="14479"/>
                  </a:lnTo>
                  <a:lnTo>
                    <a:pt x="93998" y="16725"/>
                  </a:lnTo>
                  <a:lnTo>
                    <a:pt x="89265" y="19123"/>
                  </a:lnTo>
                  <a:lnTo>
                    <a:pt x="84609" y="21670"/>
                  </a:lnTo>
                  <a:lnTo>
                    <a:pt x="80037" y="24363"/>
                  </a:lnTo>
                  <a:lnTo>
                    <a:pt x="75553" y="27201"/>
                  </a:lnTo>
                  <a:lnTo>
                    <a:pt x="71161" y="30179"/>
                  </a:lnTo>
                  <a:lnTo>
                    <a:pt x="66866" y="33295"/>
                  </a:lnTo>
                  <a:lnTo>
                    <a:pt x="62672" y="36545"/>
                  </a:lnTo>
                  <a:lnTo>
                    <a:pt x="58583" y="39928"/>
                  </a:lnTo>
                  <a:lnTo>
                    <a:pt x="54603" y="43438"/>
                  </a:lnTo>
                  <a:lnTo>
                    <a:pt x="50737" y="47073"/>
                  </a:lnTo>
                  <a:lnTo>
                    <a:pt x="46989" y="50829"/>
                  </a:lnTo>
                  <a:lnTo>
                    <a:pt x="43361" y="54701"/>
                  </a:lnTo>
                  <a:lnTo>
                    <a:pt x="39858" y="58687"/>
                  </a:lnTo>
                  <a:lnTo>
                    <a:pt x="36483" y="62783"/>
                  </a:lnTo>
                  <a:lnTo>
                    <a:pt x="33240" y="66983"/>
                  </a:lnTo>
                  <a:lnTo>
                    <a:pt x="30132" y="71284"/>
                  </a:lnTo>
                  <a:lnTo>
                    <a:pt x="27162" y="75681"/>
                  </a:lnTo>
                  <a:lnTo>
                    <a:pt x="24334" y="80171"/>
                  </a:lnTo>
                  <a:lnTo>
                    <a:pt x="21649" y="84748"/>
                  </a:lnTo>
                  <a:lnTo>
                    <a:pt x="19110" y="89408"/>
                  </a:lnTo>
                  <a:lnTo>
                    <a:pt x="16721" y="94146"/>
                  </a:lnTo>
                  <a:lnTo>
                    <a:pt x="14484" y="98958"/>
                  </a:lnTo>
                  <a:lnTo>
                    <a:pt x="12400" y="103838"/>
                  </a:lnTo>
                  <a:lnTo>
                    <a:pt x="10472" y="108782"/>
                  </a:lnTo>
                  <a:lnTo>
                    <a:pt x="8702" y="113785"/>
                  </a:lnTo>
                  <a:lnTo>
                    <a:pt x="7092" y="118841"/>
                  </a:lnTo>
                  <a:lnTo>
                    <a:pt x="5643" y="123946"/>
                  </a:lnTo>
                  <a:lnTo>
                    <a:pt x="4357" y="129094"/>
                  </a:lnTo>
                  <a:lnTo>
                    <a:pt x="3235" y="134281"/>
                  </a:lnTo>
                  <a:lnTo>
                    <a:pt x="2278" y="139500"/>
                  </a:lnTo>
                  <a:lnTo>
                    <a:pt x="1488" y="144747"/>
                  </a:lnTo>
                  <a:lnTo>
                    <a:pt x="864" y="150017"/>
                  </a:lnTo>
                  <a:lnTo>
                    <a:pt x="408" y="155304"/>
                  </a:lnTo>
                  <a:lnTo>
                    <a:pt x="119" y="160602"/>
                  </a:lnTo>
                  <a:lnTo>
                    <a:pt x="0" y="165907"/>
                  </a:lnTo>
                  <a:lnTo>
                    <a:pt x="48" y="171214"/>
                  </a:lnTo>
                  <a:lnTo>
                    <a:pt x="265" y="176516"/>
                  </a:lnTo>
                  <a:lnTo>
                    <a:pt x="650" y="181808"/>
                  </a:lnTo>
                  <a:lnTo>
                    <a:pt x="1203" y="187086"/>
                  </a:lnTo>
                  <a:lnTo>
                    <a:pt x="1923" y="192343"/>
                  </a:lnTo>
                  <a:lnTo>
                    <a:pt x="2810" y="197575"/>
                  </a:lnTo>
                  <a:lnTo>
                    <a:pt x="3862" y="202776"/>
                  </a:lnTo>
                  <a:lnTo>
                    <a:pt x="5079" y="207941"/>
                  </a:lnTo>
                  <a:lnTo>
                    <a:pt x="6459" y="213065"/>
                  </a:lnTo>
                  <a:lnTo>
                    <a:pt x="8001" y="218142"/>
                  </a:lnTo>
                  <a:lnTo>
                    <a:pt x="9704" y="223168"/>
                  </a:lnTo>
                  <a:lnTo>
                    <a:pt x="11565" y="228138"/>
                  </a:lnTo>
                  <a:lnTo>
                    <a:pt x="13583" y="233046"/>
                  </a:lnTo>
                  <a:lnTo>
                    <a:pt x="15755" y="237887"/>
                  </a:lnTo>
                  <a:lnTo>
                    <a:pt x="18080" y="242657"/>
                  </a:lnTo>
                  <a:lnTo>
                    <a:pt x="20556" y="247351"/>
                  </a:lnTo>
                  <a:lnTo>
                    <a:pt x="23179" y="251963"/>
                  </a:lnTo>
                  <a:lnTo>
                    <a:pt x="25947" y="256491"/>
                  </a:lnTo>
                  <a:lnTo>
                    <a:pt x="28858" y="260928"/>
                  </a:lnTo>
                  <a:lnTo>
                    <a:pt x="31908" y="265270"/>
                  </a:lnTo>
                  <a:lnTo>
                    <a:pt x="35094" y="269513"/>
                  </a:lnTo>
                  <a:lnTo>
                    <a:pt x="38413" y="273654"/>
                  </a:lnTo>
                  <a:lnTo>
                    <a:pt x="41862" y="277686"/>
                  </a:lnTo>
                  <a:lnTo>
                    <a:pt x="45437" y="281608"/>
                  </a:lnTo>
                  <a:lnTo>
                    <a:pt x="49135" y="285413"/>
                  </a:lnTo>
                  <a:lnTo>
                    <a:pt x="52952" y="289100"/>
                  </a:lnTo>
                  <a:lnTo>
                    <a:pt x="56884" y="292663"/>
                  </a:lnTo>
                  <a:lnTo>
                    <a:pt x="60927" y="296100"/>
                  </a:lnTo>
                  <a:lnTo>
                    <a:pt x="65077" y="299407"/>
                  </a:lnTo>
                  <a:lnTo>
                    <a:pt x="69330" y="302581"/>
                  </a:lnTo>
                  <a:lnTo>
                    <a:pt x="73682" y="305617"/>
                  </a:lnTo>
                  <a:lnTo>
                    <a:pt x="78127" y="308515"/>
                  </a:lnTo>
                  <a:lnTo>
                    <a:pt x="82663" y="311269"/>
                  </a:lnTo>
                  <a:lnTo>
                    <a:pt x="87284" y="313879"/>
                  </a:lnTo>
                  <a:lnTo>
                    <a:pt x="91985" y="316340"/>
                  </a:lnTo>
                  <a:lnTo>
                    <a:pt x="96762" y="318651"/>
                  </a:lnTo>
                  <a:lnTo>
                    <a:pt x="101609" y="320809"/>
                  </a:lnTo>
                  <a:lnTo>
                    <a:pt x="106523" y="322812"/>
                  </a:lnTo>
                  <a:lnTo>
                    <a:pt x="111498" y="324658"/>
                  </a:lnTo>
                  <a:lnTo>
                    <a:pt x="116529" y="326346"/>
                  </a:lnTo>
                  <a:lnTo>
                    <a:pt x="121611" y="327872"/>
                  </a:lnTo>
                  <a:lnTo>
                    <a:pt x="126739" y="329237"/>
                  </a:lnTo>
                  <a:lnTo>
                    <a:pt x="131908" y="330439"/>
                  </a:lnTo>
                  <a:lnTo>
                    <a:pt x="137112" y="331475"/>
                  </a:lnTo>
                  <a:lnTo>
                    <a:pt x="142347" y="332346"/>
                  </a:lnTo>
                  <a:lnTo>
                    <a:pt x="147606" y="333051"/>
                  </a:lnTo>
                  <a:lnTo>
                    <a:pt x="152885" y="333588"/>
                  </a:lnTo>
                  <a:lnTo>
                    <a:pt x="158179" y="333957"/>
                  </a:lnTo>
                  <a:lnTo>
                    <a:pt x="167163" y="1670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19488" y="2126963"/>
              <a:ext cx="176149" cy="334326"/>
            </a:xfrm>
            <a:custGeom>
              <a:avLst/>
              <a:pathLst>
                <a:path w="176149" h="334326">
                  <a:moveTo>
                    <a:pt x="0" y="334093"/>
                  </a:moveTo>
                  <a:lnTo>
                    <a:pt x="5337" y="334295"/>
                  </a:lnTo>
                  <a:lnTo>
                    <a:pt x="10678" y="334326"/>
                  </a:lnTo>
                  <a:lnTo>
                    <a:pt x="16018" y="334186"/>
                  </a:lnTo>
                  <a:lnTo>
                    <a:pt x="21350" y="333876"/>
                  </a:lnTo>
                  <a:lnTo>
                    <a:pt x="26670" y="333396"/>
                  </a:lnTo>
                  <a:lnTo>
                    <a:pt x="31972" y="332746"/>
                  </a:lnTo>
                  <a:lnTo>
                    <a:pt x="37250" y="331927"/>
                  </a:lnTo>
                  <a:lnTo>
                    <a:pt x="42499" y="330940"/>
                  </a:lnTo>
                  <a:lnTo>
                    <a:pt x="47714" y="329786"/>
                  </a:lnTo>
                  <a:lnTo>
                    <a:pt x="52890" y="328465"/>
                  </a:lnTo>
                  <a:lnTo>
                    <a:pt x="58021" y="326980"/>
                  </a:lnTo>
                  <a:lnTo>
                    <a:pt x="63102" y="325332"/>
                  </a:lnTo>
                  <a:lnTo>
                    <a:pt x="68127" y="323522"/>
                  </a:lnTo>
                  <a:lnTo>
                    <a:pt x="73092" y="321553"/>
                  </a:lnTo>
                  <a:lnTo>
                    <a:pt x="77992" y="319426"/>
                  </a:lnTo>
                  <a:lnTo>
                    <a:pt x="82821" y="317144"/>
                  </a:lnTo>
                  <a:lnTo>
                    <a:pt x="87575" y="314708"/>
                  </a:lnTo>
                  <a:lnTo>
                    <a:pt x="92248" y="312122"/>
                  </a:lnTo>
                  <a:lnTo>
                    <a:pt x="96837" y="309388"/>
                  </a:lnTo>
                  <a:lnTo>
                    <a:pt x="101336" y="306509"/>
                  </a:lnTo>
                  <a:lnTo>
                    <a:pt x="105740" y="303487"/>
                  </a:lnTo>
                  <a:lnTo>
                    <a:pt x="110046" y="300326"/>
                  </a:lnTo>
                  <a:lnTo>
                    <a:pt x="114249" y="297029"/>
                  </a:lnTo>
                  <a:lnTo>
                    <a:pt x="118344" y="293600"/>
                  </a:lnTo>
                  <a:lnTo>
                    <a:pt x="122327" y="290042"/>
                  </a:lnTo>
                  <a:lnTo>
                    <a:pt x="126195" y="286358"/>
                  </a:lnTo>
                  <a:lnTo>
                    <a:pt x="129943" y="282552"/>
                  </a:lnTo>
                  <a:lnTo>
                    <a:pt x="133568" y="278629"/>
                  </a:lnTo>
                  <a:lnTo>
                    <a:pt x="137065" y="274592"/>
                  </a:lnTo>
                  <a:lnTo>
                    <a:pt x="140432" y="270445"/>
                  </a:lnTo>
                  <a:lnTo>
                    <a:pt x="143664" y="266193"/>
                  </a:lnTo>
                  <a:lnTo>
                    <a:pt x="146759" y="261839"/>
                  </a:lnTo>
                  <a:lnTo>
                    <a:pt x="149713" y="257389"/>
                  </a:lnTo>
                  <a:lnTo>
                    <a:pt x="152524" y="252847"/>
                  </a:lnTo>
                  <a:lnTo>
                    <a:pt x="155188" y="248218"/>
                  </a:lnTo>
                  <a:lnTo>
                    <a:pt x="157703" y="243505"/>
                  </a:lnTo>
                  <a:lnTo>
                    <a:pt x="160066" y="238715"/>
                  </a:lnTo>
                  <a:lnTo>
                    <a:pt x="162275" y="233852"/>
                  </a:lnTo>
                  <a:lnTo>
                    <a:pt x="164327" y="228920"/>
                  </a:lnTo>
                  <a:lnTo>
                    <a:pt x="166220" y="223926"/>
                  </a:lnTo>
                  <a:lnTo>
                    <a:pt x="167953" y="218874"/>
                  </a:lnTo>
                  <a:lnTo>
                    <a:pt x="169524" y="213768"/>
                  </a:lnTo>
                  <a:lnTo>
                    <a:pt x="170931" y="208616"/>
                  </a:lnTo>
                  <a:lnTo>
                    <a:pt x="172173" y="203420"/>
                  </a:lnTo>
                  <a:lnTo>
                    <a:pt x="173248" y="198188"/>
                  </a:lnTo>
                  <a:lnTo>
                    <a:pt x="174155" y="192925"/>
                  </a:lnTo>
                  <a:lnTo>
                    <a:pt x="174893" y="187635"/>
                  </a:lnTo>
                  <a:lnTo>
                    <a:pt x="175463" y="182324"/>
                  </a:lnTo>
                  <a:lnTo>
                    <a:pt x="175862" y="176997"/>
                  </a:lnTo>
                  <a:lnTo>
                    <a:pt x="176091" y="171661"/>
                  </a:lnTo>
                  <a:lnTo>
                    <a:pt x="176149" y="166320"/>
                  </a:lnTo>
                  <a:lnTo>
                    <a:pt x="176037" y="160979"/>
                  </a:lnTo>
                  <a:lnTo>
                    <a:pt x="175754" y="155646"/>
                  </a:lnTo>
                  <a:lnTo>
                    <a:pt x="175300" y="150323"/>
                  </a:lnTo>
                  <a:lnTo>
                    <a:pt x="174677" y="145019"/>
                  </a:lnTo>
                  <a:lnTo>
                    <a:pt x="173885" y="139736"/>
                  </a:lnTo>
                  <a:lnTo>
                    <a:pt x="172925" y="134482"/>
                  </a:lnTo>
                  <a:lnTo>
                    <a:pt x="171797" y="129261"/>
                  </a:lnTo>
                  <a:lnTo>
                    <a:pt x="170503" y="124079"/>
                  </a:lnTo>
                  <a:lnTo>
                    <a:pt x="169044" y="118940"/>
                  </a:lnTo>
                  <a:lnTo>
                    <a:pt x="167421" y="113851"/>
                  </a:lnTo>
                  <a:lnTo>
                    <a:pt x="165637" y="108817"/>
                  </a:lnTo>
                  <a:lnTo>
                    <a:pt x="163693" y="103842"/>
                  </a:lnTo>
                  <a:lnTo>
                    <a:pt x="161591" y="98932"/>
                  </a:lnTo>
                  <a:lnTo>
                    <a:pt x="159333" y="94091"/>
                  </a:lnTo>
                  <a:lnTo>
                    <a:pt x="156921" y="89325"/>
                  </a:lnTo>
                  <a:lnTo>
                    <a:pt x="154359" y="84638"/>
                  </a:lnTo>
                  <a:lnTo>
                    <a:pt x="151648" y="80036"/>
                  </a:lnTo>
                  <a:lnTo>
                    <a:pt x="148792" y="75522"/>
                  </a:lnTo>
                  <a:lnTo>
                    <a:pt x="145792" y="71103"/>
                  </a:lnTo>
                  <a:lnTo>
                    <a:pt x="142653" y="66781"/>
                  </a:lnTo>
                  <a:lnTo>
                    <a:pt x="139378" y="62562"/>
                  </a:lnTo>
                  <a:lnTo>
                    <a:pt x="135970" y="58449"/>
                  </a:lnTo>
                  <a:lnTo>
                    <a:pt x="132431" y="54448"/>
                  </a:lnTo>
                  <a:lnTo>
                    <a:pt x="128767" y="50561"/>
                  </a:lnTo>
                  <a:lnTo>
                    <a:pt x="124981" y="46794"/>
                  </a:lnTo>
                  <a:lnTo>
                    <a:pt x="121076" y="43150"/>
                  </a:lnTo>
                  <a:lnTo>
                    <a:pt x="117056" y="39632"/>
                  </a:lnTo>
                  <a:lnTo>
                    <a:pt x="112927" y="36244"/>
                  </a:lnTo>
                  <a:lnTo>
                    <a:pt x="108691" y="32990"/>
                  </a:lnTo>
                  <a:lnTo>
                    <a:pt x="104353" y="29873"/>
                  </a:lnTo>
                  <a:lnTo>
                    <a:pt x="99918" y="26896"/>
                  </a:lnTo>
                  <a:lnTo>
                    <a:pt x="95391" y="24063"/>
                  </a:lnTo>
                  <a:lnTo>
                    <a:pt x="90775" y="21375"/>
                  </a:lnTo>
                  <a:lnTo>
                    <a:pt x="86075" y="18837"/>
                  </a:lnTo>
                  <a:lnTo>
                    <a:pt x="81297" y="16449"/>
                  </a:lnTo>
                  <a:lnTo>
                    <a:pt x="76445" y="14216"/>
                  </a:lnTo>
                  <a:lnTo>
                    <a:pt x="71524" y="12139"/>
                  </a:lnTo>
                  <a:lnTo>
                    <a:pt x="66539" y="10220"/>
                  </a:lnTo>
                  <a:lnTo>
                    <a:pt x="61495" y="8461"/>
                  </a:lnTo>
                  <a:lnTo>
                    <a:pt x="56398" y="6865"/>
                  </a:lnTo>
                  <a:lnTo>
                    <a:pt x="51253" y="5432"/>
                  </a:lnTo>
                  <a:lnTo>
                    <a:pt x="46064" y="4164"/>
                  </a:lnTo>
                  <a:lnTo>
                    <a:pt x="40837" y="3062"/>
                  </a:lnTo>
                  <a:lnTo>
                    <a:pt x="35578" y="2129"/>
                  </a:lnTo>
                  <a:lnTo>
                    <a:pt x="30292" y="1363"/>
                  </a:lnTo>
                  <a:lnTo>
                    <a:pt x="24984" y="767"/>
                  </a:lnTo>
                  <a:lnTo>
                    <a:pt x="19660" y="341"/>
                  </a:lnTo>
                  <a:lnTo>
                    <a:pt x="14324" y="85"/>
                  </a:lnTo>
                  <a:lnTo>
                    <a:pt x="8984" y="0"/>
                  </a:lnTo>
                  <a:lnTo>
                    <a:pt x="89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812" y="1681503"/>
              <a:ext cx="12422" cy="167167"/>
            </a:xfrm>
            <a:custGeom>
              <a:avLst/>
              <a:pathLst>
                <a:path w="12422" h="167167">
                  <a:moveTo>
                    <a:pt x="12422" y="0"/>
                  </a:moveTo>
                  <a:lnTo>
                    <a:pt x="0" y="462"/>
                  </a:lnTo>
                  <a:lnTo>
                    <a:pt x="1242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812" y="1681965"/>
              <a:ext cx="12422" cy="166705"/>
            </a:xfrm>
            <a:custGeom>
              <a:avLst/>
              <a:pathLst>
                <a:path w="12422" h="166705">
                  <a:moveTo>
                    <a:pt x="0" y="0"/>
                  </a:moveTo>
                  <a:lnTo>
                    <a:pt x="12422" y="166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76" y="1681965"/>
              <a:ext cx="334316" cy="333872"/>
            </a:xfrm>
            <a:custGeom>
              <a:avLst/>
              <a:pathLst>
                <a:path w="334316" h="333872">
                  <a:moveTo>
                    <a:pt x="154736" y="0"/>
                  </a:moveTo>
                  <a:lnTo>
                    <a:pt x="149471" y="476"/>
                  </a:lnTo>
                  <a:lnTo>
                    <a:pt x="144224" y="1118"/>
                  </a:lnTo>
                  <a:lnTo>
                    <a:pt x="139000" y="1926"/>
                  </a:lnTo>
                  <a:lnTo>
                    <a:pt x="133803" y="2899"/>
                  </a:lnTo>
                  <a:lnTo>
                    <a:pt x="128641" y="4035"/>
                  </a:lnTo>
                  <a:lnTo>
                    <a:pt x="123517" y="5335"/>
                  </a:lnTo>
                  <a:lnTo>
                    <a:pt x="118436" y="6795"/>
                  </a:lnTo>
                  <a:lnTo>
                    <a:pt x="113404" y="8416"/>
                  </a:lnTo>
                  <a:lnTo>
                    <a:pt x="108426" y="10194"/>
                  </a:lnTo>
                  <a:lnTo>
                    <a:pt x="103507" y="12130"/>
                  </a:lnTo>
                  <a:lnTo>
                    <a:pt x="98651" y="14220"/>
                  </a:lnTo>
                  <a:lnTo>
                    <a:pt x="93864" y="16462"/>
                  </a:lnTo>
                  <a:lnTo>
                    <a:pt x="89150" y="18855"/>
                  </a:lnTo>
                  <a:lnTo>
                    <a:pt x="84514" y="21395"/>
                  </a:lnTo>
                  <a:lnTo>
                    <a:pt x="79961" y="24081"/>
                  </a:lnTo>
                  <a:lnTo>
                    <a:pt x="75495" y="26909"/>
                  </a:lnTo>
                  <a:lnTo>
                    <a:pt x="71121" y="29877"/>
                  </a:lnTo>
                  <a:lnTo>
                    <a:pt x="66842" y="32982"/>
                  </a:lnTo>
                  <a:lnTo>
                    <a:pt x="62664" y="36221"/>
                  </a:lnTo>
                  <a:lnTo>
                    <a:pt x="58591" y="39590"/>
                  </a:lnTo>
                  <a:lnTo>
                    <a:pt x="54626" y="43087"/>
                  </a:lnTo>
                  <a:lnTo>
                    <a:pt x="50774" y="46707"/>
                  </a:lnTo>
                  <a:lnTo>
                    <a:pt x="47038" y="50447"/>
                  </a:lnTo>
                  <a:lnTo>
                    <a:pt x="43422" y="54303"/>
                  </a:lnTo>
                  <a:lnTo>
                    <a:pt x="39930" y="58272"/>
                  </a:lnTo>
                  <a:lnTo>
                    <a:pt x="36565" y="62349"/>
                  </a:lnTo>
                  <a:lnTo>
                    <a:pt x="33330" y="66530"/>
                  </a:lnTo>
                  <a:lnTo>
                    <a:pt x="30230" y="70812"/>
                  </a:lnTo>
                  <a:lnTo>
                    <a:pt x="27266" y="75189"/>
                  </a:lnTo>
                  <a:lnTo>
                    <a:pt x="24443" y="79658"/>
                  </a:lnTo>
                  <a:lnTo>
                    <a:pt x="21762" y="84214"/>
                  </a:lnTo>
                  <a:lnTo>
                    <a:pt x="19226" y="88853"/>
                  </a:lnTo>
                  <a:lnTo>
                    <a:pt x="16838" y="93569"/>
                  </a:lnTo>
                  <a:lnTo>
                    <a:pt x="14601" y="98359"/>
                  </a:lnTo>
                  <a:lnTo>
                    <a:pt x="12516" y="103217"/>
                  </a:lnTo>
                  <a:lnTo>
                    <a:pt x="10586" y="108138"/>
                  </a:lnTo>
                  <a:lnTo>
                    <a:pt x="8813" y="113118"/>
                  </a:lnTo>
                  <a:lnTo>
                    <a:pt x="7197" y="118151"/>
                  </a:lnTo>
                  <a:lnTo>
                    <a:pt x="5742" y="123233"/>
                  </a:lnTo>
                  <a:lnTo>
                    <a:pt x="4448" y="128359"/>
                  </a:lnTo>
                  <a:lnTo>
                    <a:pt x="3317" y="133523"/>
                  </a:lnTo>
                  <a:lnTo>
                    <a:pt x="2350" y="138720"/>
                  </a:lnTo>
                  <a:lnTo>
                    <a:pt x="1548" y="143945"/>
                  </a:lnTo>
                  <a:lnTo>
                    <a:pt x="911" y="149193"/>
                  </a:lnTo>
                  <a:lnTo>
                    <a:pt x="440" y="154458"/>
                  </a:lnTo>
                  <a:lnTo>
                    <a:pt x="136" y="159736"/>
                  </a:lnTo>
                  <a:lnTo>
                    <a:pt x="0" y="165020"/>
                  </a:lnTo>
                  <a:lnTo>
                    <a:pt x="30" y="170306"/>
                  </a:lnTo>
                  <a:lnTo>
                    <a:pt x="227" y="175589"/>
                  </a:lnTo>
                  <a:lnTo>
                    <a:pt x="592" y="180863"/>
                  </a:lnTo>
                  <a:lnTo>
                    <a:pt x="1123" y="186122"/>
                  </a:lnTo>
                  <a:lnTo>
                    <a:pt x="1820" y="191363"/>
                  </a:lnTo>
                  <a:lnTo>
                    <a:pt x="2682" y="196578"/>
                  </a:lnTo>
                  <a:lnTo>
                    <a:pt x="3709" y="201764"/>
                  </a:lnTo>
                  <a:lnTo>
                    <a:pt x="4899" y="206914"/>
                  </a:lnTo>
                  <a:lnTo>
                    <a:pt x="6251" y="212025"/>
                  </a:lnTo>
                  <a:lnTo>
                    <a:pt x="7765" y="217090"/>
                  </a:lnTo>
                  <a:lnTo>
                    <a:pt x="9438" y="222104"/>
                  </a:lnTo>
                  <a:lnTo>
                    <a:pt x="11268" y="227064"/>
                  </a:lnTo>
                  <a:lnTo>
                    <a:pt x="13255" y="231963"/>
                  </a:lnTo>
                  <a:lnTo>
                    <a:pt x="15395" y="236796"/>
                  </a:lnTo>
                  <a:lnTo>
                    <a:pt x="17687" y="241560"/>
                  </a:lnTo>
                  <a:lnTo>
                    <a:pt x="20129" y="246248"/>
                  </a:lnTo>
                  <a:lnTo>
                    <a:pt x="22717" y="250858"/>
                  </a:lnTo>
                  <a:lnTo>
                    <a:pt x="25450" y="255383"/>
                  </a:lnTo>
                  <a:lnTo>
                    <a:pt x="28325" y="259819"/>
                  </a:lnTo>
                  <a:lnTo>
                    <a:pt x="31339" y="264162"/>
                  </a:lnTo>
                  <a:lnTo>
                    <a:pt x="34488" y="268408"/>
                  </a:lnTo>
                  <a:lnTo>
                    <a:pt x="37770" y="272552"/>
                  </a:lnTo>
                  <a:lnTo>
                    <a:pt x="41182" y="276590"/>
                  </a:lnTo>
                  <a:lnTo>
                    <a:pt x="44719" y="280518"/>
                  </a:lnTo>
                  <a:lnTo>
                    <a:pt x="48379" y="284333"/>
                  </a:lnTo>
                  <a:lnTo>
                    <a:pt x="52158" y="288030"/>
                  </a:lnTo>
                  <a:lnTo>
                    <a:pt x="56051" y="291605"/>
                  </a:lnTo>
                  <a:lnTo>
                    <a:pt x="60056" y="295056"/>
                  </a:lnTo>
                  <a:lnTo>
                    <a:pt x="64168" y="298378"/>
                  </a:lnTo>
                  <a:lnTo>
                    <a:pt x="68383" y="301569"/>
                  </a:lnTo>
                  <a:lnTo>
                    <a:pt x="72697" y="304625"/>
                  </a:lnTo>
                  <a:lnTo>
                    <a:pt x="77105" y="307542"/>
                  </a:lnTo>
                  <a:lnTo>
                    <a:pt x="81603" y="310319"/>
                  </a:lnTo>
                  <a:lnTo>
                    <a:pt x="86187" y="312953"/>
                  </a:lnTo>
                  <a:lnTo>
                    <a:pt x="90851" y="315440"/>
                  </a:lnTo>
                  <a:lnTo>
                    <a:pt x="95592" y="317778"/>
                  </a:lnTo>
                  <a:lnTo>
                    <a:pt x="100405" y="319966"/>
                  </a:lnTo>
                  <a:lnTo>
                    <a:pt x="105284" y="322000"/>
                  </a:lnTo>
                  <a:lnTo>
                    <a:pt x="110225" y="323878"/>
                  </a:lnTo>
                  <a:lnTo>
                    <a:pt x="115223" y="325600"/>
                  </a:lnTo>
                  <a:lnTo>
                    <a:pt x="120274" y="327163"/>
                  </a:lnTo>
                  <a:lnTo>
                    <a:pt x="125371" y="328565"/>
                  </a:lnTo>
                  <a:lnTo>
                    <a:pt x="130509" y="329805"/>
                  </a:lnTo>
                  <a:lnTo>
                    <a:pt x="135685" y="330883"/>
                  </a:lnTo>
                  <a:lnTo>
                    <a:pt x="140892" y="331796"/>
                  </a:lnTo>
                  <a:lnTo>
                    <a:pt x="146125" y="332544"/>
                  </a:lnTo>
                  <a:lnTo>
                    <a:pt x="151379" y="333126"/>
                  </a:lnTo>
                  <a:lnTo>
                    <a:pt x="156649" y="333541"/>
                  </a:lnTo>
                  <a:lnTo>
                    <a:pt x="161929" y="333790"/>
                  </a:lnTo>
                  <a:lnTo>
                    <a:pt x="167215" y="333872"/>
                  </a:lnTo>
                  <a:lnTo>
                    <a:pt x="172501" y="333787"/>
                  </a:lnTo>
                  <a:lnTo>
                    <a:pt x="177781" y="333534"/>
                  </a:lnTo>
                  <a:lnTo>
                    <a:pt x="183050" y="333115"/>
                  </a:lnTo>
                  <a:lnTo>
                    <a:pt x="188304" y="332529"/>
                  </a:lnTo>
                  <a:lnTo>
                    <a:pt x="193537" y="331778"/>
                  </a:lnTo>
                  <a:lnTo>
                    <a:pt x="198743" y="330861"/>
                  </a:lnTo>
                  <a:lnTo>
                    <a:pt x="203918" y="329780"/>
                  </a:lnTo>
                  <a:lnTo>
                    <a:pt x="209056" y="328537"/>
                  </a:lnTo>
                  <a:lnTo>
                    <a:pt x="214152" y="327131"/>
                  </a:lnTo>
                  <a:lnTo>
                    <a:pt x="219201" y="325565"/>
                  </a:lnTo>
                  <a:lnTo>
                    <a:pt x="224198" y="323840"/>
                  </a:lnTo>
                  <a:lnTo>
                    <a:pt x="229138" y="321958"/>
                  </a:lnTo>
                  <a:lnTo>
                    <a:pt x="234016" y="319921"/>
                  </a:lnTo>
                  <a:lnTo>
                    <a:pt x="238827" y="317730"/>
                  </a:lnTo>
                  <a:lnTo>
                    <a:pt x="243566" y="315388"/>
                  </a:lnTo>
                  <a:lnTo>
                    <a:pt x="248229" y="312898"/>
                  </a:lnTo>
                  <a:lnTo>
                    <a:pt x="252811" y="310262"/>
                  </a:lnTo>
                  <a:lnTo>
                    <a:pt x="257307" y="307482"/>
                  </a:lnTo>
                  <a:lnTo>
                    <a:pt x="261713" y="304561"/>
                  </a:lnTo>
                  <a:lnTo>
                    <a:pt x="266025" y="301502"/>
                  </a:lnTo>
                  <a:lnTo>
                    <a:pt x="270238" y="298309"/>
                  </a:lnTo>
                  <a:lnTo>
                    <a:pt x="274347" y="294984"/>
                  </a:lnTo>
                  <a:lnTo>
                    <a:pt x="278350" y="291530"/>
                  </a:lnTo>
                  <a:lnTo>
                    <a:pt x="282241" y="287952"/>
                  </a:lnTo>
                  <a:lnTo>
                    <a:pt x="286017" y="284253"/>
                  </a:lnTo>
                  <a:lnTo>
                    <a:pt x="289675" y="280436"/>
                  </a:lnTo>
                  <a:lnTo>
                    <a:pt x="293209" y="276505"/>
                  </a:lnTo>
                  <a:lnTo>
                    <a:pt x="296618" y="272465"/>
                  </a:lnTo>
                  <a:lnTo>
                    <a:pt x="299897" y="268318"/>
                  </a:lnTo>
                  <a:lnTo>
                    <a:pt x="303044" y="264070"/>
                  </a:lnTo>
                  <a:lnTo>
                    <a:pt x="306055" y="259725"/>
                  </a:lnTo>
                  <a:lnTo>
                    <a:pt x="308926" y="255287"/>
                  </a:lnTo>
                  <a:lnTo>
                    <a:pt x="311656" y="250760"/>
                  </a:lnTo>
                  <a:lnTo>
                    <a:pt x="314242" y="246149"/>
                  </a:lnTo>
                  <a:lnTo>
                    <a:pt x="316680" y="241459"/>
                  </a:lnTo>
                  <a:lnTo>
                    <a:pt x="318969" y="236694"/>
                  </a:lnTo>
                  <a:lnTo>
                    <a:pt x="321106" y="231859"/>
                  </a:lnTo>
                  <a:lnTo>
                    <a:pt x="323089" y="226958"/>
                  </a:lnTo>
                  <a:lnTo>
                    <a:pt x="324917" y="221998"/>
                  </a:lnTo>
                  <a:lnTo>
                    <a:pt x="326586" y="216982"/>
                  </a:lnTo>
                  <a:lnTo>
                    <a:pt x="328096" y="211916"/>
                  </a:lnTo>
                  <a:lnTo>
                    <a:pt x="329445" y="206805"/>
                  </a:lnTo>
                  <a:lnTo>
                    <a:pt x="330632" y="201653"/>
                  </a:lnTo>
                  <a:lnTo>
                    <a:pt x="331655" y="196467"/>
                  </a:lnTo>
                  <a:lnTo>
                    <a:pt x="332514" y="191251"/>
                  </a:lnTo>
                  <a:lnTo>
                    <a:pt x="333207" y="186010"/>
                  </a:lnTo>
                  <a:lnTo>
                    <a:pt x="333735" y="180750"/>
                  </a:lnTo>
                  <a:lnTo>
                    <a:pt x="334096" y="175476"/>
                  </a:lnTo>
                  <a:lnTo>
                    <a:pt x="334289" y="170194"/>
                  </a:lnTo>
                  <a:lnTo>
                    <a:pt x="334316" y="164907"/>
                  </a:lnTo>
                  <a:lnTo>
                    <a:pt x="334176" y="159623"/>
                  </a:lnTo>
                  <a:lnTo>
                    <a:pt x="333868" y="154346"/>
                  </a:lnTo>
                  <a:lnTo>
                    <a:pt x="333394" y="149081"/>
                  </a:lnTo>
                  <a:lnTo>
                    <a:pt x="332754" y="143833"/>
                  </a:lnTo>
                  <a:lnTo>
                    <a:pt x="331948" y="138609"/>
                  </a:lnTo>
                  <a:lnTo>
                    <a:pt x="330977" y="133412"/>
                  </a:lnTo>
                  <a:lnTo>
                    <a:pt x="329843" y="128249"/>
                  </a:lnTo>
                  <a:lnTo>
                    <a:pt x="328545" y="123124"/>
                  </a:lnTo>
                  <a:lnTo>
                    <a:pt x="327087" y="118043"/>
                  </a:lnTo>
                  <a:lnTo>
                    <a:pt x="325468" y="113011"/>
                  </a:lnTo>
                  <a:lnTo>
                    <a:pt x="323691" y="108032"/>
                  </a:lnTo>
                  <a:lnTo>
                    <a:pt x="321758" y="103112"/>
                  </a:lnTo>
                  <a:lnTo>
                    <a:pt x="319670" y="98256"/>
                  </a:lnTo>
                  <a:lnTo>
                    <a:pt x="317429" y="93468"/>
                  </a:lnTo>
                  <a:lnTo>
                    <a:pt x="315038" y="88753"/>
                  </a:lnTo>
                  <a:lnTo>
                    <a:pt x="312500" y="84116"/>
                  </a:lnTo>
                  <a:lnTo>
                    <a:pt x="309816" y="79562"/>
                  </a:lnTo>
                  <a:lnTo>
                    <a:pt x="306989" y="75095"/>
                  </a:lnTo>
                  <a:lnTo>
                    <a:pt x="304022" y="70719"/>
                  </a:lnTo>
                  <a:lnTo>
                    <a:pt x="300919" y="66440"/>
                  </a:lnTo>
                  <a:lnTo>
                    <a:pt x="297682" y="62260"/>
                  </a:lnTo>
                  <a:lnTo>
                    <a:pt x="294314" y="58186"/>
                  </a:lnTo>
                  <a:lnTo>
                    <a:pt x="290819" y="54219"/>
                  </a:lnTo>
                  <a:lnTo>
                    <a:pt x="287201" y="50366"/>
                  </a:lnTo>
                  <a:lnTo>
                    <a:pt x="283462" y="46628"/>
                  </a:lnTo>
                  <a:lnTo>
                    <a:pt x="279607" y="43011"/>
                  </a:lnTo>
                  <a:lnTo>
                    <a:pt x="275640" y="39517"/>
                  </a:lnTo>
                  <a:lnTo>
                    <a:pt x="271564" y="36151"/>
                  </a:lnTo>
                  <a:lnTo>
                    <a:pt x="267384" y="32915"/>
                  </a:lnTo>
                  <a:lnTo>
                    <a:pt x="263104" y="29813"/>
                  </a:lnTo>
                  <a:lnTo>
                    <a:pt x="258727" y="26847"/>
                  </a:lnTo>
                  <a:lnTo>
                    <a:pt x="254259" y="24022"/>
                  </a:lnTo>
                  <a:lnTo>
                    <a:pt x="249704" y="21339"/>
                  </a:lnTo>
                  <a:lnTo>
                    <a:pt x="245067" y="18802"/>
                  </a:lnTo>
                  <a:lnTo>
                    <a:pt x="240351" y="16412"/>
                  </a:lnTo>
                  <a:lnTo>
                    <a:pt x="235563" y="14173"/>
                  </a:lnTo>
                  <a:lnTo>
                    <a:pt x="230706" y="12087"/>
                  </a:lnTo>
                  <a:lnTo>
                    <a:pt x="225785" y="10155"/>
                  </a:lnTo>
                  <a:lnTo>
                    <a:pt x="220806" y="8379"/>
                  </a:lnTo>
                  <a:lnTo>
                    <a:pt x="215773" y="6762"/>
                  </a:lnTo>
                  <a:lnTo>
                    <a:pt x="210691" y="5305"/>
                  </a:lnTo>
                  <a:lnTo>
                    <a:pt x="205566" y="4009"/>
                  </a:lnTo>
                  <a:lnTo>
                    <a:pt x="200403" y="2876"/>
                  </a:lnTo>
                  <a:lnTo>
                    <a:pt x="167158" y="166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3244" cy="167167"/>
            </a:xfrm>
            <a:custGeom>
              <a:avLst/>
              <a:pathLst>
                <a:path w="33244" h="167167">
                  <a:moveTo>
                    <a:pt x="33244" y="3338"/>
                  </a:moveTo>
                  <a:lnTo>
                    <a:pt x="26659" y="2139"/>
                  </a:lnTo>
                  <a:lnTo>
                    <a:pt x="20032" y="1204"/>
                  </a:lnTo>
                  <a:lnTo>
                    <a:pt x="13372" y="535"/>
                  </a:lnTo>
                  <a:lnTo>
                    <a:pt x="6691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1" y="1322571"/>
              <a:ext cx="167167" cy="325927"/>
            </a:xfrm>
            <a:custGeom>
              <a:avLst/>
              <a:pathLst>
                <a:path w="167167" h="325927">
                  <a:moveTo>
                    <a:pt x="167167" y="0"/>
                  </a:moveTo>
                  <a:lnTo>
                    <a:pt x="161805" y="86"/>
                  </a:lnTo>
                  <a:lnTo>
                    <a:pt x="156449" y="343"/>
                  </a:lnTo>
                  <a:lnTo>
                    <a:pt x="151103" y="773"/>
                  </a:lnTo>
                  <a:lnTo>
                    <a:pt x="145774" y="1374"/>
                  </a:lnTo>
                  <a:lnTo>
                    <a:pt x="140467" y="2145"/>
                  </a:lnTo>
                  <a:lnTo>
                    <a:pt x="135188" y="3087"/>
                  </a:lnTo>
                  <a:lnTo>
                    <a:pt x="129942" y="4197"/>
                  </a:lnTo>
                  <a:lnTo>
                    <a:pt x="124734" y="5475"/>
                  </a:lnTo>
                  <a:lnTo>
                    <a:pt x="119569" y="6919"/>
                  </a:lnTo>
                  <a:lnTo>
                    <a:pt x="114454" y="8528"/>
                  </a:lnTo>
                  <a:lnTo>
                    <a:pt x="109392" y="10301"/>
                  </a:lnTo>
                  <a:lnTo>
                    <a:pt x="104391" y="12234"/>
                  </a:lnTo>
                  <a:lnTo>
                    <a:pt x="99453" y="14328"/>
                  </a:lnTo>
                  <a:lnTo>
                    <a:pt x="94586" y="16578"/>
                  </a:lnTo>
                  <a:lnTo>
                    <a:pt x="89793" y="18984"/>
                  </a:lnTo>
                  <a:lnTo>
                    <a:pt x="85080" y="21542"/>
                  </a:lnTo>
                  <a:lnTo>
                    <a:pt x="80451" y="24250"/>
                  </a:lnTo>
                  <a:lnTo>
                    <a:pt x="75912" y="27105"/>
                  </a:lnTo>
                  <a:lnTo>
                    <a:pt x="71466" y="30104"/>
                  </a:lnTo>
                  <a:lnTo>
                    <a:pt x="67119" y="33244"/>
                  </a:lnTo>
                  <a:lnTo>
                    <a:pt x="62875" y="36522"/>
                  </a:lnTo>
                  <a:lnTo>
                    <a:pt x="58738" y="39934"/>
                  </a:lnTo>
                  <a:lnTo>
                    <a:pt x="54713" y="43478"/>
                  </a:lnTo>
                  <a:lnTo>
                    <a:pt x="50803" y="47148"/>
                  </a:lnTo>
                  <a:lnTo>
                    <a:pt x="47014" y="50942"/>
                  </a:lnTo>
                  <a:lnTo>
                    <a:pt x="43348" y="54856"/>
                  </a:lnTo>
                  <a:lnTo>
                    <a:pt x="39809" y="58885"/>
                  </a:lnTo>
                  <a:lnTo>
                    <a:pt x="36401" y="63026"/>
                  </a:lnTo>
                  <a:lnTo>
                    <a:pt x="33128" y="67274"/>
                  </a:lnTo>
                  <a:lnTo>
                    <a:pt x="29993" y="71625"/>
                  </a:lnTo>
                  <a:lnTo>
                    <a:pt x="26999" y="76074"/>
                  </a:lnTo>
                  <a:lnTo>
                    <a:pt x="24149" y="80616"/>
                  </a:lnTo>
                  <a:lnTo>
                    <a:pt x="21447" y="85248"/>
                  </a:lnTo>
                  <a:lnTo>
                    <a:pt x="18894" y="89964"/>
                  </a:lnTo>
                  <a:lnTo>
                    <a:pt x="16494" y="94760"/>
                  </a:lnTo>
                  <a:lnTo>
                    <a:pt x="14249" y="99630"/>
                  </a:lnTo>
                  <a:lnTo>
                    <a:pt x="12162" y="104570"/>
                  </a:lnTo>
                  <a:lnTo>
                    <a:pt x="10234" y="109574"/>
                  </a:lnTo>
                  <a:lnTo>
                    <a:pt x="8467" y="114637"/>
                  </a:lnTo>
                  <a:lnTo>
                    <a:pt x="6864" y="119754"/>
                  </a:lnTo>
                  <a:lnTo>
                    <a:pt x="5426" y="124920"/>
                  </a:lnTo>
                  <a:lnTo>
                    <a:pt x="4154" y="130130"/>
                  </a:lnTo>
                  <a:lnTo>
                    <a:pt x="3050" y="135378"/>
                  </a:lnTo>
                  <a:lnTo>
                    <a:pt x="2115" y="140658"/>
                  </a:lnTo>
                  <a:lnTo>
                    <a:pt x="1349" y="145966"/>
                  </a:lnTo>
                  <a:lnTo>
                    <a:pt x="755" y="151295"/>
                  </a:lnTo>
                  <a:lnTo>
                    <a:pt x="331" y="156641"/>
                  </a:lnTo>
                  <a:lnTo>
                    <a:pt x="79" y="161998"/>
                  </a:lnTo>
                  <a:lnTo>
                    <a:pt x="0" y="167360"/>
                  </a:lnTo>
                  <a:lnTo>
                    <a:pt x="92" y="172722"/>
                  </a:lnTo>
                  <a:lnTo>
                    <a:pt x="356" y="178078"/>
                  </a:lnTo>
                  <a:lnTo>
                    <a:pt x="792" y="183423"/>
                  </a:lnTo>
                  <a:lnTo>
                    <a:pt x="1399" y="188751"/>
                  </a:lnTo>
                  <a:lnTo>
                    <a:pt x="2176" y="194057"/>
                  </a:lnTo>
                  <a:lnTo>
                    <a:pt x="3124" y="199335"/>
                  </a:lnTo>
                  <a:lnTo>
                    <a:pt x="4240" y="204580"/>
                  </a:lnTo>
                  <a:lnTo>
                    <a:pt x="5524" y="209787"/>
                  </a:lnTo>
                  <a:lnTo>
                    <a:pt x="6974" y="214950"/>
                  </a:lnTo>
                  <a:lnTo>
                    <a:pt x="8589" y="220063"/>
                  </a:lnTo>
                  <a:lnTo>
                    <a:pt x="10367" y="225123"/>
                  </a:lnTo>
                  <a:lnTo>
                    <a:pt x="12307" y="230122"/>
                  </a:lnTo>
                  <a:lnTo>
                    <a:pt x="14406" y="235057"/>
                  </a:lnTo>
                  <a:lnTo>
                    <a:pt x="16662" y="239922"/>
                  </a:lnTo>
                  <a:lnTo>
                    <a:pt x="19073" y="244712"/>
                  </a:lnTo>
                  <a:lnTo>
                    <a:pt x="21637" y="249422"/>
                  </a:lnTo>
                  <a:lnTo>
                    <a:pt x="24350" y="254048"/>
                  </a:lnTo>
                  <a:lnTo>
                    <a:pt x="27210" y="258584"/>
                  </a:lnTo>
                  <a:lnTo>
                    <a:pt x="30214" y="263026"/>
                  </a:lnTo>
                  <a:lnTo>
                    <a:pt x="33359" y="267369"/>
                  </a:lnTo>
                  <a:lnTo>
                    <a:pt x="36642" y="271610"/>
                  </a:lnTo>
                  <a:lnTo>
                    <a:pt x="40059" y="275742"/>
                  </a:lnTo>
                  <a:lnTo>
                    <a:pt x="43607" y="279764"/>
                  </a:lnTo>
                  <a:lnTo>
                    <a:pt x="47282" y="283669"/>
                  </a:lnTo>
                  <a:lnTo>
                    <a:pt x="51081" y="287454"/>
                  </a:lnTo>
                  <a:lnTo>
                    <a:pt x="54999" y="291116"/>
                  </a:lnTo>
                  <a:lnTo>
                    <a:pt x="59032" y="294650"/>
                  </a:lnTo>
                  <a:lnTo>
                    <a:pt x="63177" y="298053"/>
                  </a:lnTo>
                  <a:lnTo>
                    <a:pt x="67429" y="301321"/>
                  </a:lnTo>
                  <a:lnTo>
                    <a:pt x="71783" y="304451"/>
                  </a:lnTo>
                  <a:lnTo>
                    <a:pt x="76235" y="307440"/>
                  </a:lnTo>
                  <a:lnTo>
                    <a:pt x="80782" y="310284"/>
                  </a:lnTo>
                  <a:lnTo>
                    <a:pt x="85416" y="312981"/>
                  </a:lnTo>
                  <a:lnTo>
                    <a:pt x="90136" y="315528"/>
                  </a:lnTo>
                  <a:lnTo>
                    <a:pt x="94934" y="317923"/>
                  </a:lnTo>
                  <a:lnTo>
                    <a:pt x="99807" y="320162"/>
                  </a:lnTo>
                  <a:lnTo>
                    <a:pt x="104749" y="322244"/>
                  </a:lnTo>
                  <a:lnTo>
                    <a:pt x="109755" y="324166"/>
                  </a:lnTo>
                  <a:lnTo>
                    <a:pt x="114820" y="32592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8692" y="1489739"/>
              <a:ext cx="52346" cy="158760"/>
            </a:xfrm>
            <a:custGeom>
              <a:avLst/>
              <a:pathLst>
                <a:path w="52346" h="158760">
                  <a:moveTo>
                    <a:pt x="0" y="158760"/>
                  </a:moveTo>
                  <a:lnTo>
                    <a:pt x="52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8692" y="1324933"/>
              <a:ext cx="219512" cy="331972"/>
            </a:xfrm>
            <a:custGeom>
              <a:avLst/>
              <a:pathLst>
                <a:path w="219512" h="331972">
                  <a:moveTo>
                    <a:pt x="0" y="323565"/>
                  </a:moveTo>
                  <a:lnTo>
                    <a:pt x="5099" y="325157"/>
                  </a:lnTo>
                  <a:lnTo>
                    <a:pt x="10247" y="326585"/>
                  </a:lnTo>
                  <a:lnTo>
                    <a:pt x="15438" y="327847"/>
                  </a:lnTo>
                  <a:lnTo>
                    <a:pt x="20667" y="328943"/>
                  </a:lnTo>
                  <a:lnTo>
                    <a:pt x="25928" y="329872"/>
                  </a:lnTo>
                  <a:lnTo>
                    <a:pt x="31216" y="330632"/>
                  </a:lnTo>
                  <a:lnTo>
                    <a:pt x="36525" y="331222"/>
                  </a:lnTo>
                  <a:lnTo>
                    <a:pt x="41851" y="331643"/>
                  </a:lnTo>
                  <a:lnTo>
                    <a:pt x="47187" y="331893"/>
                  </a:lnTo>
                  <a:lnTo>
                    <a:pt x="52529" y="331972"/>
                  </a:lnTo>
                  <a:lnTo>
                    <a:pt x="57871" y="331881"/>
                  </a:lnTo>
                  <a:lnTo>
                    <a:pt x="63207" y="331619"/>
                  </a:lnTo>
                  <a:lnTo>
                    <a:pt x="68531" y="331187"/>
                  </a:lnTo>
                  <a:lnTo>
                    <a:pt x="73840" y="330585"/>
                  </a:lnTo>
                  <a:lnTo>
                    <a:pt x="79126" y="329814"/>
                  </a:lnTo>
                  <a:lnTo>
                    <a:pt x="84385" y="328874"/>
                  </a:lnTo>
                  <a:lnTo>
                    <a:pt x="89611" y="327766"/>
                  </a:lnTo>
                  <a:lnTo>
                    <a:pt x="94799" y="326492"/>
                  </a:lnTo>
                  <a:lnTo>
                    <a:pt x="99944" y="325053"/>
                  </a:lnTo>
                  <a:lnTo>
                    <a:pt x="105040" y="323450"/>
                  </a:lnTo>
                  <a:lnTo>
                    <a:pt x="110083" y="321685"/>
                  </a:lnTo>
                  <a:lnTo>
                    <a:pt x="115066" y="319760"/>
                  </a:lnTo>
                  <a:lnTo>
                    <a:pt x="119985" y="317677"/>
                  </a:lnTo>
                  <a:lnTo>
                    <a:pt x="124836" y="315438"/>
                  </a:lnTo>
                  <a:lnTo>
                    <a:pt x="129612" y="313045"/>
                  </a:lnTo>
                  <a:lnTo>
                    <a:pt x="134309" y="310500"/>
                  </a:lnTo>
                  <a:lnTo>
                    <a:pt x="138923" y="307806"/>
                  </a:lnTo>
                  <a:lnTo>
                    <a:pt x="143448" y="304967"/>
                  </a:lnTo>
                  <a:lnTo>
                    <a:pt x="147880" y="301984"/>
                  </a:lnTo>
                  <a:lnTo>
                    <a:pt x="152215" y="298862"/>
                  </a:lnTo>
                  <a:lnTo>
                    <a:pt x="156448" y="295602"/>
                  </a:lnTo>
                  <a:lnTo>
                    <a:pt x="160574" y="292209"/>
                  </a:lnTo>
                  <a:lnTo>
                    <a:pt x="164590" y="288685"/>
                  </a:lnTo>
                  <a:lnTo>
                    <a:pt x="168491" y="285036"/>
                  </a:lnTo>
                  <a:lnTo>
                    <a:pt x="172273" y="281263"/>
                  </a:lnTo>
                  <a:lnTo>
                    <a:pt x="175933" y="277371"/>
                  </a:lnTo>
                  <a:lnTo>
                    <a:pt x="179467" y="273365"/>
                  </a:lnTo>
                  <a:lnTo>
                    <a:pt x="182871" y="269247"/>
                  </a:lnTo>
                  <a:lnTo>
                    <a:pt x="186142" y="265023"/>
                  </a:lnTo>
                  <a:lnTo>
                    <a:pt x="189276" y="260697"/>
                  </a:lnTo>
                  <a:lnTo>
                    <a:pt x="192270" y="256273"/>
                  </a:lnTo>
                  <a:lnTo>
                    <a:pt x="195121" y="251755"/>
                  </a:lnTo>
                  <a:lnTo>
                    <a:pt x="197827" y="247148"/>
                  </a:lnTo>
                  <a:lnTo>
                    <a:pt x="200383" y="242458"/>
                  </a:lnTo>
                  <a:lnTo>
                    <a:pt x="202789" y="237688"/>
                  </a:lnTo>
                  <a:lnTo>
                    <a:pt x="205041" y="232843"/>
                  </a:lnTo>
                  <a:lnTo>
                    <a:pt x="207137" y="227929"/>
                  </a:lnTo>
                  <a:lnTo>
                    <a:pt x="209075" y="222951"/>
                  </a:lnTo>
                  <a:lnTo>
                    <a:pt x="210853" y="217913"/>
                  </a:lnTo>
                  <a:lnTo>
                    <a:pt x="212469" y="212821"/>
                  </a:lnTo>
                  <a:lnTo>
                    <a:pt x="213922" y="207680"/>
                  </a:lnTo>
                  <a:lnTo>
                    <a:pt x="215209" y="202495"/>
                  </a:lnTo>
                  <a:lnTo>
                    <a:pt x="216331" y="197272"/>
                  </a:lnTo>
                  <a:lnTo>
                    <a:pt x="217284" y="192015"/>
                  </a:lnTo>
                  <a:lnTo>
                    <a:pt x="218069" y="186731"/>
                  </a:lnTo>
                  <a:lnTo>
                    <a:pt x="218685" y="181424"/>
                  </a:lnTo>
                  <a:lnTo>
                    <a:pt x="219132" y="176101"/>
                  </a:lnTo>
                  <a:lnTo>
                    <a:pt x="219407" y="170766"/>
                  </a:lnTo>
                  <a:lnTo>
                    <a:pt x="219512" y="165424"/>
                  </a:lnTo>
                  <a:lnTo>
                    <a:pt x="219447" y="160082"/>
                  </a:lnTo>
                  <a:lnTo>
                    <a:pt x="219211" y="154745"/>
                  </a:lnTo>
                  <a:lnTo>
                    <a:pt x="218804" y="149419"/>
                  </a:lnTo>
                  <a:lnTo>
                    <a:pt x="218227" y="144107"/>
                  </a:lnTo>
                  <a:lnTo>
                    <a:pt x="217481" y="138818"/>
                  </a:lnTo>
                  <a:lnTo>
                    <a:pt x="216567" y="133554"/>
                  </a:lnTo>
                  <a:lnTo>
                    <a:pt x="215484" y="128323"/>
                  </a:lnTo>
                  <a:lnTo>
                    <a:pt x="214235" y="123128"/>
                  </a:lnTo>
                  <a:lnTo>
                    <a:pt x="212821" y="117977"/>
                  </a:lnTo>
                  <a:lnTo>
                    <a:pt x="211242" y="112873"/>
                  </a:lnTo>
                  <a:lnTo>
                    <a:pt x="209502" y="107822"/>
                  </a:lnTo>
                  <a:lnTo>
                    <a:pt x="207601" y="102830"/>
                  </a:lnTo>
                  <a:lnTo>
                    <a:pt x="205541" y="97900"/>
                  </a:lnTo>
                  <a:lnTo>
                    <a:pt x="203325" y="93039"/>
                  </a:lnTo>
                  <a:lnTo>
                    <a:pt x="200955" y="88252"/>
                  </a:lnTo>
                  <a:lnTo>
                    <a:pt x="198433" y="83542"/>
                  </a:lnTo>
                  <a:lnTo>
                    <a:pt x="195761" y="78916"/>
                  </a:lnTo>
                  <a:lnTo>
                    <a:pt x="192944" y="74377"/>
                  </a:lnTo>
                  <a:lnTo>
                    <a:pt x="189982" y="69930"/>
                  </a:lnTo>
                  <a:lnTo>
                    <a:pt x="186881" y="65581"/>
                  </a:lnTo>
                  <a:lnTo>
                    <a:pt x="183641" y="61333"/>
                  </a:lnTo>
                  <a:lnTo>
                    <a:pt x="180268" y="57190"/>
                  </a:lnTo>
                  <a:lnTo>
                    <a:pt x="176764" y="53157"/>
                  </a:lnTo>
                  <a:lnTo>
                    <a:pt x="173133" y="49239"/>
                  </a:lnTo>
                  <a:lnTo>
                    <a:pt x="169378" y="45438"/>
                  </a:lnTo>
                  <a:lnTo>
                    <a:pt x="165504" y="41760"/>
                  </a:lnTo>
                  <a:lnTo>
                    <a:pt x="161515" y="38207"/>
                  </a:lnTo>
                  <a:lnTo>
                    <a:pt x="157414" y="34783"/>
                  </a:lnTo>
                  <a:lnTo>
                    <a:pt x="153205" y="31492"/>
                  </a:lnTo>
                  <a:lnTo>
                    <a:pt x="148894" y="28337"/>
                  </a:lnTo>
                  <a:lnTo>
                    <a:pt x="144484" y="25322"/>
                  </a:lnTo>
                  <a:lnTo>
                    <a:pt x="139980" y="22449"/>
                  </a:lnTo>
                  <a:lnTo>
                    <a:pt x="135387" y="19721"/>
                  </a:lnTo>
                  <a:lnTo>
                    <a:pt x="130708" y="17142"/>
                  </a:lnTo>
                  <a:lnTo>
                    <a:pt x="125950" y="14714"/>
                  </a:lnTo>
                  <a:lnTo>
                    <a:pt x="121116" y="12438"/>
                  </a:lnTo>
                  <a:lnTo>
                    <a:pt x="116212" y="10319"/>
                  </a:lnTo>
                  <a:lnTo>
                    <a:pt x="111243" y="8357"/>
                  </a:lnTo>
                  <a:lnTo>
                    <a:pt x="106214" y="6555"/>
                  </a:lnTo>
                  <a:lnTo>
                    <a:pt x="101130" y="4914"/>
                  </a:lnTo>
                  <a:lnTo>
                    <a:pt x="95996" y="3437"/>
                  </a:lnTo>
                  <a:lnTo>
                    <a:pt x="90817" y="2125"/>
                  </a:lnTo>
                  <a:lnTo>
                    <a:pt x="85600" y="978"/>
                  </a:lnTo>
                  <a:lnTo>
                    <a:pt x="80348" y="0"/>
                  </a:lnTo>
                  <a:lnTo>
                    <a:pt x="52346" y="164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8001" cy="167167"/>
            </a:xfrm>
            <a:custGeom>
              <a:avLst/>
              <a:pathLst>
                <a:path w="28001" h="167167">
                  <a:moveTo>
                    <a:pt x="28001" y="2361"/>
                  </a:moveTo>
                  <a:lnTo>
                    <a:pt x="21044" y="1329"/>
                  </a:lnTo>
                  <a:lnTo>
                    <a:pt x="14050" y="591"/>
                  </a:lnTo>
                  <a:lnTo>
                    <a:pt x="7031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8" y="1071028"/>
              <a:ext cx="167159" cy="302770"/>
            </a:xfrm>
            <a:custGeom>
              <a:avLst/>
              <a:pathLst>
                <a:path w="167159" h="302770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1" y="5400"/>
                  </a:lnTo>
                  <a:lnTo>
                    <a:pt x="119879" y="6825"/>
                  </a:lnTo>
                  <a:lnTo>
                    <a:pt x="114796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3" y="16355"/>
                  </a:lnTo>
                  <a:lnTo>
                    <a:pt x="90276" y="18729"/>
                  </a:lnTo>
                  <a:lnTo>
                    <a:pt x="85586" y="21253"/>
                  </a:lnTo>
                  <a:lnTo>
                    <a:pt x="80979" y="23926"/>
                  </a:lnTo>
                  <a:lnTo>
                    <a:pt x="76460" y="26744"/>
                  </a:lnTo>
                  <a:lnTo>
                    <a:pt x="72033" y="29704"/>
                  </a:lnTo>
                  <a:lnTo>
                    <a:pt x="67702" y="32804"/>
                  </a:lnTo>
                  <a:lnTo>
                    <a:pt x="63473" y="36041"/>
                  </a:lnTo>
                  <a:lnTo>
                    <a:pt x="59348" y="39410"/>
                  </a:lnTo>
                  <a:lnTo>
                    <a:pt x="55333" y="42909"/>
                  </a:lnTo>
                  <a:lnTo>
                    <a:pt x="51432" y="46535"/>
                  </a:lnTo>
                  <a:lnTo>
                    <a:pt x="47648" y="50282"/>
                  </a:lnTo>
                  <a:lnTo>
                    <a:pt x="43985" y="54149"/>
                  </a:lnTo>
                  <a:lnTo>
                    <a:pt x="40448" y="58130"/>
                  </a:lnTo>
                  <a:lnTo>
                    <a:pt x="37039" y="62221"/>
                  </a:lnTo>
                  <a:lnTo>
                    <a:pt x="33762" y="66420"/>
                  </a:lnTo>
                  <a:lnTo>
                    <a:pt x="30620" y="70720"/>
                  </a:lnTo>
                  <a:lnTo>
                    <a:pt x="27617" y="75119"/>
                  </a:lnTo>
                  <a:lnTo>
                    <a:pt x="24756" y="79610"/>
                  </a:lnTo>
                  <a:lnTo>
                    <a:pt x="22039" y="84191"/>
                  </a:lnTo>
                  <a:lnTo>
                    <a:pt x="19469" y="88856"/>
                  </a:lnTo>
                  <a:lnTo>
                    <a:pt x="17050" y="93600"/>
                  </a:lnTo>
                  <a:lnTo>
                    <a:pt x="14782" y="98419"/>
                  </a:lnTo>
                  <a:lnTo>
                    <a:pt x="12670" y="103308"/>
                  </a:lnTo>
                  <a:lnTo>
                    <a:pt x="10714" y="108262"/>
                  </a:lnTo>
                  <a:lnTo>
                    <a:pt x="8917" y="113275"/>
                  </a:lnTo>
                  <a:lnTo>
                    <a:pt x="7280" y="118344"/>
                  </a:lnTo>
                  <a:lnTo>
                    <a:pt x="5806" y="123461"/>
                  </a:lnTo>
                  <a:lnTo>
                    <a:pt x="4496" y="128623"/>
                  </a:lnTo>
                  <a:lnTo>
                    <a:pt x="3351" y="133825"/>
                  </a:lnTo>
                  <a:lnTo>
                    <a:pt x="2372" y="139060"/>
                  </a:lnTo>
                  <a:lnTo>
                    <a:pt x="1560" y="144323"/>
                  </a:lnTo>
                  <a:lnTo>
                    <a:pt x="916" y="149610"/>
                  </a:lnTo>
                  <a:lnTo>
                    <a:pt x="441" y="154914"/>
                  </a:lnTo>
                  <a:lnTo>
                    <a:pt x="136" y="160231"/>
                  </a:lnTo>
                  <a:lnTo>
                    <a:pt x="0" y="165555"/>
                  </a:lnTo>
                  <a:lnTo>
                    <a:pt x="33" y="170881"/>
                  </a:lnTo>
                  <a:lnTo>
                    <a:pt x="236" y="176203"/>
                  </a:lnTo>
                  <a:lnTo>
                    <a:pt x="609" y="181516"/>
                  </a:lnTo>
                  <a:lnTo>
                    <a:pt x="1150" y="186814"/>
                  </a:lnTo>
                  <a:lnTo>
                    <a:pt x="1860" y="192092"/>
                  </a:lnTo>
                  <a:lnTo>
                    <a:pt x="2738" y="197345"/>
                  </a:lnTo>
                  <a:lnTo>
                    <a:pt x="3783" y="202567"/>
                  </a:lnTo>
                  <a:lnTo>
                    <a:pt x="4994" y="207754"/>
                  </a:lnTo>
                  <a:lnTo>
                    <a:pt x="6369" y="212899"/>
                  </a:lnTo>
                  <a:lnTo>
                    <a:pt x="7907" y="217998"/>
                  </a:lnTo>
                  <a:lnTo>
                    <a:pt x="9607" y="223045"/>
                  </a:lnTo>
                  <a:lnTo>
                    <a:pt x="11467" y="228035"/>
                  </a:lnTo>
                  <a:lnTo>
                    <a:pt x="13485" y="232964"/>
                  </a:lnTo>
                  <a:lnTo>
                    <a:pt x="15659" y="237826"/>
                  </a:lnTo>
                  <a:lnTo>
                    <a:pt x="17987" y="242616"/>
                  </a:lnTo>
                  <a:lnTo>
                    <a:pt x="20466" y="247330"/>
                  </a:lnTo>
                  <a:lnTo>
                    <a:pt x="23094" y="251962"/>
                  </a:lnTo>
                  <a:lnTo>
                    <a:pt x="25868" y="256508"/>
                  </a:lnTo>
                  <a:lnTo>
                    <a:pt x="28786" y="260964"/>
                  </a:lnTo>
                  <a:lnTo>
                    <a:pt x="31844" y="265324"/>
                  </a:lnTo>
                  <a:lnTo>
                    <a:pt x="35039" y="269584"/>
                  </a:lnTo>
                  <a:lnTo>
                    <a:pt x="38369" y="273741"/>
                  </a:lnTo>
                  <a:lnTo>
                    <a:pt x="41829" y="277790"/>
                  </a:lnTo>
                  <a:lnTo>
                    <a:pt x="45417" y="281726"/>
                  </a:lnTo>
                  <a:lnTo>
                    <a:pt x="49128" y="285546"/>
                  </a:lnTo>
                  <a:lnTo>
                    <a:pt x="52959" y="289246"/>
                  </a:lnTo>
                  <a:lnTo>
                    <a:pt x="56905" y="292822"/>
                  </a:lnTo>
                  <a:lnTo>
                    <a:pt x="60964" y="296270"/>
                  </a:lnTo>
                  <a:lnTo>
                    <a:pt x="65131" y="299587"/>
                  </a:lnTo>
                  <a:lnTo>
                    <a:pt x="69401" y="30277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7500" y="1238196"/>
              <a:ext cx="97758" cy="135603"/>
            </a:xfrm>
            <a:custGeom>
              <a:avLst/>
              <a:pathLst>
                <a:path w="97758" h="135603">
                  <a:moveTo>
                    <a:pt x="0" y="135603"/>
                  </a:moveTo>
                  <a:lnTo>
                    <a:pt x="977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7500" y="1106128"/>
              <a:ext cx="264909" cy="299214"/>
            </a:xfrm>
            <a:custGeom>
              <a:avLst/>
              <a:pathLst>
                <a:path w="264909" h="299214">
                  <a:moveTo>
                    <a:pt x="0" y="267670"/>
                  </a:moveTo>
                  <a:lnTo>
                    <a:pt x="4391" y="270731"/>
                  </a:lnTo>
                  <a:lnTo>
                    <a:pt x="8879" y="273649"/>
                  </a:lnTo>
                  <a:lnTo>
                    <a:pt x="13458" y="276422"/>
                  </a:lnTo>
                  <a:lnTo>
                    <a:pt x="18123" y="279047"/>
                  </a:lnTo>
                  <a:lnTo>
                    <a:pt x="22870" y="281522"/>
                  </a:lnTo>
                  <a:lnTo>
                    <a:pt x="27693" y="283843"/>
                  </a:lnTo>
                  <a:lnTo>
                    <a:pt x="32589" y="286008"/>
                  </a:lnTo>
                  <a:lnTo>
                    <a:pt x="37551" y="288016"/>
                  </a:lnTo>
                  <a:lnTo>
                    <a:pt x="42575" y="289864"/>
                  </a:lnTo>
                  <a:lnTo>
                    <a:pt x="47656" y="291550"/>
                  </a:lnTo>
                  <a:lnTo>
                    <a:pt x="52788" y="293072"/>
                  </a:lnTo>
                  <a:lnTo>
                    <a:pt x="57966" y="294430"/>
                  </a:lnTo>
                  <a:lnTo>
                    <a:pt x="63185" y="295620"/>
                  </a:lnTo>
                  <a:lnTo>
                    <a:pt x="68439" y="296643"/>
                  </a:lnTo>
                  <a:lnTo>
                    <a:pt x="73724" y="297498"/>
                  </a:lnTo>
                  <a:lnTo>
                    <a:pt x="79033" y="298183"/>
                  </a:lnTo>
                  <a:lnTo>
                    <a:pt x="84361" y="298697"/>
                  </a:lnTo>
                  <a:lnTo>
                    <a:pt x="89703" y="299040"/>
                  </a:lnTo>
                  <a:lnTo>
                    <a:pt x="95054" y="299213"/>
                  </a:lnTo>
                  <a:lnTo>
                    <a:pt x="100407" y="299214"/>
                  </a:lnTo>
                  <a:lnTo>
                    <a:pt x="105757" y="299043"/>
                  </a:lnTo>
                  <a:lnTo>
                    <a:pt x="111099" y="298701"/>
                  </a:lnTo>
                  <a:lnTo>
                    <a:pt x="116428" y="298189"/>
                  </a:lnTo>
                  <a:lnTo>
                    <a:pt x="121737" y="297506"/>
                  </a:lnTo>
                  <a:lnTo>
                    <a:pt x="127022" y="296653"/>
                  </a:lnTo>
                  <a:lnTo>
                    <a:pt x="132276" y="295632"/>
                  </a:lnTo>
                  <a:lnTo>
                    <a:pt x="137496" y="294443"/>
                  </a:lnTo>
                  <a:lnTo>
                    <a:pt x="142674" y="293087"/>
                  </a:lnTo>
                  <a:lnTo>
                    <a:pt x="147807" y="291567"/>
                  </a:lnTo>
                  <a:lnTo>
                    <a:pt x="152888" y="289882"/>
                  </a:lnTo>
                  <a:lnTo>
                    <a:pt x="157913" y="288036"/>
                  </a:lnTo>
                  <a:lnTo>
                    <a:pt x="162876" y="286030"/>
                  </a:lnTo>
                  <a:lnTo>
                    <a:pt x="167772" y="283866"/>
                  </a:lnTo>
                  <a:lnTo>
                    <a:pt x="172596" y="281547"/>
                  </a:lnTo>
                  <a:lnTo>
                    <a:pt x="177344" y="279074"/>
                  </a:lnTo>
                  <a:lnTo>
                    <a:pt x="182010" y="276450"/>
                  </a:lnTo>
                  <a:lnTo>
                    <a:pt x="186590" y="273679"/>
                  </a:lnTo>
                  <a:lnTo>
                    <a:pt x="191078" y="270762"/>
                  </a:lnTo>
                  <a:lnTo>
                    <a:pt x="195471" y="267703"/>
                  </a:lnTo>
                  <a:lnTo>
                    <a:pt x="199764" y="264505"/>
                  </a:lnTo>
                  <a:lnTo>
                    <a:pt x="203952" y="261171"/>
                  </a:lnTo>
                  <a:lnTo>
                    <a:pt x="208031" y="257705"/>
                  </a:lnTo>
                  <a:lnTo>
                    <a:pt x="211997" y="254109"/>
                  </a:lnTo>
                  <a:lnTo>
                    <a:pt x="215846" y="250389"/>
                  </a:lnTo>
                  <a:lnTo>
                    <a:pt x="219574" y="246548"/>
                  </a:lnTo>
                  <a:lnTo>
                    <a:pt x="223177" y="242589"/>
                  </a:lnTo>
                  <a:lnTo>
                    <a:pt x="226652" y="238516"/>
                  </a:lnTo>
                  <a:lnTo>
                    <a:pt x="229994" y="234335"/>
                  </a:lnTo>
                  <a:lnTo>
                    <a:pt x="233200" y="230048"/>
                  </a:lnTo>
                  <a:lnTo>
                    <a:pt x="236268" y="225661"/>
                  </a:lnTo>
                  <a:lnTo>
                    <a:pt x="239194" y="221179"/>
                  </a:lnTo>
                  <a:lnTo>
                    <a:pt x="241975" y="216604"/>
                  </a:lnTo>
                  <a:lnTo>
                    <a:pt x="244607" y="211944"/>
                  </a:lnTo>
                  <a:lnTo>
                    <a:pt x="247090" y="207201"/>
                  </a:lnTo>
                  <a:lnTo>
                    <a:pt x="249419" y="202381"/>
                  </a:lnTo>
                  <a:lnTo>
                    <a:pt x="251592" y="197489"/>
                  </a:lnTo>
                  <a:lnTo>
                    <a:pt x="253608" y="192530"/>
                  </a:lnTo>
                  <a:lnTo>
                    <a:pt x="255464" y="187509"/>
                  </a:lnTo>
                  <a:lnTo>
                    <a:pt x="257158" y="182431"/>
                  </a:lnTo>
                  <a:lnTo>
                    <a:pt x="258689" y="177302"/>
                  </a:lnTo>
                  <a:lnTo>
                    <a:pt x="260055" y="172126"/>
                  </a:lnTo>
                  <a:lnTo>
                    <a:pt x="261254" y="166909"/>
                  </a:lnTo>
                  <a:lnTo>
                    <a:pt x="262286" y="161656"/>
                  </a:lnTo>
                  <a:lnTo>
                    <a:pt x="263149" y="156373"/>
                  </a:lnTo>
                  <a:lnTo>
                    <a:pt x="263842" y="151065"/>
                  </a:lnTo>
                  <a:lnTo>
                    <a:pt x="264366" y="145738"/>
                  </a:lnTo>
                  <a:lnTo>
                    <a:pt x="264718" y="140396"/>
                  </a:lnTo>
                  <a:lnTo>
                    <a:pt x="264899" y="135046"/>
                  </a:lnTo>
                  <a:lnTo>
                    <a:pt x="264909" y="129693"/>
                  </a:lnTo>
                  <a:lnTo>
                    <a:pt x="264747" y="124342"/>
                  </a:lnTo>
                  <a:lnTo>
                    <a:pt x="264414" y="119000"/>
                  </a:lnTo>
                  <a:lnTo>
                    <a:pt x="263910" y="113670"/>
                  </a:lnTo>
                  <a:lnTo>
                    <a:pt x="263236" y="108360"/>
                  </a:lnTo>
                  <a:lnTo>
                    <a:pt x="262392" y="103074"/>
                  </a:lnTo>
                  <a:lnTo>
                    <a:pt x="261379" y="97818"/>
                  </a:lnTo>
                  <a:lnTo>
                    <a:pt x="260199" y="92596"/>
                  </a:lnTo>
                  <a:lnTo>
                    <a:pt x="258852" y="87415"/>
                  </a:lnTo>
                  <a:lnTo>
                    <a:pt x="257339" y="82280"/>
                  </a:lnTo>
                  <a:lnTo>
                    <a:pt x="255664" y="77196"/>
                  </a:lnTo>
                  <a:lnTo>
                    <a:pt x="253826" y="72169"/>
                  </a:lnTo>
                  <a:lnTo>
                    <a:pt x="251828" y="67202"/>
                  </a:lnTo>
                  <a:lnTo>
                    <a:pt x="249672" y="62303"/>
                  </a:lnTo>
                  <a:lnTo>
                    <a:pt x="247361" y="57474"/>
                  </a:lnTo>
                  <a:lnTo>
                    <a:pt x="244895" y="52723"/>
                  </a:lnTo>
                  <a:lnTo>
                    <a:pt x="242280" y="48052"/>
                  </a:lnTo>
                  <a:lnTo>
                    <a:pt x="239516" y="43468"/>
                  </a:lnTo>
                  <a:lnTo>
                    <a:pt x="236606" y="38975"/>
                  </a:lnTo>
                  <a:lnTo>
                    <a:pt x="233554" y="34577"/>
                  </a:lnTo>
                  <a:lnTo>
                    <a:pt x="230363" y="30279"/>
                  </a:lnTo>
                  <a:lnTo>
                    <a:pt x="227036" y="26085"/>
                  </a:lnTo>
                  <a:lnTo>
                    <a:pt x="223576" y="22000"/>
                  </a:lnTo>
                  <a:lnTo>
                    <a:pt x="219988" y="18028"/>
                  </a:lnTo>
                  <a:lnTo>
                    <a:pt x="216274" y="14173"/>
                  </a:lnTo>
                  <a:lnTo>
                    <a:pt x="212438" y="10439"/>
                  </a:lnTo>
                  <a:lnTo>
                    <a:pt x="208485" y="6830"/>
                  </a:lnTo>
                  <a:lnTo>
                    <a:pt x="204419" y="3349"/>
                  </a:lnTo>
                  <a:lnTo>
                    <a:pt x="200243" y="0"/>
                  </a:lnTo>
                  <a:lnTo>
                    <a:pt x="97758" y="132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02484" cy="167167"/>
            </a:xfrm>
            <a:custGeom>
              <a:avLst/>
              <a:pathLst>
                <a:path w="102484" h="167167">
                  <a:moveTo>
                    <a:pt x="102484" y="35099"/>
                  </a:moveTo>
                  <a:lnTo>
                    <a:pt x="98071" y="31790"/>
                  </a:lnTo>
                  <a:lnTo>
                    <a:pt x="93552" y="28628"/>
                  </a:lnTo>
                  <a:lnTo>
                    <a:pt x="88930" y="25617"/>
                  </a:lnTo>
                  <a:lnTo>
                    <a:pt x="84212" y="22761"/>
                  </a:lnTo>
                  <a:lnTo>
                    <a:pt x="79402" y="20061"/>
                  </a:lnTo>
                  <a:lnTo>
                    <a:pt x="74506" y="17521"/>
                  </a:lnTo>
                  <a:lnTo>
                    <a:pt x="69528" y="15145"/>
                  </a:lnTo>
                  <a:lnTo>
                    <a:pt x="64475" y="12934"/>
                  </a:lnTo>
                  <a:lnTo>
                    <a:pt x="59352" y="10891"/>
                  </a:lnTo>
                  <a:lnTo>
                    <a:pt x="54164" y="9018"/>
                  </a:lnTo>
                  <a:lnTo>
                    <a:pt x="48917" y="7317"/>
                  </a:lnTo>
                  <a:lnTo>
                    <a:pt x="43617" y="5790"/>
                  </a:lnTo>
                  <a:lnTo>
                    <a:pt x="38269" y="4439"/>
                  </a:lnTo>
                  <a:lnTo>
                    <a:pt x="32880" y="3265"/>
                  </a:lnTo>
                  <a:lnTo>
                    <a:pt x="27454" y="2269"/>
                  </a:lnTo>
                  <a:lnTo>
                    <a:pt x="21999" y="1453"/>
                  </a:lnTo>
                  <a:lnTo>
                    <a:pt x="16520" y="818"/>
                  </a:lnTo>
                  <a:lnTo>
                    <a:pt x="11023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0696" y="941493"/>
              <a:ext cx="82847" cy="167167"/>
            </a:xfrm>
            <a:custGeom>
              <a:avLst/>
              <a:pathLst>
                <a:path w="82847" h="167167">
                  <a:moveTo>
                    <a:pt x="82847" y="0"/>
                  </a:moveTo>
                  <a:lnTo>
                    <a:pt x="77069" y="99"/>
                  </a:lnTo>
                  <a:lnTo>
                    <a:pt x="71299" y="399"/>
                  </a:lnTo>
                  <a:lnTo>
                    <a:pt x="65542" y="898"/>
                  </a:lnTo>
                  <a:lnTo>
                    <a:pt x="59806" y="1595"/>
                  </a:lnTo>
                  <a:lnTo>
                    <a:pt x="54097" y="2490"/>
                  </a:lnTo>
                  <a:lnTo>
                    <a:pt x="48423" y="3582"/>
                  </a:lnTo>
                  <a:lnTo>
                    <a:pt x="42790" y="4870"/>
                  </a:lnTo>
                  <a:lnTo>
                    <a:pt x="37205" y="6351"/>
                  </a:lnTo>
                  <a:lnTo>
                    <a:pt x="31674" y="8025"/>
                  </a:lnTo>
                  <a:lnTo>
                    <a:pt x="26204" y="9888"/>
                  </a:lnTo>
                  <a:lnTo>
                    <a:pt x="20803" y="11940"/>
                  </a:lnTo>
                  <a:lnTo>
                    <a:pt x="15475" y="14177"/>
                  </a:lnTo>
                  <a:lnTo>
                    <a:pt x="10228" y="16597"/>
                  </a:lnTo>
                  <a:lnTo>
                    <a:pt x="5067" y="19197"/>
                  </a:lnTo>
                  <a:lnTo>
                    <a:pt x="0" y="21973"/>
                  </a:lnTo>
                  <a:lnTo>
                    <a:pt x="828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0696" y="963466"/>
              <a:ext cx="82847" cy="145193"/>
            </a:xfrm>
            <a:custGeom>
              <a:avLst/>
              <a:pathLst>
                <a:path w="82847" h="145193">
                  <a:moveTo>
                    <a:pt x="0" y="0"/>
                  </a:moveTo>
                  <a:lnTo>
                    <a:pt x="82847" y="1451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78" y="952607"/>
              <a:ext cx="334332" cy="323207"/>
            </a:xfrm>
            <a:custGeom>
              <a:avLst/>
              <a:pathLst>
                <a:path w="334332" h="323207">
                  <a:moveTo>
                    <a:pt x="84318" y="10858"/>
                  </a:moveTo>
                  <a:lnTo>
                    <a:pt x="79750" y="13562"/>
                  </a:lnTo>
                  <a:lnTo>
                    <a:pt x="75270" y="16409"/>
                  </a:lnTo>
                  <a:lnTo>
                    <a:pt x="70883" y="19397"/>
                  </a:lnTo>
                  <a:lnTo>
                    <a:pt x="66594" y="22522"/>
                  </a:lnTo>
                  <a:lnTo>
                    <a:pt x="62405" y="25782"/>
                  </a:lnTo>
                  <a:lnTo>
                    <a:pt x="58322" y="29174"/>
                  </a:lnTo>
                  <a:lnTo>
                    <a:pt x="54349" y="32693"/>
                  </a:lnTo>
                  <a:lnTo>
                    <a:pt x="50489" y="36337"/>
                  </a:lnTo>
                  <a:lnTo>
                    <a:pt x="46748" y="40102"/>
                  </a:lnTo>
                  <a:lnTo>
                    <a:pt x="43127" y="43983"/>
                  </a:lnTo>
                  <a:lnTo>
                    <a:pt x="39632" y="47977"/>
                  </a:lnTo>
                  <a:lnTo>
                    <a:pt x="36265" y="52081"/>
                  </a:lnTo>
                  <a:lnTo>
                    <a:pt x="33030" y="56289"/>
                  </a:lnTo>
                  <a:lnTo>
                    <a:pt x="29931" y="60598"/>
                  </a:lnTo>
                  <a:lnTo>
                    <a:pt x="26969" y="65003"/>
                  </a:lnTo>
                  <a:lnTo>
                    <a:pt x="24149" y="69499"/>
                  </a:lnTo>
                  <a:lnTo>
                    <a:pt x="21474" y="74083"/>
                  </a:lnTo>
                  <a:lnTo>
                    <a:pt x="18945" y="78750"/>
                  </a:lnTo>
                  <a:lnTo>
                    <a:pt x="16565" y="83495"/>
                  </a:lnTo>
                  <a:lnTo>
                    <a:pt x="14338" y="88312"/>
                  </a:lnTo>
                  <a:lnTo>
                    <a:pt x="12264" y="93198"/>
                  </a:lnTo>
                  <a:lnTo>
                    <a:pt x="10347" y="98148"/>
                  </a:lnTo>
                  <a:lnTo>
                    <a:pt x="8588" y="103155"/>
                  </a:lnTo>
                  <a:lnTo>
                    <a:pt x="6988" y="108216"/>
                  </a:lnTo>
                  <a:lnTo>
                    <a:pt x="5550" y="113326"/>
                  </a:lnTo>
                  <a:lnTo>
                    <a:pt x="4275" y="118478"/>
                  </a:lnTo>
                  <a:lnTo>
                    <a:pt x="3165" y="123668"/>
                  </a:lnTo>
                  <a:lnTo>
                    <a:pt x="2219" y="128891"/>
                  </a:lnTo>
                  <a:lnTo>
                    <a:pt x="1440" y="134142"/>
                  </a:lnTo>
                  <a:lnTo>
                    <a:pt x="828" y="139414"/>
                  </a:lnTo>
                  <a:lnTo>
                    <a:pt x="384" y="144703"/>
                  </a:lnTo>
                  <a:lnTo>
                    <a:pt x="107" y="150004"/>
                  </a:lnTo>
                  <a:lnTo>
                    <a:pt x="0" y="155310"/>
                  </a:lnTo>
                  <a:lnTo>
                    <a:pt x="60" y="160618"/>
                  </a:lnTo>
                  <a:lnTo>
                    <a:pt x="289" y="165921"/>
                  </a:lnTo>
                  <a:lnTo>
                    <a:pt x="687" y="171214"/>
                  </a:lnTo>
                  <a:lnTo>
                    <a:pt x="1252" y="176491"/>
                  </a:lnTo>
                  <a:lnTo>
                    <a:pt x="1985" y="181748"/>
                  </a:lnTo>
                  <a:lnTo>
                    <a:pt x="2884" y="186979"/>
                  </a:lnTo>
                  <a:lnTo>
                    <a:pt x="3948" y="192179"/>
                  </a:lnTo>
                  <a:lnTo>
                    <a:pt x="5177" y="197343"/>
                  </a:lnTo>
                  <a:lnTo>
                    <a:pt x="6570" y="202465"/>
                  </a:lnTo>
                  <a:lnTo>
                    <a:pt x="8124" y="207540"/>
                  </a:lnTo>
                  <a:lnTo>
                    <a:pt x="9839" y="212563"/>
                  </a:lnTo>
                  <a:lnTo>
                    <a:pt x="11713" y="217529"/>
                  </a:lnTo>
                  <a:lnTo>
                    <a:pt x="13743" y="222433"/>
                  </a:lnTo>
                  <a:lnTo>
                    <a:pt x="15927" y="227271"/>
                  </a:lnTo>
                  <a:lnTo>
                    <a:pt x="18265" y="232036"/>
                  </a:lnTo>
                  <a:lnTo>
                    <a:pt x="20752" y="236725"/>
                  </a:lnTo>
                  <a:lnTo>
                    <a:pt x="23387" y="241333"/>
                  </a:lnTo>
                  <a:lnTo>
                    <a:pt x="26167" y="245854"/>
                  </a:lnTo>
                  <a:lnTo>
                    <a:pt x="29089" y="250285"/>
                  </a:lnTo>
                  <a:lnTo>
                    <a:pt x="32150" y="254621"/>
                  </a:lnTo>
                  <a:lnTo>
                    <a:pt x="35347" y="258858"/>
                  </a:lnTo>
                  <a:lnTo>
                    <a:pt x="38678" y="262991"/>
                  </a:lnTo>
                  <a:lnTo>
                    <a:pt x="42137" y="267016"/>
                  </a:lnTo>
                  <a:lnTo>
                    <a:pt x="45723" y="270930"/>
                  </a:lnTo>
                  <a:lnTo>
                    <a:pt x="49432" y="274727"/>
                  </a:lnTo>
                  <a:lnTo>
                    <a:pt x="53259" y="278405"/>
                  </a:lnTo>
                  <a:lnTo>
                    <a:pt x="57200" y="281960"/>
                  </a:lnTo>
                  <a:lnTo>
                    <a:pt x="61253" y="285387"/>
                  </a:lnTo>
                  <a:lnTo>
                    <a:pt x="65412" y="288685"/>
                  </a:lnTo>
                  <a:lnTo>
                    <a:pt x="69674" y="291848"/>
                  </a:lnTo>
                  <a:lnTo>
                    <a:pt x="74035" y="294875"/>
                  </a:lnTo>
                  <a:lnTo>
                    <a:pt x="78489" y="297761"/>
                  </a:lnTo>
                  <a:lnTo>
                    <a:pt x="83032" y="300505"/>
                  </a:lnTo>
                  <a:lnTo>
                    <a:pt x="87661" y="303103"/>
                  </a:lnTo>
                  <a:lnTo>
                    <a:pt x="92369" y="305553"/>
                  </a:lnTo>
                  <a:lnTo>
                    <a:pt x="97153" y="307852"/>
                  </a:lnTo>
                  <a:lnTo>
                    <a:pt x="102008" y="309999"/>
                  </a:lnTo>
                  <a:lnTo>
                    <a:pt x="106928" y="311990"/>
                  </a:lnTo>
                  <a:lnTo>
                    <a:pt x="111909" y="313823"/>
                  </a:lnTo>
                  <a:lnTo>
                    <a:pt x="116946" y="315498"/>
                  </a:lnTo>
                  <a:lnTo>
                    <a:pt x="122033" y="317012"/>
                  </a:lnTo>
                  <a:lnTo>
                    <a:pt x="127166" y="318364"/>
                  </a:lnTo>
                  <a:lnTo>
                    <a:pt x="132339" y="319552"/>
                  </a:lnTo>
                  <a:lnTo>
                    <a:pt x="137547" y="320575"/>
                  </a:lnTo>
                  <a:lnTo>
                    <a:pt x="142785" y="321432"/>
                  </a:lnTo>
                  <a:lnTo>
                    <a:pt x="148048" y="322123"/>
                  </a:lnTo>
                  <a:lnTo>
                    <a:pt x="153330" y="322646"/>
                  </a:lnTo>
                  <a:lnTo>
                    <a:pt x="158626" y="323001"/>
                  </a:lnTo>
                  <a:lnTo>
                    <a:pt x="163930" y="323188"/>
                  </a:lnTo>
                  <a:lnTo>
                    <a:pt x="169238" y="323207"/>
                  </a:lnTo>
                  <a:lnTo>
                    <a:pt x="174544" y="323057"/>
                  </a:lnTo>
                  <a:lnTo>
                    <a:pt x="179842" y="322738"/>
                  </a:lnTo>
                  <a:lnTo>
                    <a:pt x="185127" y="322252"/>
                  </a:lnTo>
                  <a:lnTo>
                    <a:pt x="190395" y="321598"/>
                  </a:lnTo>
                  <a:lnTo>
                    <a:pt x="195639" y="320777"/>
                  </a:lnTo>
                  <a:lnTo>
                    <a:pt x="200854" y="319790"/>
                  </a:lnTo>
                  <a:lnTo>
                    <a:pt x="206035" y="318638"/>
                  </a:lnTo>
                  <a:lnTo>
                    <a:pt x="211177" y="317322"/>
                  </a:lnTo>
                  <a:lnTo>
                    <a:pt x="216275" y="315843"/>
                  </a:lnTo>
                  <a:lnTo>
                    <a:pt x="221323" y="314204"/>
                  </a:lnTo>
                  <a:lnTo>
                    <a:pt x="226317" y="312405"/>
                  </a:lnTo>
                  <a:lnTo>
                    <a:pt x="231251" y="310448"/>
                  </a:lnTo>
                  <a:lnTo>
                    <a:pt x="236120" y="308336"/>
                  </a:lnTo>
                  <a:lnTo>
                    <a:pt x="240920" y="306070"/>
                  </a:lnTo>
                  <a:lnTo>
                    <a:pt x="245645" y="303653"/>
                  </a:lnTo>
                  <a:lnTo>
                    <a:pt x="250292" y="301087"/>
                  </a:lnTo>
                  <a:lnTo>
                    <a:pt x="254854" y="298374"/>
                  </a:lnTo>
                  <a:lnTo>
                    <a:pt x="259328" y="295519"/>
                  </a:lnTo>
                  <a:lnTo>
                    <a:pt x="263710" y="292523"/>
                  </a:lnTo>
                  <a:lnTo>
                    <a:pt x="267994" y="289389"/>
                  </a:lnTo>
                  <a:lnTo>
                    <a:pt x="272176" y="286121"/>
                  </a:lnTo>
                  <a:lnTo>
                    <a:pt x="276252" y="282721"/>
                  </a:lnTo>
                  <a:lnTo>
                    <a:pt x="280219" y="279194"/>
                  </a:lnTo>
                  <a:lnTo>
                    <a:pt x="284071" y="275543"/>
                  </a:lnTo>
                  <a:lnTo>
                    <a:pt x="287806" y="271771"/>
                  </a:lnTo>
                  <a:lnTo>
                    <a:pt x="291419" y="267883"/>
                  </a:lnTo>
                  <a:lnTo>
                    <a:pt x="294906" y="263882"/>
                  </a:lnTo>
                  <a:lnTo>
                    <a:pt x="298265" y="259772"/>
                  </a:lnTo>
                  <a:lnTo>
                    <a:pt x="301492" y="255558"/>
                  </a:lnTo>
                  <a:lnTo>
                    <a:pt x="304583" y="251243"/>
                  </a:lnTo>
                  <a:lnTo>
                    <a:pt x="307536" y="246832"/>
                  </a:lnTo>
                  <a:lnTo>
                    <a:pt x="310347" y="242330"/>
                  </a:lnTo>
                  <a:lnTo>
                    <a:pt x="313014" y="237741"/>
                  </a:lnTo>
                  <a:lnTo>
                    <a:pt x="315534" y="233070"/>
                  </a:lnTo>
                  <a:lnTo>
                    <a:pt x="317904" y="228320"/>
                  </a:lnTo>
                  <a:lnTo>
                    <a:pt x="320123" y="223498"/>
                  </a:lnTo>
                  <a:lnTo>
                    <a:pt x="322187" y="218608"/>
                  </a:lnTo>
                  <a:lnTo>
                    <a:pt x="324095" y="213655"/>
                  </a:lnTo>
                  <a:lnTo>
                    <a:pt x="325844" y="208644"/>
                  </a:lnTo>
                  <a:lnTo>
                    <a:pt x="327434" y="203580"/>
                  </a:lnTo>
                  <a:lnTo>
                    <a:pt x="328862" y="198468"/>
                  </a:lnTo>
                  <a:lnTo>
                    <a:pt x="330127" y="193313"/>
                  </a:lnTo>
                  <a:lnTo>
                    <a:pt x="331228" y="188121"/>
                  </a:lnTo>
                  <a:lnTo>
                    <a:pt x="332163" y="182896"/>
                  </a:lnTo>
                  <a:lnTo>
                    <a:pt x="332932" y="177644"/>
                  </a:lnTo>
                  <a:lnTo>
                    <a:pt x="333534" y="172371"/>
                  </a:lnTo>
                  <a:lnTo>
                    <a:pt x="333969" y="167081"/>
                  </a:lnTo>
                  <a:lnTo>
                    <a:pt x="334235" y="161780"/>
                  </a:lnTo>
                  <a:lnTo>
                    <a:pt x="334332" y="156473"/>
                  </a:lnTo>
                  <a:lnTo>
                    <a:pt x="334261" y="151166"/>
                  </a:lnTo>
                  <a:lnTo>
                    <a:pt x="334022" y="145863"/>
                  </a:lnTo>
                  <a:lnTo>
                    <a:pt x="333614" y="140571"/>
                  </a:lnTo>
                  <a:lnTo>
                    <a:pt x="333039" y="135294"/>
                  </a:lnTo>
                  <a:lnTo>
                    <a:pt x="332296" y="130039"/>
                  </a:lnTo>
                  <a:lnTo>
                    <a:pt x="331387" y="124810"/>
                  </a:lnTo>
                  <a:lnTo>
                    <a:pt x="330313" y="119612"/>
                  </a:lnTo>
                  <a:lnTo>
                    <a:pt x="329073" y="114451"/>
                  </a:lnTo>
                  <a:lnTo>
                    <a:pt x="327671" y="109331"/>
                  </a:lnTo>
                  <a:lnTo>
                    <a:pt x="326107" y="104259"/>
                  </a:lnTo>
                  <a:lnTo>
                    <a:pt x="324383" y="99239"/>
                  </a:lnTo>
                  <a:lnTo>
                    <a:pt x="322500" y="94277"/>
                  </a:lnTo>
                  <a:lnTo>
                    <a:pt x="320460" y="89377"/>
                  </a:lnTo>
                  <a:lnTo>
                    <a:pt x="318266" y="84543"/>
                  </a:lnTo>
                  <a:lnTo>
                    <a:pt x="315920" y="79782"/>
                  </a:lnTo>
                  <a:lnTo>
                    <a:pt x="313423" y="75098"/>
                  </a:lnTo>
                  <a:lnTo>
                    <a:pt x="310780" y="70496"/>
                  </a:lnTo>
                  <a:lnTo>
                    <a:pt x="307991" y="65980"/>
                  </a:lnTo>
                  <a:lnTo>
                    <a:pt x="305060" y="61554"/>
                  </a:lnTo>
                  <a:lnTo>
                    <a:pt x="301991" y="57224"/>
                  </a:lnTo>
                  <a:lnTo>
                    <a:pt x="298785" y="52993"/>
                  </a:lnTo>
                  <a:lnTo>
                    <a:pt x="295447" y="48867"/>
                  </a:lnTo>
                  <a:lnTo>
                    <a:pt x="291980" y="44848"/>
                  </a:lnTo>
                  <a:lnTo>
                    <a:pt x="288386" y="40942"/>
                  </a:lnTo>
                  <a:lnTo>
                    <a:pt x="284671" y="37151"/>
                  </a:lnTo>
                  <a:lnTo>
                    <a:pt x="280837" y="33481"/>
                  </a:lnTo>
                  <a:lnTo>
                    <a:pt x="276888" y="29934"/>
                  </a:lnTo>
                  <a:lnTo>
                    <a:pt x="272829" y="26514"/>
                  </a:lnTo>
                  <a:lnTo>
                    <a:pt x="268663" y="23225"/>
                  </a:lnTo>
                  <a:lnTo>
                    <a:pt x="264395" y="20069"/>
                  </a:lnTo>
                  <a:lnTo>
                    <a:pt x="260029" y="17051"/>
                  </a:lnTo>
                  <a:lnTo>
                    <a:pt x="255569" y="14173"/>
                  </a:lnTo>
                  <a:lnTo>
                    <a:pt x="251020" y="11438"/>
                  </a:lnTo>
                  <a:lnTo>
                    <a:pt x="246387" y="8849"/>
                  </a:lnTo>
                  <a:lnTo>
                    <a:pt x="241674" y="6408"/>
                  </a:lnTo>
                  <a:lnTo>
                    <a:pt x="236885" y="4118"/>
                  </a:lnTo>
                  <a:lnTo>
                    <a:pt x="232027" y="1981"/>
                  </a:lnTo>
                  <a:lnTo>
                    <a:pt x="227103" y="0"/>
                  </a:lnTo>
                  <a:lnTo>
                    <a:pt x="167165" y="156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59937" cy="167167"/>
            </a:xfrm>
            <a:custGeom>
              <a:avLst/>
              <a:pathLst>
                <a:path w="59937" h="167167">
                  <a:moveTo>
                    <a:pt x="59937" y="11114"/>
                  </a:moveTo>
                  <a:lnTo>
                    <a:pt x="54175" y="9022"/>
                  </a:lnTo>
                  <a:lnTo>
                    <a:pt x="48341" y="7142"/>
                  </a:lnTo>
                  <a:lnTo>
                    <a:pt x="42441" y="5477"/>
                  </a:lnTo>
                  <a:lnTo>
                    <a:pt x="36485" y="4030"/>
                  </a:lnTo>
                  <a:lnTo>
                    <a:pt x="30479" y="2802"/>
                  </a:lnTo>
                  <a:lnTo>
                    <a:pt x="24432" y="1795"/>
                  </a:lnTo>
                  <a:lnTo>
                    <a:pt x="18353" y="1010"/>
                  </a:lnTo>
                  <a:lnTo>
                    <a:pt x="12249" y="449"/>
                  </a:lnTo>
                  <a:lnTo>
                    <a:pt x="6128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19568" y="941493"/>
              <a:ext cx="166647" cy="167167"/>
            </a:xfrm>
            <a:custGeom>
              <a:avLst/>
              <a:pathLst>
                <a:path w="166647" h="167167">
                  <a:moveTo>
                    <a:pt x="166647" y="0"/>
                  </a:moveTo>
                  <a:lnTo>
                    <a:pt x="161227" y="87"/>
                  </a:lnTo>
                  <a:lnTo>
                    <a:pt x="155811" y="351"/>
                  </a:lnTo>
                  <a:lnTo>
                    <a:pt x="150408" y="790"/>
                  </a:lnTo>
                  <a:lnTo>
                    <a:pt x="145021" y="1404"/>
                  </a:lnTo>
                  <a:lnTo>
                    <a:pt x="139657" y="2193"/>
                  </a:lnTo>
                  <a:lnTo>
                    <a:pt x="134322" y="3155"/>
                  </a:lnTo>
                  <a:lnTo>
                    <a:pt x="129020" y="4289"/>
                  </a:lnTo>
                  <a:lnTo>
                    <a:pt x="123758" y="5595"/>
                  </a:lnTo>
                  <a:lnTo>
                    <a:pt x="118541" y="7071"/>
                  </a:lnTo>
                  <a:lnTo>
                    <a:pt x="113375" y="8715"/>
                  </a:lnTo>
                  <a:lnTo>
                    <a:pt x="108265" y="10526"/>
                  </a:lnTo>
                  <a:lnTo>
                    <a:pt x="103216" y="12501"/>
                  </a:lnTo>
                  <a:lnTo>
                    <a:pt x="98234" y="14640"/>
                  </a:lnTo>
                  <a:lnTo>
                    <a:pt x="93324" y="16938"/>
                  </a:lnTo>
                  <a:lnTo>
                    <a:pt x="88491" y="19395"/>
                  </a:lnTo>
                  <a:lnTo>
                    <a:pt x="83740" y="22007"/>
                  </a:lnTo>
                  <a:lnTo>
                    <a:pt x="79076" y="24772"/>
                  </a:lnTo>
                  <a:lnTo>
                    <a:pt x="74505" y="27687"/>
                  </a:lnTo>
                  <a:lnTo>
                    <a:pt x="70030" y="30748"/>
                  </a:lnTo>
                  <a:lnTo>
                    <a:pt x="65657" y="33953"/>
                  </a:lnTo>
                  <a:lnTo>
                    <a:pt x="61391" y="37298"/>
                  </a:lnTo>
                  <a:lnTo>
                    <a:pt x="57235" y="40779"/>
                  </a:lnTo>
                  <a:lnTo>
                    <a:pt x="53194" y="44394"/>
                  </a:lnTo>
                  <a:lnTo>
                    <a:pt x="49272" y="48137"/>
                  </a:lnTo>
                  <a:lnTo>
                    <a:pt x="45474" y="52006"/>
                  </a:lnTo>
                  <a:lnTo>
                    <a:pt x="41803" y="55996"/>
                  </a:lnTo>
                  <a:lnTo>
                    <a:pt x="38264" y="60103"/>
                  </a:lnTo>
                  <a:lnTo>
                    <a:pt x="34860" y="64322"/>
                  </a:lnTo>
                  <a:lnTo>
                    <a:pt x="31594" y="68650"/>
                  </a:lnTo>
                  <a:lnTo>
                    <a:pt x="28470" y="73081"/>
                  </a:lnTo>
                  <a:lnTo>
                    <a:pt x="25492" y="77612"/>
                  </a:lnTo>
                  <a:lnTo>
                    <a:pt x="22662" y="82236"/>
                  </a:lnTo>
                  <a:lnTo>
                    <a:pt x="19984" y="86950"/>
                  </a:lnTo>
                  <a:lnTo>
                    <a:pt x="17460" y="91748"/>
                  </a:lnTo>
                  <a:lnTo>
                    <a:pt x="15093" y="96625"/>
                  </a:lnTo>
                  <a:lnTo>
                    <a:pt x="12885" y="101577"/>
                  </a:lnTo>
                  <a:lnTo>
                    <a:pt x="10839" y="106598"/>
                  </a:lnTo>
                  <a:lnTo>
                    <a:pt x="8957" y="111682"/>
                  </a:lnTo>
                  <a:lnTo>
                    <a:pt x="7240" y="116825"/>
                  </a:lnTo>
                  <a:lnTo>
                    <a:pt x="5692" y="122021"/>
                  </a:lnTo>
                  <a:lnTo>
                    <a:pt x="4312" y="127264"/>
                  </a:lnTo>
                  <a:lnTo>
                    <a:pt x="3104" y="132549"/>
                  </a:lnTo>
                  <a:lnTo>
                    <a:pt x="2067" y="137870"/>
                  </a:lnTo>
                  <a:lnTo>
                    <a:pt x="1204" y="143223"/>
                  </a:lnTo>
                  <a:lnTo>
                    <a:pt x="514" y="148600"/>
                  </a:lnTo>
                  <a:lnTo>
                    <a:pt x="0" y="153997"/>
                  </a:lnTo>
                  <a:lnTo>
                    <a:pt x="1666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568" y="1095491"/>
              <a:ext cx="166647" cy="13169"/>
            </a:xfrm>
            <a:custGeom>
              <a:avLst/>
              <a:pathLst>
                <a:path w="166647" h="13169">
                  <a:moveTo>
                    <a:pt x="0" y="0"/>
                  </a:moveTo>
                  <a:lnTo>
                    <a:pt x="166647" y="13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64" y="1095491"/>
              <a:ext cx="168619" cy="180330"/>
            </a:xfrm>
            <a:custGeom>
              <a:avLst/>
              <a:pathLst>
                <a:path w="168619" h="180330">
                  <a:moveTo>
                    <a:pt x="503" y="0"/>
                  </a:moveTo>
                  <a:lnTo>
                    <a:pt x="163" y="5425"/>
                  </a:lnTo>
                  <a:lnTo>
                    <a:pt x="0" y="10858"/>
                  </a:lnTo>
                  <a:lnTo>
                    <a:pt x="13" y="16294"/>
                  </a:lnTo>
                  <a:lnTo>
                    <a:pt x="203" y="21726"/>
                  </a:lnTo>
                  <a:lnTo>
                    <a:pt x="569" y="27150"/>
                  </a:lnTo>
                  <a:lnTo>
                    <a:pt x="1112" y="32558"/>
                  </a:lnTo>
                  <a:lnTo>
                    <a:pt x="1830" y="37946"/>
                  </a:lnTo>
                  <a:lnTo>
                    <a:pt x="2723" y="43308"/>
                  </a:lnTo>
                  <a:lnTo>
                    <a:pt x="3790" y="48638"/>
                  </a:lnTo>
                  <a:lnTo>
                    <a:pt x="5029" y="53931"/>
                  </a:lnTo>
                  <a:lnTo>
                    <a:pt x="6440" y="59180"/>
                  </a:lnTo>
                  <a:lnTo>
                    <a:pt x="8021" y="64381"/>
                  </a:lnTo>
                  <a:lnTo>
                    <a:pt x="9770" y="69528"/>
                  </a:lnTo>
                  <a:lnTo>
                    <a:pt x="11686" y="74615"/>
                  </a:lnTo>
                  <a:lnTo>
                    <a:pt x="13766" y="79637"/>
                  </a:lnTo>
                  <a:lnTo>
                    <a:pt x="16008" y="84589"/>
                  </a:lnTo>
                  <a:lnTo>
                    <a:pt x="18410" y="89465"/>
                  </a:lnTo>
                  <a:lnTo>
                    <a:pt x="20969" y="94261"/>
                  </a:lnTo>
                  <a:lnTo>
                    <a:pt x="23683" y="98971"/>
                  </a:lnTo>
                  <a:lnTo>
                    <a:pt x="26549" y="103590"/>
                  </a:lnTo>
                  <a:lnTo>
                    <a:pt x="29563" y="108113"/>
                  </a:lnTo>
                  <a:lnTo>
                    <a:pt x="32722" y="112537"/>
                  </a:lnTo>
                  <a:lnTo>
                    <a:pt x="36024" y="116855"/>
                  </a:lnTo>
                  <a:lnTo>
                    <a:pt x="39465" y="121063"/>
                  </a:lnTo>
                  <a:lnTo>
                    <a:pt x="43040" y="125158"/>
                  </a:lnTo>
                  <a:lnTo>
                    <a:pt x="46747" y="129134"/>
                  </a:lnTo>
                  <a:lnTo>
                    <a:pt x="50581" y="132987"/>
                  </a:lnTo>
                  <a:lnTo>
                    <a:pt x="54538" y="136714"/>
                  </a:lnTo>
                  <a:lnTo>
                    <a:pt x="58614" y="140310"/>
                  </a:lnTo>
                  <a:lnTo>
                    <a:pt x="62805" y="143771"/>
                  </a:lnTo>
                  <a:lnTo>
                    <a:pt x="67107" y="147095"/>
                  </a:lnTo>
                  <a:lnTo>
                    <a:pt x="71514" y="150277"/>
                  </a:lnTo>
                  <a:lnTo>
                    <a:pt x="76022" y="153314"/>
                  </a:lnTo>
                  <a:lnTo>
                    <a:pt x="80627" y="156202"/>
                  </a:lnTo>
                  <a:lnTo>
                    <a:pt x="85323" y="158940"/>
                  </a:lnTo>
                  <a:lnTo>
                    <a:pt x="90106" y="161523"/>
                  </a:lnTo>
                  <a:lnTo>
                    <a:pt x="94970" y="163950"/>
                  </a:lnTo>
                  <a:lnTo>
                    <a:pt x="99910" y="166217"/>
                  </a:lnTo>
                  <a:lnTo>
                    <a:pt x="104922" y="168322"/>
                  </a:lnTo>
                  <a:lnTo>
                    <a:pt x="109999" y="170263"/>
                  </a:lnTo>
                  <a:lnTo>
                    <a:pt x="115137" y="172038"/>
                  </a:lnTo>
                  <a:lnTo>
                    <a:pt x="120330" y="173646"/>
                  </a:lnTo>
                  <a:lnTo>
                    <a:pt x="125572" y="175083"/>
                  </a:lnTo>
                  <a:lnTo>
                    <a:pt x="130858" y="176349"/>
                  </a:lnTo>
                  <a:lnTo>
                    <a:pt x="136183" y="177443"/>
                  </a:lnTo>
                  <a:lnTo>
                    <a:pt x="141540" y="178363"/>
                  </a:lnTo>
                  <a:lnTo>
                    <a:pt x="146925" y="179108"/>
                  </a:lnTo>
                  <a:lnTo>
                    <a:pt x="152331" y="179678"/>
                  </a:lnTo>
                  <a:lnTo>
                    <a:pt x="157752" y="180072"/>
                  </a:lnTo>
                  <a:lnTo>
                    <a:pt x="163183" y="180289"/>
                  </a:lnTo>
                  <a:lnTo>
                    <a:pt x="168619" y="180330"/>
                  </a:lnTo>
                  <a:lnTo>
                    <a:pt x="167151" y="13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167165" cy="334328"/>
            </a:xfrm>
            <a:custGeom>
              <a:avLst/>
              <a:pathLst>
                <a:path w="167165" h="334328">
                  <a:moveTo>
                    <a:pt x="1468" y="334328"/>
                  </a:moveTo>
                  <a:lnTo>
                    <a:pt x="6810" y="334196"/>
                  </a:lnTo>
                  <a:lnTo>
                    <a:pt x="12145" y="333893"/>
                  </a:lnTo>
                  <a:lnTo>
                    <a:pt x="17467" y="333419"/>
                  </a:lnTo>
                  <a:lnTo>
                    <a:pt x="22772" y="332776"/>
                  </a:lnTo>
                  <a:lnTo>
                    <a:pt x="28054" y="331964"/>
                  </a:lnTo>
                  <a:lnTo>
                    <a:pt x="33307" y="330983"/>
                  </a:lnTo>
                  <a:lnTo>
                    <a:pt x="38526" y="329834"/>
                  </a:lnTo>
                  <a:lnTo>
                    <a:pt x="43705" y="328520"/>
                  </a:lnTo>
                  <a:lnTo>
                    <a:pt x="48840" y="327041"/>
                  </a:lnTo>
                  <a:lnTo>
                    <a:pt x="53925" y="325398"/>
                  </a:lnTo>
                  <a:lnTo>
                    <a:pt x="58955" y="323593"/>
                  </a:lnTo>
                  <a:lnTo>
                    <a:pt x="63924" y="321629"/>
                  </a:lnTo>
                  <a:lnTo>
                    <a:pt x="68829" y="319507"/>
                  </a:lnTo>
                  <a:lnTo>
                    <a:pt x="73662" y="317229"/>
                  </a:lnTo>
                  <a:lnTo>
                    <a:pt x="78421" y="314798"/>
                  </a:lnTo>
                  <a:lnTo>
                    <a:pt x="83100" y="312216"/>
                  </a:lnTo>
                  <a:lnTo>
                    <a:pt x="87693" y="309486"/>
                  </a:lnTo>
                  <a:lnTo>
                    <a:pt x="92197" y="306611"/>
                  </a:lnTo>
                  <a:lnTo>
                    <a:pt x="96607" y="303593"/>
                  </a:lnTo>
                  <a:lnTo>
                    <a:pt x="100918" y="300435"/>
                  </a:lnTo>
                  <a:lnTo>
                    <a:pt x="105126" y="297141"/>
                  </a:lnTo>
                  <a:lnTo>
                    <a:pt x="109227" y="293715"/>
                  </a:lnTo>
                  <a:lnTo>
                    <a:pt x="113216" y="290159"/>
                  </a:lnTo>
                  <a:lnTo>
                    <a:pt x="117089" y="286478"/>
                  </a:lnTo>
                  <a:lnTo>
                    <a:pt x="120842" y="282674"/>
                  </a:lnTo>
                  <a:lnTo>
                    <a:pt x="124472" y="278753"/>
                  </a:lnTo>
                  <a:lnTo>
                    <a:pt x="127975" y="274718"/>
                  </a:lnTo>
                  <a:lnTo>
                    <a:pt x="131348" y="270572"/>
                  </a:lnTo>
                  <a:lnTo>
                    <a:pt x="134585" y="266321"/>
                  </a:lnTo>
                  <a:lnTo>
                    <a:pt x="137686" y="261969"/>
                  </a:lnTo>
                  <a:lnTo>
                    <a:pt x="140646" y="257520"/>
                  </a:lnTo>
                  <a:lnTo>
                    <a:pt x="143462" y="252978"/>
                  </a:lnTo>
                  <a:lnTo>
                    <a:pt x="146131" y="248349"/>
                  </a:lnTo>
                  <a:lnTo>
                    <a:pt x="148651" y="243637"/>
                  </a:lnTo>
                  <a:lnTo>
                    <a:pt x="151019" y="238847"/>
                  </a:lnTo>
                  <a:lnTo>
                    <a:pt x="153233" y="233983"/>
                  </a:lnTo>
                  <a:lnTo>
                    <a:pt x="155290" y="229051"/>
                  </a:lnTo>
                  <a:lnTo>
                    <a:pt x="157189" y="224056"/>
                  </a:lnTo>
                  <a:lnTo>
                    <a:pt x="158927" y="219003"/>
                  </a:lnTo>
                  <a:lnTo>
                    <a:pt x="160503" y="213897"/>
                  </a:lnTo>
                  <a:lnTo>
                    <a:pt x="161914" y="208743"/>
                  </a:lnTo>
                  <a:lnTo>
                    <a:pt x="163160" y="203547"/>
                  </a:lnTo>
                  <a:lnTo>
                    <a:pt x="164240" y="198313"/>
                  </a:lnTo>
                  <a:lnTo>
                    <a:pt x="165151" y="193048"/>
                  </a:lnTo>
                  <a:lnTo>
                    <a:pt x="165894" y="187756"/>
                  </a:lnTo>
                  <a:lnTo>
                    <a:pt x="166467" y="182443"/>
                  </a:lnTo>
                  <a:lnTo>
                    <a:pt x="166871" y="177115"/>
                  </a:lnTo>
                  <a:lnTo>
                    <a:pt x="167103" y="171776"/>
                  </a:lnTo>
                  <a:lnTo>
                    <a:pt x="167165" y="166433"/>
                  </a:lnTo>
                  <a:lnTo>
                    <a:pt x="167056" y="161090"/>
                  </a:lnTo>
                  <a:lnTo>
                    <a:pt x="166777" y="155754"/>
                  </a:lnTo>
                  <a:lnTo>
                    <a:pt x="166327" y="150429"/>
                  </a:lnTo>
                  <a:lnTo>
                    <a:pt x="165707" y="145122"/>
                  </a:lnTo>
                  <a:lnTo>
                    <a:pt x="164918" y="139837"/>
                  </a:lnTo>
                  <a:lnTo>
                    <a:pt x="163960" y="134579"/>
                  </a:lnTo>
                  <a:lnTo>
                    <a:pt x="162835" y="129356"/>
                  </a:lnTo>
                  <a:lnTo>
                    <a:pt x="161543" y="124170"/>
                  </a:lnTo>
                  <a:lnTo>
                    <a:pt x="160086" y="119029"/>
                  </a:lnTo>
                  <a:lnTo>
                    <a:pt x="158466" y="113937"/>
                  </a:lnTo>
                  <a:lnTo>
                    <a:pt x="156683" y="108899"/>
                  </a:lnTo>
                  <a:lnTo>
                    <a:pt x="154741" y="103921"/>
                  </a:lnTo>
                  <a:lnTo>
                    <a:pt x="152640" y="99008"/>
                  </a:lnTo>
                  <a:lnTo>
                    <a:pt x="150384" y="94164"/>
                  </a:lnTo>
                  <a:lnTo>
                    <a:pt x="147974" y="89394"/>
                  </a:lnTo>
                  <a:lnTo>
                    <a:pt x="145412" y="84705"/>
                  </a:lnTo>
                  <a:lnTo>
                    <a:pt x="142702" y="80099"/>
                  </a:lnTo>
                  <a:lnTo>
                    <a:pt x="139847" y="75582"/>
                  </a:lnTo>
                  <a:lnTo>
                    <a:pt x="136848" y="71159"/>
                  </a:lnTo>
                  <a:lnTo>
                    <a:pt x="133709" y="66835"/>
                  </a:lnTo>
                  <a:lnTo>
                    <a:pt x="130434" y="62612"/>
                  </a:lnTo>
                  <a:lnTo>
                    <a:pt x="127026" y="58497"/>
                  </a:lnTo>
                  <a:lnTo>
                    <a:pt x="123488" y="54492"/>
                  </a:lnTo>
                  <a:lnTo>
                    <a:pt x="119823" y="50603"/>
                  </a:lnTo>
                  <a:lnTo>
                    <a:pt x="116036" y="46832"/>
                  </a:lnTo>
                  <a:lnTo>
                    <a:pt x="112131" y="43185"/>
                  </a:lnTo>
                  <a:lnTo>
                    <a:pt x="108111" y="39665"/>
                  </a:lnTo>
                  <a:lnTo>
                    <a:pt x="103981" y="36274"/>
                  </a:lnTo>
                  <a:lnTo>
                    <a:pt x="99744" y="33018"/>
                  </a:lnTo>
                  <a:lnTo>
                    <a:pt x="95405" y="29898"/>
                  </a:lnTo>
                  <a:lnTo>
                    <a:pt x="90969" y="26919"/>
                  </a:lnTo>
                  <a:lnTo>
                    <a:pt x="86440" y="24083"/>
                  </a:lnTo>
                  <a:lnTo>
                    <a:pt x="81823" y="21393"/>
                  </a:lnTo>
                  <a:lnTo>
                    <a:pt x="77122" y="18853"/>
                  </a:lnTo>
                  <a:lnTo>
                    <a:pt x="72342" y="16463"/>
                  </a:lnTo>
                  <a:lnTo>
                    <a:pt x="67488" y="14228"/>
                  </a:lnTo>
                  <a:lnTo>
                    <a:pt x="62565" y="12149"/>
                  </a:lnTo>
                  <a:lnTo>
                    <a:pt x="57579" y="10229"/>
                  </a:lnTo>
                  <a:lnTo>
                    <a:pt x="52533" y="8469"/>
                  </a:lnTo>
                  <a:lnTo>
                    <a:pt x="47434" y="6871"/>
                  </a:lnTo>
                  <a:lnTo>
                    <a:pt x="42286" y="5436"/>
                  </a:lnTo>
                  <a:lnTo>
                    <a:pt x="37096" y="4167"/>
                  </a:lnTo>
                  <a:lnTo>
                    <a:pt x="31867" y="3065"/>
                  </a:lnTo>
                  <a:lnTo>
                    <a:pt x="26605" y="2130"/>
                  </a:lnTo>
                  <a:lnTo>
                    <a:pt x="21317" y="1364"/>
                  </a:lnTo>
                  <a:lnTo>
                    <a:pt x="16007" y="768"/>
                  </a:lnTo>
                  <a:lnTo>
                    <a:pt x="10680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344" y="1071028"/>
              <a:ext cx="167156" cy="181561"/>
            </a:xfrm>
            <a:custGeom>
              <a:avLst/>
              <a:pathLst>
                <a:path w="167156" h="181561">
                  <a:moveTo>
                    <a:pt x="167156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8" y="793"/>
                  </a:lnTo>
                  <a:lnTo>
                    <a:pt x="145492" y="1409"/>
                  </a:lnTo>
                  <a:lnTo>
                    <a:pt x="140119" y="2200"/>
                  </a:lnTo>
                  <a:lnTo>
                    <a:pt x="134774" y="3166"/>
                  </a:lnTo>
                  <a:lnTo>
                    <a:pt x="129464" y="4304"/>
                  </a:lnTo>
                  <a:lnTo>
                    <a:pt x="124193" y="5615"/>
                  </a:lnTo>
                  <a:lnTo>
                    <a:pt x="118968" y="7096"/>
                  </a:lnTo>
                  <a:lnTo>
                    <a:pt x="113794" y="8745"/>
                  </a:lnTo>
                  <a:lnTo>
                    <a:pt x="108676" y="10563"/>
                  </a:lnTo>
                  <a:lnTo>
                    <a:pt x="103619" y="12545"/>
                  </a:lnTo>
                  <a:lnTo>
                    <a:pt x="98630" y="14690"/>
                  </a:lnTo>
                  <a:lnTo>
                    <a:pt x="93713" y="16997"/>
                  </a:lnTo>
                  <a:lnTo>
                    <a:pt x="88873" y="19462"/>
                  </a:lnTo>
                  <a:lnTo>
                    <a:pt x="84117" y="22083"/>
                  </a:lnTo>
                  <a:lnTo>
                    <a:pt x="79447" y="24857"/>
                  </a:lnTo>
                  <a:lnTo>
                    <a:pt x="74871" y="27781"/>
                  </a:lnTo>
                  <a:lnTo>
                    <a:pt x="70392" y="30853"/>
                  </a:lnTo>
                  <a:lnTo>
                    <a:pt x="66015" y="34068"/>
                  </a:lnTo>
                  <a:lnTo>
                    <a:pt x="61744" y="37424"/>
                  </a:lnTo>
                  <a:lnTo>
                    <a:pt x="57585" y="40917"/>
                  </a:lnTo>
                  <a:lnTo>
                    <a:pt x="53542" y="44543"/>
                  </a:lnTo>
                  <a:lnTo>
                    <a:pt x="49618" y="48298"/>
                  </a:lnTo>
                  <a:lnTo>
                    <a:pt x="45819" y="52179"/>
                  </a:lnTo>
                  <a:lnTo>
                    <a:pt x="42148" y="56181"/>
                  </a:lnTo>
                  <a:lnTo>
                    <a:pt x="38608" y="60301"/>
                  </a:lnTo>
                  <a:lnTo>
                    <a:pt x="35205" y="64533"/>
                  </a:lnTo>
                  <a:lnTo>
                    <a:pt x="31940" y="68874"/>
                  </a:lnTo>
                  <a:lnTo>
                    <a:pt x="28819" y="73318"/>
                  </a:lnTo>
                  <a:lnTo>
                    <a:pt x="25843" y="77861"/>
                  </a:lnTo>
                  <a:lnTo>
                    <a:pt x="23017" y="82499"/>
                  </a:lnTo>
                  <a:lnTo>
                    <a:pt x="20342" y="87226"/>
                  </a:lnTo>
                  <a:lnTo>
                    <a:pt x="17823" y="92037"/>
                  </a:lnTo>
                  <a:lnTo>
                    <a:pt x="15461" y="96928"/>
                  </a:lnTo>
                  <a:lnTo>
                    <a:pt x="13260" y="101893"/>
                  </a:lnTo>
                  <a:lnTo>
                    <a:pt x="11220" y="106926"/>
                  </a:lnTo>
                  <a:lnTo>
                    <a:pt x="9346" y="112024"/>
                  </a:lnTo>
                  <a:lnTo>
                    <a:pt x="7638" y="117179"/>
                  </a:lnTo>
                  <a:lnTo>
                    <a:pt x="6098" y="122388"/>
                  </a:lnTo>
                  <a:lnTo>
                    <a:pt x="4728" y="127643"/>
                  </a:lnTo>
                  <a:lnTo>
                    <a:pt x="3530" y="132940"/>
                  </a:lnTo>
                  <a:lnTo>
                    <a:pt x="2505" y="138274"/>
                  </a:lnTo>
                  <a:lnTo>
                    <a:pt x="1653" y="143638"/>
                  </a:lnTo>
                  <a:lnTo>
                    <a:pt x="976" y="149026"/>
                  </a:lnTo>
                  <a:lnTo>
                    <a:pt x="475" y="154434"/>
                  </a:lnTo>
                  <a:lnTo>
                    <a:pt x="149" y="159856"/>
                  </a:lnTo>
                  <a:lnTo>
                    <a:pt x="0" y="165285"/>
                  </a:lnTo>
                  <a:lnTo>
                    <a:pt x="27" y="170716"/>
                  </a:lnTo>
                  <a:lnTo>
                    <a:pt x="230" y="176143"/>
                  </a:lnTo>
                  <a:lnTo>
                    <a:pt x="610" y="18156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954" y="1238196"/>
              <a:ext cx="166546" cy="14393"/>
            </a:xfrm>
            <a:custGeom>
              <a:avLst/>
              <a:pathLst>
                <a:path w="166546" h="14393">
                  <a:moveTo>
                    <a:pt x="0" y="14393"/>
                  </a:moveTo>
                  <a:lnTo>
                    <a:pt x="1665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954" y="1071259"/>
              <a:ext cx="333710" cy="334098"/>
            </a:xfrm>
            <a:custGeom>
              <a:avLst/>
              <a:pathLst>
                <a:path w="333710" h="334098">
                  <a:moveTo>
                    <a:pt x="0" y="181330"/>
                  </a:moveTo>
                  <a:lnTo>
                    <a:pt x="541" y="186612"/>
                  </a:lnTo>
                  <a:lnTo>
                    <a:pt x="1249" y="191874"/>
                  </a:lnTo>
                  <a:lnTo>
                    <a:pt x="2124" y="197110"/>
                  </a:lnTo>
                  <a:lnTo>
                    <a:pt x="3166" y="202317"/>
                  </a:lnTo>
                  <a:lnTo>
                    <a:pt x="4371" y="207487"/>
                  </a:lnTo>
                  <a:lnTo>
                    <a:pt x="5741" y="212617"/>
                  </a:lnTo>
                  <a:lnTo>
                    <a:pt x="7273" y="217700"/>
                  </a:lnTo>
                  <a:lnTo>
                    <a:pt x="8965" y="222732"/>
                  </a:lnTo>
                  <a:lnTo>
                    <a:pt x="10816" y="227709"/>
                  </a:lnTo>
                  <a:lnTo>
                    <a:pt x="12825" y="232623"/>
                  </a:lnTo>
                  <a:lnTo>
                    <a:pt x="14988" y="237472"/>
                  </a:lnTo>
                  <a:lnTo>
                    <a:pt x="17305" y="242249"/>
                  </a:lnTo>
                  <a:lnTo>
                    <a:pt x="19772" y="246950"/>
                  </a:lnTo>
                  <a:lnTo>
                    <a:pt x="22387" y="251571"/>
                  </a:lnTo>
                  <a:lnTo>
                    <a:pt x="25147" y="256106"/>
                  </a:lnTo>
                  <a:lnTo>
                    <a:pt x="28050" y="260552"/>
                  </a:lnTo>
                  <a:lnTo>
                    <a:pt x="31093" y="264903"/>
                  </a:lnTo>
                  <a:lnTo>
                    <a:pt x="34272" y="269155"/>
                  </a:lnTo>
                  <a:lnTo>
                    <a:pt x="37585" y="273304"/>
                  </a:lnTo>
                  <a:lnTo>
                    <a:pt x="41028" y="277345"/>
                  </a:lnTo>
                  <a:lnTo>
                    <a:pt x="44597" y="281276"/>
                  </a:lnTo>
                  <a:lnTo>
                    <a:pt x="48290" y="285091"/>
                  </a:lnTo>
                  <a:lnTo>
                    <a:pt x="52101" y="288786"/>
                  </a:lnTo>
                  <a:lnTo>
                    <a:pt x="56029" y="292359"/>
                  </a:lnTo>
                  <a:lnTo>
                    <a:pt x="60067" y="295806"/>
                  </a:lnTo>
                  <a:lnTo>
                    <a:pt x="64213" y="299122"/>
                  </a:lnTo>
                  <a:lnTo>
                    <a:pt x="68463" y="302305"/>
                  </a:lnTo>
                  <a:lnTo>
                    <a:pt x="72811" y="305351"/>
                  </a:lnTo>
                  <a:lnTo>
                    <a:pt x="77254" y="308258"/>
                  </a:lnTo>
                  <a:lnTo>
                    <a:pt x="81787" y="311023"/>
                  </a:lnTo>
                  <a:lnTo>
                    <a:pt x="86405" y="313642"/>
                  </a:lnTo>
                  <a:lnTo>
                    <a:pt x="91104" y="316113"/>
                  </a:lnTo>
                  <a:lnTo>
                    <a:pt x="95880" y="318433"/>
                  </a:lnTo>
                  <a:lnTo>
                    <a:pt x="100726" y="320601"/>
                  </a:lnTo>
                  <a:lnTo>
                    <a:pt x="105639" y="322613"/>
                  </a:lnTo>
                  <a:lnTo>
                    <a:pt x="110614" y="324469"/>
                  </a:lnTo>
                  <a:lnTo>
                    <a:pt x="115644" y="326166"/>
                  </a:lnTo>
                  <a:lnTo>
                    <a:pt x="120727" y="327702"/>
                  </a:lnTo>
                  <a:lnTo>
                    <a:pt x="125855" y="329076"/>
                  </a:lnTo>
                  <a:lnTo>
                    <a:pt x="131025" y="330286"/>
                  </a:lnTo>
                  <a:lnTo>
                    <a:pt x="136230" y="331332"/>
                  </a:lnTo>
                  <a:lnTo>
                    <a:pt x="141466" y="332212"/>
                  </a:lnTo>
                  <a:lnTo>
                    <a:pt x="146727" y="332925"/>
                  </a:lnTo>
                  <a:lnTo>
                    <a:pt x="152008" y="333471"/>
                  </a:lnTo>
                  <a:lnTo>
                    <a:pt x="157304" y="333848"/>
                  </a:lnTo>
                  <a:lnTo>
                    <a:pt x="162609" y="334058"/>
                  </a:lnTo>
                  <a:lnTo>
                    <a:pt x="167918" y="334098"/>
                  </a:lnTo>
                  <a:lnTo>
                    <a:pt x="173226" y="333970"/>
                  </a:lnTo>
                  <a:lnTo>
                    <a:pt x="178527" y="333674"/>
                  </a:lnTo>
                  <a:lnTo>
                    <a:pt x="183816" y="333209"/>
                  </a:lnTo>
                  <a:lnTo>
                    <a:pt x="189087" y="332577"/>
                  </a:lnTo>
                  <a:lnTo>
                    <a:pt x="194336" y="331778"/>
                  </a:lnTo>
                  <a:lnTo>
                    <a:pt x="199557" y="330812"/>
                  </a:lnTo>
                  <a:lnTo>
                    <a:pt x="204744" y="329681"/>
                  </a:lnTo>
                  <a:lnTo>
                    <a:pt x="209893" y="328386"/>
                  </a:lnTo>
                  <a:lnTo>
                    <a:pt x="214998" y="326928"/>
                  </a:lnTo>
                  <a:lnTo>
                    <a:pt x="220054" y="325309"/>
                  </a:lnTo>
                  <a:lnTo>
                    <a:pt x="225057" y="323530"/>
                  </a:lnTo>
                  <a:lnTo>
                    <a:pt x="230000" y="321593"/>
                  </a:lnTo>
                  <a:lnTo>
                    <a:pt x="234879" y="319500"/>
                  </a:lnTo>
                  <a:lnTo>
                    <a:pt x="239690" y="317253"/>
                  </a:lnTo>
                  <a:lnTo>
                    <a:pt x="244426" y="314854"/>
                  </a:lnTo>
                  <a:lnTo>
                    <a:pt x="249084" y="312306"/>
                  </a:lnTo>
                  <a:lnTo>
                    <a:pt x="253659" y="309612"/>
                  </a:lnTo>
                  <a:lnTo>
                    <a:pt x="258146" y="306774"/>
                  </a:lnTo>
                  <a:lnTo>
                    <a:pt x="262541" y="303794"/>
                  </a:lnTo>
                  <a:lnTo>
                    <a:pt x="266838" y="300677"/>
                  </a:lnTo>
                  <a:lnTo>
                    <a:pt x="271035" y="297424"/>
                  </a:lnTo>
                  <a:lnTo>
                    <a:pt x="275126" y="294040"/>
                  </a:lnTo>
                  <a:lnTo>
                    <a:pt x="279107" y="290528"/>
                  </a:lnTo>
                  <a:lnTo>
                    <a:pt x="282975" y="286891"/>
                  </a:lnTo>
                  <a:lnTo>
                    <a:pt x="286726" y="283134"/>
                  </a:lnTo>
                  <a:lnTo>
                    <a:pt x="290355" y="279258"/>
                  </a:lnTo>
                  <a:lnTo>
                    <a:pt x="293860" y="275270"/>
                  </a:lnTo>
                  <a:lnTo>
                    <a:pt x="297236" y="271172"/>
                  </a:lnTo>
                  <a:lnTo>
                    <a:pt x="300480" y="266970"/>
                  </a:lnTo>
                  <a:lnTo>
                    <a:pt x="303589" y="262666"/>
                  </a:lnTo>
                  <a:lnTo>
                    <a:pt x="306560" y="258266"/>
                  </a:lnTo>
                  <a:lnTo>
                    <a:pt x="309390" y="253773"/>
                  </a:lnTo>
                  <a:lnTo>
                    <a:pt x="312075" y="249193"/>
                  </a:lnTo>
                  <a:lnTo>
                    <a:pt x="314614" y="244530"/>
                  </a:lnTo>
                  <a:lnTo>
                    <a:pt x="317004" y="239789"/>
                  </a:lnTo>
                  <a:lnTo>
                    <a:pt x="319241" y="234975"/>
                  </a:lnTo>
                  <a:lnTo>
                    <a:pt x="321325" y="230091"/>
                  </a:lnTo>
                  <a:lnTo>
                    <a:pt x="323252" y="225144"/>
                  </a:lnTo>
                  <a:lnTo>
                    <a:pt x="325022" y="220138"/>
                  </a:lnTo>
                  <a:lnTo>
                    <a:pt x="326631" y="215079"/>
                  </a:lnTo>
                  <a:lnTo>
                    <a:pt x="328079" y="209971"/>
                  </a:lnTo>
                  <a:lnTo>
                    <a:pt x="329364" y="204820"/>
                  </a:lnTo>
                  <a:lnTo>
                    <a:pt x="330485" y="199630"/>
                  </a:lnTo>
                  <a:lnTo>
                    <a:pt x="331441" y="194407"/>
                  </a:lnTo>
                  <a:lnTo>
                    <a:pt x="332230" y="189157"/>
                  </a:lnTo>
                  <a:lnTo>
                    <a:pt x="332852" y="183884"/>
                  </a:lnTo>
                  <a:lnTo>
                    <a:pt x="333307" y="178595"/>
                  </a:lnTo>
                  <a:lnTo>
                    <a:pt x="333593" y="173293"/>
                  </a:lnTo>
                  <a:lnTo>
                    <a:pt x="333710" y="167985"/>
                  </a:lnTo>
                  <a:lnTo>
                    <a:pt x="333659" y="162676"/>
                  </a:lnTo>
                  <a:lnTo>
                    <a:pt x="333440" y="157371"/>
                  </a:lnTo>
                  <a:lnTo>
                    <a:pt x="333052" y="152076"/>
                  </a:lnTo>
                  <a:lnTo>
                    <a:pt x="332496" y="146796"/>
                  </a:lnTo>
                  <a:lnTo>
                    <a:pt x="331773" y="141536"/>
                  </a:lnTo>
                  <a:lnTo>
                    <a:pt x="330883" y="136302"/>
                  </a:lnTo>
                  <a:lnTo>
                    <a:pt x="329827" y="131099"/>
                  </a:lnTo>
                  <a:lnTo>
                    <a:pt x="328607" y="125932"/>
                  </a:lnTo>
                  <a:lnTo>
                    <a:pt x="327223" y="120806"/>
                  </a:lnTo>
                  <a:lnTo>
                    <a:pt x="325677" y="115727"/>
                  </a:lnTo>
                  <a:lnTo>
                    <a:pt x="323970" y="110699"/>
                  </a:lnTo>
                  <a:lnTo>
                    <a:pt x="322105" y="105729"/>
                  </a:lnTo>
                  <a:lnTo>
                    <a:pt x="320083" y="100819"/>
                  </a:lnTo>
                  <a:lnTo>
                    <a:pt x="317906" y="95977"/>
                  </a:lnTo>
                  <a:lnTo>
                    <a:pt x="315576" y="91206"/>
                  </a:lnTo>
                  <a:lnTo>
                    <a:pt x="313096" y="86512"/>
                  </a:lnTo>
                  <a:lnTo>
                    <a:pt x="310468" y="81899"/>
                  </a:lnTo>
                  <a:lnTo>
                    <a:pt x="307695" y="77371"/>
                  </a:lnTo>
                  <a:lnTo>
                    <a:pt x="304779" y="72934"/>
                  </a:lnTo>
                  <a:lnTo>
                    <a:pt x="301725" y="68591"/>
                  </a:lnTo>
                  <a:lnTo>
                    <a:pt x="298533" y="64348"/>
                  </a:lnTo>
                  <a:lnTo>
                    <a:pt x="295209" y="60209"/>
                  </a:lnTo>
                  <a:lnTo>
                    <a:pt x="291755" y="56177"/>
                  </a:lnTo>
                  <a:lnTo>
                    <a:pt x="288174" y="52256"/>
                  </a:lnTo>
                  <a:lnTo>
                    <a:pt x="284471" y="48452"/>
                  </a:lnTo>
                  <a:lnTo>
                    <a:pt x="280649" y="44767"/>
                  </a:lnTo>
                  <a:lnTo>
                    <a:pt x="276712" y="41205"/>
                  </a:lnTo>
                  <a:lnTo>
                    <a:pt x="272664" y="37770"/>
                  </a:lnTo>
                  <a:lnTo>
                    <a:pt x="268508" y="34465"/>
                  </a:lnTo>
                  <a:lnTo>
                    <a:pt x="264250" y="31294"/>
                  </a:lnTo>
                  <a:lnTo>
                    <a:pt x="259893" y="28260"/>
                  </a:lnTo>
                  <a:lnTo>
                    <a:pt x="255442" y="25365"/>
                  </a:lnTo>
                  <a:lnTo>
                    <a:pt x="250902" y="22614"/>
                  </a:lnTo>
                  <a:lnTo>
                    <a:pt x="246276" y="20008"/>
                  </a:lnTo>
                  <a:lnTo>
                    <a:pt x="241570" y="17550"/>
                  </a:lnTo>
                  <a:lnTo>
                    <a:pt x="236788" y="15243"/>
                  </a:lnTo>
                  <a:lnTo>
                    <a:pt x="231935" y="13089"/>
                  </a:lnTo>
                  <a:lnTo>
                    <a:pt x="227017" y="11090"/>
                  </a:lnTo>
                  <a:lnTo>
                    <a:pt x="222037" y="9248"/>
                  </a:lnTo>
                  <a:lnTo>
                    <a:pt x="217002" y="7565"/>
                  </a:lnTo>
                  <a:lnTo>
                    <a:pt x="211915" y="6043"/>
                  </a:lnTo>
                  <a:lnTo>
                    <a:pt x="206783" y="4684"/>
                  </a:lnTo>
                  <a:lnTo>
                    <a:pt x="201610" y="3488"/>
                  </a:lnTo>
                  <a:lnTo>
                    <a:pt x="196402" y="2457"/>
                  </a:lnTo>
                  <a:lnTo>
                    <a:pt x="191164" y="1592"/>
                  </a:lnTo>
                  <a:lnTo>
                    <a:pt x="185900" y="893"/>
                  </a:lnTo>
                  <a:lnTo>
                    <a:pt x="180618" y="362"/>
                  </a:lnTo>
                  <a:lnTo>
                    <a:pt x="175321" y="0"/>
                  </a:lnTo>
                  <a:lnTo>
                    <a:pt x="166546" y="1669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8774" cy="167167"/>
            </a:xfrm>
            <a:custGeom>
              <a:avLst/>
              <a:pathLst>
                <a:path w="8774" h="167167">
                  <a:moveTo>
                    <a:pt x="8774" y="2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8284" y="1322571"/>
              <a:ext cx="50436" cy="167167"/>
            </a:xfrm>
            <a:custGeom>
              <a:avLst/>
              <a:pathLst>
                <a:path w="50436" h="167167">
                  <a:moveTo>
                    <a:pt x="50436" y="0"/>
                  </a:moveTo>
                  <a:lnTo>
                    <a:pt x="44033" y="122"/>
                  </a:lnTo>
                  <a:lnTo>
                    <a:pt x="37640" y="490"/>
                  </a:lnTo>
                  <a:lnTo>
                    <a:pt x="31265" y="1102"/>
                  </a:lnTo>
                  <a:lnTo>
                    <a:pt x="24919" y="1959"/>
                  </a:lnTo>
                  <a:lnTo>
                    <a:pt x="18610" y="3057"/>
                  </a:lnTo>
                  <a:lnTo>
                    <a:pt x="12347" y="4397"/>
                  </a:lnTo>
                  <a:lnTo>
                    <a:pt x="6141" y="5975"/>
                  </a:lnTo>
                  <a:lnTo>
                    <a:pt x="0" y="7790"/>
                  </a:lnTo>
                  <a:lnTo>
                    <a:pt x="5043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8284" y="1330361"/>
              <a:ext cx="50436" cy="159377"/>
            </a:xfrm>
            <a:custGeom>
              <a:avLst/>
              <a:pathLst>
                <a:path w="50436" h="159377">
                  <a:moveTo>
                    <a:pt x="0" y="0"/>
                  </a:moveTo>
                  <a:lnTo>
                    <a:pt x="50436" y="1593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53" y="1330361"/>
              <a:ext cx="334323" cy="326536"/>
            </a:xfrm>
            <a:custGeom>
              <a:avLst/>
              <a:pathLst>
                <a:path w="334323" h="326536">
                  <a:moveTo>
                    <a:pt x="116730" y="0"/>
                  </a:moveTo>
                  <a:lnTo>
                    <a:pt x="111718" y="1673"/>
                  </a:lnTo>
                  <a:lnTo>
                    <a:pt x="106761" y="3505"/>
                  </a:lnTo>
                  <a:lnTo>
                    <a:pt x="101864" y="5492"/>
                  </a:lnTo>
                  <a:lnTo>
                    <a:pt x="97033" y="7633"/>
                  </a:lnTo>
                  <a:lnTo>
                    <a:pt x="92271" y="9926"/>
                  </a:lnTo>
                  <a:lnTo>
                    <a:pt x="87585" y="12368"/>
                  </a:lnTo>
                  <a:lnTo>
                    <a:pt x="82978" y="14957"/>
                  </a:lnTo>
                  <a:lnTo>
                    <a:pt x="78455" y="17690"/>
                  </a:lnTo>
                  <a:lnTo>
                    <a:pt x="74021" y="20565"/>
                  </a:lnTo>
                  <a:lnTo>
                    <a:pt x="69679" y="23579"/>
                  </a:lnTo>
                  <a:lnTo>
                    <a:pt x="65436" y="26728"/>
                  </a:lnTo>
                  <a:lnTo>
                    <a:pt x="61294" y="30010"/>
                  </a:lnTo>
                  <a:lnTo>
                    <a:pt x="57257" y="33421"/>
                  </a:lnTo>
                  <a:lnTo>
                    <a:pt x="53331" y="36958"/>
                  </a:lnTo>
                  <a:lnTo>
                    <a:pt x="49518" y="40617"/>
                  </a:lnTo>
                  <a:lnTo>
                    <a:pt x="45823" y="44395"/>
                  </a:lnTo>
                  <a:lnTo>
                    <a:pt x="42250" y="48288"/>
                  </a:lnTo>
                  <a:lnTo>
                    <a:pt x="38801" y="52292"/>
                  </a:lnTo>
                  <a:lnTo>
                    <a:pt x="35480" y="56403"/>
                  </a:lnTo>
                  <a:lnTo>
                    <a:pt x="32291" y="60617"/>
                  </a:lnTo>
                  <a:lnTo>
                    <a:pt x="29237" y="64930"/>
                  </a:lnTo>
                  <a:lnTo>
                    <a:pt x="26320" y="69337"/>
                  </a:lnTo>
                  <a:lnTo>
                    <a:pt x="23545" y="73834"/>
                  </a:lnTo>
                  <a:lnTo>
                    <a:pt x="20912" y="78416"/>
                  </a:lnTo>
                  <a:lnTo>
                    <a:pt x="18426" y="83080"/>
                  </a:lnTo>
                  <a:lnTo>
                    <a:pt x="16089" y="87819"/>
                  </a:lnTo>
                  <a:lnTo>
                    <a:pt x="13903" y="92631"/>
                  </a:lnTo>
                  <a:lnTo>
                    <a:pt x="11870" y="97508"/>
                  </a:lnTo>
                  <a:lnTo>
                    <a:pt x="9992" y="102448"/>
                  </a:lnTo>
                  <a:lnTo>
                    <a:pt x="8271" y="107445"/>
                  </a:lnTo>
                  <a:lnTo>
                    <a:pt x="6709" y="112493"/>
                  </a:lnTo>
                  <a:lnTo>
                    <a:pt x="5307" y="117588"/>
                  </a:lnTo>
                  <a:lnTo>
                    <a:pt x="4067" y="122726"/>
                  </a:lnTo>
                  <a:lnTo>
                    <a:pt x="2990" y="127899"/>
                  </a:lnTo>
                  <a:lnTo>
                    <a:pt x="2077" y="133104"/>
                  </a:lnTo>
                  <a:lnTo>
                    <a:pt x="1329" y="138336"/>
                  </a:lnTo>
                  <a:lnTo>
                    <a:pt x="747" y="143588"/>
                  </a:lnTo>
                  <a:lnTo>
                    <a:pt x="331" y="148857"/>
                  </a:lnTo>
                  <a:lnTo>
                    <a:pt x="82" y="154135"/>
                  </a:lnTo>
                  <a:lnTo>
                    <a:pt x="0" y="159419"/>
                  </a:lnTo>
                  <a:lnTo>
                    <a:pt x="84" y="164703"/>
                  </a:lnTo>
                  <a:lnTo>
                    <a:pt x="336" y="169982"/>
                  </a:lnTo>
                  <a:lnTo>
                    <a:pt x="755" y="175250"/>
                  </a:lnTo>
                  <a:lnTo>
                    <a:pt x="1340" y="180502"/>
                  </a:lnTo>
                  <a:lnTo>
                    <a:pt x="2090" y="185733"/>
                  </a:lnTo>
                  <a:lnTo>
                    <a:pt x="3006" y="190938"/>
                  </a:lnTo>
                  <a:lnTo>
                    <a:pt x="4085" y="196111"/>
                  </a:lnTo>
                  <a:lnTo>
                    <a:pt x="5328" y="201247"/>
                  </a:lnTo>
                  <a:lnTo>
                    <a:pt x="6732" y="206342"/>
                  </a:lnTo>
                  <a:lnTo>
                    <a:pt x="8297" y="211390"/>
                  </a:lnTo>
                  <a:lnTo>
                    <a:pt x="10021" y="216385"/>
                  </a:lnTo>
                  <a:lnTo>
                    <a:pt x="11901" y="221324"/>
                  </a:lnTo>
                  <a:lnTo>
                    <a:pt x="13937" y="226201"/>
                  </a:lnTo>
                  <a:lnTo>
                    <a:pt x="16126" y="231011"/>
                  </a:lnTo>
                  <a:lnTo>
                    <a:pt x="18465" y="235749"/>
                  </a:lnTo>
                  <a:lnTo>
                    <a:pt x="20954" y="240411"/>
                  </a:lnTo>
                  <a:lnTo>
                    <a:pt x="23588" y="244993"/>
                  </a:lnTo>
                  <a:lnTo>
                    <a:pt x="26366" y="249488"/>
                  </a:lnTo>
                  <a:lnTo>
                    <a:pt x="29285" y="253894"/>
                  </a:lnTo>
                  <a:lnTo>
                    <a:pt x="32341" y="258205"/>
                  </a:lnTo>
                  <a:lnTo>
                    <a:pt x="35532" y="262417"/>
                  </a:lnTo>
                  <a:lnTo>
                    <a:pt x="38855" y="266526"/>
                  </a:lnTo>
                  <a:lnTo>
                    <a:pt x="42306" y="270529"/>
                  </a:lnTo>
                  <a:lnTo>
                    <a:pt x="45882" y="274420"/>
                  </a:lnTo>
                  <a:lnTo>
                    <a:pt x="49579" y="278196"/>
                  </a:lnTo>
                  <a:lnTo>
                    <a:pt x="53393" y="281853"/>
                  </a:lnTo>
                  <a:lnTo>
                    <a:pt x="57322" y="285388"/>
                  </a:lnTo>
                  <a:lnTo>
                    <a:pt x="61360" y="288798"/>
                  </a:lnTo>
                  <a:lnTo>
                    <a:pt x="65503" y="292077"/>
                  </a:lnTo>
                  <a:lnTo>
                    <a:pt x="69749" y="295225"/>
                  </a:lnTo>
                  <a:lnTo>
                    <a:pt x="74091" y="298236"/>
                  </a:lnTo>
                  <a:lnTo>
                    <a:pt x="78527" y="301109"/>
                  </a:lnTo>
                  <a:lnTo>
                    <a:pt x="83051" y="303840"/>
                  </a:lnTo>
                  <a:lnTo>
                    <a:pt x="87659" y="306426"/>
                  </a:lnTo>
                  <a:lnTo>
                    <a:pt x="92347" y="308866"/>
                  </a:lnTo>
                  <a:lnTo>
                    <a:pt x="97110" y="311156"/>
                  </a:lnTo>
                  <a:lnTo>
                    <a:pt x="101942" y="313295"/>
                  </a:lnTo>
                  <a:lnTo>
                    <a:pt x="106840" y="315279"/>
                  </a:lnTo>
                  <a:lnTo>
                    <a:pt x="111798" y="317108"/>
                  </a:lnTo>
                  <a:lnTo>
                    <a:pt x="116812" y="318780"/>
                  </a:lnTo>
                  <a:lnTo>
                    <a:pt x="121875" y="320292"/>
                  </a:lnTo>
                  <a:lnTo>
                    <a:pt x="126984" y="321643"/>
                  </a:lnTo>
                  <a:lnTo>
                    <a:pt x="132133" y="322832"/>
                  </a:lnTo>
                  <a:lnTo>
                    <a:pt x="137317" y="323858"/>
                  </a:lnTo>
                  <a:lnTo>
                    <a:pt x="142531" y="324719"/>
                  </a:lnTo>
                  <a:lnTo>
                    <a:pt x="147770" y="325415"/>
                  </a:lnTo>
                  <a:lnTo>
                    <a:pt x="153028" y="325945"/>
                  </a:lnTo>
                  <a:lnTo>
                    <a:pt x="158300" y="326309"/>
                  </a:lnTo>
                  <a:lnTo>
                    <a:pt x="163581" y="326506"/>
                  </a:lnTo>
                  <a:lnTo>
                    <a:pt x="168866" y="326536"/>
                  </a:lnTo>
                  <a:lnTo>
                    <a:pt x="174148" y="326398"/>
                  </a:lnTo>
                  <a:lnTo>
                    <a:pt x="179424" y="326094"/>
                  </a:lnTo>
                  <a:lnTo>
                    <a:pt x="184688" y="325623"/>
                  </a:lnTo>
                  <a:lnTo>
                    <a:pt x="189934" y="324987"/>
                  </a:lnTo>
                  <a:lnTo>
                    <a:pt x="195157" y="324184"/>
                  </a:lnTo>
                  <a:lnTo>
                    <a:pt x="200353" y="323217"/>
                  </a:lnTo>
                  <a:lnTo>
                    <a:pt x="205515" y="322086"/>
                  </a:lnTo>
                  <a:lnTo>
                    <a:pt x="210639" y="320793"/>
                  </a:lnTo>
                  <a:lnTo>
                    <a:pt x="215719" y="319338"/>
                  </a:lnTo>
                  <a:lnTo>
                    <a:pt x="220751" y="317724"/>
                  </a:lnTo>
                  <a:lnTo>
                    <a:pt x="225730" y="315951"/>
                  </a:lnTo>
                  <a:lnTo>
                    <a:pt x="230649" y="314021"/>
                  </a:lnTo>
                  <a:lnTo>
                    <a:pt x="235506" y="311937"/>
                  </a:lnTo>
                  <a:lnTo>
                    <a:pt x="240294" y="309701"/>
                  </a:lnTo>
                  <a:lnTo>
                    <a:pt x="245009" y="307315"/>
                  </a:lnTo>
                  <a:lnTo>
                    <a:pt x="249646" y="304780"/>
                  </a:lnTo>
                  <a:lnTo>
                    <a:pt x="254201" y="302100"/>
                  </a:lnTo>
                  <a:lnTo>
                    <a:pt x="258669" y="299278"/>
                  </a:lnTo>
                  <a:lnTo>
                    <a:pt x="263045" y="296316"/>
                  </a:lnTo>
                  <a:lnTo>
                    <a:pt x="267326" y="293217"/>
                  </a:lnTo>
                  <a:lnTo>
                    <a:pt x="271506" y="289984"/>
                  </a:lnTo>
                  <a:lnTo>
                    <a:pt x="275582" y="286621"/>
                  </a:lnTo>
                  <a:lnTo>
                    <a:pt x="279550" y="283130"/>
                  </a:lnTo>
                  <a:lnTo>
                    <a:pt x="283406" y="279516"/>
                  </a:lnTo>
                  <a:lnTo>
                    <a:pt x="287145" y="275782"/>
                  </a:lnTo>
                  <a:lnTo>
                    <a:pt x="290765" y="271931"/>
                  </a:lnTo>
                  <a:lnTo>
                    <a:pt x="294261" y="267968"/>
                  </a:lnTo>
                  <a:lnTo>
                    <a:pt x="297630" y="263897"/>
                  </a:lnTo>
                  <a:lnTo>
                    <a:pt x="300868" y="259721"/>
                  </a:lnTo>
                  <a:lnTo>
                    <a:pt x="303973" y="255445"/>
                  </a:lnTo>
                  <a:lnTo>
                    <a:pt x="306941" y="251072"/>
                  </a:lnTo>
                  <a:lnTo>
                    <a:pt x="309770" y="246608"/>
                  </a:lnTo>
                  <a:lnTo>
                    <a:pt x="312456" y="242057"/>
                  </a:lnTo>
                  <a:lnTo>
                    <a:pt x="314997" y="237424"/>
                  </a:lnTo>
                  <a:lnTo>
                    <a:pt x="317390" y="232712"/>
                  </a:lnTo>
                  <a:lnTo>
                    <a:pt x="319633" y="227927"/>
                  </a:lnTo>
                  <a:lnTo>
                    <a:pt x="321723" y="223073"/>
                  </a:lnTo>
                  <a:lnTo>
                    <a:pt x="323660" y="218156"/>
                  </a:lnTo>
                  <a:lnTo>
                    <a:pt x="325439" y="213180"/>
                  </a:lnTo>
                  <a:lnTo>
                    <a:pt x="327061" y="208151"/>
                  </a:lnTo>
                  <a:lnTo>
                    <a:pt x="328523" y="203072"/>
                  </a:lnTo>
                  <a:lnTo>
                    <a:pt x="329823" y="197950"/>
                  </a:lnTo>
                  <a:lnTo>
                    <a:pt x="330961" y="192789"/>
                  </a:lnTo>
                  <a:lnTo>
                    <a:pt x="331935" y="187595"/>
                  </a:lnTo>
                  <a:lnTo>
                    <a:pt x="332745" y="182373"/>
                  </a:lnTo>
                  <a:lnTo>
                    <a:pt x="333389" y="177128"/>
                  </a:lnTo>
                  <a:lnTo>
                    <a:pt x="333867" y="171865"/>
                  </a:lnTo>
                  <a:lnTo>
                    <a:pt x="334179" y="166589"/>
                  </a:lnTo>
                  <a:lnTo>
                    <a:pt x="334323" y="161307"/>
                  </a:lnTo>
                  <a:lnTo>
                    <a:pt x="334301" y="156022"/>
                  </a:lnTo>
                  <a:lnTo>
                    <a:pt x="334111" y="150741"/>
                  </a:lnTo>
                  <a:lnTo>
                    <a:pt x="333755" y="145468"/>
                  </a:lnTo>
                  <a:lnTo>
                    <a:pt x="333232" y="140210"/>
                  </a:lnTo>
                  <a:lnTo>
                    <a:pt x="332543" y="134970"/>
                  </a:lnTo>
                  <a:lnTo>
                    <a:pt x="331689" y="129755"/>
                  </a:lnTo>
                  <a:lnTo>
                    <a:pt x="330670" y="124570"/>
                  </a:lnTo>
                  <a:lnTo>
                    <a:pt x="329489" y="119419"/>
                  </a:lnTo>
                  <a:lnTo>
                    <a:pt x="328144" y="114308"/>
                  </a:lnTo>
                  <a:lnTo>
                    <a:pt x="326639" y="109242"/>
                  </a:lnTo>
                  <a:lnTo>
                    <a:pt x="324975" y="104226"/>
                  </a:lnTo>
                  <a:lnTo>
                    <a:pt x="323153" y="99266"/>
                  </a:lnTo>
                  <a:lnTo>
                    <a:pt x="321175" y="94365"/>
                  </a:lnTo>
                  <a:lnTo>
                    <a:pt x="319043" y="89530"/>
                  </a:lnTo>
                  <a:lnTo>
                    <a:pt x="316759" y="84764"/>
                  </a:lnTo>
                  <a:lnTo>
                    <a:pt x="314326" y="80073"/>
                  </a:lnTo>
                  <a:lnTo>
                    <a:pt x="311746" y="75461"/>
                  </a:lnTo>
                  <a:lnTo>
                    <a:pt x="309021" y="70933"/>
                  </a:lnTo>
                  <a:lnTo>
                    <a:pt x="306155" y="66493"/>
                  </a:lnTo>
                  <a:lnTo>
                    <a:pt x="303149" y="62147"/>
                  </a:lnTo>
                  <a:lnTo>
                    <a:pt x="300008" y="57897"/>
                  </a:lnTo>
                  <a:lnTo>
                    <a:pt x="296734" y="53749"/>
                  </a:lnTo>
                  <a:lnTo>
                    <a:pt x="293331" y="49706"/>
                  </a:lnTo>
                  <a:lnTo>
                    <a:pt x="289801" y="45773"/>
                  </a:lnTo>
                  <a:lnTo>
                    <a:pt x="286149" y="41953"/>
                  </a:lnTo>
                  <a:lnTo>
                    <a:pt x="282378" y="38251"/>
                  </a:lnTo>
                  <a:lnTo>
                    <a:pt x="278492" y="34670"/>
                  </a:lnTo>
                  <a:lnTo>
                    <a:pt x="274494" y="31214"/>
                  </a:lnTo>
                  <a:lnTo>
                    <a:pt x="270389" y="27885"/>
                  </a:lnTo>
                  <a:lnTo>
                    <a:pt x="266182" y="24688"/>
                  </a:lnTo>
                  <a:lnTo>
                    <a:pt x="261875" y="21626"/>
                  </a:lnTo>
                  <a:lnTo>
                    <a:pt x="257473" y="18701"/>
                  </a:lnTo>
                  <a:lnTo>
                    <a:pt x="252982" y="15917"/>
                  </a:lnTo>
                  <a:lnTo>
                    <a:pt x="248404" y="13276"/>
                  </a:lnTo>
                  <a:lnTo>
                    <a:pt x="243745" y="10781"/>
                  </a:lnTo>
                  <a:lnTo>
                    <a:pt x="239010" y="8435"/>
                  </a:lnTo>
                  <a:lnTo>
                    <a:pt x="234203" y="6239"/>
                  </a:lnTo>
                  <a:lnTo>
                    <a:pt x="229329" y="4197"/>
                  </a:lnTo>
                  <a:lnTo>
                    <a:pt x="224393" y="2310"/>
                  </a:lnTo>
                  <a:lnTo>
                    <a:pt x="219400" y="579"/>
                  </a:lnTo>
                  <a:lnTo>
                    <a:pt x="167167" y="1593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52232" cy="167167"/>
            </a:xfrm>
            <a:custGeom>
              <a:avLst/>
              <a:pathLst>
                <a:path w="52232" h="167167">
                  <a:moveTo>
                    <a:pt x="52232" y="8369"/>
                  </a:moveTo>
                  <a:lnTo>
                    <a:pt x="46594" y="6624"/>
                  </a:lnTo>
                  <a:lnTo>
                    <a:pt x="40898" y="5080"/>
                  </a:lnTo>
                  <a:lnTo>
                    <a:pt x="35150" y="3737"/>
                  </a:lnTo>
                  <a:lnTo>
                    <a:pt x="29359" y="2598"/>
                  </a:lnTo>
                  <a:lnTo>
                    <a:pt x="23531" y="1664"/>
                  </a:lnTo>
                  <a:lnTo>
                    <a:pt x="17674" y="936"/>
                  </a:lnTo>
                  <a:lnTo>
                    <a:pt x="11795" y="416"/>
                  </a:lnTo>
                  <a:lnTo>
                    <a:pt x="590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52458" y="1681503"/>
              <a:ext cx="34066" cy="167167"/>
            </a:xfrm>
            <a:custGeom>
              <a:avLst/>
              <a:pathLst>
                <a:path w="34066" h="167167">
                  <a:moveTo>
                    <a:pt x="34066" y="0"/>
                  </a:moveTo>
                  <a:lnTo>
                    <a:pt x="27206" y="140"/>
                  </a:lnTo>
                  <a:lnTo>
                    <a:pt x="20358" y="562"/>
                  </a:lnTo>
                  <a:lnTo>
                    <a:pt x="13534" y="1265"/>
                  </a:lnTo>
                  <a:lnTo>
                    <a:pt x="6744" y="2247"/>
                  </a:lnTo>
                  <a:lnTo>
                    <a:pt x="0" y="3507"/>
                  </a:lnTo>
                  <a:lnTo>
                    <a:pt x="3406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2458" y="1685011"/>
              <a:ext cx="34066" cy="163659"/>
            </a:xfrm>
            <a:custGeom>
              <a:avLst/>
              <a:pathLst>
                <a:path w="34066" h="163659">
                  <a:moveTo>
                    <a:pt x="0" y="0"/>
                  </a:moveTo>
                  <a:lnTo>
                    <a:pt x="34066" y="1636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96019" y="1685011"/>
              <a:ext cx="90505" cy="163659"/>
            </a:xfrm>
            <a:custGeom>
              <a:avLst/>
              <a:pathLst>
                <a:path w="90505" h="163659">
                  <a:moveTo>
                    <a:pt x="56439" y="0"/>
                  </a:moveTo>
                  <a:lnTo>
                    <a:pt x="50459" y="1359"/>
                  </a:lnTo>
                  <a:lnTo>
                    <a:pt x="44533" y="2937"/>
                  </a:lnTo>
                  <a:lnTo>
                    <a:pt x="38668" y="4732"/>
                  </a:lnTo>
                  <a:lnTo>
                    <a:pt x="32874" y="6740"/>
                  </a:lnTo>
                  <a:lnTo>
                    <a:pt x="27156" y="8960"/>
                  </a:lnTo>
                  <a:lnTo>
                    <a:pt x="21525" y="11388"/>
                  </a:lnTo>
                  <a:lnTo>
                    <a:pt x="15986" y="14020"/>
                  </a:lnTo>
                  <a:lnTo>
                    <a:pt x="10547" y="16854"/>
                  </a:lnTo>
                  <a:lnTo>
                    <a:pt x="5216" y="19886"/>
                  </a:lnTo>
                  <a:lnTo>
                    <a:pt x="0" y="23111"/>
                  </a:lnTo>
                  <a:lnTo>
                    <a:pt x="90505" y="163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76642" y="26619"/>
                  </a:moveTo>
                  <a:lnTo>
                    <a:pt x="72229" y="29561"/>
                  </a:lnTo>
                  <a:lnTo>
                    <a:pt x="67912" y="32641"/>
                  </a:lnTo>
                  <a:lnTo>
                    <a:pt x="63694" y="35857"/>
                  </a:lnTo>
                  <a:lnTo>
                    <a:pt x="59580" y="39205"/>
                  </a:lnTo>
                  <a:lnTo>
                    <a:pt x="55575" y="42682"/>
                  </a:lnTo>
                  <a:lnTo>
                    <a:pt x="51682" y="46284"/>
                  </a:lnTo>
                  <a:lnTo>
                    <a:pt x="47906" y="50008"/>
                  </a:lnTo>
                  <a:lnTo>
                    <a:pt x="44249" y="53849"/>
                  </a:lnTo>
                  <a:lnTo>
                    <a:pt x="40716" y="57805"/>
                  </a:lnTo>
                  <a:lnTo>
                    <a:pt x="37311" y="61871"/>
                  </a:lnTo>
                  <a:lnTo>
                    <a:pt x="34036" y="66043"/>
                  </a:lnTo>
                  <a:lnTo>
                    <a:pt x="30895" y="70316"/>
                  </a:lnTo>
                  <a:lnTo>
                    <a:pt x="27891" y="74687"/>
                  </a:lnTo>
                  <a:lnTo>
                    <a:pt x="25027" y="79152"/>
                  </a:lnTo>
                  <a:lnTo>
                    <a:pt x="22307" y="83704"/>
                  </a:lnTo>
                  <a:lnTo>
                    <a:pt x="19732" y="88341"/>
                  </a:lnTo>
                  <a:lnTo>
                    <a:pt x="17306" y="93057"/>
                  </a:lnTo>
                  <a:lnTo>
                    <a:pt x="15030" y="97848"/>
                  </a:lnTo>
                  <a:lnTo>
                    <a:pt x="12908" y="102708"/>
                  </a:lnTo>
                  <a:lnTo>
                    <a:pt x="10940" y="107634"/>
                  </a:lnTo>
                  <a:lnTo>
                    <a:pt x="9130" y="112619"/>
                  </a:lnTo>
                  <a:lnTo>
                    <a:pt x="7480" y="117659"/>
                  </a:lnTo>
                  <a:lnTo>
                    <a:pt x="5989" y="122749"/>
                  </a:lnTo>
                  <a:lnTo>
                    <a:pt x="4661" y="127884"/>
                  </a:lnTo>
                  <a:lnTo>
                    <a:pt x="3497" y="133059"/>
                  </a:lnTo>
                  <a:lnTo>
                    <a:pt x="2497" y="138267"/>
                  </a:lnTo>
                  <a:lnTo>
                    <a:pt x="1664" y="143505"/>
                  </a:lnTo>
                  <a:lnTo>
                    <a:pt x="996" y="148766"/>
                  </a:lnTo>
                  <a:lnTo>
                    <a:pt x="496" y="154046"/>
                  </a:lnTo>
                  <a:lnTo>
                    <a:pt x="164" y="159340"/>
                  </a:lnTo>
                  <a:lnTo>
                    <a:pt x="0" y="164641"/>
                  </a:lnTo>
                  <a:lnTo>
                    <a:pt x="3" y="169945"/>
                  </a:lnTo>
                  <a:lnTo>
                    <a:pt x="176" y="175246"/>
                  </a:lnTo>
                  <a:lnTo>
                    <a:pt x="516" y="180538"/>
                  </a:lnTo>
                  <a:lnTo>
                    <a:pt x="1024" y="185818"/>
                  </a:lnTo>
                  <a:lnTo>
                    <a:pt x="1699" y="191078"/>
                  </a:lnTo>
                  <a:lnTo>
                    <a:pt x="2541" y="196315"/>
                  </a:lnTo>
                  <a:lnTo>
                    <a:pt x="3549" y="201522"/>
                  </a:lnTo>
                  <a:lnTo>
                    <a:pt x="4721" y="206694"/>
                  </a:lnTo>
                  <a:lnTo>
                    <a:pt x="6056" y="211827"/>
                  </a:lnTo>
                  <a:lnTo>
                    <a:pt x="7554" y="216915"/>
                  </a:lnTo>
                  <a:lnTo>
                    <a:pt x="9213" y="221953"/>
                  </a:lnTo>
                  <a:lnTo>
                    <a:pt x="11030" y="226935"/>
                  </a:lnTo>
                  <a:lnTo>
                    <a:pt x="13005" y="231858"/>
                  </a:lnTo>
                  <a:lnTo>
                    <a:pt x="15135" y="236715"/>
                  </a:lnTo>
                  <a:lnTo>
                    <a:pt x="17417" y="241502"/>
                  </a:lnTo>
                  <a:lnTo>
                    <a:pt x="19851" y="246215"/>
                  </a:lnTo>
                  <a:lnTo>
                    <a:pt x="22433" y="250848"/>
                  </a:lnTo>
                  <a:lnTo>
                    <a:pt x="25160" y="255396"/>
                  </a:lnTo>
                  <a:lnTo>
                    <a:pt x="28030" y="259856"/>
                  </a:lnTo>
                  <a:lnTo>
                    <a:pt x="31041" y="264223"/>
                  </a:lnTo>
                  <a:lnTo>
                    <a:pt x="34188" y="268491"/>
                  </a:lnTo>
                  <a:lnTo>
                    <a:pt x="37469" y="272658"/>
                  </a:lnTo>
                  <a:lnTo>
                    <a:pt x="40881" y="276719"/>
                  </a:lnTo>
                  <a:lnTo>
                    <a:pt x="44420" y="280669"/>
                  </a:lnTo>
                  <a:lnTo>
                    <a:pt x="48082" y="284506"/>
                  </a:lnTo>
                  <a:lnTo>
                    <a:pt x="51865" y="288224"/>
                  </a:lnTo>
                  <a:lnTo>
                    <a:pt x="55763" y="291820"/>
                  </a:lnTo>
                  <a:lnTo>
                    <a:pt x="59773" y="295291"/>
                  </a:lnTo>
                  <a:lnTo>
                    <a:pt x="63892" y="298632"/>
                  </a:lnTo>
                  <a:lnTo>
                    <a:pt x="68114" y="301842"/>
                  </a:lnTo>
                  <a:lnTo>
                    <a:pt x="72436" y="304916"/>
                  </a:lnTo>
                  <a:lnTo>
                    <a:pt x="76854" y="307851"/>
                  </a:lnTo>
                  <a:lnTo>
                    <a:pt x="81362" y="310644"/>
                  </a:lnTo>
                  <a:lnTo>
                    <a:pt x="85957" y="313293"/>
                  </a:lnTo>
                  <a:lnTo>
                    <a:pt x="90633" y="315796"/>
                  </a:lnTo>
                  <a:lnTo>
                    <a:pt x="95387" y="318148"/>
                  </a:lnTo>
                  <a:lnTo>
                    <a:pt x="100212" y="320348"/>
                  </a:lnTo>
                  <a:lnTo>
                    <a:pt x="105105" y="322395"/>
                  </a:lnTo>
                  <a:lnTo>
                    <a:pt x="110061" y="324285"/>
                  </a:lnTo>
                  <a:lnTo>
                    <a:pt x="115074" y="326017"/>
                  </a:lnTo>
                  <a:lnTo>
                    <a:pt x="120139" y="327589"/>
                  </a:lnTo>
                  <a:lnTo>
                    <a:pt x="125252" y="328999"/>
                  </a:lnTo>
                  <a:lnTo>
                    <a:pt x="130407" y="330247"/>
                  </a:lnTo>
                  <a:lnTo>
                    <a:pt x="135599" y="331330"/>
                  </a:lnTo>
                  <a:lnTo>
                    <a:pt x="140822" y="332248"/>
                  </a:lnTo>
                  <a:lnTo>
                    <a:pt x="146072" y="333001"/>
                  </a:lnTo>
                  <a:lnTo>
                    <a:pt x="151344" y="333586"/>
                  </a:lnTo>
                  <a:lnTo>
                    <a:pt x="156631" y="334003"/>
                  </a:lnTo>
                  <a:lnTo>
                    <a:pt x="161929" y="334253"/>
                  </a:lnTo>
                  <a:lnTo>
                    <a:pt x="167232" y="334334"/>
                  </a:lnTo>
                  <a:lnTo>
                    <a:pt x="172535" y="334248"/>
                  </a:lnTo>
                  <a:lnTo>
                    <a:pt x="177832" y="333993"/>
                  </a:lnTo>
                  <a:lnTo>
                    <a:pt x="183119" y="333570"/>
                  </a:lnTo>
                  <a:lnTo>
                    <a:pt x="188390" y="332979"/>
                  </a:lnTo>
                  <a:lnTo>
                    <a:pt x="193639" y="332222"/>
                  </a:lnTo>
                  <a:lnTo>
                    <a:pt x="198862" y="331299"/>
                  </a:lnTo>
                  <a:lnTo>
                    <a:pt x="204053" y="330210"/>
                  </a:lnTo>
                  <a:lnTo>
                    <a:pt x="209206" y="328957"/>
                  </a:lnTo>
                  <a:lnTo>
                    <a:pt x="214318" y="327541"/>
                  </a:lnTo>
                  <a:lnTo>
                    <a:pt x="219381" y="325964"/>
                  </a:lnTo>
                  <a:lnTo>
                    <a:pt x="224393" y="324227"/>
                  </a:lnTo>
                  <a:lnTo>
                    <a:pt x="229346" y="322332"/>
                  </a:lnTo>
                  <a:lnTo>
                    <a:pt x="234237" y="320281"/>
                  </a:lnTo>
                  <a:lnTo>
                    <a:pt x="239061" y="318076"/>
                  </a:lnTo>
                  <a:lnTo>
                    <a:pt x="243812" y="315719"/>
                  </a:lnTo>
                  <a:lnTo>
                    <a:pt x="248486" y="313212"/>
                  </a:lnTo>
                  <a:lnTo>
                    <a:pt x="253078" y="310558"/>
                  </a:lnTo>
                  <a:lnTo>
                    <a:pt x="257583" y="307760"/>
                  </a:lnTo>
                  <a:lnTo>
                    <a:pt x="261998" y="304820"/>
                  </a:lnTo>
                  <a:lnTo>
                    <a:pt x="266317" y="301742"/>
                  </a:lnTo>
                  <a:lnTo>
                    <a:pt x="270536" y="298529"/>
                  </a:lnTo>
                  <a:lnTo>
                    <a:pt x="274651" y="295183"/>
                  </a:lnTo>
                  <a:lnTo>
                    <a:pt x="278658" y="291708"/>
                  </a:lnTo>
                  <a:lnTo>
                    <a:pt x="282553" y="288108"/>
                  </a:lnTo>
                  <a:lnTo>
                    <a:pt x="286331" y="284386"/>
                  </a:lnTo>
                  <a:lnTo>
                    <a:pt x="289990" y="280546"/>
                  </a:lnTo>
                  <a:lnTo>
                    <a:pt x="293525" y="276592"/>
                  </a:lnTo>
                  <a:lnTo>
                    <a:pt x="296932" y="272528"/>
                  </a:lnTo>
                  <a:lnTo>
                    <a:pt x="300209" y="268358"/>
                  </a:lnTo>
                  <a:lnTo>
                    <a:pt x="303352" y="264086"/>
                  </a:lnTo>
                  <a:lnTo>
                    <a:pt x="306358" y="259716"/>
                  </a:lnTo>
                  <a:lnTo>
                    <a:pt x="309224" y="255254"/>
                  </a:lnTo>
                  <a:lnTo>
                    <a:pt x="311947" y="250702"/>
                  </a:lnTo>
                  <a:lnTo>
                    <a:pt x="314524" y="246067"/>
                  </a:lnTo>
                  <a:lnTo>
                    <a:pt x="316953" y="241352"/>
                  </a:lnTo>
                  <a:lnTo>
                    <a:pt x="319231" y="236562"/>
                  </a:lnTo>
                  <a:lnTo>
                    <a:pt x="321356" y="231703"/>
                  </a:lnTo>
                  <a:lnTo>
                    <a:pt x="323325" y="226778"/>
                  </a:lnTo>
                  <a:lnTo>
                    <a:pt x="325138" y="221794"/>
                  </a:lnTo>
                  <a:lnTo>
                    <a:pt x="326791" y="216755"/>
                  </a:lnTo>
                  <a:lnTo>
                    <a:pt x="328284" y="211665"/>
                  </a:lnTo>
                  <a:lnTo>
                    <a:pt x="329614" y="206531"/>
                  </a:lnTo>
                  <a:lnTo>
                    <a:pt x="330781" y="201357"/>
                  </a:lnTo>
                  <a:lnTo>
                    <a:pt x="331784" y="196149"/>
                  </a:lnTo>
                  <a:lnTo>
                    <a:pt x="332620" y="190912"/>
                  </a:lnTo>
                  <a:lnTo>
                    <a:pt x="333290" y="185651"/>
                  </a:lnTo>
                  <a:lnTo>
                    <a:pt x="333793" y="180371"/>
                  </a:lnTo>
                  <a:lnTo>
                    <a:pt x="334128" y="175078"/>
                  </a:lnTo>
                  <a:lnTo>
                    <a:pt x="334295" y="169777"/>
                  </a:lnTo>
                  <a:lnTo>
                    <a:pt x="334294" y="164473"/>
                  </a:lnTo>
                  <a:lnTo>
                    <a:pt x="334124" y="159172"/>
                  </a:lnTo>
                  <a:lnTo>
                    <a:pt x="333786" y="153879"/>
                  </a:lnTo>
                  <a:lnTo>
                    <a:pt x="333281" y="148600"/>
                  </a:lnTo>
                  <a:lnTo>
                    <a:pt x="332608" y="143339"/>
                  </a:lnTo>
                  <a:lnTo>
                    <a:pt x="331769" y="138102"/>
                  </a:lnTo>
                  <a:lnTo>
                    <a:pt x="330764" y="132894"/>
                  </a:lnTo>
                  <a:lnTo>
                    <a:pt x="329595" y="127721"/>
                  </a:lnTo>
                  <a:lnTo>
                    <a:pt x="328262" y="122588"/>
                  </a:lnTo>
                  <a:lnTo>
                    <a:pt x="326766" y="117499"/>
                  </a:lnTo>
                  <a:lnTo>
                    <a:pt x="325110" y="112461"/>
                  </a:lnTo>
                  <a:lnTo>
                    <a:pt x="323295" y="107477"/>
                  </a:lnTo>
                  <a:lnTo>
                    <a:pt x="321323" y="102554"/>
                  </a:lnTo>
                  <a:lnTo>
                    <a:pt x="319196" y="97695"/>
                  </a:lnTo>
                  <a:lnTo>
                    <a:pt x="316916" y="92907"/>
                  </a:lnTo>
                  <a:lnTo>
                    <a:pt x="314485" y="88193"/>
                  </a:lnTo>
                  <a:lnTo>
                    <a:pt x="311905" y="83559"/>
                  </a:lnTo>
                  <a:lnTo>
                    <a:pt x="309180" y="79009"/>
                  </a:lnTo>
                  <a:lnTo>
                    <a:pt x="306312" y="74548"/>
                  </a:lnTo>
                  <a:lnTo>
                    <a:pt x="303304" y="70180"/>
                  </a:lnTo>
                  <a:lnTo>
                    <a:pt x="300158" y="65909"/>
                  </a:lnTo>
                  <a:lnTo>
                    <a:pt x="296879" y="61741"/>
                  </a:lnTo>
                  <a:lnTo>
                    <a:pt x="293470" y="57678"/>
                  </a:lnTo>
                  <a:lnTo>
                    <a:pt x="289933" y="53726"/>
                  </a:lnTo>
                  <a:lnTo>
                    <a:pt x="286272" y="49888"/>
                  </a:lnTo>
                  <a:lnTo>
                    <a:pt x="282492" y="46168"/>
                  </a:lnTo>
                  <a:lnTo>
                    <a:pt x="278595" y="42570"/>
                  </a:lnTo>
                  <a:lnTo>
                    <a:pt x="274587" y="39097"/>
                  </a:lnTo>
                  <a:lnTo>
                    <a:pt x="270470" y="35753"/>
                  </a:lnTo>
                  <a:lnTo>
                    <a:pt x="266249" y="32542"/>
                  </a:lnTo>
                  <a:lnTo>
                    <a:pt x="261929" y="29466"/>
                  </a:lnTo>
                  <a:lnTo>
                    <a:pt x="257513" y="26528"/>
                  </a:lnTo>
                  <a:lnTo>
                    <a:pt x="253006" y="23733"/>
                  </a:lnTo>
                  <a:lnTo>
                    <a:pt x="248412" y="21081"/>
                  </a:lnTo>
                  <a:lnTo>
                    <a:pt x="243737" y="18577"/>
                  </a:lnTo>
                  <a:lnTo>
                    <a:pt x="238985" y="16222"/>
                  </a:lnTo>
                  <a:lnTo>
                    <a:pt x="234160" y="14019"/>
                  </a:lnTo>
                  <a:lnTo>
                    <a:pt x="229268" y="11970"/>
                  </a:lnTo>
                  <a:lnTo>
                    <a:pt x="224314" y="10078"/>
                  </a:lnTo>
                  <a:lnTo>
                    <a:pt x="219302" y="8343"/>
                  </a:lnTo>
                  <a:lnTo>
                    <a:pt x="214237" y="6769"/>
                  </a:lnTo>
                  <a:lnTo>
                    <a:pt x="209125" y="5356"/>
                  </a:lnTo>
                  <a:lnTo>
                    <a:pt x="203971" y="4106"/>
                  </a:lnTo>
                  <a:lnTo>
                    <a:pt x="198780" y="3019"/>
                  </a:lnTo>
                  <a:lnTo>
                    <a:pt x="193556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9448" y="2126963"/>
              <a:ext cx="21839" cy="167167"/>
            </a:xfrm>
            <a:custGeom>
              <a:avLst/>
              <a:pathLst>
                <a:path w="21839" h="167167">
                  <a:moveTo>
                    <a:pt x="21839" y="0"/>
                  </a:moveTo>
                  <a:lnTo>
                    <a:pt x="14541" y="159"/>
                  </a:lnTo>
                  <a:lnTo>
                    <a:pt x="7256" y="637"/>
                  </a:lnTo>
                  <a:lnTo>
                    <a:pt x="0" y="1432"/>
                  </a:lnTo>
                  <a:lnTo>
                    <a:pt x="21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448" y="2128396"/>
              <a:ext cx="21839" cy="165734"/>
            </a:xfrm>
            <a:custGeom>
              <a:avLst/>
              <a:pathLst>
                <a:path w="21839" h="165734">
                  <a:moveTo>
                    <a:pt x="0" y="0"/>
                  </a:moveTo>
                  <a:lnTo>
                    <a:pt x="21839" y="1657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39" y="2128396"/>
              <a:ext cx="334308" cy="332901"/>
            </a:xfrm>
            <a:custGeom>
              <a:avLst/>
              <a:pathLst>
                <a:path w="334308" h="332901">
                  <a:moveTo>
                    <a:pt x="145308" y="0"/>
                  </a:moveTo>
                  <a:lnTo>
                    <a:pt x="140073" y="774"/>
                  </a:lnTo>
                  <a:lnTo>
                    <a:pt x="134865" y="1713"/>
                  </a:lnTo>
                  <a:lnTo>
                    <a:pt x="129690" y="2817"/>
                  </a:lnTo>
                  <a:lnTo>
                    <a:pt x="124552" y="4085"/>
                  </a:lnTo>
                  <a:lnTo>
                    <a:pt x="119457" y="5514"/>
                  </a:lnTo>
                  <a:lnTo>
                    <a:pt x="114410" y="7104"/>
                  </a:lnTo>
                  <a:lnTo>
                    <a:pt x="109415" y="8852"/>
                  </a:lnTo>
                  <a:lnTo>
                    <a:pt x="104478" y="10758"/>
                  </a:lnTo>
                  <a:lnTo>
                    <a:pt x="99605" y="12820"/>
                  </a:lnTo>
                  <a:lnTo>
                    <a:pt x="94798" y="15034"/>
                  </a:lnTo>
                  <a:lnTo>
                    <a:pt x="90065" y="17400"/>
                  </a:lnTo>
                  <a:lnTo>
                    <a:pt x="85408" y="19914"/>
                  </a:lnTo>
                  <a:lnTo>
                    <a:pt x="80834" y="22574"/>
                  </a:lnTo>
                  <a:lnTo>
                    <a:pt x="76346" y="25378"/>
                  </a:lnTo>
                  <a:lnTo>
                    <a:pt x="71948" y="28322"/>
                  </a:lnTo>
                  <a:lnTo>
                    <a:pt x="67647" y="31404"/>
                  </a:lnTo>
                  <a:lnTo>
                    <a:pt x="63445" y="34621"/>
                  </a:lnTo>
                  <a:lnTo>
                    <a:pt x="59347" y="37969"/>
                  </a:lnTo>
                  <a:lnTo>
                    <a:pt x="55357" y="41445"/>
                  </a:lnTo>
                  <a:lnTo>
                    <a:pt x="51479" y="45046"/>
                  </a:lnTo>
                  <a:lnTo>
                    <a:pt x="47717" y="48767"/>
                  </a:lnTo>
                  <a:lnTo>
                    <a:pt x="44074" y="52606"/>
                  </a:lnTo>
                  <a:lnTo>
                    <a:pt x="40555" y="56558"/>
                  </a:lnTo>
                  <a:lnTo>
                    <a:pt x="37163" y="60620"/>
                  </a:lnTo>
                  <a:lnTo>
                    <a:pt x="33901" y="64787"/>
                  </a:lnTo>
                  <a:lnTo>
                    <a:pt x="30773" y="69055"/>
                  </a:lnTo>
                  <a:lnTo>
                    <a:pt x="27781" y="73420"/>
                  </a:lnTo>
                  <a:lnTo>
                    <a:pt x="24929" y="77877"/>
                  </a:lnTo>
                  <a:lnTo>
                    <a:pt x="22219" y="82423"/>
                  </a:lnTo>
                  <a:lnTo>
                    <a:pt x="19655" y="87052"/>
                  </a:lnTo>
                  <a:lnTo>
                    <a:pt x="17238" y="91760"/>
                  </a:lnTo>
                  <a:lnTo>
                    <a:pt x="14972" y="96542"/>
                  </a:lnTo>
                  <a:lnTo>
                    <a:pt x="12858" y="101393"/>
                  </a:lnTo>
                  <a:lnTo>
                    <a:pt x="10899" y="106309"/>
                  </a:lnTo>
                  <a:lnTo>
                    <a:pt x="9096" y="111284"/>
                  </a:lnTo>
                  <a:lnTo>
                    <a:pt x="7452" y="116314"/>
                  </a:lnTo>
                  <a:lnTo>
                    <a:pt x="5968" y="121394"/>
                  </a:lnTo>
                  <a:lnTo>
                    <a:pt x="4645" y="126517"/>
                  </a:lnTo>
                  <a:lnTo>
                    <a:pt x="3485" y="131681"/>
                  </a:lnTo>
                  <a:lnTo>
                    <a:pt x="2490" y="136878"/>
                  </a:lnTo>
                  <a:lnTo>
                    <a:pt x="1659" y="142104"/>
                  </a:lnTo>
                  <a:lnTo>
                    <a:pt x="994" y="147354"/>
                  </a:lnTo>
                  <a:lnTo>
                    <a:pt x="495" y="152622"/>
                  </a:lnTo>
                  <a:lnTo>
                    <a:pt x="164" y="157904"/>
                  </a:lnTo>
                  <a:lnTo>
                    <a:pt x="0" y="163193"/>
                  </a:lnTo>
                  <a:lnTo>
                    <a:pt x="3" y="168485"/>
                  </a:lnTo>
                  <a:lnTo>
                    <a:pt x="174" y="173774"/>
                  </a:lnTo>
                  <a:lnTo>
                    <a:pt x="512" y="179055"/>
                  </a:lnTo>
                  <a:lnTo>
                    <a:pt x="1017" y="184323"/>
                  </a:lnTo>
                  <a:lnTo>
                    <a:pt x="1688" y="189572"/>
                  </a:lnTo>
                  <a:lnTo>
                    <a:pt x="2526" y="194797"/>
                  </a:lnTo>
                  <a:lnTo>
                    <a:pt x="3528" y="199993"/>
                  </a:lnTo>
                  <a:lnTo>
                    <a:pt x="4695" y="205155"/>
                  </a:lnTo>
                  <a:lnTo>
                    <a:pt x="6024" y="210277"/>
                  </a:lnTo>
                  <a:lnTo>
                    <a:pt x="7514" y="215354"/>
                  </a:lnTo>
                  <a:lnTo>
                    <a:pt x="9165" y="220382"/>
                  </a:lnTo>
                  <a:lnTo>
                    <a:pt x="10974" y="225355"/>
                  </a:lnTo>
                  <a:lnTo>
                    <a:pt x="12939" y="230269"/>
                  </a:lnTo>
                  <a:lnTo>
                    <a:pt x="15059" y="235117"/>
                  </a:lnTo>
                  <a:lnTo>
                    <a:pt x="17331" y="239896"/>
                  </a:lnTo>
                  <a:lnTo>
                    <a:pt x="19754" y="244601"/>
                  </a:lnTo>
                  <a:lnTo>
                    <a:pt x="22324" y="249227"/>
                  </a:lnTo>
                  <a:lnTo>
                    <a:pt x="25039" y="253769"/>
                  </a:lnTo>
                  <a:lnTo>
                    <a:pt x="27897" y="258223"/>
                  </a:lnTo>
                  <a:lnTo>
                    <a:pt x="30894" y="262584"/>
                  </a:lnTo>
                  <a:lnTo>
                    <a:pt x="34028" y="266848"/>
                  </a:lnTo>
                  <a:lnTo>
                    <a:pt x="37295" y="271011"/>
                  </a:lnTo>
                  <a:lnTo>
                    <a:pt x="40692" y="275069"/>
                  </a:lnTo>
                  <a:lnTo>
                    <a:pt x="44216" y="279016"/>
                  </a:lnTo>
                  <a:lnTo>
                    <a:pt x="47864" y="282851"/>
                  </a:lnTo>
                  <a:lnTo>
                    <a:pt x="51630" y="286568"/>
                  </a:lnTo>
                  <a:lnTo>
                    <a:pt x="55513" y="290163"/>
                  </a:lnTo>
                  <a:lnTo>
                    <a:pt x="59507" y="293634"/>
                  </a:lnTo>
                  <a:lnTo>
                    <a:pt x="63609" y="296977"/>
                  </a:lnTo>
                  <a:lnTo>
                    <a:pt x="67815" y="300189"/>
                  </a:lnTo>
                  <a:lnTo>
                    <a:pt x="72121" y="303266"/>
                  </a:lnTo>
                  <a:lnTo>
                    <a:pt x="76522" y="306204"/>
                  </a:lnTo>
                  <a:lnTo>
                    <a:pt x="81013" y="309002"/>
                  </a:lnTo>
                  <a:lnTo>
                    <a:pt x="85591" y="311657"/>
                  </a:lnTo>
                  <a:lnTo>
                    <a:pt x="90251" y="314165"/>
                  </a:lnTo>
                  <a:lnTo>
                    <a:pt x="94987" y="316525"/>
                  </a:lnTo>
                  <a:lnTo>
                    <a:pt x="99796" y="318733"/>
                  </a:lnTo>
                  <a:lnTo>
                    <a:pt x="104673" y="320789"/>
                  </a:lnTo>
                  <a:lnTo>
                    <a:pt x="109612" y="322688"/>
                  </a:lnTo>
                  <a:lnTo>
                    <a:pt x="114609" y="324431"/>
                  </a:lnTo>
                  <a:lnTo>
                    <a:pt x="119658" y="326014"/>
                  </a:lnTo>
                  <a:lnTo>
                    <a:pt x="124755" y="327437"/>
                  </a:lnTo>
                  <a:lnTo>
                    <a:pt x="129894" y="328698"/>
                  </a:lnTo>
                  <a:lnTo>
                    <a:pt x="135071" y="329795"/>
                  </a:lnTo>
                  <a:lnTo>
                    <a:pt x="140280" y="330728"/>
                  </a:lnTo>
                  <a:lnTo>
                    <a:pt x="145516" y="331496"/>
                  </a:lnTo>
                  <a:lnTo>
                    <a:pt x="150773" y="332098"/>
                  </a:lnTo>
                  <a:lnTo>
                    <a:pt x="156047" y="332533"/>
                  </a:lnTo>
                  <a:lnTo>
                    <a:pt x="161332" y="332800"/>
                  </a:lnTo>
                  <a:lnTo>
                    <a:pt x="166623" y="332901"/>
                  </a:lnTo>
                  <a:lnTo>
                    <a:pt x="171915" y="332834"/>
                  </a:lnTo>
                  <a:lnTo>
                    <a:pt x="177201" y="332599"/>
                  </a:lnTo>
                  <a:lnTo>
                    <a:pt x="182478" y="332197"/>
                  </a:lnTo>
                  <a:lnTo>
                    <a:pt x="187739" y="331629"/>
                  </a:lnTo>
                  <a:lnTo>
                    <a:pt x="192980" y="330894"/>
                  </a:lnTo>
                  <a:lnTo>
                    <a:pt x="198194" y="329993"/>
                  </a:lnTo>
                  <a:lnTo>
                    <a:pt x="203378" y="328928"/>
                  </a:lnTo>
                  <a:lnTo>
                    <a:pt x="208525" y="327700"/>
                  </a:lnTo>
                  <a:lnTo>
                    <a:pt x="213631" y="326309"/>
                  </a:lnTo>
                  <a:lnTo>
                    <a:pt x="218690" y="324757"/>
                  </a:lnTo>
                  <a:lnTo>
                    <a:pt x="223698" y="323046"/>
                  </a:lnTo>
                  <a:lnTo>
                    <a:pt x="228649" y="321177"/>
                  </a:lnTo>
                  <a:lnTo>
                    <a:pt x="233538" y="319153"/>
                  </a:lnTo>
                  <a:lnTo>
                    <a:pt x="238361" y="316975"/>
                  </a:lnTo>
                  <a:lnTo>
                    <a:pt x="243112" y="314645"/>
                  </a:lnTo>
                  <a:lnTo>
                    <a:pt x="247787" y="312166"/>
                  </a:lnTo>
                  <a:lnTo>
                    <a:pt x="252382" y="309540"/>
                  </a:lnTo>
                  <a:lnTo>
                    <a:pt x="256891" y="306770"/>
                  </a:lnTo>
                  <a:lnTo>
                    <a:pt x="261310" y="303859"/>
                  </a:lnTo>
                  <a:lnTo>
                    <a:pt x="265635" y="300809"/>
                  </a:lnTo>
                  <a:lnTo>
                    <a:pt x="269861" y="297624"/>
                  </a:lnTo>
                  <a:lnTo>
                    <a:pt x="273984" y="294307"/>
                  </a:lnTo>
                  <a:lnTo>
                    <a:pt x="278000" y="290861"/>
                  </a:lnTo>
                  <a:lnTo>
                    <a:pt x="281905" y="287290"/>
                  </a:lnTo>
                  <a:lnTo>
                    <a:pt x="285695" y="283597"/>
                  </a:lnTo>
                  <a:lnTo>
                    <a:pt x="289366" y="279785"/>
                  </a:lnTo>
                  <a:lnTo>
                    <a:pt x="292915" y="275860"/>
                  </a:lnTo>
                  <a:lnTo>
                    <a:pt x="296337" y="271824"/>
                  </a:lnTo>
                  <a:lnTo>
                    <a:pt x="299630" y="267682"/>
                  </a:lnTo>
                  <a:lnTo>
                    <a:pt x="302791" y="263437"/>
                  </a:lnTo>
                  <a:lnTo>
                    <a:pt x="305815" y="259095"/>
                  </a:lnTo>
                  <a:lnTo>
                    <a:pt x="308701" y="254659"/>
                  </a:lnTo>
                  <a:lnTo>
                    <a:pt x="311445" y="250134"/>
                  </a:lnTo>
                  <a:lnTo>
                    <a:pt x="314044" y="245524"/>
                  </a:lnTo>
                  <a:lnTo>
                    <a:pt x="316496" y="240835"/>
                  </a:lnTo>
                  <a:lnTo>
                    <a:pt x="318798" y="236070"/>
                  </a:lnTo>
                  <a:lnTo>
                    <a:pt x="320948" y="231235"/>
                  </a:lnTo>
                  <a:lnTo>
                    <a:pt x="322944" y="226334"/>
                  </a:lnTo>
                  <a:lnTo>
                    <a:pt x="324784" y="221372"/>
                  </a:lnTo>
                  <a:lnTo>
                    <a:pt x="326467" y="216355"/>
                  </a:lnTo>
                  <a:lnTo>
                    <a:pt x="327989" y="211287"/>
                  </a:lnTo>
                  <a:lnTo>
                    <a:pt x="329350" y="206173"/>
                  </a:lnTo>
                  <a:lnTo>
                    <a:pt x="330549" y="201019"/>
                  </a:lnTo>
                  <a:lnTo>
                    <a:pt x="331584" y="195829"/>
                  </a:lnTo>
                  <a:lnTo>
                    <a:pt x="332454" y="190609"/>
                  </a:lnTo>
                  <a:lnTo>
                    <a:pt x="333158" y="185364"/>
                  </a:lnTo>
                  <a:lnTo>
                    <a:pt x="333697" y="180100"/>
                  </a:lnTo>
                  <a:lnTo>
                    <a:pt x="334068" y="174821"/>
                  </a:lnTo>
                  <a:lnTo>
                    <a:pt x="334272" y="169533"/>
                  </a:lnTo>
                  <a:lnTo>
                    <a:pt x="334308" y="164242"/>
                  </a:lnTo>
                  <a:lnTo>
                    <a:pt x="334177" y="158951"/>
                  </a:lnTo>
                  <a:lnTo>
                    <a:pt x="333879" y="153668"/>
                  </a:lnTo>
                  <a:lnTo>
                    <a:pt x="333414" y="148397"/>
                  </a:lnTo>
                  <a:lnTo>
                    <a:pt x="332781" y="143143"/>
                  </a:lnTo>
                  <a:lnTo>
                    <a:pt x="331983" y="137911"/>
                  </a:lnTo>
                  <a:lnTo>
                    <a:pt x="331020" y="132708"/>
                  </a:lnTo>
                  <a:lnTo>
                    <a:pt x="329893" y="127538"/>
                  </a:lnTo>
                  <a:lnTo>
                    <a:pt x="328602" y="122406"/>
                  </a:lnTo>
                  <a:lnTo>
                    <a:pt x="327150" y="117317"/>
                  </a:lnTo>
                  <a:lnTo>
                    <a:pt x="325537" y="112277"/>
                  </a:lnTo>
                  <a:lnTo>
                    <a:pt x="323766" y="107290"/>
                  </a:lnTo>
                  <a:lnTo>
                    <a:pt x="321837" y="102362"/>
                  </a:lnTo>
                  <a:lnTo>
                    <a:pt x="319754" y="97498"/>
                  </a:lnTo>
                  <a:lnTo>
                    <a:pt x="317518" y="92702"/>
                  </a:lnTo>
                  <a:lnTo>
                    <a:pt x="315131" y="87979"/>
                  </a:lnTo>
                  <a:lnTo>
                    <a:pt x="312596" y="83334"/>
                  </a:lnTo>
                  <a:lnTo>
                    <a:pt x="309915" y="78771"/>
                  </a:lnTo>
                  <a:lnTo>
                    <a:pt x="307091" y="74296"/>
                  </a:lnTo>
                  <a:lnTo>
                    <a:pt x="304126" y="69912"/>
                  </a:lnTo>
                  <a:lnTo>
                    <a:pt x="301025" y="65625"/>
                  </a:lnTo>
                  <a:lnTo>
                    <a:pt x="297789" y="61437"/>
                  </a:lnTo>
                  <a:lnTo>
                    <a:pt x="294422" y="57355"/>
                  </a:lnTo>
                  <a:lnTo>
                    <a:pt x="290928" y="53380"/>
                  </a:lnTo>
                  <a:lnTo>
                    <a:pt x="287310" y="49519"/>
                  </a:lnTo>
                  <a:lnTo>
                    <a:pt x="283571" y="45774"/>
                  </a:lnTo>
                  <a:lnTo>
                    <a:pt x="279716" y="42149"/>
                  </a:lnTo>
                  <a:lnTo>
                    <a:pt x="275748" y="38648"/>
                  </a:lnTo>
                  <a:lnTo>
                    <a:pt x="271671" y="35274"/>
                  </a:lnTo>
                  <a:lnTo>
                    <a:pt x="267489" y="32031"/>
                  </a:lnTo>
                  <a:lnTo>
                    <a:pt x="263207" y="28922"/>
                  </a:lnTo>
                  <a:lnTo>
                    <a:pt x="258828" y="25950"/>
                  </a:lnTo>
                  <a:lnTo>
                    <a:pt x="254358" y="23118"/>
                  </a:lnTo>
                  <a:lnTo>
                    <a:pt x="249800" y="20429"/>
                  </a:lnTo>
                  <a:lnTo>
                    <a:pt x="245160" y="17886"/>
                  </a:lnTo>
                  <a:lnTo>
                    <a:pt x="240441" y="15491"/>
                  </a:lnTo>
                  <a:lnTo>
                    <a:pt x="235649" y="13246"/>
                  </a:lnTo>
                  <a:lnTo>
                    <a:pt x="230788" y="11155"/>
                  </a:lnTo>
                  <a:lnTo>
                    <a:pt x="225863" y="9218"/>
                  </a:lnTo>
                  <a:lnTo>
                    <a:pt x="220880" y="7438"/>
                  </a:lnTo>
                  <a:lnTo>
                    <a:pt x="215842" y="5816"/>
                  </a:lnTo>
                  <a:lnTo>
                    <a:pt x="210756" y="4355"/>
                  </a:lnTo>
                  <a:lnTo>
                    <a:pt x="205626" y="3056"/>
                  </a:lnTo>
                  <a:lnTo>
                    <a:pt x="200458" y="1919"/>
                  </a:lnTo>
                  <a:lnTo>
                    <a:pt x="195256" y="947"/>
                  </a:lnTo>
                  <a:lnTo>
                    <a:pt x="190026" y="140"/>
                  </a:lnTo>
                  <a:lnTo>
                    <a:pt x="167148" y="1657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22878" cy="167167"/>
            </a:xfrm>
            <a:custGeom>
              <a:avLst/>
              <a:pathLst>
                <a:path w="22878" h="167167">
                  <a:moveTo>
                    <a:pt x="22878" y="1573"/>
                  </a:moveTo>
                  <a:lnTo>
                    <a:pt x="15279" y="699"/>
                  </a:lnTo>
                  <a:lnTo>
                    <a:pt x="7647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584" y="2633064"/>
              <a:ext cx="4164" cy="167167"/>
            </a:xfrm>
            <a:custGeom>
              <a:avLst/>
              <a:pathLst>
                <a:path w="4164" h="167167">
                  <a:moveTo>
                    <a:pt x="4164" y="0"/>
                  </a:moveTo>
                  <a:lnTo>
                    <a:pt x="0" y="51"/>
                  </a:lnTo>
                  <a:lnTo>
                    <a:pt x="416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584" y="2633116"/>
              <a:ext cx="4164" cy="167115"/>
            </a:xfrm>
            <a:custGeom>
              <a:avLst/>
              <a:pathLst>
                <a:path w="4164" h="167115">
                  <a:moveTo>
                    <a:pt x="0" y="0"/>
                  </a:moveTo>
                  <a:lnTo>
                    <a:pt x="4164" y="167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1" y="2633116"/>
              <a:ext cx="334320" cy="334274"/>
            </a:xfrm>
            <a:custGeom>
              <a:avLst/>
              <a:pathLst>
                <a:path w="334320" h="334274">
                  <a:moveTo>
                    <a:pt x="163002" y="0"/>
                  </a:moveTo>
                  <a:lnTo>
                    <a:pt x="157727" y="214"/>
                  </a:lnTo>
                  <a:lnTo>
                    <a:pt x="152461" y="596"/>
                  </a:lnTo>
                  <a:lnTo>
                    <a:pt x="147210" y="1143"/>
                  </a:lnTo>
                  <a:lnTo>
                    <a:pt x="141979" y="1856"/>
                  </a:lnTo>
                  <a:lnTo>
                    <a:pt x="136773" y="2734"/>
                  </a:lnTo>
                  <a:lnTo>
                    <a:pt x="131597" y="3776"/>
                  </a:lnTo>
                  <a:lnTo>
                    <a:pt x="126457" y="4980"/>
                  </a:lnTo>
                  <a:lnTo>
                    <a:pt x="121357" y="6347"/>
                  </a:lnTo>
                  <a:lnTo>
                    <a:pt x="116303" y="7874"/>
                  </a:lnTo>
                  <a:lnTo>
                    <a:pt x="111300" y="9559"/>
                  </a:lnTo>
                  <a:lnTo>
                    <a:pt x="106352" y="11402"/>
                  </a:lnTo>
                  <a:lnTo>
                    <a:pt x="101466" y="13400"/>
                  </a:lnTo>
                  <a:lnTo>
                    <a:pt x="96644" y="15551"/>
                  </a:lnTo>
                  <a:lnTo>
                    <a:pt x="91893" y="17854"/>
                  </a:lnTo>
                  <a:lnTo>
                    <a:pt x="87217" y="20305"/>
                  </a:lnTo>
                  <a:lnTo>
                    <a:pt x="82621" y="22903"/>
                  </a:lnTo>
                  <a:lnTo>
                    <a:pt x="78109" y="25645"/>
                  </a:lnTo>
                  <a:lnTo>
                    <a:pt x="73686" y="28528"/>
                  </a:lnTo>
                  <a:lnTo>
                    <a:pt x="69357" y="31549"/>
                  </a:lnTo>
                  <a:lnTo>
                    <a:pt x="65124" y="34705"/>
                  </a:lnTo>
                  <a:lnTo>
                    <a:pt x="60994" y="37994"/>
                  </a:lnTo>
                  <a:lnTo>
                    <a:pt x="56969" y="41411"/>
                  </a:lnTo>
                  <a:lnTo>
                    <a:pt x="53055" y="44954"/>
                  </a:lnTo>
                  <a:lnTo>
                    <a:pt x="49254" y="48618"/>
                  </a:lnTo>
                  <a:lnTo>
                    <a:pt x="45571" y="52401"/>
                  </a:lnTo>
                  <a:lnTo>
                    <a:pt x="42009" y="56298"/>
                  </a:lnTo>
                  <a:lnTo>
                    <a:pt x="38572" y="60305"/>
                  </a:lnTo>
                  <a:lnTo>
                    <a:pt x="35263" y="64419"/>
                  </a:lnTo>
                  <a:lnTo>
                    <a:pt x="32086" y="68636"/>
                  </a:lnTo>
                  <a:lnTo>
                    <a:pt x="29044" y="72951"/>
                  </a:lnTo>
                  <a:lnTo>
                    <a:pt x="26139" y="77359"/>
                  </a:lnTo>
                  <a:lnTo>
                    <a:pt x="23375" y="81858"/>
                  </a:lnTo>
                  <a:lnTo>
                    <a:pt x="20754" y="86441"/>
                  </a:lnTo>
                  <a:lnTo>
                    <a:pt x="18280" y="91105"/>
                  </a:lnTo>
                  <a:lnTo>
                    <a:pt x="15954" y="95844"/>
                  </a:lnTo>
                  <a:lnTo>
                    <a:pt x="13778" y="100655"/>
                  </a:lnTo>
                  <a:lnTo>
                    <a:pt x="11756" y="105532"/>
                  </a:lnTo>
                  <a:lnTo>
                    <a:pt x="9889" y="110470"/>
                  </a:lnTo>
                  <a:lnTo>
                    <a:pt x="8179" y="115465"/>
                  </a:lnTo>
                  <a:lnTo>
                    <a:pt x="6627" y="120511"/>
                  </a:lnTo>
                  <a:lnTo>
                    <a:pt x="5235" y="125604"/>
                  </a:lnTo>
                  <a:lnTo>
                    <a:pt x="4005" y="130738"/>
                  </a:lnTo>
                  <a:lnTo>
                    <a:pt x="2938" y="135909"/>
                  </a:lnTo>
                  <a:lnTo>
                    <a:pt x="2034" y="141111"/>
                  </a:lnTo>
                  <a:lnTo>
                    <a:pt x="1295" y="146338"/>
                  </a:lnTo>
                  <a:lnTo>
                    <a:pt x="722" y="151587"/>
                  </a:lnTo>
                  <a:lnTo>
                    <a:pt x="315" y="156850"/>
                  </a:lnTo>
                  <a:lnTo>
                    <a:pt x="74" y="162125"/>
                  </a:lnTo>
                  <a:lnTo>
                    <a:pt x="0" y="167404"/>
                  </a:lnTo>
                  <a:lnTo>
                    <a:pt x="92" y="172682"/>
                  </a:lnTo>
                  <a:lnTo>
                    <a:pt x="351" y="177956"/>
                  </a:lnTo>
                  <a:lnTo>
                    <a:pt x="777" y="183218"/>
                  </a:lnTo>
                  <a:lnTo>
                    <a:pt x="1368" y="188464"/>
                  </a:lnTo>
                  <a:lnTo>
                    <a:pt x="2125" y="193689"/>
                  </a:lnTo>
                  <a:lnTo>
                    <a:pt x="3046" y="198888"/>
                  </a:lnTo>
                  <a:lnTo>
                    <a:pt x="4132" y="204055"/>
                  </a:lnTo>
                  <a:lnTo>
                    <a:pt x="5379" y="209185"/>
                  </a:lnTo>
                  <a:lnTo>
                    <a:pt x="6789" y="214273"/>
                  </a:lnTo>
                  <a:lnTo>
                    <a:pt x="8358" y="219314"/>
                  </a:lnTo>
                  <a:lnTo>
                    <a:pt x="10085" y="224303"/>
                  </a:lnTo>
                  <a:lnTo>
                    <a:pt x="11970" y="229235"/>
                  </a:lnTo>
                  <a:lnTo>
                    <a:pt x="14009" y="234104"/>
                  </a:lnTo>
                  <a:lnTo>
                    <a:pt x="16201" y="238908"/>
                  </a:lnTo>
                  <a:lnTo>
                    <a:pt x="18543" y="243639"/>
                  </a:lnTo>
                  <a:lnTo>
                    <a:pt x="21034" y="248294"/>
                  </a:lnTo>
                  <a:lnTo>
                    <a:pt x="23670" y="252868"/>
                  </a:lnTo>
                  <a:lnTo>
                    <a:pt x="26449" y="257357"/>
                  </a:lnTo>
                  <a:lnTo>
                    <a:pt x="29369" y="261756"/>
                  </a:lnTo>
                  <a:lnTo>
                    <a:pt x="32427" y="266060"/>
                  </a:lnTo>
                  <a:lnTo>
                    <a:pt x="35618" y="270266"/>
                  </a:lnTo>
                  <a:lnTo>
                    <a:pt x="38941" y="274368"/>
                  </a:lnTo>
                  <a:lnTo>
                    <a:pt x="42392" y="278364"/>
                  </a:lnTo>
                  <a:lnTo>
                    <a:pt x="45968" y="282249"/>
                  </a:lnTo>
                  <a:lnTo>
                    <a:pt x="49664" y="286018"/>
                  </a:lnTo>
                  <a:lnTo>
                    <a:pt x="53477" y="289670"/>
                  </a:lnTo>
                  <a:lnTo>
                    <a:pt x="57404" y="293199"/>
                  </a:lnTo>
                  <a:lnTo>
                    <a:pt x="61440" y="296602"/>
                  </a:lnTo>
                  <a:lnTo>
                    <a:pt x="65582" y="299876"/>
                  </a:lnTo>
                  <a:lnTo>
                    <a:pt x="69825" y="303018"/>
                  </a:lnTo>
                  <a:lnTo>
                    <a:pt x="74165" y="306024"/>
                  </a:lnTo>
                  <a:lnTo>
                    <a:pt x="78598" y="308892"/>
                  </a:lnTo>
                  <a:lnTo>
                    <a:pt x="83119" y="311618"/>
                  </a:lnTo>
                  <a:lnTo>
                    <a:pt x="87725" y="314200"/>
                  </a:lnTo>
                  <a:lnTo>
                    <a:pt x="92409" y="316635"/>
                  </a:lnTo>
                  <a:lnTo>
                    <a:pt x="97168" y="318921"/>
                  </a:lnTo>
                  <a:lnTo>
                    <a:pt x="101997" y="321056"/>
                  </a:lnTo>
                  <a:lnTo>
                    <a:pt x="106890" y="323037"/>
                  </a:lnTo>
                  <a:lnTo>
                    <a:pt x="111844" y="324863"/>
                  </a:lnTo>
                  <a:lnTo>
                    <a:pt x="116853" y="326531"/>
                  </a:lnTo>
                  <a:lnTo>
                    <a:pt x="121913" y="328041"/>
                  </a:lnTo>
                  <a:lnTo>
                    <a:pt x="127017" y="329389"/>
                  </a:lnTo>
                  <a:lnTo>
                    <a:pt x="132161" y="330576"/>
                  </a:lnTo>
                  <a:lnTo>
                    <a:pt x="137341" y="331600"/>
                  </a:lnTo>
                  <a:lnTo>
                    <a:pt x="142550" y="332460"/>
                  </a:lnTo>
                  <a:lnTo>
                    <a:pt x="147783" y="333155"/>
                  </a:lnTo>
                  <a:lnTo>
                    <a:pt x="153036" y="333684"/>
                  </a:lnTo>
                  <a:lnTo>
                    <a:pt x="158303" y="334047"/>
                  </a:lnTo>
                  <a:lnTo>
                    <a:pt x="163579" y="334244"/>
                  </a:lnTo>
                  <a:lnTo>
                    <a:pt x="168859" y="334274"/>
                  </a:lnTo>
                  <a:lnTo>
                    <a:pt x="174137" y="334137"/>
                  </a:lnTo>
                  <a:lnTo>
                    <a:pt x="179407" y="333834"/>
                  </a:lnTo>
                  <a:lnTo>
                    <a:pt x="184666" y="333364"/>
                  </a:lnTo>
                  <a:lnTo>
                    <a:pt x="189907" y="332729"/>
                  </a:lnTo>
                  <a:lnTo>
                    <a:pt x="195126" y="331928"/>
                  </a:lnTo>
                  <a:lnTo>
                    <a:pt x="200316" y="330963"/>
                  </a:lnTo>
                  <a:lnTo>
                    <a:pt x="205474" y="329834"/>
                  </a:lnTo>
                  <a:lnTo>
                    <a:pt x="210593" y="328543"/>
                  </a:lnTo>
                  <a:lnTo>
                    <a:pt x="215669" y="327091"/>
                  </a:lnTo>
                  <a:lnTo>
                    <a:pt x="220697" y="325480"/>
                  </a:lnTo>
                  <a:lnTo>
                    <a:pt x="225671" y="323711"/>
                  </a:lnTo>
                  <a:lnTo>
                    <a:pt x="230587" y="321785"/>
                  </a:lnTo>
                  <a:lnTo>
                    <a:pt x="235440" y="319705"/>
                  </a:lnTo>
                  <a:lnTo>
                    <a:pt x="240224" y="317473"/>
                  </a:lnTo>
                  <a:lnTo>
                    <a:pt x="244936" y="315091"/>
                  </a:lnTo>
                  <a:lnTo>
                    <a:pt x="249570" y="312561"/>
                  </a:lnTo>
                  <a:lnTo>
                    <a:pt x="254122" y="309887"/>
                  </a:lnTo>
                  <a:lnTo>
                    <a:pt x="258587" y="307070"/>
                  </a:lnTo>
                  <a:lnTo>
                    <a:pt x="262961" y="304113"/>
                  </a:lnTo>
                  <a:lnTo>
                    <a:pt x="267239" y="301019"/>
                  </a:lnTo>
                  <a:lnTo>
                    <a:pt x="271418" y="297793"/>
                  </a:lnTo>
                  <a:lnTo>
                    <a:pt x="275493" y="294435"/>
                  </a:lnTo>
                  <a:lnTo>
                    <a:pt x="279459" y="290951"/>
                  </a:lnTo>
                  <a:lnTo>
                    <a:pt x="283314" y="287343"/>
                  </a:lnTo>
                  <a:lnTo>
                    <a:pt x="287053" y="283615"/>
                  </a:lnTo>
                  <a:lnTo>
                    <a:pt x="290672" y="279772"/>
                  </a:lnTo>
                  <a:lnTo>
                    <a:pt x="294168" y="275815"/>
                  </a:lnTo>
                  <a:lnTo>
                    <a:pt x="297537" y="271751"/>
                  </a:lnTo>
                  <a:lnTo>
                    <a:pt x="300776" y="267581"/>
                  </a:lnTo>
                  <a:lnTo>
                    <a:pt x="303882" y="263312"/>
                  </a:lnTo>
                  <a:lnTo>
                    <a:pt x="306852" y="258947"/>
                  </a:lnTo>
                  <a:lnTo>
                    <a:pt x="309682" y="254490"/>
                  </a:lnTo>
                  <a:lnTo>
                    <a:pt x="312370" y="249946"/>
                  </a:lnTo>
                  <a:lnTo>
                    <a:pt x="314913" y="245319"/>
                  </a:lnTo>
                  <a:lnTo>
                    <a:pt x="317309" y="240615"/>
                  </a:lnTo>
                  <a:lnTo>
                    <a:pt x="319555" y="235837"/>
                  </a:lnTo>
                  <a:lnTo>
                    <a:pt x="321649" y="230990"/>
                  </a:lnTo>
                  <a:lnTo>
                    <a:pt x="323589" y="226080"/>
                  </a:lnTo>
                  <a:lnTo>
                    <a:pt x="325373" y="221111"/>
                  </a:lnTo>
                  <a:lnTo>
                    <a:pt x="327000" y="216088"/>
                  </a:lnTo>
                  <a:lnTo>
                    <a:pt x="328466" y="211016"/>
                  </a:lnTo>
                  <a:lnTo>
                    <a:pt x="329772" y="205901"/>
                  </a:lnTo>
                  <a:lnTo>
                    <a:pt x="330916" y="200747"/>
                  </a:lnTo>
                  <a:lnTo>
                    <a:pt x="331896" y="195559"/>
                  </a:lnTo>
                  <a:lnTo>
                    <a:pt x="332713" y="190343"/>
                  </a:lnTo>
                  <a:lnTo>
                    <a:pt x="333363" y="185104"/>
                  </a:lnTo>
                  <a:lnTo>
                    <a:pt x="333849" y="179846"/>
                  </a:lnTo>
                  <a:lnTo>
                    <a:pt x="334168" y="174576"/>
                  </a:lnTo>
                  <a:lnTo>
                    <a:pt x="334320" y="169299"/>
                  </a:lnTo>
                  <a:lnTo>
                    <a:pt x="334305" y="164019"/>
                  </a:lnTo>
                  <a:lnTo>
                    <a:pt x="334124" y="158743"/>
                  </a:lnTo>
                  <a:lnTo>
                    <a:pt x="333777" y="153475"/>
                  </a:lnTo>
                  <a:lnTo>
                    <a:pt x="333263" y="148220"/>
                  </a:lnTo>
                  <a:lnTo>
                    <a:pt x="332583" y="142985"/>
                  </a:lnTo>
                  <a:lnTo>
                    <a:pt x="331739" y="137773"/>
                  </a:lnTo>
                  <a:lnTo>
                    <a:pt x="330730" y="132591"/>
                  </a:lnTo>
                  <a:lnTo>
                    <a:pt x="329558" y="127443"/>
                  </a:lnTo>
                  <a:lnTo>
                    <a:pt x="328225" y="122335"/>
                  </a:lnTo>
                  <a:lnTo>
                    <a:pt x="326730" y="117271"/>
                  </a:lnTo>
                  <a:lnTo>
                    <a:pt x="325077" y="112257"/>
                  </a:lnTo>
                  <a:lnTo>
                    <a:pt x="323266" y="107298"/>
                  </a:lnTo>
                  <a:lnTo>
                    <a:pt x="321299" y="102398"/>
                  </a:lnTo>
                  <a:lnTo>
                    <a:pt x="319178" y="97563"/>
                  </a:lnTo>
                  <a:lnTo>
                    <a:pt x="316906" y="92798"/>
                  </a:lnTo>
                  <a:lnTo>
                    <a:pt x="314485" y="88106"/>
                  </a:lnTo>
                  <a:lnTo>
                    <a:pt x="311916" y="83493"/>
                  </a:lnTo>
                  <a:lnTo>
                    <a:pt x="309203" y="78964"/>
                  </a:lnTo>
                  <a:lnTo>
                    <a:pt x="306349" y="74523"/>
                  </a:lnTo>
                  <a:lnTo>
                    <a:pt x="303355" y="70174"/>
                  </a:lnTo>
                  <a:lnTo>
                    <a:pt x="300226" y="65922"/>
                  </a:lnTo>
                  <a:lnTo>
                    <a:pt x="296964" y="61770"/>
                  </a:lnTo>
                  <a:lnTo>
                    <a:pt x="293573" y="57724"/>
                  </a:lnTo>
                  <a:lnTo>
                    <a:pt x="290055" y="53787"/>
                  </a:lnTo>
                  <a:lnTo>
                    <a:pt x="286415" y="49963"/>
                  </a:lnTo>
                  <a:lnTo>
                    <a:pt x="282656" y="46255"/>
                  </a:lnTo>
                  <a:lnTo>
                    <a:pt x="278782" y="42669"/>
                  </a:lnTo>
                  <a:lnTo>
                    <a:pt x="274797" y="39206"/>
                  </a:lnTo>
                  <a:lnTo>
                    <a:pt x="270704" y="35871"/>
                  </a:lnTo>
                  <a:lnTo>
                    <a:pt x="266508" y="32667"/>
                  </a:lnTo>
                  <a:lnTo>
                    <a:pt x="262212" y="29597"/>
                  </a:lnTo>
                  <a:lnTo>
                    <a:pt x="257822" y="26664"/>
                  </a:lnTo>
                  <a:lnTo>
                    <a:pt x="253342" y="23871"/>
                  </a:lnTo>
                  <a:lnTo>
                    <a:pt x="248776" y="21221"/>
                  </a:lnTo>
                  <a:lnTo>
                    <a:pt x="244128" y="18717"/>
                  </a:lnTo>
                  <a:lnTo>
                    <a:pt x="239403" y="16361"/>
                  </a:lnTo>
                  <a:lnTo>
                    <a:pt x="234606" y="14155"/>
                  </a:lnTo>
                  <a:lnTo>
                    <a:pt x="229743" y="12101"/>
                  </a:lnTo>
                  <a:lnTo>
                    <a:pt x="224816" y="10203"/>
                  </a:lnTo>
                  <a:lnTo>
                    <a:pt x="219832" y="8460"/>
                  </a:lnTo>
                  <a:lnTo>
                    <a:pt x="214796" y="6877"/>
                  </a:lnTo>
                  <a:lnTo>
                    <a:pt x="167167" y="167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47629" cy="167167"/>
            </a:xfrm>
            <a:custGeom>
              <a:avLst/>
              <a:pathLst>
                <a:path w="47629" h="167167">
                  <a:moveTo>
                    <a:pt x="47629" y="6928"/>
                  </a:moveTo>
                  <a:lnTo>
                    <a:pt x="41812" y="5313"/>
                  </a:lnTo>
                  <a:lnTo>
                    <a:pt x="35941" y="3909"/>
                  </a:lnTo>
                  <a:lnTo>
                    <a:pt x="30022" y="2718"/>
                  </a:lnTo>
                  <a:lnTo>
                    <a:pt x="24065" y="1741"/>
                  </a:lnTo>
                  <a:lnTo>
                    <a:pt x="18076" y="980"/>
                  </a:lnTo>
                  <a:lnTo>
                    <a:pt x="12064" y="435"/>
                  </a:lnTo>
                  <a:lnTo>
                    <a:pt x="603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6996" y="3170392"/>
              <a:ext cx="18984" cy="167167"/>
            </a:xfrm>
            <a:custGeom>
              <a:avLst/>
              <a:pathLst>
                <a:path w="18984" h="167167">
                  <a:moveTo>
                    <a:pt x="18984" y="0"/>
                  </a:moveTo>
                  <a:lnTo>
                    <a:pt x="9476" y="270"/>
                  </a:lnTo>
                  <a:lnTo>
                    <a:pt x="0" y="1081"/>
                  </a:lnTo>
                  <a:lnTo>
                    <a:pt x="1898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6996" y="3171474"/>
              <a:ext cx="18984" cy="166085"/>
            </a:xfrm>
            <a:custGeom>
              <a:avLst/>
              <a:pathLst>
                <a:path w="18984" h="166085">
                  <a:moveTo>
                    <a:pt x="0" y="0"/>
                  </a:moveTo>
                  <a:lnTo>
                    <a:pt x="18984" y="166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13" y="3171474"/>
              <a:ext cx="334334" cy="333235"/>
            </a:xfrm>
            <a:custGeom>
              <a:avLst/>
              <a:pathLst>
                <a:path w="334334" h="333235">
                  <a:moveTo>
                    <a:pt x="148182" y="0"/>
                  </a:moveTo>
                  <a:lnTo>
                    <a:pt x="142925" y="685"/>
                  </a:lnTo>
                  <a:lnTo>
                    <a:pt x="137692" y="1537"/>
                  </a:lnTo>
                  <a:lnTo>
                    <a:pt x="132489" y="2554"/>
                  </a:lnTo>
                  <a:lnTo>
                    <a:pt x="127320" y="3736"/>
                  </a:lnTo>
                  <a:lnTo>
                    <a:pt x="122192" y="5082"/>
                  </a:lnTo>
                  <a:lnTo>
                    <a:pt x="117109" y="6589"/>
                  </a:lnTo>
                  <a:lnTo>
                    <a:pt x="112077" y="8256"/>
                  </a:lnTo>
                  <a:lnTo>
                    <a:pt x="107099" y="10083"/>
                  </a:lnTo>
                  <a:lnTo>
                    <a:pt x="102182" y="12066"/>
                  </a:lnTo>
                  <a:lnTo>
                    <a:pt x="97331" y="14204"/>
                  </a:lnTo>
                  <a:lnTo>
                    <a:pt x="92550" y="16495"/>
                  </a:lnTo>
                  <a:lnTo>
                    <a:pt x="87844" y="18936"/>
                  </a:lnTo>
                  <a:lnTo>
                    <a:pt x="83217" y="21526"/>
                  </a:lnTo>
                  <a:lnTo>
                    <a:pt x="78675" y="24261"/>
                  </a:lnTo>
                  <a:lnTo>
                    <a:pt x="74223" y="27138"/>
                  </a:lnTo>
                  <a:lnTo>
                    <a:pt x="69863" y="30155"/>
                  </a:lnTo>
                  <a:lnTo>
                    <a:pt x="65602" y="33309"/>
                  </a:lnTo>
                  <a:lnTo>
                    <a:pt x="61442" y="36597"/>
                  </a:lnTo>
                  <a:lnTo>
                    <a:pt x="57389" y="40015"/>
                  </a:lnTo>
                  <a:lnTo>
                    <a:pt x="53446" y="43559"/>
                  </a:lnTo>
                  <a:lnTo>
                    <a:pt x="49618" y="47227"/>
                  </a:lnTo>
                  <a:lnTo>
                    <a:pt x="45908" y="51014"/>
                  </a:lnTo>
                  <a:lnTo>
                    <a:pt x="42320" y="54917"/>
                  </a:lnTo>
                  <a:lnTo>
                    <a:pt x="38858" y="58932"/>
                  </a:lnTo>
                  <a:lnTo>
                    <a:pt x="35524" y="63055"/>
                  </a:lnTo>
                  <a:lnTo>
                    <a:pt x="32323" y="67281"/>
                  </a:lnTo>
                  <a:lnTo>
                    <a:pt x="29258" y="71607"/>
                  </a:lnTo>
                  <a:lnTo>
                    <a:pt x="26331" y="76028"/>
                  </a:lnTo>
                  <a:lnTo>
                    <a:pt x="23546" y="80539"/>
                  </a:lnTo>
                  <a:lnTo>
                    <a:pt x="20906" y="85137"/>
                  </a:lnTo>
                  <a:lnTo>
                    <a:pt x="18412" y="89815"/>
                  </a:lnTo>
                  <a:lnTo>
                    <a:pt x="16069" y="94571"/>
                  </a:lnTo>
                  <a:lnTo>
                    <a:pt x="13877" y="99398"/>
                  </a:lnTo>
                  <a:lnTo>
                    <a:pt x="11839" y="104293"/>
                  </a:lnTo>
                  <a:lnTo>
                    <a:pt x="9958" y="109249"/>
                  </a:lnTo>
                  <a:lnTo>
                    <a:pt x="8234" y="114263"/>
                  </a:lnTo>
                  <a:lnTo>
                    <a:pt x="6671" y="119329"/>
                  </a:lnTo>
                  <a:lnTo>
                    <a:pt x="5269" y="124442"/>
                  </a:lnTo>
                  <a:lnTo>
                    <a:pt x="4030" y="129597"/>
                  </a:lnTo>
                  <a:lnTo>
                    <a:pt x="2955" y="134789"/>
                  </a:lnTo>
                  <a:lnTo>
                    <a:pt x="2045" y="140012"/>
                  </a:lnTo>
                  <a:lnTo>
                    <a:pt x="1301" y="145261"/>
                  </a:lnTo>
                  <a:lnTo>
                    <a:pt x="724" y="150531"/>
                  </a:lnTo>
                  <a:lnTo>
                    <a:pt x="315" y="155817"/>
                  </a:lnTo>
                  <a:lnTo>
                    <a:pt x="73" y="161113"/>
                  </a:lnTo>
                  <a:lnTo>
                    <a:pt x="0" y="166415"/>
                  </a:lnTo>
                  <a:lnTo>
                    <a:pt x="94" y="171716"/>
                  </a:lnTo>
                  <a:lnTo>
                    <a:pt x="357" y="177011"/>
                  </a:lnTo>
                  <a:lnTo>
                    <a:pt x="787" y="182295"/>
                  </a:lnTo>
                  <a:lnTo>
                    <a:pt x="1385" y="187563"/>
                  </a:lnTo>
                  <a:lnTo>
                    <a:pt x="2149" y="192809"/>
                  </a:lnTo>
                  <a:lnTo>
                    <a:pt x="3080" y="198029"/>
                  </a:lnTo>
                  <a:lnTo>
                    <a:pt x="4175" y="203216"/>
                  </a:lnTo>
                  <a:lnTo>
                    <a:pt x="5434" y="208366"/>
                  </a:lnTo>
                  <a:lnTo>
                    <a:pt x="6856" y="213473"/>
                  </a:lnTo>
                  <a:lnTo>
                    <a:pt x="8440" y="218533"/>
                  </a:lnTo>
                  <a:lnTo>
                    <a:pt x="10183" y="223540"/>
                  </a:lnTo>
                  <a:lnTo>
                    <a:pt x="12084" y="228489"/>
                  </a:lnTo>
                  <a:lnTo>
                    <a:pt x="14141" y="233376"/>
                  </a:lnTo>
                  <a:lnTo>
                    <a:pt x="16351" y="238195"/>
                  </a:lnTo>
                  <a:lnTo>
                    <a:pt x="18714" y="242941"/>
                  </a:lnTo>
                  <a:lnTo>
                    <a:pt x="21226" y="247610"/>
                  </a:lnTo>
                  <a:lnTo>
                    <a:pt x="23884" y="252197"/>
                  </a:lnTo>
                  <a:lnTo>
                    <a:pt x="26687" y="256697"/>
                  </a:lnTo>
                  <a:lnTo>
                    <a:pt x="29631" y="261106"/>
                  </a:lnTo>
                  <a:lnTo>
                    <a:pt x="32714" y="265420"/>
                  </a:lnTo>
                  <a:lnTo>
                    <a:pt x="35931" y="269634"/>
                  </a:lnTo>
                  <a:lnTo>
                    <a:pt x="39281" y="273743"/>
                  </a:lnTo>
                  <a:lnTo>
                    <a:pt x="42759" y="277744"/>
                  </a:lnTo>
                  <a:lnTo>
                    <a:pt x="46362" y="281633"/>
                  </a:lnTo>
                  <a:lnTo>
                    <a:pt x="50087" y="285406"/>
                  </a:lnTo>
                  <a:lnTo>
                    <a:pt x="53930" y="289059"/>
                  </a:lnTo>
                  <a:lnTo>
                    <a:pt x="57887" y="292588"/>
                  </a:lnTo>
                  <a:lnTo>
                    <a:pt x="61953" y="295989"/>
                  </a:lnTo>
                  <a:lnTo>
                    <a:pt x="66125" y="299261"/>
                  </a:lnTo>
                  <a:lnTo>
                    <a:pt x="70399" y="302398"/>
                  </a:lnTo>
                  <a:lnTo>
                    <a:pt x="74771" y="305398"/>
                  </a:lnTo>
                  <a:lnTo>
                    <a:pt x="79235" y="308258"/>
                  </a:lnTo>
                  <a:lnTo>
                    <a:pt x="83787" y="310975"/>
                  </a:lnTo>
                  <a:lnTo>
                    <a:pt x="88424" y="313546"/>
                  </a:lnTo>
                  <a:lnTo>
                    <a:pt x="93140" y="315969"/>
                  </a:lnTo>
                  <a:lnTo>
                    <a:pt x="97930" y="318241"/>
                  </a:lnTo>
                  <a:lnTo>
                    <a:pt x="102790" y="320360"/>
                  </a:lnTo>
                  <a:lnTo>
                    <a:pt x="107714" y="322324"/>
                  </a:lnTo>
                  <a:lnTo>
                    <a:pt x="112699" y="324130"/>
                  </a:lnTo>
                  <a:lnTo>
                    <a:pt x="117738" y="325778"/>
                  </a:lnTo>
                  <a:lnTo>
                    <a:pt x="122827" y="327265"/>
                  </a:lnTo>
                  <a:lnTo>
                    <a:pt x="127960" y="328590"/>
                  </a:lnTo>
                  <a:lnTo>
                    <a:pt x="133133" y="329752"/>
                  </a:lnTo>
                  <a:lnTo>
                    <a:pt x="138340" y="330749"/>
                  </a:lnTo>
                  <a:lnTo>
                    <a:pt x="143576" y="331580"/>
                  </a:lnTo>
                  <a:lnTo>
                    <a:pt x="148836" y="332245"/>
                  </a:lnTo>
                  <a:lnTo>
                    <a:pt x="154115" y="332743"/>
                  </a:lnTo>
                  <a:lnTo>
                    <a:pt x="159406" y="333073"/>
                  </a:lnTo>
                  <a:lnTo>
                    <a:pt x="164705" y="333235"/>
                  </a:lnTo>
                  <a:lnTo>
                    <a:pt x="170007" y="333229"/>
                  </a:lnTo>
                  <a:lnTo>
                    <a:pt x="175306" y="333055"/>
                  </a:lnTo>
                  <a:lnTo>
                    <a:pt x="180597" y="332713"/>
                  </a:lnTo>
                  <a:lnTo>
                    <a:pt x="185874" y="332203"/>
                  </a:lnTo>
                  <a:lnTo>
                    <a:pt x="191132" y="331526"/>
                  </a:lnTo>
                  <a:lnTo>
                    <a:pt x="196366" y="330683"/>
                  </a:lnTo>
                  <a:lnTo>
                    <a:pt x="201571" y="329674"/>
                  </a:lnTo>
                  <a:lnTo>
                    <a:pt x="206741" y="328501"/>
                  </a:lnTo>
                  <a:lnTo>
                    <a:pt x="211872" y="327164"/>
                  </a:lnTo>
                  <a:lnTo>
                    <a:pt x="216957" y="325666"/>
                  </a:lnTo>
                  <a:lnTo>
                    <a:pt x="221993" y="324006"/>
                  </a:lnTo>
                  <a:lnTo>
                    <a:pt x="226973" y="322188"/>
                  </a:lnTo>
                  <a:lnTo>
                    <a:pt x="231893" y="320213"/>
                  </a:lnTo>
                  <a:lnTo>
                    <a:pt x="236748" y="318083"/>
                  </a:lnTo>
                  <a:lnTo>
                    <a:pt x="241533" y="315800"/>
                  </a:lnTo>
                  <a:lnTo>
                    <a:pt x="246243" y="313367"/>
                  </a:lnTo>
                  <a:lnTo>
                    <a:pt x="250874" y="310785"/>
                  </a:lnTo>
                  <a:lnTo>
                    <a:pt x="255421" y="308058"/>
                  </a:lnTo>
                  <a:lnTo>
                    <a:pt x="259878" y="305188"/>
                  </a:lnTo>
                  <a:lnTo>
                    <a:pt x="264243" y="302178"/>
                  </a:lnTo>
                  <a:lnTo>
                    <a:pt x="268510" y="299031"/>
                  </a:lnTo>
                  <a:lnTo>
                    <a:pt x="272674" y="295751"/>
                  </a:lnTo>
                  <a:lnTo>
                    <a:pt x="276733" y="292340"/>
                  </a:lnTo>
                  <a:lnTo>
                    <a:pt x="280682" y="288802"/>
                  </a:lnTo>
                  <a:lnTo>
                    <a:pt x="284516" y="285140"/>
                  </a:lnTo>
                  <a:lnTo>
                    <a:pt x="288232" y="281359"/>
                  </a:lnTo>
                  <a:lnTo>
                    <a:pt x="291827" y="277462"/>
                  </a:lnTo>
                  <a:lnTo>
                    <a:pt x="295296" y="273453"/>
                  </a:lnTo>
                  <a:lnTo>
                    <a:pt x="298636" y="269336"/>
                  </a:lnTo>
                  <a:lnTo>
                    <a:pt x="301845" y="265115"/>
                  </a:lnTo>
                  <a:lnTo>
                    <a:pt x="304917" y="260794"/>
                  </a:lnTo>
                  <a:lnTo>
                    <a:pt x="307851" y="256378"/>
                  </a:lnTo>
                  <a:lnTo>
                    <a:pt x="310644" y="251872"/>
                  </a:lnTo>
                  <a:lnTo>
                    <a:pt x="313292" y="247279"/>
                  </a:lnTo>
                  <a:lnTo>
                    <a:pt x="315793" y="242604"/>
                  </a:lnTo>
                  <a:lnTo>
                    <a:pt x="318145" y="237852"/>
                  </a:lnTo>
                  <a:lnTo>
                    <a:pt x="320345" y="233029"/>
                  </a:lnTo>
                  <a:lnTo>
                    <a:pt x="322391" y="228138"/>
                  </a:lnTo>
                  <a:lnTo>
                    <a:pt x="324280" y="223184"/>
                  </a:lnTo>
                  <a:lnTo>
                    <a:pt x="326012" y="218173"/>
                  </a:lnTo>
                  <a:lnTo>
                    <a:pt x="327584" y="213110"/>
                  </a:lnTo>
                  <a:lnTo>
                    <a:pt x="328994" y="207999"/>
                  </a:lnTo>
                  <a:lnTo>
                    <a:pt x="330242" y="202846"/>
                  </a:lnTo>
                  <a:lnTo>
                    <a:pt x="331326" y="197657"/>
                  </a:lnTo>
                  <a:lnTo>
                    <a:pt x="332244" y="192435"/>
                  </a:lnTo>
                  <a:lnTo>
                    <a:pt x="332997" y="187187"/>
                  </a:lnTo>
                  <a:lnTo>
                    <a:pt x="333583" y="181918"/>
                  </a:lnTo>
                  <a:lnTo>
                    <a:pt x="334001" y="176633"/>
                  </a:lnTo>
                  <a:lnTo>
                    <a:pt x="334252" y="171337"/>
                  </a:lnTo>
                  <a:lnTo>
                    <a:pt x="334334" y="166036"/>
                  </a:lnTo>
                  <a:lnTo>
                    <a:pt x="334248" y="160735"/>
                  </a:lnTo>
                  <a:lnTo>
                    <a:pt x="333995" y="155439"/>
                  </a:lnTo>
                  <a:lnTo>
                    <a:pt x="333573" y="150154"/>
                  </a:lnTo>
                  <a:lnTo>
                    <a:pt x="332984" y="144885"/>
                  </a:lnTo>
                  <a:lnTo>
                    <a:pt x="332229" y="139638"/>
                  </a:lnTo>
                  <a:lnTo>
                    <a:pt x="331307" y="134417"/>
                  </a:lnTo>
                  <a:lnTo>
                    <a:pt x="330220" y="129227"/>
                  </a:lnTo>
                  <a:lnTo>
                    <a:pt x="328969" y="124075"/>
                  </a:lnTo>
                  <a:lnTo>
                    <a:pt x="327556" y="118966"/>
                  </a:lnTo>
                  <a:lnTo>
                    <a:pt x="325981" y="113903"/>
                  </a:lnTo>
                  <a:lnTo>
                    <a:pt x="324246" y="108893"/>
                  </a:lnTo>
                  <a:lnTo>
                    <a:pt x="322354" y="103941"/>
                  </a:lnTo>
                  <a:lnTo>
                    <a:pt x="320305" y="99051"/>
                  </a:lnTo>
                  <a:lnTo>
                    <a:pt x="318102" y="94228"/>
                  </a:lnTo>
                  <a:lnTo>
                    <a:pt x="315748" y="89478"/>
                  </a:lnTo>
                  <a:lnTo>
                    <a:pt x="313244" y="84805"/>
                  </a:lnTo>
                  <a:lnTo>
                    <a:pt x="310593" y="80214"/>
                  </a:lnTo>
                  <a:lnTo>
                    <a:pt x="307797" y="75709"/>
                  </a:lnTo>
                  <a:lnTo>
                    <a:pt x="304861" y="71295"/>
                  </a:lnTo>
                  <a:lnTo>
                    <a:pt x="301786" y="66976"/>
                  </a:lnTo>
                  <a:lnTo>
                    <a:pt x="298575" y="62757"/>
                  </a:lnTo>
                  <a:lnTo>
                    <a:pt x="295232" y="58642"/>
                  </a:lnTo>
                  <a:lnTo>
                    <a:pt x="291761" y="54635"/>
                  </a:lnTo>
                  <a:lnTo>
                    <a:pt x="288164" y="50740"/>
                  </a:lnTo>
                  <a:lnTo>
                    <a:pt x="284445" y="46961"/>
                  </a:lnTo>
                  <a:lnTo>
                    <a:pt x="280609" y="43302"/>
                  </a:lnTo>
                  <a:lnTo>
                    <a:pt x="276658" y="39766"/>
                  </a:lnTo>
                  <a:lnTo>
                    <a:pt x="272597" y="36357"/>
                  </a:lnTo>
                  <a:lnTo>
                    <a:pt x="268430" y="33079"/>
                  </a:lnTo>
                  <a:lnTo>
                    <a:pt x="264162" y="29935"/>
                  </a:lnTo>
                  <a:lnTo>
                    <a:pt x="259795" y="26928"/>
                  </a:lnTo>
                  <a:lnTo>
                    <a:pt x="255336" y="24060"/>
                  </a:lnTo>
                  <a:lnTo>
                    <a:pt x="250788" y="21336"/>
                  </a:lnTo>
                  <a:lnTo>
                    <a:pt x="246156" y="18757"/>
                  </a:lnTo>
                  <a:lnTo>
                    <a:pt x="241444" y="16326"/>
                  </a:lnTo>
                  <a:lnTo>
                    <a:pt x="236658" y="14046"/>
                  </a:lnTo>
                  <a:lnTo>
                    <a:pt x="231801" y="11919"/>
                  </a:lnTo>
                  <a:lnTo>
                    <a:pt x="226880" y="9947"/>
                  </a:lnTo>
                  <a:lnTo>
                    <a:pt x="167167" y="166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59713" cy="167167"/>
            </a:xfrm>
            <a:custGeom>
              <a:avLst/>
              <a:pathLst>
                <a:path w="59713" h="167167">
                  <a:moveTo>
                    <a:pt x="59713" y="11028"/>
                  </a:moveTo>
                  <a:lnTo>
                    <a:pt x="53971" y="8952"/>
                  </a:lnTo>
                  <a:lnTo>
                    <a:pt x="48157" y="7086"/>
                  </a:lnTo>
                  <a:lnTo>
                    <a:pt x="42279" y="5434"/>
                  </a:lnTo>
                  <a:lnTo>
                    <a:pt x="36344" y="3998"/>
                  </a:lnTo>
                  <a:lnTo>
                    <a:pt x="30361" y="2780"/>
                  </a:lnTo>
                  <a:lnTo>
                    <a:pt x="24338" y="1781"/>
                  </a:lnTo>
                  <a:lnTo>
                    <a:pt x="18282" y="1002"/>
                  </a:lnTo>
                  <a:lnTo>
                    <a:pt x="12201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314" y="3707720"/>
              <a:ext cx="4433" cy="167167"/>
            </a:xfrm>
            <a:custGeom>
              <a:avLst/>
              <a:pathLst>
                <a:path w="4433" h="167167">
                  <a:moveTo>
                    <a:pt x="4433" y="0"/>
                  </a:moveTo>
                  <a:lnTo>
                    <a:pt x="0" y="58"/>
                  </a:lnTo>
                  <a:lnTo>
                    <a:pt x="44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314" y="3707779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2" y="3707720"/>
              <a:ext cx="334326" cy="334320"/>
            </a:xfrm>
            <a:custGeom>
              <a:avLst/>
              <a:pathLst>
                <a:path w="334326" h="334320">
                  <a:moveTo>
                    <a:pt x="162732" y="58"/>
                  </a:moveTo>
                  <a:lnTo>
                    <a:pt x="157454" y="282"/>
                  </a:lnTo>
                  <a:lnTo>
                    <a:pt x="152187" y="672"/>
                  </a:lnTo>
                  <a:lnTo>
                    <a:pt x="146934" y="1228"/>
                  </a:lnTo>
                  <a:lnTo>
                    <a:pt x="141702" y="1950"/>
                  </a:lnTo>
                  <a:lnTo>
                    <a:pt x="136495" y="2837"/>
                  </a:lnTo>
                  <a:lnTo>
                    <a:pt x="131318" y="3888"/>
                  </a:lnTo>
                  <a:lnTo>
                    <a:pt x="126178" y="5102"/>
                  </a:lnTo>
                  <a:lnTo>
                    <a:pt x="121078" y="6478"/>
                  </a:lnTo>
                  <a:lnTo>
                    <a:pt x="116025" y="8014"/>
                  </a:lnTo>
                  <a:lnTo>
                    <a:pt x="111022" y="9709"/>
                  </a:lnTo>
                  <a:lnTo>
                    <a:pt x="106075" y="11562"/>
                  </a:lnTo>
                  <a:lnTo>
                    <a:pt x="101190" y="13570"/>
                  </a:lnTo>
                  <a:lnTo>
                    <a:pt x="96370" y="15731"/>
                  </a:lnTo>
                  <a:lnTo>
                    <a:pt x="91621" y="18043"/>
                  </a:lnTo>
                  <a:lnTo>
                    <a:pt x="86948" y="20504"/>
                  </a:lnTo>
                  <a:lnTo>
                    <a:pt x="82354" y="23112"/>
                  </a:lnTo>
                  <a:lnTo>
                    <a:pt x="77845" y="25863"/>
                  </a:lnTo>
                  <a:lnTo>
                    <a:pt x="73426" y="28755"/>
                  </a:lnTo>
                  <a:lnTo>
                    <a:pt x="69100" y="31786"/>
                  </a:lnTo>
                  <a:lnTo>
                    <a:pt x="64871" y="34952"/>
                  </a:lnTo>
                  <a:lnTo>
                    <a:pt x="60745" y="38250"/>
                  </a:lnTo>
                  <a:lnTo>
                    <a:pt x="56726" y="41676"/>
                  </a:lnTo>
                  <a:lnTo>
                    <a:pt x="52816" y="45228"/>
                  </a:lnTo>
                  <a:lnTo>
                    <a:pt x="49021" y="48901"/>
                  </a:lnTo>
                  <a:lnTo>
                    <a:pt x="45343" y="52693"/>
                  </a:lnTo>
                  <a:lnTo>
                    <a:pt x="41788" y="56599"/>
                  </a:lnTo>
                  <a:lnTo>
                    <a:pt x="38357" y="60615"/>
                  </a:lnTo>
                  <a:lnTo>
                    <a:pt x="35055" y="64738"/>
                  </a:lnTo>
                  <a:lnTo>
                    <a:pt x="31885" y="68963"/>
                  </a:lnTo>
                  <a:lnTo>
                    <a:pt x="28850" y="73286"/>
                  </a:lnTo>
                  <a:lnTo>
                    <a:pt x="25953" y="77702"/>
                  </a:lnTo>
                  <a:lnTo>
                    <a:pt x="23197" y="82208"/>
                  </a:lnTo>
                  <a:lnTo>
                    <a:pt x="20585" y="86799"/>
                  </a:lnTo>
                  <a:lnTo>
                    <a:pt x="18119" y="91470"/>
                  </a:lnTo>
                  <a:lnTo>
                    <a:pt x="15802" y="96217"/>
                  </a:lnTo>
                  <a:lnTo>
                    <a:pt x="13636" y="101034"/>
                  </a:lnTo>
                  <a:lnTo>
                    <a:pt x="11623" y="105918"/>
                  </a:lnTo>
                  <a:lnTo>
                    <a:pt x="9766" y="110863"/>
                  </a:lnTo>
                  <a:lnTo>
                    <a:pt x="8065" y="115863"/>
                  </a:lnTo>
                  <a:lnTo>
                    <a:pt x="6524" y="120916"/>
                  </a:lnTo>
                  <a:lnTo>
                    <a:pt x="5143" y="126014"/>
                  </a:lnTo>
                  <a:lnTo>
                    <a:pt x="3924" y="131153"/>
                  </a:lnTo>
                  <a:lnTo>
                    <a:pt x="2867" y="136328"/>
                  </a:lnTo>
                  <a:lnTo>
                    <a:pt x="1975" y="141535"/>
                  </a:lnTo>
                  <a:lnTo>
                    <a:pt x="1248" y="146766"/>
                  </a:lnTo>
                  <a:lnTo>
                    <a:pt x="686" y="152018"/>
                  </a:lnTo>
                  <a:lnTo>
                    <a:pt x="290" y="157285"/>
                  </a:lnTo>
                  <a:lnTo>
                    <a:pt x="62" y="162562"/>
                  </a:lnTo>
                  <a:lnTo>
                    <a:pt x="0" y="167844"/>
                  </a:lnTo>
                  <a:lnTo>
                    <a:pt x="104" y="173125"/>
                  </a:lnTo>
                  <a:lnTo>
                    <a:pt x="376" y="178400"/>
                  </a:lnTo>
                  <a:lnTo>
                    <a:pt x="814" y="183664"/>
                  </a:lnTo>
                  <a:lnTo>
                    <a:pt x="1418" y="188911"/>
                  </a:lnTo>
                  <a:lnTo>
                    <a:pt x="2188" y="194137"/>
                  </a:lnTo>
                  <a:lnTo>
                    <a:pt x="3122" y="199336"/>
                  </a:lnTo>
                  <a:lnTo>
                    <a:pt x="4221" y="204502"/>
                  </a:lnTo>
                  <a:lnTo>
                    <a:pt x="5482" y="209631"/>
                  </a:lnTo>
                  <a:lnTo>
                    <a:pt x="6904" y="214718"/>
                  </a:lnTo>
                  <a:lnTo>
                    <a:pt x="8486" y="219758"/>
                  </a:lnTo>
                  <a:lnTo>
                    <a:pt x="10227" y="224745"/>
                  </a:lnTo>
                  <a:lnTo>
                    <a:pt x="12124" y="229674"/>
                  </a:lnTo>
                  <a:lnTo>
                    <a:pt x="14176" y="234541"/>
                  </a:lnTo>
                  <a:lnTo>
                    <a:pt x="16381" y="239341"/>
                  </a:lnTo>
                  <a:lnTo>
                    <a:pt x="18737" y="244069"/>
                  </a:lnTo>
                  <a:lnTo>
                    <a:pt x="21241" y="248720"/>
                  </a:lnTo>
                  <a:lnTo>
                    <a:pt x="23890" y="253289"/>
                  </a:lnTo>
                  <a:lnTo>
                    <a:pt x="26682" y="257773"/>
                  </a:lnTo>
                  <a:lnTo>
                    <a:pt x="29615" y="262166"/>
                  </a:lnTo>
                  <a:lnTo>
                    <a:pt x="32685" y="266464"/>
                  </a:lnTo>
                  <a:lnTo>
                    <a:pt x="35889" y="270663"/>
                  </a:lnTo>
                  <a:lnTo>
                    <a:pt x="39224" y="274759"/>
                  </a:lnTo>
                  <a:lnTo>
                    <a:pt x="42687" y="278747"/>
                  </a:lnTo>
                  <a:lnTo>
                    <a:pt x="46275" y="282624"/>
                  </a:lnTo>
                  <a:lnTo>
                    <a:pt x="49983" y="286386"/>
                  </a:lnTo>
                  <a:lnTo>
                    <a:pt x="53808" y="290028"/>
                  </a:lnTo>
                  <a:lnTo>
                    <a:pt x="57746" y="293548"/>
                  </a:lnTo>
                  <a:lnTo>
                    <a:pt x="61793" y="296942"/>
                  </a:lnTo>
                  <a:lnTo>
                    <a:pt x="65946" y="300207"/>
                  </a:lnTo>
                  <a:lnTo>
                    <a:pt x="70200" y="303338"/>
                  </a:lnTo>
                  <a:lnTo>
                    <a:pt x="74550" y="306333"/>
                  </a:lnTo>
                  <a:lnTo>
                    <a:pt x="78993" y="309190"/>
                  </a:lnTo>
                  <a:lnTo>
                    <a:pt x="83524" y="311905"/>
                  </a:lnTo>
                  <a:lnTo>
                    <a:pt x="88138" y="314475"/>
                  </a:lnTo>
                  <a:lnTo>
                    <a:pt x="92832" y="316898"/>
                  </a:lnTo>
                  <a:lnTo>
                    <a:pt x="97599" y="319172"/>
                  </a:lnTo>
                  <a:lnTo>
                    <a:pt x="102436" y="321294"/>
                  </a:lnTo>
                  <a:lnTo>
                    <a:pt x="107338" y="323262"/>
                  </a:lnTo>
                  <a:lnTo>
                    <a:pt x="112299" y="325074"/>
                  </a:lnTo>
                  <a:lnTo>
                    <a:pt x="117316" y="326729"/>
                  </a:lnTo>
                  <a:lnTo>
                    <a:pt x="122382" y="328224"/>
                  </a:lnTo>
                  <a:lnTo>
                    <a:pt x="127492" y="329558"/>
                  </a:lnTo>
                  <a:lnTo>
                    <a:pt x="132642" y="330731"/>
                  </a:lnTo>
                  <a:lnTo>
                    <a:pt x="137827" y="331740"/>
                  </a:lnTo>
                  <a:lnTo>
                    <a:pt x="143041" y="332584"/>
                  </a:lnTo>
                  <a:lnTo>
                    <a:pt x="148279" y="333264"/>
                  </a:lnTo>
                  <a:lnTo>
                    <a:pt x="153536" y="333778"/>
                  </a:lnTo>
                  <a:lnTo>
                    <a:pt x="158807" y="334125"/>
                  </a:lnTo>
                  <a:lnTo>
                    <a:pt x="164086" y="334306"/>
                  </a:lnTo>
                  <a:lnTo>
                    <a:pt x="169368" y="334320"/>
                  </a:lnTo>
                  <a:lnTo>
                    <a:pt x="174647" y="334167"/>
                  </a:lnTo>
                  <a:lnTo>
                    <a:pt x="179920" y="333847"/>
                  </a:lnTo>
                  <a:lnTo>
                    <a:pt x="185179" y="333361"/>
                  </a:lnTo>
                  <a:lnTo>
                    <a:pt x="190421" y="332709"/>
                  </a:lnTo>
                  <a:lnTo>
                    <a:pt x="195639" y="331892"/>
                  </a:lnTo>
                  <a:lnTo>
                    <a:pt x="200829" y="330910"/>
                  </a:lnTo>
                  <a:lnTo>
                    <a:pt x="205986" y="329764"/>
                  </a:lnTo>
                  <a:lnTo>
                    <a:pt x="211103" y="328457"/>
                  </a:lnTo>
                  <a:lnTo>
                    <a:pt x="216177" y="326988"/>
                  </a:lnTo>
                  <a:lnTo>
                    <a:pt x="221202" y="325360"/>
                  </a:lnTo>
                  <a:lnTo>
                    <a:pt x="226173" y="323574"/>
                  </a:lnTo>
                  <a:lnTo>
                    <a:pt x="231085" y="321632"/>
                  </a:lnTo>
                  <a:lnTo>
                    <a:pt x="235933" y="319535"/>
                  </a:lnTo>
                  <a:lnTo>
                    <a:pt x="240712" y="317286"/>
                  </a:lnTo>
                  <a:lnTo>
                    <a:pt x="245418" y="314888"/>
                  </a:lnTo>
                  <a:lnTo>
                    <a:pt x="250046" y="312342"/>
                  </a:lnTo>
                  <a:lnTo>
                    <a:pt x="254591" y="309651"/>
                  </a:lnTo>
                  <a:lnTo>
                    <a:pt x="259049" y="306818"/>
                  </a:lnTo>
                  <a:lnTo>
                    <a:pt x="263415" y="303845"/>
                  </a:lnTo>
                  <a:lnTo>
                    <a:pt x="267685" y="300736"/>
                  </a:lnTo>
                  <a:lnTo>
                    <a:pt x="271855" y="297494"/>
                  </a:lnTo>
                  <a:lnTo>
                    <a:pt x="275920" y="294121"/>
                  </a:lnTo>
                  <a:lnTo>
                    <a:pt x="279877" y="290622"/>
                  </a:lnTo>
                  <a:lnTo>
                    <a:pt x="283721" y="286999"/>
                  </a:lnTo>
                  <a:lnTo>
                    <a:pt x="287448" y="283257"/>
                  </a:lnTo>
                  <a:lnTo>
                    <a:pt x="291056" y="279399"/>
                  </a:lnTo>
                  <a:lnTo>
                    <a:pt x="294540" y="275429"/>
                  </a:lnTo>
                  <a:lnTo>
                    <a:pt x="297897" y="271351"/>
                  </a:lnTo>
                  <a:lnTo>
                    <a:pt x="301123" y="267169"/>
                  </a:lnTo>
                  <a:lnTo>
                    <a:pt x="304216" y="262887"/>
                  </a:lnTo>
                  <a:lnTo>
                    <a:pt x="307171" y="258509"/>
                  </a:lnTo>
                  <a:lnTo>
                    <a:pt x="309987" y="254040"/>
                  </a:lnTo>
                  <a:lnTo>
                    <a:pt x="312660" y="249485"/>
                  </a:lnTo>
                  <a:lnTo>
                    <a:pt x="315188" y="244847"/>
                  </a:lnTo>
                  <a:lnTo>
                    <a:pt x="317569" y="240132"/>
                  </a:lnTo>
                  <a:lnTo>
                    <a:pt x="319799" y="235344"/>
                  </a:lnTo>
                  <a:lnTo>
                    <a:pt x="321877" y="230487"/>
                  </a:lnTo>
                  <a:lnTo>
                    <a:pt x="323800" y="225568"/>
                  </a:lnTo>
                  <a:lnTo>
                    <a:pt x="325567" y="220590"/>
                  </a:lnTo>
                  <a:lnTo>
                    <a:pt x="327175" y="215559"/>
                  </a:lnTo>
                  <a:lnTo>
                    <a:pt x="328624" y="210480"/>
                  </a:lnTo>
                  <a:lnTo>
                    <a:pt x="329912" y="205357"/>
                  </a:lnTo>
                  <a:lnTo>
                    <a:pt x="331037" y="200196"/>
                  </a:lnTo>
                  <a:lnTo>
                    <a:pt x="331999" y="195003"/>
                  </a:lnTo>
                  <a:lnTo>
                    <a:pt x="332796" y="189781"/>
                  </a:lnTo>
                  <a:lnTo>
                    <a:pt x="333428" y="184537"/>
                  </a:lnTo>
                  <a:lnTo>
                    <a:pt x="333894" y="179276"/>
                  </a:lnTo>
                  <a:lnTo>
                    <a:pt x="334193" y="174002"/>
                  </a:lnTo>
                  <a:lnTo>
                    <a:pt x="334326" y="168722"/>
                  </a:lnTo>
                  <a:lnTo>
                    <a:pt x="334291" y="163440"/>
                  </a:lnTo>
                  <a:lnTo>
                    <a:pt x="334090" y="158162"/>
                  </a:lnTo>
                  <a:lnTo>
                    <a:pt x="333722" y="152893"/>
                  </a:lnTo>
                  <a:lnTo>
                    <a:pt x="333188" y="147638"/>
                  </a:lnTo>
                  <a:lnTo>
                    <a:pt x="332488" y="142402"/>
                  </a:lnTo>
                  <a:lnTo>
                    <a:pt x="331624" y="137192"/>
                  </a:lnTo>
                  <a:lnTo>
                    <a:pt x="330594" y="132011"/>
                  </a:lnTo>
                  <a:lnTo>
                    <a:pt x="329402" y="126865"/>
                  </a:lnTo>
                  <a:lnTo>
                    <a:pt x="328048" y="121760"/>
                  </a:lnTo>
                  <a:lnTo>
                    <a:pt x="326533" y="116700"/>
                  </a:lnTo>
                  <a:lnTo>
                    <a:pt x="324859" y="111690"/>
                  </a:lnTo>
                  <a:lnTo>
                    <a:pt x="323028" y="106736"/>
                  </a:lnTo>
                  <a:lnTo>
                    <a:pt x="321041" y="101842"/>
                  </a:lnTo>
                  <a:lnTo>
                    <a:pt x="318900" y="97013"/>
                  </a:lnTo>
                  <a:lnTo>
                    <a:pt x="316608" y="92254"/>
                  </a:lnTo>
                  <a:lnTo>
                    <a:pt x="314167" y="87570"/>
                  </a:lnTo>
                  <a:lnTo>
                    <a:pt x="311578" y="82966"/>
                  </a:lnTo>
                  <a:lnTo>
                    <a:pt x="308846" y="78445"/>
                  </a:lnTo>
                  <a:lnTo>
                    <a:pt x="305972" y="74013"/>
                  </a:lnTo>
                  <a:lnTo>
                    <a:pt x="302960" y="69674"/>
                  </a:lnTo>
                  <a:lnTo>
                    <a:pt x="299812" y="65433"/>
                  </a:lnTo>
                  <a:lnTo>
                    <a:pt x="296532" y="61293"/>
                  </a:lnTo>
                  <a:lnTo>
                    <a:pt x="293122" y="57259"/>
                  </a:lnTo>
                  <a:lnTo>
                    <a:pt x="289587" y="53334"/>
                  </a:lnTo>
                  <a:lnTo>
                    <a:pt x="285930" y="49523"/>
                  </a:lnTo>
                  <a:lnTo>
                    <a:pt x="282154" y="45830"/>
                  </a:lnTo>
                  <a:lnTo>
                    <a:pt x="278263" y="42258"/>
                  </a:lnTo>
                  <a:lnTo>
                    <a:pt x="274261" y="38810"/>
                  </a:lnTo>
                  <a:lnTo>
                    <a:pt x="270153" y="35491"/>
                  </a:lnTo>
                  <a:lnTo>
                    <a:pt x="265941" y="32303"/>
                  </a:lnTo>
                  <a:lnTo>
                    <a:pt x="261631" y="29249"/>
                  </a:lnTo>
                  <a:lnTo>
                    <a:pt x="257227" y="26334"/>
                  </a:lnTo>
                  <a:lnTo>
                    <a:pt x="252732" y="23559"/>
                  </a:lnTo>
                  <a:lnTo>
                    <a:pt x="248153" y="20927"/>
                  </a:lnTo>
                  <a:lnTo>
                    <a:pt x="243492" y="18442"/>
                  </a:lnTo>
                  <a:lnTo>
                    <a:pt x="238755" y="16104"/>
                  </a:lnTo>
                  <a:lnTo>
                    <a:pt x="233947" y="13918"/>
                  </a:lnTo>
                  <a:lnTo>
                    <a:pt x="229072" y="11885"/>
                  </a:lnTo>
                  <a:lnTo>
                    <a:pt x="224135" y="10006"/>
                  </a:lnTo>
                  <a:lnTo>
                    <a:pt x="219142" y="8285"/>
                  </a:lnTo>
                  <a:lnTo>
                    <a:pt x="214096" y="6722"/>
                  </a:lnTo>
                  <a:lnTo>
                    <a:pt x="209004" y="5320"/>
                  </a:lnTo>
                  <a:lnTo>
                    <a:pt x="203870" y="4079"/>
                  </a:lnTo>
                  <a:lnTo>
                    <a:pt x="198699" y="3001"/>
                  </a:lnTo>
                  <a:lnTo>
                    <a:pt x="193497" y="2086"/>
                  </a:lnTo>
                  <a:lnTo>
                    <a:pt x="188268" y="1337"/>
                  </a:lnTo>
                  <a:lnTo>
                    <a:pt x="183018" y="753"/>
                  </a:lnTo>
                  <a:lnTo>
                    <a:pt x="177753" y="335"/>
                  </a:lnTo>
                  <a:lnTo>
                    <a:pt x="172477" y="84"/>
                  </a:lnTo>
                  <a:lnTo>
                    <a:pt x="16719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6853" y="4213821"/>
              <a:ext cx="4433" cy="167167"/>
            </a:xfrm>
            <a:custGeom>
              <a:avLst/>
              <a:pathLst>
                <a:path w="4433" h="167167">
                  <a:moveTo>
                    <a:pt x="4433" y="0"/>
                  </a:moveTo>
                  <a:lnTo>
                    <a:pt x="0" y="58"/>
                  </a:lnTo>
                  <a:lnTo>
                    <a:pt x="443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853" y="4213880"/>
              <a:ext cx="4433" cy="167108"/>
            </a:xfrm>
            <a:custGeom>
              <a:avLst/>
              <a:pathLst>
                <a:path w="4433" h="167108">
                  <a:moveTo>
                    <a:pt x="0" y="0"/>
                  </a:moveTo>
                  <a:lnTo>
                    <a:pt x="4433" y="1671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1" y="4213821"/>
              <a:ext cx="334326" cy="334320"/>
            </a:xfrm>
            <a:custGeom>
              <a:avLst/>
              <a:pathLst>
                <a:path w="334326" h="334320">
                  <a:moveTo>
                    <a:pt x="162732" y="58"/>
                  </a:moveTo>
                  <a:lnTo>
                    <a:pt x="157454" y="282"/>
                  </a:lnTo>
                  <a:lnTo>
                    <a:pt x="152187" y="672"/>
                  </a:lnTo>
                  <a:lnTo>
                    <a:pt x="146934" y="1228"/>
                  </a:lnTo>
                  <a:lnTo>
                    <a:pt x="141702" y="1950"/>
                  </a:lnTo>
                  <a:lnTo>
                    <a:pt x="136495" y="2837"/>
                  </a:lnTo>
                  <a:lnTo>
                    <a:pt x="131318" y="3888"/>
                  </a:lnTo>
                  <a:lnTo>
                    <a:pt x="126178" y="5102"/>
                  </a:lnTo>
                  <a:lnTo>
                    <a:pt x="121078" y="6478"/>
                  </a:lnTo>
                  <a:lnTo>
                    <a:pt x="116025" y="8014"/>
                  </a:lnTo>
                  <a:lnTo>
                    <a:pt x="111022" y="9709"/>
                  </a:lnTo>
                  <a:lnTo>
                    <a:pt x="106075" y="11562"/>
                  </a:lnTo>
                  <a:lnTo>
                    <a:pt x="101190" y="13570"/>
                  </a:lnTo>
                  <a:lnTo>
                    <a:pt x="96370" y="15731"/>
                  </a:lnTo>
                  <a:lnTo>
                    <a:pt x="91621" y="18043"/>
                  </a:lnTo>
                  <a:lnTo>
                    <a:pt x="86948" y="20504"/>
                  </a:lnTo>
                  <a:lnTo>
                    <a:pt x="82354" y="23112"/>
                  </a:lnTo>
                  <a:lnTo>
                    <a:pt x="77845" y="25863"/>
                  </a:lnTo>
                  <a:lnTo>
                    <a:pt x="73426" y="28755"/>
                  </a:lnTo>
                  <a:lnTo>
                    <a:pt x="69100" y="31786"/>
                  </a:lnTo>
                  <a:lnTo>
                    <a:pt x="64871" y="34952"/>
                  </a:lnTo>
                  <a:lnTo>
                    <a:pt x="60745" y="38250"/>
                  </a:lnTo>
                  <a:lnTo>
                    <a:pt x="56726" y="41676"/>
                  </a:lnTo>
                  <a:lnTo>
                    <a:pt x="52816" y="45228"/>
                  </a:lnTo>
                  <a:lnTo>
                    <a:pt x="49021" y="48901"/>
                  </a:lnTo>
                  <a:lnTo>
                    <a:pt x="45343" y="52693"/>
                  </a:lnTo>
                  <a:lnTo>
                    <a:pt x="41788" y="56599"/>
                  </a:lnTo>
                  <a:lnTo>
                    <a:pt x="38357" y="60615"/>
                  </a:lnTo>
                  <a:lnTo>
                    <a:pt x="35055" y="64738"/>
                  </a:lnTo>
                  <a:lnTo>
                    <a:pt x="31885" y="68963"/>
                  </a:lnTo>
                  <a:lnTo>
                    <a:pt x="28850" y="73286"/>
                  </a:lnTo>
                  <a:lnTo>
                    <a:pt x="25953" y="77702"/>
                  </a:lnTo>
                  <a:lnTo>
                    <a:pt x="23197" y="82208"/>
                  </a:lnTo>
                  <a:lnTo>
                    <a:pt x="20585" y="86799"/>
                  </a:lnTo>
                  <a:lnTo>
                    <a:pt x="18119" y="91470"/>
                  </a:lnTo>
                  <a:lnTo>
                    <a:pt x="15802" y="96217"/>
                  </a:lnTo>
                  <a:lnTo>
                    <a:pt x="13636" y="101034"/>
                  </a:lnTo>
                  <a:lnTo>
                    <a:pt x="11623" y="105918"/>
                  </a:lnTo>
                  <a:lnTo>
                    <a:pt x="9766" y="110863"/>
                  </a:lnTo>
                  <a:lnTo>
                    <a:pt x="8065" y="115863"/>
                  </a:lnTo>
                  <a:lnTo>
                    <a:pt x="6524" y="120916"/>
                  </a:lnTo>
                  <a:lnTo>
                    <a:pt x="5143" y="126014"/>
                  </a:lnTo>
                  <a:lnTo>
                    <a:pt x="3924" y="131153"/>
                  </a:lnTo>
                  <a:lnTo>
                    <a:pt x="2867" y="136328"/>
                  </a:lnTo>
                  <a:lnTo>
                    <a:pt x="1975" y="141535"/>
                  </a:lnTo>
                  <a:lnTo>
                    <a:pt x="1248" y="146766"/>
                  </a:lnTo>
                  <a:lnTo>
                    <a:pt x="686" y="152018"/>
                  </a:lnTo>
                  <a:lnTo>
                    <a:pt x="290" y="157285"/>
                  </a:lnTo>
                  <a:lnTo>
                    <a:pt x="62" y="162562"/>
                  </a:lnTo>
                  <a:lnTo>
                    <a:pt x="0" y="167844"/>
                  </a:lnTo>
                  <a:lnTo>
                    <a:pt x="104" y="173125"/>
                  </a:lnTo>
                  <a:lnTo>
                    <a:pt x="376" y="178400"/>
                  </a:lnTo>
                  <a:lnTo>
                    <a:pt x="814" y="183664"/>
                  </a:lnTo>
                  <a:lnTo>
                    <a:pt x="1418" y="188911"/>
                  </a:lnTo>
                  <a:lnTo>
                    <a:pt x="2188" y="194137"/>
                  </a:lnTo>
                  <a:lnTo>
                    <a:pt x="3122" y="199336"/>
                  </a:lnTo>
                  <a:lnTo>
                    <a:pt x="4221" y="204502"/>
                  </a:lnTo>
                  <a:lnTo>
                    <a:pt x="5482" y="209631"/>
                  </a:lnTo>
                  <a:lnTo>
                    <a:pt x="6904" y="214718"/>
                  </a:lnTo>
                  <a:lnTo>
                    <a:pt x="8486" y="219758"/>
                  </a:lnTo>
                  <a:lnTo>
                    <a:pt x="10227" y="224745"/>
                  </a:lnTo>
                  <a:lnTo>
                    <a:pt x="12124" y="229674"/>
                  </a:lnTo>
                  <a:lnTo>
                    <a:pt x="14176" y="234541"/>
                  </a:lnTo>
                  <a:lnTo>
                    <a:pt x="16381" y="239341"/>
                  </a:lnTo>
                  <a:lnTo>
                    <a:pt x="18737" y="244069"/>
                  </a:lnTo>
                  <a:lnTo>
                    <a:pt x="21241" y="248720"/>
                  </a:lnTo>
                  <a:lnTo>
                    <a:pt x="23890" y="253289"/>
                  </a:lnTo>
                  <a:lnTo>
                    <a:pt x="26682" y="257773"/>
                  </a:lnTo>
                  <a:lnTo>
                    <a:pt x="29615" y="262166"/>
                  </a:lnTo>
                  <a:lnTo>
                    <a:pt x="32685" y="266464"/>
                  </a:lnTo>
                  <a:lnTo>
                    <a:pt x="35889" y="270663"/>
                  </a:lnTo>
                  <a:lnTo>
                    <a:pt x="39224" y="274759"/>
                  </a:lnTo>
                  <a:lnTo>
                    <a:pt x="42687" y="278747"/>
                  </a:lnTo>
                  <a:lnTo>
                    <a:pt x="46275" y="282624"/>
                  </a:lnTo>
                  <a:lnTo>
                    <a:pt x="49983" y="286386"/>
                  </a:lnTo>
                  <a:lnTo>
                    <a:pt x="53808" y="290028"/>
                  </a:lnTo>
                  <a:lnTo>
                    <a:pt x="57746" y="293548"/>
                  </a:lnTo>
                  <a:lnTo>
                    <a:pt x="61793" y="296942"/>
                  </a:lnTo>
                  <a:lnTo>
                    <a:pt x="65946" y="300207"/>
                  </a:lnTo>
                  <a:lnTo>
                    <a:pt x="70200" y="303338"/>
                  </a:lnTo>
                  <a:lnTo>
                    <a:pt x="74550" y="306333"/>
                  </a:lnTo>
                  <a:lnTo>
                    <a:pt x="78993" y="309190"/>
                  </a:lnTo>
                  <a:lnTo>
                    <a:pt x="83524" y="311905"/>
                  </a:lnTo>
                  <a:lnTo>
                    <a:pt x="88138" y="314475"/>
                  </a:lnTo>
                  <a:lnTo>
                    <a:pt x="92832" y="316898"/>
                  </a:lnTo>
                  <a:lnTo>
                    <a:pt x="97599" y="319172"/>
                  </a:lnTo>
                  <a:lnTo>
                    <a:pt x="102436" y="321294"/>
                  </a:lnTo>
                  <a:lnTo>
                    <a:pt x="107338" y="323262"/>
                  </a:lnTo>
                  <a:lnTo>
                    <a:pt x="112299" y="325074"/>
                  </a:lnTo>
                  <a:lnTo>
                    <a:pt x="117316" y="326729"/>
                  </a:lnTo>
                  <a:lnTo>
                    <a:pt x="122382" y="328224"/>
                  </a:lnTo>
                  <a:lnTo>
                    <a:pt x="127492" y="329558"/>
                  </a:lnTo>
                  <a:lnTo>
                    <a:pt x="132642" y="330731"/>
                  </a:lnTo>
                  <a:lnTo>
                    <a:pt x="137827" y="331740"/>
                  </a:lnTo>
                  <a:lnTo>
                    <a:pt x="143041" y="332584"/>
                  </a:lnTo>
                  <a:lnTo>
                    <a:pt x="148279" y="333264"/>
                  </a:lnTo>
                  <a:lnTo>
                    <a:pt x="153536" y="333778"/>
                  </a:lnTo>
                  <a:lnTo>
                    <a:pt x="158807" y="334125"/>
                  </a:lnTo>
                  <a:lnTo>
                    <a:pt x="164086" y="334306"/>
                  </a:lnTo>
                  <a:lnTo>
                    <a:pt x="169368" y="334320"/>
                  </a:lnTo>
                  <a:lnTo>
                    <a:pt x="174647" y="334167"/>
                  </a:lnTo>
                  <a:lnTo>
                    <a:pt x="179920" y="333847"/>
                  </a:lnTo>
                  <a:lnTo>
                    <a:pt x="185179" y="333361"/>
                  </a:lnTo>
                  <a:lnTo>
                    <a:pt x="190421" y="332709"/>
                  </a:lnTo>
                  <a:lnTo>
                    <a:pt x="195639" y="331892"/>
                  </a:lnTo>
                  <a:lnTo>
                    <a:pt x="200829" y="330910"/>
                  </a:lnTo>
                  <a:lnTo>
                    <a:pt x="205986" y="329764"/>
                  </a:lnTo>
                  <a:lnTo>
                    <a:pt x="211103" y="328457"/>
                  </a:lnTo>
                  <a:lnTo>
                    <a:pt x="216177" y="326988"/>
                  </a:lnTo>
                  <a:lnTo>
                    <a:pt x="221202" y="325360"/>
                  </a:lnTo>
                  <a:lnTo>
                    <a:pt x="226173" y="323574"/>
                  </a:lnTo>
                  <a:lnTo>
                    <a:pt x="231085" y="321632"/>
                  </a:lnTo>
                  <a:lnTo>
                    <a:pt x="235933" y="319535"/>
                  </a:lnTo>
                  <a:lnTo>
                    <a:pt x="240712" y="317286"/>
                  </a:lnTo>
                  <a:lnTo>
                    <a:pt x="245418" y="314888"/>
                  </a:lnTo>
                  <a:lnTo>
                    <a:pt x="250046" y="312342"/>
                  </a:lnTo>
                  <a:lnTo>
                    <a:pt x="254591" y="309651"/>
                  </a:lnTo>
                  <a:lnTo>
                    <a:pt x="259049" y="306818"/>
                  </a:lnTo>
                  <a:lnTo>
                    <a:pt x="263415" y="303845"/>
                  </a:lnTo>
                  <a:lnTo>
                    <a:pt x="267685" y="300736"/>
                  </a:lnTo>
                  <a:lnTo>
                    <a:pt x="271855" y="297494"/>
                  </a:lnTo>
                  <a:lnTo>
                    <a:pt x="275920" y="294121"/>
                  </a:lnTo>
                  <a:lnTo>
                    <a:pt x="279877" y="290622"/>
                  </a:lnTo>
                  <a:lnTo>
                    <a:pt x="283721" y="286999"/>
                  </a:lnTo>
                  <a:lnTo>
                    <a:pt x="287448" y="283257"/>
                  </a:lnTo>
                  <a:lnTo>
                    <a:pt x="291056" y="279399"/>
                  </a:lnTo>
                  <a:lnTo>
                    <a:pt x="294540" y="275429"/>
                  </a:lnTo>
                  <a:lnTo>
                    <a:pt x="297897" y="271351"/>
                  </a:lnTo>
                  <a:lnTo>
                    <a:pt x="301123" y="267169"/>
                  </a:lnTo>
                  <a:lnTo>
                    <a:pt x="304216" y="262887"/>
                  </a:lnTo>
                  <a:lnTo>
                    <a:pt x="307171" y="258509"/>
                  </a:lnTo>
                  <a:lnTo>
                    <a:pt x="309987" y="254040"/>
                  </a:lnTo>
                  <a:lnTo>
                    <a:pt x="312660" y="249485"/>
                  </a:lnTo>
                  <a:lnTo>
                    <a:pt x="315188" y="244847"/>
                  </a:lnTo>
                  <a:lnTo>
                    <a:pt x="317569" y="240132"/>
                  </a:lnTo>
                  <a:lnTo>
                    <a:pt x="319799" y="235344"/>
                  </a:lnTo>
                  <a:lnTo>
                    <a:pt x="321877" y="230487"/>
                  </a:lnTo>
                  <a:lnTo>
                    <a:pt x="323800" y="225568"/>
                  </a:lnTo>
                  <a:lnTo>
                    <a:pt x="325567" y="220590"/>
                  </a:lnTo>
                  <a:lnTo>
                    <a:pt x="327175" y="215559"/>
                  </a:lnTo>
                  <a:lnTo>
                    <a:pt x="328624" y="210480"/>
                  </a:lnTo>
                  <a:lnTo>
                    <a:pt x="329912" y="205357"/>
                  </a:lnTo>
                  <a:lnTo>
                    <a:pt x="331037" y="200196"/>
                  </a:lnTo>
                  <a:lnTo>
                    <a:pt x="331999" y="195003"/>
                  </a:lnTo>
                  <a:lnTo>
                    <a:pt x="332796" y="189781"/>
                  </a:lnTo>
                  <a:lnTo>
                    <a:pt x="333428" y="184537"/>
                  </a:lnTo>
                  <a:lnTo>
                    <a:pt x="333894" y="179276"/>
                  </a:lnTo>
                  <a:lnTo>
                    <a:pt x="334193" y="174002"/>
                  </a:lnTo>
                  <a:lnTo>
                    <a:pt x="334326" y="168722"/>
                  </a:lnTo>
                  <a:lnTo>
                    <a:pt x="334291" y="163440"/>
                  </a:lnTo>
                  <a:lnTo>
                    <a:pt x="334090" y="158162"/>
                  </a:lnTo>
                  <a:lnTo>
                    <a:pt x="333722" y="152893"/>
                  </a:lnTo>
                  <a:lnTo>
                    <a:pt x="333188" y="147638"/>
                  </a:lnTo>
                  <a:lnTo>
                    <a:pt x="332488" y="142402"/>
                  </a:lnTo>
                  <a:lnTo>
                    <a:pt x="331624" y="137192"/>
                  </a:lnTo>
                  <a:lnTo>
                    <a:pt x="330594" y="132011"/>
                  </a:lnTo>
                  <a:lnTo>
                    <a:pt x="329402" y="126865"/>
                  </a:lnTo>
                  <a:lnTo>
                    <a:pt x="328048" y="121760"/>
                  </a:lnTo>
                  <a:lnTo>
                    <a:pt x="326533" y="116700"/>
                  </a:lnTo>
                  <a:lnTo>
                    <a:pt x="324859" y="111690"/>
                  </a:lnTo>
                  <a:lnTo>
                    <a:pt x="323028" y="106736"/>
                  </a:lnTo>
                  <a:lnTo>
                    <a:pt x="321041" y="101842"/>
                  </a:lnTo>
                  <a:lnTo>
                    <a:pt x="318900" y="97013"/>
                  </a:lnTo>
                  <a:lnTo>
                    <a:pt x="316608" y="92254"/>
                  </a:lnTo>
                  <a:lnTo>
                    <a:pt x="314167" y="87570"/>
                  </a:lnTo>
                  <a:lnTo>
                    <a:pt x="311578" y="82966"/>
                  </a:lnTo>
                  <a:lnTo>
                    <a:pt x="308846" y="78445"/>
                  </a:lnTo>
                  <a:lnTo>
                    <a:pt x="305972" y="74013"/>
                  </a:lnTo>
                  <a:lnTo>
                    <a:pt x="302960" y="69674"/>
                  </a:lnTo>
                  <a:lnTo>
                    <a:pt x="299812" y="65433"/>
                  </a:lnTo>
                  <a:lnTo>
                    <a:pt x="296532" y="61293"/>
                  </a:lnTo>
                  <a:lnTo>
                    <a:pt x="293122" y="57259"/>
                  </a:lnTo>
                  <a:lnTo>
                    <a:pt x="289587" y="53334"/>
                  </a:lnTo>
                  <a:lnTo>
                    <a:pt x="285930" y="49523"/>
                  </a:lnTo>
                  <a:lnTo>
                    <a:pt x="282154" y="45830"/>
                  </a:lnTo>
                  <a:lnTo>
                    <a:pt x="278263" y="42258"/>
                  </a:lnTo>
                  <a:lnTo>
                    <a:pt x="274261" y="38810"/>
                  </a:lnTo>
                  <a:lnTo>
                    <a:pt x="270153" y="35491"/>
                  </a:lnTo>
                  <a:lnTo>
                    <a:pt x="265941" y="32303"/>
                  </a:lnTo>
                  <a:lnTo>
                    <a:pt x="261631" y="29249"/>
                  </a:lnTo>
                  <a:lnTo>
                    <a:pt x="257227" y="26334"/>
                  </a:lnTo>
                  <a:lnTo>
                    <a:pt x="252732" y="23559"/>
                  </a:lnTo>
                  <a:lnTo>
                    <a:pt x="248153" y="20927"/>
                  </a:lnTo>
                  <a:lnTo>
                    <a:pt x="243492" y="18442"/>
                  </a:lnTo>
                  <a:lnTo>
                    <a:pt x="238755" y="16104"/>
                  </a:lnTo>
                  <a:lnTo>
                    <a:pt x="233947" y="13918"/>
                  </a:lnTo>
                  <a:lnTo>
                    <a:pt x="229072" y="11885"/>
                  </a:lnTo>
                  <a:lnTo>
                    <a:pt x="224135" y="10006"/>
                  </a:lnTo>
                  <a:lnTo>
                    <a:pt x="219142" y="8285"/>
                  </a:lnTo>
                  <a:lnTo>
                    <a:pt x="214096" y="6722"/>
                  </a:lnTo>
                  <a:lnTo>
                    <a:pt x="209004" y="5320"/>
                  </a:lnTo>
                  <a:lnTo>
                    <a:pt x="203870" y="4079"/>
                  </a:lnTo>
                  <a:lnTo>
                    <a:pt x="198699" y="3001"/>
                  </a:lnTo>
                  <a:lnTo>
                    <a:pt x="193497" y="2086"/>
                  </a:lnTo>
                  <a:lnTo>
                    <a:pt x="188268" y="1337"/>
                  </a:lnTo>
                  <a:lnTo>
                    <a:pt x="183018" y="753"/>
                  </a:lnTo>
                  <a:lnTo>
                    <a:pt x="177753" y="335"/>
                  </a:lnTo>
                  <a:lnTo>
                    <a:pt x="172477" y="84"/>
                  </a:lnTo>
                  <a:lnTo>
                    <a:pt x="16719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925" y="4659281"/>
              <a:ext cx="599" cy="167167"/>
            </a:xfrm>
            <a:custGeom>
              <a:avLst/>
              <a:pathLst>
                <a:path w="599" h="167167">
                  <a:moveTo>
                    <a:pt x="599" y="0"/>
                  </a:moveTo>
                  <a:lnTo>
                    <a:pt x="0" y="1"/>
                  </a:lnTo>
                  <a:lnTo>
                    <a:pt x="59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925" y="4659282"/>
              <a:ext cx="599" cy="167166"/>
            </a:xfrm>
            <a:custGeom>
              <a:avLst/>
              <a:pathLst>
                <a:path w="599" h="167166">
                  <a:moveTo>
                    <a:pt x="0" y="0"/>
                  </a:moveTo>
                  <a:lnTo>
                    <a:pt x="599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40638" y="4659282"/>
              <a:ext cx="145886" cy="167166"/>
            </a:xfrm>
            <a:custGeom>
              <a:avLst/>
              <a:pathLst>
                <a:path w="145886" h="167166">
                  <a:moveTo>
                    <a:pt x="145287" y="0"/>
                  </a:moveTo>
                  <a:lnTo>
                    <a:pt x="139766" y="110"/>
                  </a:lnTo>
                  <a:lnTo>
                    <a:pt x="134252" y="404"/>
                  </a:lnTo>
                  <a:lnTo>
                    <a:pt x="128750" y="879"/>
                  </a:lnTo>
                  <a:lnTo>
                    <a:pt x="123267" y="1536"/>
                  </a:lnTo>
                  <a:lnTo>
                    <a:pt x="117809" y="2373"/>
                  </a:lnTo>
                  <a:lnTo>
                    <a:pt x="112381" y="3390"/>
                  </a:lnTo>
                  <a:lnTo>
                    <a:pt x="106990" y="4586"/>
                  </a:lnTo>
                  <a:lnTo>
                    <a:pt x="101642" y="5960"/>
                  </a:lnTo>
                  <a:lnTo>
                    <a:pt x="96341" y="7509"/>
                  </a:lnTo>
                  <a:lnTo>
                    <a:pt x="91095" y="9233"/>
                  </a:lnTo>
                  <a:lnTo>
                    <a:pt x="85909" y="11129"/>
                  </a:lnTo>
                  <a:lnTo>
                    <a:pt x="80788" y="13195"/>
                  </a:lnTo>
                  <a:lnTo>
                    <a:pt x="75738" y="15429"/>
                  </a:lnTo>
                  <a:lnTo>
                    <a:pt x="70764" y="17828"/>
                  </a:lnTo>
                  <a:lnTo>
                    <a:pt x="65873" y="20391"/>
                  </a:lnTo>
                  <a:lnTo>
                    <a:pt x="61069" y="23114"/>
                  </a:lnTo>
                  <a:lnTo>
                    <a:pt x="56357" y="25994"/>
                  </a:lnTo>
                  <a:lnTo>
                    <a:pt x="51743" y="29028"/>
                  </a:lnTo>
                  <a:lnTo>
                    <a:pt x="47232" y="32213"/>
                  </a:lnTo>
                  <a:lnTo>
                    <a:pt x="42828" y="35545"/>
                  </a:lnTo>
                  <a:lnTo>
                    <a:pt x="38537" y="39021"/>
                  </a:lnTo>
                  <a:lnTo>
                    <a:pt x="34363" y="42636"/>
                  </a:lnTo>
                  <a:lnTo>
                    <a:pt x="30311" y="46388"/>
                  </a:lnTo>
                  <a:lnTo>
                    <a:pt x="26385" y="50271"/>
                  </a:lnTo>
                  <a:lnTo>
                    <a:pt x="22589" y="54282"/>
                  </a:lnTo>
                  <a:lnTo>
                    <a:pt x="18928" y="58415"/>
                  </a:lnTo>
                  <a:lnTo>
                    <a:pt x="15406" y="62668"/>
                  </a:lnTo>
                  <a:lnTo>
                    <a:pt x="12025" y="67035"/>
                  </a:lnTo>
                  <a:lnTo>
                    <a:pt x="8791" y="71511"/>
                  </a:lnTo>
                  <a:lnTo>
                    <a:pt x="5707" y="76091"/>
                  </a:lnTo>
                  <a:lnTo>
                    <a:pt x="2775" y="80771"/>
                  </a:lnTo>
                  <a:lnTo>
                    <a:pt x="0" y="85544"/>
                  </a:lnTo>
                  <a:lnTo>
                    <a:pt x="14588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58" y="4659281"/>
              <a:ext cx="334322" cy="334329"/>
            </a:xfrm>
            <a:custGeom>
              <a:avLst/>
              <a:pathLst>
                <a:path w="334322" h="334329">
                  <a:moveTo>
                    <a:pt x="21279" y="85546"/>
                  </a:moveTo>
                  <a:lnTo>
                    <a:pt x="18769" y="90203"/>
                  </a:lnTo>
                  <a:lnTo>
                    <a:pt x="16408" y="94938"/>
                  </a:lnTo>
                  <a:lnTo>
                    <a:pt x="14198" y="99745"/>
                  </a:lnTo>
                  <a:lnTo>
                    <a:pt x="12141" y="104620"/>
                  </a:lnTo>
                  <a:lnTo>
                    <a:pt x="10239" y="109557"/>
                  </a:lnTo>
                  <a:lnTo>
                    <a:pt x="8494" y="114552"/>
                  </a:lnTo>
                  <a:lnTo>
                    <a:pt x="6909" y="119600"/>
                  </a:lnTo>
                  <a:lnTo>
                    <a:pt x="5484" y="124695"/>
                  </a:lnTo>
                  <a:lnTo>
                    <a:pt x="4221" y="129833"/>
                  </a:lnTo>
                  <a:lnTo>
                    <a:pt x="3121" y="135008"/>
                  </a:lnTo>
                  <a:lnTo>
                    <a:pt x="2185" y="140216"/>
                  </a:lnTo>
                  <a:lnTo>
                    <a:pt x="1415" y="145450"/>
                  </a:lnTo>
                  <a:lnTo>
                    <a:pt x="811" y="150706"/>
                  </a:lnTo>
                  <a:lnTo>
                    <a:pt x="373" y="155979"/>
                  </a:lnTo>
                  <a:lnTo>
                    <a:pt x="103" y="161263"/>
                  </a:lnTo>
                  <a:lnTo>
                    <a:pt x="0" y="166553"/>
                  </a:lnTo>
                  <a:lnTo>
                    <a:pt x="64" y="171843"/>
                  </a:lnTo>
                  <a:lnTo>
                    <a:pt x="295" y="177129"/>
                  </a:lnTo>
                  <a:lnTo>
                    <a:pt x="694" y="182405"/>
                  </a:lnTo>
                  <a:lnTo>
                    <a:pt x="1260" y="187665"/>
                  </a:lnTo>
                  <a:lnTo>
                    <a:pt x="1992" y="192905"/>
                  </a:lnTo>
                  <a:lnTo>
                    <a:pt x="2889" y="198120"/>
                  </a:lnTo>
                  <a:lnTo>
                    <a:pt x="3951" y="203303"/>
                  </a:lnTo>
                  <a:lnTo>
                    <a:pt x="5176" y="208450"/>
                  </a:lnTo>
                  <a:lnTo>
                    <a:pt x="6564" y="213556"/>
                  </a:lnTo>
                  <a:lnTo>
                    <a:pt x="8112" y="218615"/>
                  </a:lnTo>
                  <a:lnTo>
                    <a:pt x="9820" y="223622"/>
                  </a:lnTo>
                  <a:lnTo>
                    <a:pt x="11685" y="228574"/>
                  </a:lnTo>
                  <a:lnTo>
                    <a:pt x="13707" y="233463"/>
                  </a:lnTo>
                  <a:lnTo>
                    <a:pt x="15881" y="238286"/>
                  </a:lnTo>
                  <a:lnTo>
                    <a:pt x="18208" y="243038"/>
                  </a:lnTo>
                  <a:lnTo>
                    <a:pt x="20683" y="247714"/>
                  </a:lnTo>
                  <a:lnTo>
                    <a:pt x="23306" y="252310"/>
                  </a:lnTo>
                  <a:lnTo>
                    <a:pt x="26072" y="256820"/>
                  </a:lnTo>
                  <a:lnTo>
                    <a:pt x="28980" y="261240"/>
                  </a:lnTo>
                  <a:lnTo>
                    <a:pt x="32026" y="265566"/>
                  </a:lnTo>
                  <a:lnTo>
                    <a:pt x="35208" y="269793"/>
                  </a:lnTo>
                  <a:lnTo>
                    <a:pt x="38522" y="273918"/>
                  </a:lnTo>
                  <a:lnTo>
                    <a:pt x="41965" y="277935"/>
                  </a:lnTo>
                  <a:lnTo>
                    <a:pt x="45533" y="281842"/>
                  </a:lnTo>
                  <a:lnTo>
                    <a:pt x="49223" y="285634"/>
                  </a:lnTo>
                  <a:lnTo>
                    <a:pt x="53031" y="289307"/>
                  </a:lnTo>
                  <a:lnTo>
                    <a:pt x="56953" y="292857"/>
                  </a:lnTo>
                  <a:lnTo>
                    <a:pt x="60986" y="296282"/>
                  </a:lnTo>
                  <a:lnTo>
                    <a:pt x="65125" y="299578"/>
                  </a:lnTo>
                  <a:lnTo>
                    <a:pt x="69366" y="302741"/>
                  </a:lnTo>
                  <a:lnTo>
                    <a:pt x="73706" y="305768"/>
                  </a:lnTo>
                  <a:lnTo>
                    <a:pt x="78139" y="308656"/>
                  </a:lnTo>
                  <a:lnTo>
                    <a:pt x="82661" y="311402"/>
                  </a:lnTo>
                  <a:lnTo>
                    <a:pt x="87268" y="314004"/>
                  </a:lnTo>
                  <a:lnTo>
                    <a:pt x="91955" y="316459"/>
                  </a:lnTo>
                  <a:lnTo>
                    <a:pt x="96717" y="318765"/>
                  </a:lnTo>
                  <a:lnTo>
                    <a:pt x="101550" y="320918"/>
                  </a:lnTo>
                  <a:lnTo>
                    <a:pt x="106448" y="322918"/>
                  </a:lnTo>
                  <a:lnTo>
                    <a:pt x="111407" y="324761"/>
                  </a:lnTo>
                  <a:lnTo>
                    <a:pt x="116423" y="326447"/>
                  </a:lnTo>
                  <a:lnTo>
                    <a:pt x="121489" y="327973"/>
                  </a:lnTo>
                  <a:lnTo>
                    <a:pt x="126600" y="329338"/>
                  </a:lnTo>
                  <a:lnTo>
                    <a:pt x="131753" y="330540"/>
                  </a:lnTo>
                  <a:lnTo>
                    <a:pt x="136941" y="331579"/>
                  </a:lnTo>
                  <a:lnTo>
                    <a:pt x="142159" y="332453"/>
                  </a:lnTo>
                  <a:lnTo>
                    <a:pt x="147402" y="333162"/>
                  </a:lnTo>
                  <a:lnTo>
                    <a:pt x="152665" y="333704"/>
                  </a:lnTo>
                  <a:lnTo>
                    <a:pt x="157943" y="334080"/>
                  </a:lnTo>
                  <a:lnTo>
                    <a:pt x="163229" y="334288"/>
                  </a:lnTo>
                  <a:lnTo>
                    <a:pt x="168520" y="334329"/>
                  </a:lnTo>
                  <a:lnTo>
                    <a:pt x="173809" y="334202"/>
                  </a:lnTo>
                  <a:lnTo>
                    <a:pt x="179092" y="333908"/>
                  </a:lnTo>
                  <a:lnTo>
                    <a:pt x="184363" y="333447"/>
                  </a:lnTo>
                  <a:lnTo>
                    <a:pt x="189616" y="332820"/>
                  </a:lnTo>
                  <a:lnTo>
                    <a:pt x="194847" y="332027"/>
                  </a:lnTo>
                  <a:lnTo>
                    <a:pt x="200051" y="331068"/>
                  </a:lnTo>
                  <a:lnTo>
                    <a:pt x="205221" y="329945"/>
                  </a:lnTo>
                  <a:lnTo>
                    <a:pt x="210353" y="328659"/>
                  </a:lnTo>
                  <a:lnTo>
                    <a:pt x="215442" y="327212"/>
                  </a:lnTo>
                  <a:lnTo>
                    <a:pt x="220483" y="325604"/>
                  </a:lnTo>
                  <a:lnTo>
                    <a:pt x="225470" y="323837"/>
                  </a:lnTo>
                  <a:lnTo>
                    <a:pt x="230399" y="321914"/>
                  </a:lnTo>
                  <a:lnTo>
                    <a:pt x="235264" y="319835"/>
                  </a:lnTo>
                  <a:lnTo>
                    <a:pt x="240062" y="317603"/>
                  </a:lnTo>
                  <a:lnTo>
                    <a:pt x="244786" y="315221"/>
                  </a:lnTo>
                  <a:lnTo>
                    <a:pt x="249432" y="312691"/>
                  </a:lnTo>
                  <a:lnTo>
                    <a:pt x="253996" y="310014"/>
                  </a:lnTo>
                  <a:lnTo>
                    <a:pt x="258474" y="307195"/>
                  </a:lnTo>
                  <a:lnTo>
                    <a:pt x="262859" y="304235"/>
                  </a:lnTo>
                  <a:lnTo>
                    <a:pt x="267149" y="301138"/>
                  </a:lnTo>
                  <a:lnTo>
                    <a:pt x="271338" y="297907"/>
                  </a:lnTo>
                  <a:lnTo>
                    <a:pt x="275424" y="294545"/>
                  </a:lnTo>
                  <a:lnTo>
                    <a:pt x="279401" y="291055"/>
                  </a:lnTo>
                  <a:lnTo>
                    <a:pt x="283265" y="287441"/>
                  </a:lnTo>
                  <a:lnTo>
                    <a:pt x="287013" y="283707"/>
                  </a:lnTo>
                  <a:lnTo>
                    <a:pt x="290641" y="279856"/>
                  </a:lnTo>
                  <a:lnTo>
                    <a:pt x="294145" y="275892"/>
                  </a:lnTo>
                  <a:lnTo>
                    <a:pt x="297522" y="271819"/>
                  </a:lnTo>
                  <a:lnTo>
                    <a:pt x="300769" y="267642"/>
                  </a:lnTo>
                  <a:lnTo>
                    <a:pt x="303882" y="263363"/>
                  </a:lnTo>
                  <a:lnTo>
                    <a:pt x="306857" y="258988"/>
                  </a:lnTo>
                  <a:lnTo>
                    <a:pt x="309693" y="254522"/>
                  </a:lnTo>
                  <a:lnTo>
                    <a:pt x="312386" y="249968"/>
                  </a:lnTo>
                  <a:lnTo>
                    <a:pt x="314934" y="245330"/>
                  </a:lnTo>
                  <a:lnTo>
                    <a:pt x="317334" y="240615"/>
                  </a:lnTo>
                  <a:lnTo>
                    <a:pt x="319583" y="235826"/>
                  </a:lnTo>
                  <a:lnTo>
                    <a:pt x="321679" y="230968"/>
                  </a:lnTo>
                  <a:lnTo>
                    <a:pt x="323621" y="226046"/>
                  </a:lnTo>
                  <a:lnTo>
                    <a:pt x="325406" y="221066"/>
                  </a:lnTo>
                  <a:lnTo>
                    <a:pt x="327032" y="216031"/>
                  </a:lnTo>
                  <a:lnTo>
                    <a:pt x="328498" y="210947"/>
                  </a:lnTo>
                  <a:lnTo>
                    <a:pt x="329803" y="205820"/>
                  </a:lnTo>
                  <a:lnTo>
                    <a:pt x="330945" y="200654"/>
                  </a:lnTo>
                  <a:lnTo>
                    <a:pt x="331923" y="195454"/>
                  </a:lnTo>
                  <a:lnTo>
                    <a:pt x="332735" y="190226"/>
                  </a:lnTo>
                  <a:lnTo>
                    <a:pt x="333382" y="184975"/>
                  </a:lnTo>
                  <a:lnTo>
                    <a:pt x="333862" y="179706"/>
                  </a:lnTo>
                  <a:lnTo>
                    <a:pt x="334176" y="174424"/>
                  </a:lnTo>
                  <a:lnTo>
                    <a:pt x="334322" y="169135"/>
                  </a:lnTo>
                  <a:lnTo>
                    <a:pt x="334300" y="163844"/>
                  </a:lnTo>
                  <a:lnTo>
                    <a:pt x="334111" y="158557"/>
                  </a:lnTo>
                  <a:lnTo>
                    <a:pt x="333755" y="153278"/>
                  </a:lnTo>
                  <a:lnTo>
                    <a:pt x="333232" y="148013"/>
                  </a:lnTo>
                  <a:lnTo>
                    <a:pt x="332543" y="142767"/>
                  </a:lnTo>
                  <a:lnTo>
                    <a:pt x="331688" y="137546"/>
                  </a:lnTo>
                  <a:lnTo>
                    <a:pt x="330668" y="132354"/>
                  </a:lnTo>
                  <a:lnTo>
                    <a:pt x="329485" y="127198"/>
                  </a:lnTo>
                  <a:lnTo>
                    <a:pt x="328138" y="122081"/>
                  </a:lnTo>
                  <a:lnTo>
                    <a:pt x="326631" y="117009"/>
                  </a:lnTo>
                  <a:lnTo>
                    <a:pt x="324964" y="111988"/>
                  </a:lnTo>
                  <a:lnTo>
                    <a:pt x="323139" y="107022"/>
                  </a:lnTo>
                  <a:lnTo>
                    <a:pt x="321157" y="102116"/>
                  </a:lnTo>
                  <a:lnTo>
                    <a:pt x="319021" y="97275"/>
                  </a:lnTo>
                  <a:lnTo>
                    <a:pt x="316734" y="92505"/>
                  </a:lnTo>
                  <a:lnTo>
                    <a:pt x="314296" y="87809"/>
                  </a:lnTo>
                  <a:lnTo>
                    <a:pt x="311711" y="83193"/>
                  </a:lnTo>
                  <a:lnTo>
                    <a:pt x="308981" y="78660"/>
                  </a:lnTo>
                  <a:lnTo>
                    <a:pt x="306109" y="74217"/>
                  </a:lnTo>
                  <a:lnTo>
                    <a:pt x="303098" y="69866"/>
                  </a:lnTo>
                  <a:lnTo>
                    <a:pt x="299951" y="65613"/>
                  </a:lnTo>
                  <a:lnTo>
                    <a:pt x="296670" y="61462"/>
                  </a:lnTo>
                  <a:lnTo>
                    <a:pt x="293260" y="57417"/>
                  </a:lnTo>
                  <a:lnTo>
                    <a:pt x="289724" y="53481"/>
                  </a:lnTo>
                  <a:lnTo>
                    <a:pt x="286065" y="49660"/>
                  </a:lnTo>
                  <a:lnTo>
                    <a:pt x="282287" y="45956"/>
                  </a:lnTo>
                  <a:lnTo>
                    <a:pt x="278393" y="42373"/>
                  </a:lnTo>
                  <a:lnTo>
                    <a:pt x="274388" y="38916"/>
                  </a:lnTo>
                  <a:lnTo>
                    <a:pt x="270276" y="35587"/>
                  </a:lnTo>
                  <a:lnTo>
                    <a:pt x="266060" y="32390"/>
                  </a:lnTo>
                  <a:lnTo>
                    <a:pt x="261746" y="29328"/>
                  </a:lnTo>
                  <a:lnTo>
                    <a:pt x="257336" y="26404"/>
                  </a:lnTo>
                  <a:lnTo>
                    <a:pt x="252836" y="23621"/>
                  </a:lnTo>
                  <a:lnTo>
                    <a:pt x="248251" y="20981"/>
                  </a:lnTo>
                  <a:lnTo>
                    <a:pt x="243584" y="18489"/>
                  </a:lnTo>
                  <a:lnTo>
                    <a:pt x="238841" y="16145"/>
                  </a:lnTo>
                  <a:lnTo>
                    <a:pt x="234025" y="13952"/>
                  </a:lnTo>
                  <a:lnTo>
                    <a:pt x="229143" y="11913"/>
                  </a:lnTo>
                  <a:lnTo>
                    <a:pt x="224199" y="10030"/>
                  </a:lnTo>
                  <a:lnTo>
                    <a:pt x="219198" y="8303"/>
                  </a:lnTo>
                  <a:lnTo>
                    <a:pt x="214144" y="6736"/>
                  </a:lnTo>
                  <a:lnTo>
                    <a:pt x="209044" y="5330"/>
                  </a:lnTo>
                  <a:lnTo>
                    <a:pt x="203901" y="4086"/>
                  </a:lnTo>
                  <a:lnTo>
                    <a:pt x="198722" y="3005"/>
                  </a:lnTo>
                  <a:lnTo>
                    <a:pt x="193511" y="2089"/>
                  </a:lnTo>
                  <a:lnTo>
                    <a:pt x="188274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149" y="0"/>
                  </a:moveTo>
                  <a:lnTo>
                    <a:pt x="0" y="0"/>
                  </a:lnTo>
                  <a:lnTo>
                    <a:pt x="14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71" y="5018213"/>
              <a:ext cx="149" cy="167167"/>
            </a:xfrm>
            <a:custGeom>
              <a:avLst/>
              <a:pathLst>
                <a:path w="149" h="167167">
                  <a:moveTo>
                    <a:pt x="0" y="0"/>
                  </a:moveTo>
                  <a:lnTo>
                    <a:pt x="14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0" y="5018213"/>
              <a:ext cx="334309" cy="334333"/>
            </a:xfrm>
            <a:custGeom>
              <a:avLst/>
              <a:pathLst>
                <a:path w="334309" h="334333">
                  <a:moveTo>
                    <a:pt x="167000" y="0"/>
                  </a:moveTo>
                  <a:lnTo>
                    <a:pt x="161704" y="88"/>
                  </a:lnTo>
                  <a:lnTo>
                    <a:pt x="156413" y="345"/>
                  </a:lnTo>
                  <a:lnTo>
                    <a:pt x="151134" y="768"/>
                  </a:lnTo>
                  <a:lnTo>
                    <a:pt x="145870" y="1359"/>
                  </a:lnTo>
                  <a:lnTo>
                    <a:pt x="140628" y="2117"/>
                  </a:lnTo>
                  <a:lnTo>
                    <a:pt x="135412" y="3040"/>
                  </a:lnTo>
                  <a:lnTo>
                    <a:pt x="130228" y="4128"/>
                  </a:lnTo>
                  <a:lnTo>
                    <a:pt x="125082" y="5379"/>
                  </a:lnTo>
                  <a:lnTo>
                    <a:pt x="119977" y="6793"/>
                  </a:lnTo>
                  <a:lnTo>
                    <a:pt x="114920" y="8368"/>
                  </a:lnTo>
                  <a:lnTo>
                    <a:pt x="109916" y="10103"/>
                  </a:lnTo>
                  <a:lnTo>
                    <a:pt x="104968" y="11995"/>
                  </a:lnTo>
                  <a:lnTo>
                    <a:pt x="100084" y="14042"/>
                  </a:lnTo>
                  <a:lnTo>
                    <a:pt x="95266" y="16244"/>
                  </a:lnTo>
                  <a:lnTo>
                    <a:pt x="90521" y="18597"/>
                  </a:lnTo>
                  <a:lnTo>
                    <a:pt x="85852" y="21099"/>
                  </a:lnTo>
                  <a:lnTo>
                    <a:pt x="81266" y="23748"/>
                  </a:lnTo>
                  <a:lnTo>
                    <a:pt x="76765" y="26541"/>
                  </a:lnTo>
                  <a:lnTo>
                    <a:pt x="72355" y="29475"/>
                  </a:lnTo>
                  <a:lnTo>
                    <a:pt x="68041" y="32547"/>
                  </a:lnTo>
                  <a:lnTo>
                    <a:pt x="63826" y="35755"/>
                  </a:lnTo>
                  <a:lnTo>
                    <a:pt x="59714" y="39094"/>
                  </a:lnTo>
                  <a:lnTo>
                    <a:pt x="55711" y="42562"/>
                  </a:lnTo>
                  <a:lnTo>
                    <a:pt x="51819" y="46155"/>
                  </a:lnTo>
                  <a:lnTo>
                    <a:pt x="48043" y="49870"/>
                  </a:lnTo>
                  <a:lnTo>
                    <a:pt x="44387" y="53702"/>
                  </a:lnTo>
                  <a:lnTo>
                    <a:pt x="40854" y="57648"/>
                  </a:lnTo>
                  <a:lnTo>
                    <a:pt x="37448" y="61704"/>
                  </a:lnTo>
                  <a:lnTo>
                    <a:pt x="34172" y="65866"/>
                  </a:lnTo>
                  <a:lnTo>
                    <a:pt x="31029" y="70130"/>
                  </a:lnTo>
                  <a:lnTo>
                    <a:pt x="28023" y="74491"/>
                  </a:lnTo>
                  <a:lnTo>
                    <a:pt x="25157" y="78945"/>
                  </a:lnTo>
                  <a:lnTo>
                    <a:pt x="22433" y="83488"/>
                  </a:lnTo>
                  <a:lnTo>
                    <a:pt x="19855" y="88115"/>
                  </a:lnTo>
                  <a:lnTo>
                    <a:pt x="17424" y="92821"/>
                  </a:lnTo>
                  <a:lnTo>
                    <a:pt x="15144" y="97602"/>
                  </a:lnTo>
                  <a:lnTo>
                    <a:pt x="13017" y="102452"/>
                  </a:lnTo>
                  <a:lnTo>
                    <a:pt x="11044" y="107368"/>
                  </a:lnTo>
                  <a:lnTo>
                    <a:pt x="9228" y="112343"/>
                  </a:lnTo>
                  <a:lnTo>
                    <a:pt x="7570" y="117374"/>
                  </a:lnTo>
                  <a:lnTo>
                    <a:pt x="6073" y="122455"/>
                  </a:lnTo>
                  <a:lnTo>
                    <a:pt x="4737" y="127580"/>
                  </a:lnTo>
                  <a:lnTo>
                    <a:pt x="3564" y="132745"/>
                  </a:lnTo>
                  <a:lnTo>
                    <a:pt x="2556" y="137945"/>
                  </a:lnTo>
                  <a:lnTo>
                    <a:pt x="1713" y="143174"/>
                  </a:lnTo>
                  <a:lnTo>
                    <a:pt x="1036" y="148428"/>
                  </a:lnTo>
                  <a:lnTo>
                    <a:pt x="526" y="153700"/>
                  </a:lnTo>
                  <a:lnTo>
                    <a:pt x="182" y="158985"/>
                  </a:lnTo>
                  <a:lnTo>
                    <a:pt x="7" y="164279"/>
                  </a:lnTo>
                  <a:lnTo>
                    <a:pt x="0" y="169576"/>
                  </a:lnTo>
                  <a:lnTo>
                    <a:pt x="160" y="174870"/>
                  </a:lnTo>
                  <a:lnTo>
                    <a:pt x="488" y="180156"/>
                  </a:lnTo>
                  <a:lnTo>
                    <a:pt x="983" y="185430"/>
                  </a:lnTo>
                  <a:lnTo>
                    <a:pt x="1645" y="190685"/>
                  </a:lnTo>
                  <a:lnTo>
                    <a:pt x="2473" y="195916"/>
                  </a:lnTo>
                  <a:lnTo>
                    <a:pt x="3466" y="201119"/>
                  </a:lnTo>
                  <a:lnTo>
                    <a:pt x="4624" y="206288"/>
                  </a:lnTo>
                  <a:lnTo>
                    <a:pt x="5945" y="211417"/>
                  </a:lnTo>
                  <a:lnTo>
                    <a:pt x="7428" y="216502"/>
                  </a:lnTo>
                  <a:lnTo>
                    <a:pt x="9071" y="221537"/>
                  </a:lnTo>
                  <a:lnTo>
                    <a:pt x="10873" y="226518"/>
                  </a:lnTo>
                  <a:lnTo>
                    <a:pt x="12832" y="231439"/>
                  </a:lnTo>
                  <a:lnTo>
                    <a:pt x="14945" y="236296"/>
                  </a:lnTo>
                  <a:lnTo>
                    <a:pt x="17212" y="241083"/>
                  </a:lnTo>
                  <a:lnTo>
                    <a:pt x="19629" y="245796"/>
                  </a:lnTo>
                  <a:lnTo>
                    <a:pt x="22194" y="250430"/>
                  </a:lnTo>
                  <a:lnTo>
                    <a:pt x="24905" y="254981"/>
                  </a:lnTo>
                  <a:lnTo>
                    <a:pt x="27758" y="259443"/>
                  </a:lnTo>
                  <a:lnTo>
                    <a:pt x="30751" y="263813"/>
                  </a:lnTo>
                  <a:lnTo>
                    <a:pt x="33882" y="268086"/>
                  </a:lnTo>
                  <a:lnTo>
                    <a:pt x="37146" y="272257"/>
                  </a:lnTo>
                  <a:lnTo>
                    <a:pt x="40540" y="276323"/>
                  </a:lnTo>
                  <a:lnTo>
                    <a:pt x="44062" y="280279"/>
                  </a:lnTo>
                  <a:lnTo>
                    <a:pt x="47707" y="284122"/>
                  </a:lnTo>
                  <a:lnTo>
                    <a:pt x="51473" y="287847"/>
                  </a:lnTo>
                  <a:lnTo>
                    <a:pt x="55354" y="291452"/>
                  </a:lnTo>
                  <a:lnTo>
                    <a:pt x="59347" y="294931"/>
                  </a:lnTo>
                  <a:lnTo>
                    <a:pt x="63449" y="298282"/>
                  </a:lnTo>
                  <a:lnTo>
                    <a:pt x="67655" y="301502"/>
                  </a:lnTo>
                  <a:lnTo>
                    <a:pt x="71961" y="304586"/>
                  </a:lnTo>
                  <a:lnTo>
                    <a:pt x="76362" y="307533"/>
                  </a:lnTo>
                  <a:lnTo>
                    <a:pt x="80855" y="310339"/>
                  </a:lnTo>
                  <a:lnTo>
                    <a:pt x="85434" y="313001"/>
                  </a:lnTo>
                  <a:lnTo>
                    <a:pt x="90095" y="315516"/>
                  </a:lnTo>
                  <a:lnTo>
                    <a:pt x="94834" y="317883"/>
                  </a:lnTo>
                  <a:lnTo>
                    <a:pt x="99645" y="320098"/>
                  </a:lnTo>
                  <a:lnTo>
                    <a:pt x="104524" y="322160"/>
                  </a:lnTo>
                  <a:lnTo>
                    <a:pt x="109465" y="324066"/>
                  </a:lnTo>
                  <a:lnTo>
                    <a:pt x="114465" y="325815"/>
                  </a:lnTo>
                  <a:lnTo>
                    <a:pt x="119518" y="327405"/>
                  </a:lnTo>
                  <a:lnTo>
                    <a:pt x="124618" y="328833"/>
                  </a:lnTo>
                  <a:lnTo>
                    <a:pt x="129761" y="330100"/>
                  </a:lnTo>
                  <a:lnTo>
                    <a:pt x="134942" y="331202"/>
                  </a:lnTo>
                  <a:lnTo>
                    <a:pt x="140155" y="332140"/>
                  </a:lnTo>
                  <a:lnTo>
                    <a:pt x="145395" y="332913"/>
                  </a:lnTo>
                  <a:lnTo>
                    <a:pt x="150657" y="333519"/>
                  </a:lnTo>
                  <a:lnTo>
                    <a:pt x="155935" y="333958"/>
                  </a:lnTo>
                  <a:lnTo>
                    <a:pt x="161225" y="334229"/>
                  </a:lnTo>
                  <a:lnTo>
                    <a:pt x="166520" y="334333"/>
                  </a:lnTo>
                  <a:lnTo>
                    <a:pt x="171817" y="334269"/>
                  </a:lnTo>
                  <a:lnTo>
                    <a:pt x="177108" y="334037"/>
                  </a:lnTo>
                  <a:lnTo>
                    <a:pt x="182390" y="333638"/>
                  </a:lnTo>
                  <a:lnTo>
                    <a:pt x="187656" y="333072"/>
                  </a:lnTo>
                  <a:lnTo>
                    <a:pt x="192902" y="332339"/>
                  </a:lnTo>
                  <a:lnTo>
                    <a:pt x="198122" y="331440"/>
                  </a:lnTo>
                  <a:lnTo>
                    <a:pt x="203311" y="330376"/>
                  </a:lnTo>
                  <a:lnTo>
                    <a:pt x="208463" y="329149"/>
                  </a:lnTo>
                  <a:lnTo>
                    <a:pt x="213574" y="327759"/>
                  </a:lnTo>
                  <a:lnTo>
                    <a:pt x="218638" y="326207"/>
                  </a:lnTo>
                  <a:lnTo>
                    <a:pt x="223651" y="324496"/>
                  </a:lnTo>
                  <a:lnTo>
                    <a:pt x="228607" y="322627"/>
                  </a:lnTo>
                  <a:lnTo>
                    <a:pt x="233501" y="320602"/>
                  </a:lnTo>
                  <a:lnTo>
                    <a:pt x="238329" y="318423"/>
                  </a:lnTo>
                  <a:lnTo>
                    <a:pt x="243085" y="316092"/>
                  </a:lnTo>
                  <a:lnTo>
                    <a:pt x="247765" y="313612"/>
                  </a:lnTo>
                  <a:lnTo>
                    <a:pt x="252364" y="310984"/>
                  </a:lnTo>
                  <a:lnTo>
                    <a:pt x="256878" y="308212"/>
                  </a:lnTo>
                  <a:lnTo>
                    <a:pt x="261301" y="305299"/>
                  </a:lnTo>
                  <a:lnTo>
                    <a:pt x="265630" y="302247"/>
                  </a:lnTo>
                  <a:lnTo>
                    <a:pt x="269860" y="299059"/>
                  </a:lnTo>
                  <a:lnTo>
                    <a:pt x="273987" y="295739"/>
                  </a:lnTo>
                  <a:lnTo>
                    <a:pt x="278007" y="292290"/>
                  </a:lnTo>
                  <a:lnTo>
                    <a:pt x="281915" y="288715"/>
                  </a:lnTo>
                  <a:lnTo>
                    <a:pt x="285708" y="285018"/>
                  </a:lnTo>
                  <a:lnTo>
                    <a:pt x="289382" y="281203"/>
                  </a:lnTo>
                  <a:lnTo>
                    <a:pt x="292934" y="277273"/>
                  </a:lnTo>
                  <a:lnTo>
                    <a:pt x="296359" y="273233"/>
                  </a:lnTo>
                  <a:lnTo>
                    <a:pt x="299654" y="269086"/>
                  </a:lnTo>
                  <a:lnTo>
                    <a:pt x="302816" y="264837"/>
                  </a:lnTo>
                  <a:lnTo>
                    <a:pt x="305843" y="260490"/>
                  </a:lnTo>
                  <a:lnTo>
                    <a:pt x="308730" y="256049"/>
                  </a:lnTo>
                  <a:lnTo>
                    <a:pt x="311474" y="251519"/>
                  </a:lnTo>
                  <a:lnTo>
                    <a:pt x="314074" y="246905"/>
                  </a:lnTo>
                  <a:lnTo>
                    <a:pt x="316527" y="242210"/>
                  </a:lnTo>
                  <a:lnTo>
                    <a:pt x="318829" y="237440"/>
                  </a:lnTo>
                  <a:lnTo>
                    <a:pt x="320979" y="232599"/>
                  </a:lnTo>
                  <a:lnTo>
                    <a:pt x="322975" y="227693"/>
                  </a:lnTo>
                  <a:lnTo>
                    <a:pt x="324814" y="222726"/>
                  </a:lnTo>
                  <a:lnTo>
                    <a:pt x="326495" y="217703"/>
                  </a:lnTo>
                  <a:lnTo>
                    <a:pt x="328016" y="212629"/>
                  </a:lnTo>
                  <a:lnTo>
                    <a:pt x="329376" y="207510"/>
                  </a:lnTo>
                  <a:lnTo>
                    <a:pt x="330573" y="202350"/>
                  </a:lnTo>
                  <a:lnTo>
                    <a:pt x="331605" y="197155"/>
                  </a:lnTo>
                  <a:lnTo>
                    <a:pt x="332473" y="191930"/>
                  </a:lnTo>
                  <a:lnTo>
                    <a:pt x="333174" y="186680"/>
                  </a:lnTo>
                  <a:lnTo>
                    <a:pt x="333709" y="181411"/>
                  </a:lnTo>
                  <a:lnTo>
                    <a:pt x="334077" y="176127"/>
                  </a:lnTo>
                  <a:lnTo>
                    <a:pt x="334277" y="170834"/>
                  </a:lnTo>
                  <a:lnTo>
                    <a:pt x="334309" y="165537"/>
                  </a:lnTo>
                  <a:lnTo>
                    <a:pt x="334174" y="160242"/>
                  </a:lnTo>
                  <a:lnTo>
                    <a:pt x="333870" y="154954"/>
                  </a:lnTo>
                  <a:lnTo>
                    <a:pt x="333400" y="149678"/>
                  </a:lnTo>
                  <a:lnTo>
                    <a:pt x="332762" y="144420"/>
                  </a:lnTo>
                  <a:lnTo>
                    <a:pt x="331958" y="139185"/>
                  </a:lnTo>
                  <a:lnTo>
                    <a:pt x="330989" y="133978"/>
                  </a:lnTo>
                  <a:lnTo>
                    <a:pt x="329856" y="128804"/>
                  </a:lnTo>
                  <a:lnTo>
                    <a:pt x="328558" y="123668"/>
                  </a:lnTo>
                  <a:lnTo>
                    <a:pt x="327099" y="118577"/>
                  </a:lnTo>
                  <a:lnTo>
                    <a:pt x="325480" y="113534"/>
                  </a:lnTo>
                  <a:lnTo>
                    <a:pt x="323701" y="108545"/>
                  </a:lnTo>
                  <a:lnTo>
                    <a:pt x="321765" y="103614"/>
                  </a:lnTo>
                  <a:lnTo>
                    <a:pt x="319674" y="98748"/>
                  </a:lnTo>
                  <a:lnTo>
                    <a:pt x="317430" y="93950"/>
                  </a:lnTo>
                  <a:lnTo>
                    <a:pt x="315035" y="89226"/>
                  </a:lnTo>
                  <a:lnTo>
                    <a:pt x="312492" y="84580"/>
                  </a:lnTo>
                  <a:lnTo>
                    <a:pt x="309802" y="80017"/>
                  </a:lnTo>
                  <a:lnTo>
                    <a:pt x="306970" y="75541"/>
                  </a:lnTo>
                  <a:lnTo>
                    <a:pt x="303997" y="71157"/>
                  </a:lnTo>
                  <a:lnTo>
                    <a:pt x="300886" y="66870"/>
                  </a:lnTo>
                  <a:lnTo>
                    <a:pt x="297642" y="62684"/>
                  </a:lnTo>
                  <a:lnTo>
                    <a:pt x="294266" y="58602"/>
                  </a:lnTo>
                  <a:lnTo>
                    <a:pt x="290763" y="54629"/>
                  </a:lnTo>
                  <a:lnTo>
                    <a:pt x="287136" y="50770"/>
                  </a:lnTo>
                  <a:lnTo>
                    <a:pt x="283388" y="47027"/>
                  </a:lnTo>
                  <a:lnTo>
                    <a:pt x="279523" y="43405"/>
                  </a:lnTo>
                  <a:lnTo>
                    <a:pt x="275546" y="39907"/>
                  </a:lnTo>
                  <a:lnTo>
                    <a:pt x="271460" y="36536"/>
                  </a:lnTo>
                  <a:lnTo>
                    <a:pt x="267269" y="33297"/>
                  </a:lnTo>
                  <a:lnTo>
                    <a:pt x="262978" y="30193"/>
                  </a:lnTo>
                  <a:lnTo>
                    <a:pt x="258590" y="27225"/>
                  </a:lnTo>
                  <a:lnTo>
                    <a:pt x="254111" y="24399"/>
                  </a:lnTo>
                  <a:lnTo>
                    <a:pt x="249544" y="21715"/>
                  </a:lnTo>
                  <a:lnTo>
                    <a:pt x="244895" y="19178"/>
                  </a:lnTo>
                  <a:lnTo>
                    <a:pt x="240167" y="16789"/>
                  </a:lnTo>
                  <a:lnTo>
                    <a:pt x="235366" y="14552"/>
                  </a:lnTo>
                  <a:lnTo>
                    <a:pt x="230497" y="12467"/>
                  </a:lnTo>
                  <a:lnTo>
                    <a:pt x="225564" y="10538"/>
                  </a:lnTo>
                  <a:lnTo>
                    <a:pt x="220573" y="8766"/>
                  </a:lnTo>
                  <a:lnTo>
                    <a:pt x="215528" y="7153"/>
                  </a:lnTo>
                  <a:lnTo>
                    <a:pt x="210434" y="5700"/>
                  </a:lnTo>
                  <a:lnTo>
                    <a:pt x="205297" y="4410"/>
                  </a:lnTo>
                  <a:lnTo>
                    <a:pt x="200122" y="3283"/>
                  </a:lnTo>
                  <a:lnTo>
                    <a:pt x="194913" y="2321"/>
                  </a:lnTo>
                  <a:lnTo>
                    <a:pt x="189677" y="1524"/>
                  </a:lnTo>
                  <a:lnTo>
                    <a:pt x="184418" y="894"/>
                  </a:lnTo>
                  <a:lnTo>
                    <a:pt x="179141" y="430"/>
                  </a:lnTo>
                  <a:lnTo>
                    <a:pt x="173853" y="134"/>
                  </a:lnTo>
                  <a:lnTo>
                    <a:pt x="168558" y="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1408" cy="167167"/>
            </a:xfrm>
            <a:custGeom>
              <a:avLst/>
              <a:pathLst>
                <a:path w="1408" h="167167">
                  <a:moveTo>
                    <a:pt x="1408" y="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812363" y="5269756"/>
              <a:ext cx="152137" cy="167167"/>
            </a:xfrm>
            <a:custGeom>
              <a:avLst/>
              <a:pathLst>
                <a:path w="152137" h="167167">
                  <a:moveTo>
                    <a:pt x="152137" y="0"/>
                  </a:moveTo>
                  <a:lnTo>
                    <a:pt x="146677" y="89"/>
                  </a:lnTo>
                  <a:lnTo>
                    <a:pt x="141222" y="356"/>
                  </a:lnTo>
                  <a:lnTo>
                    <a:pt x="135779" y="802"/>
                  </a:lnTo>
                  <a:lnTo>
                    <a:pt x="130353" y="1425"/>
                  </a:lnTo>
                  <a:lnTo>
                    <a:pt x="124950" y="2225"/>
                  </a:lnTo>
                  <a:lnTo>
                    <a:pt x="119577" y="3201"/>
                  </a:lnTo>
                  <a:lnTo>
                    <a:pt x="114238" y="4352"/>
                  </a:lnTo>
                  <a:lnTo>
                    <a:pt x="108940" y="5677"/>
                  </a:lnTo>
                  <a:lnTo>
                    <a:pt x="103688" y="7174"/>
                  </a:lnTo>
                  <a:lnTo>
                    <a:pt x="98487" y="8842"/>
                  </a:lnTo>
                  <a:lnTo>
                    <a:pt x="93344" y="10679"/>
                  </a:lnTo>
                  <a:lnTo>
                    <a:pt x="88264" y="12683"/>
                  </a:lnTo>
                  <a:lnTo>
                    <a:pt x="83252" y="14852"/>
                  </a:lnTo>
                  <a:lnTo>
                    <a:pt x="78313" y="17184"/>
                  </a:lnTo>
                  <a:lnTo>
                    <a:pt x="73453" y="19675"/>
                  </a:lnTo>
                  <a:lnTo>
                    <a:pt x="68677" y="22324"/>
                  </a:lnTo>
                  <a:lnTo>
                    <a:pt x="63990" y="25128"/>
                  </a:lnTo>
                  <a:lnTo>
                    <a:pt x="59397" y="28083"/>
                  </a:lnTo>
                  <a:lnTo>
                    <a:pt x="54904" y="31187"/>
                  </a:lnTo>
                  <a:lnTo>
                    <a:pt x="50514" y="34436"/>
                  </a:lnTo>
                  <a:lnTo>
                    <a:pt x="46232" y="37826"/>
                  </a:lnTo>
                  <a:lnTo>
                    <a:pt x="42064" y="41355"/>
                  </a:lnTo>
                  <a:lnTo>
                    <a:pt x="38013" y="45017"/>
                  </a:lnTo>
                  <a:lnTo>
                    <a:pt x="34083" y="48810"/>
                  </a:lnTo>
                  <a:lnTo>
                    <a:pt x="30280" y="52730"/>
                  </a:lnTo>
                  <a:lnTo>
                    <a:pt x="26607" y="56772"/>
                  </a:lnTo>
                  <a:lnTo>
                    <a:pt x="23068" y="60931"/>
                  </a:lnTo>
                  <a:lnTo>
                    <a:pt x="19666" y="65204"/>
                  </a:lnTo>
                  <a:lnTo>
                    <a:pt x="16406" y="69586"/>
                  </a:lnTo>
                  <a:lnTo>
                    <a:pt x="13291" y="74071"/>
                  </a:lnTo>
                  <a:lnTo>
                    <a:pt x="10324" y="78657"/>
                  </a:lnTo>
                  <a:lnTo>
                    <a:pt x="7509" y="83336"/>
                  </a:lnTo>
                  <a:lnTo>
                    <a:pt x="4848" y="88105"/>
                  </a:lnTo>
                  <a:lnTo>
                    <a:pt x="2344" y="92959"/>
                  </a:lnTo>
                  <a:lnTo>
                    <a:pt x="0" y="97892"/>
                  </a:lnTo>
                  <a:lnTo>
                    <a:pt x="15213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52" y="5269756"/>
              <a:ext cx="334296" cy="334334"/>
            </a:xfrm>
            <a:custGeom>
              <a:avLst/>
              <a:pathLst>
                <a:path w="334296" h="334334">
                  <a:moveTo>
                    <a:pt x="15011" y="97892"/>
                  </a:moveTo>
                  <a:lnTo>
                    <a:pt x="12890" y="102752"/>
                  </a:lnTo>
                  <a:lnTo>
                    <a:pt x="10924" y="107678"/>
                  </a:lnTo>
                  <a:lnTo>
                    <a:pt x="9116" y="112664"/>
                  </a:lnTo>
                  <a:lnTo>
                    <a:pt x="7466" y="117704"/>
                  </a:lnTo>
                  <a:lnTo>
                    <a:pt x="5978" y="122794"/>
                  </a:lnTo>
                  <a:lnTo>
                    <a:pt x="4651" y="127929"/>
                  </a:lnTo>
                  <a:lnTo>
                    <a:pt x="3488" y="133103"/>
                  </a:lnTo>
                  <a:lnTo>
                    <a:pt x="2490" y="138312"/>
                  </a:lnTo>
                  <a:lnTo>
                    <a:pt x="1658" y="143550"/>
                  </a:lnTo>
                  <a:lnTo>
                    <a:pt x="992" y="148811"/>
                  </a:lnTo>
                  <a:lnTo>
                    <a:pt x="493" y="154091"/>
                  </a:lnTo>
                  <a:lnTo>
                    <a:pt x="162" y="159384"/>
                  </a:lnTo>
                  <a:lnTo>
                    <a:pt x="0" y="164685"/>
                  </a:lnTo>
                  <a:lnTo>
                    <a:pt x="5" y="169988"/>
                  </a:lnTo>
                  <a:lnTo>
                    <a:pt x="178" y="175289"/>
                  </a:lnTo>
                  <a:lnTo>
                    <a:pt x="520" y="180581"/>
                  </a:lnTo>
                  <a:lnTo>
                    <a:pt x="1030" y="185860"/>
                  </a:lnTo>
                  <a:lnTo>
                    <a:pt x="1706" y="191120"/>
                  </a:lnTo>
                  <a:lnTo>
                    <a:pt x="2549" y="196356"/>
                  </a:lnTo>
                  <a:lnTo>
                    <a:pt x="3558" y="201563"/>
                  </a:lnTo>
                  <a:lnTo>
                    <a:pt x="4731" y="206735"/>
                  </a:lnTo>
                  <a:lnTo>
                    <a:pt x="6068" y="211867"/>
                  </a:lnTo>
                  <a:lnTo>
                    <a:pt x="7567" y="216954"/>
                  </a:lnTo>
                  <a:lnTo>
                    <a:pt x="9227" y="221991"/>
                  </a:lnTo>
                  <a:lnTo>
                    <a:pt x="11045" y="226973"/>
                  </a:lnTo>
                  <a:lnTo>
                    <a:pt x="13021" y="231895"/>
                  </a:lnTo>
                  <a:lnTo>
                    <a:pt x="15152" y="236751"/>
                  </a:lnTo>
                  <a:lnTo>
                    <a:pt x="17436" y="241538"/>
                  </a:lnTo>
                  <a:lnTo>
                    <a:pt x="19870" y="246249"/>
                  </a:lnTo>
                  <a:lnTo>
                    <a:pt x="22453" y="250881"/>
                  </a:lnTo>
                  <a:lnTo>
                    <a:pt x="25181" y="255429"/>
                  </a:lnTo>
                  <a:lnTo>
                    <a:pt x="28052" y="259888"/>
                  </a:lnTo>
                  <a:lnTo>
                    <a:pt x="31064" y="264254"/>
                  </a:lnTo>
                  <a:lnTo>
                    <a:pt x="34212" y="268522"/>
                  </a:lnTo>
                  <a:lnTo>
                    <a:pt x="37494" y="272687"/>
                  </a:lnTo>
                  <a:lnTo>
                    <a:pt x="40906" y="276747"/>
                  </a:lnTo>
                  <a:lnTo>
                    <a:pt x="44446" y="280697"/>
                  </a:lnTo>
                  <a:lnTo>
                    <a:pt x="48109" y="284532"/>
                  </a:lnTo>
                  <a:lnTo>
                    <a:pt x="51892" y="288249"/>
                  </a:lnTo>
                  <a:lnTo>
                    <a:pt x="55790" y="291844"/>
                  </a:lnTo>
                  <a:lnTo>
                    <a:pt x="59801" y="295314"/>
                  </a:lnTo>
                  <a:lnTo>
                    <a:pt x="63920" y="298654"/>
                  </a:lnTo>
                  <a:lnTo>
                    <a:pt x="68143" y="301863"/>
                  </a:lnTo>
                  <a:lnTo>
                    <a:pt x="72466" y="304935"/>
                  </a:lnTo>
                  <a:lnTo>
                    <a:pt x="76884" y="307869"/>
                  </a:lnTo>
                  <a:lnTo>
                    <a:pt x="81392" y="310662"/>
                  </a:lnTo>
                  <a:lnTo>
                    <a:pt x="85987" y="313310"/>
                  </a:lnTo>
                  <a:lnTo>
                    <a:pt x="90664" y="315811"/>
                  </a:lnTo>
                  <a:lnTo>
                    <a:pt x="95417" y="318162"/>
                  </a:lnTo>
                  <a:lnTo>
                    <a:pt x="100243" y="320362"/>
                  </a:lnTo>
                  <a:lnTo>
                    <a:pt x="105136" y="322407"/>
                  </a:lnTo>
                  <a:lnTo>
                    <a:pt x="110092" y="324296"/>
                  </a:lnTo>
                  <a:lnTo>
                    <a:pt x="115105" y="326027"/>
                  </a:lnTo>
                  <a:lnTo>
                    <a:pt x="120170" y="327598"/>
                  </a:lnTo>
                  <a:lnTo>
                    <a:pt x="125283" y="329007"/>
                  </a:lnTo>
                  <a:lnTo>
                    <a:pt x="130438" y="330254"/>
                  </a:lnTo>
                  <a:lnTo>
                    <a:pt x="135630" y="331336"/>
                  </a:lnTo>
                  <a:lnTo>
                    <a:pt x="140853" y="332253"/>
                  </a:lnTo>
                  <a:lnTo>
                    <a:pt x="146103" y="333004"/>
                  </a:lnTo>
                  <a:lnTo>
                    <a:pt x="151374" y="333588"/>
                  </a:lnTo>
                  <a:lnTo>
                    <a:pt x="156661" y="334005"/>
                  </a:lnTo>
                  <a:lnTo>
                    <a:pt x="161959" y="334254"/>
                  </a:lnTo>
                  <a:lnTo>
                    <a:pt x="167262" y="334334"/>
                  </a:lnTo>
                  <a:lnTo>
                    <a:pt x="172564" y="334247"/>
                  </a:lnTo>
                  <a:lnTo>
                    <a:pt x="177862" y="333991"/>
                  </a:lnTo>
                  <a:lnTo>
                    <a:pt x="183148" y="333567"/>
                  </a:lnTo>
                  <a:lnTo>
                    <a:pt x="188418" y="332976"/>
                  </a:lnTo>
                  <a:lnTo>
                    <a:pt x="193667" y="332218"/>
                  </a:lnTo>
                  <a:lnTo>
                    <a:pt x="198890" y="331293"/>
                  </a:lnTo>
                  <a:lnTo>
                    <a:pt x="204080" y="330204"/>
                  </a:lnTo>
                  <a:lnTo>
                    <a:pt x="209233" y="328950"/>
                  </a:lnTo>
                  <a:lnTo>
                    <a:pt x="214344" y="327534"/>
                  </a:lnTo>
                  <a:lnTo>
                    <a:pt x="219407" y="325956"/>
                  </a:lnTo>
                  <a:lnTo>
                    <a:pt x="224418" y="324219"/>
                  </a:lnTo>
                  <a:lnTo>
                    <a:pt x="229371" y="322323"/>
                  </a:lnTo>
                  <a:lnTo>
                    <a:pt x="234261" y="320271"/>
                  </a:lnTo>
                  <a:lnTo>
                    <a:pt x="239084" y="318065"/>
                  </a:lnTo>
                  <a:lnTo>
                    <a:pt x="243834" y="315707"/>
                  </a:lnTo>
                  <a:lnTo>
                    <a:pt x="248508" y="313200"/>
                  </a:lnTo>
                  <a:lnTo>
                    <a:pt x="253099" y="310546"/>
                  </a:lnTo>
                  <a:lnTo>
                    <a:pt x="257604" y="307747"/>
                  </a:lnTo>
                  <a:lnTo>
                    <a:pt x="262018" y="304807"/>
                  </a:lnTo>
                  <a:lnTo>
                    <a:pt x="266336" y="301728"/>
                  </a:lnTo>
                  <a:lnTo>
                    <a:pt x="270555" y="298514"/>
                  </a:lnTo>
                  <a:lnTo>
                    <a:pt x="274669" y="295168"/>
                  </a:lnTo>
                  <a:lnTo>
                    <a:pt x="278675" y="291693"/>
                  </a:lnTo>
                  <a:lnTo>
                    <a:pt x="282569" y="288093"/>
                  </a:lnTo>
                  <a:lnTo>
                    <a:pt x="286347" y="284370"/>
                  </a:lnTo>
                  <a:lnTo>
                    <a:pt x="290005" y="280530"/>
                  </a:lnTo>
                  <a:lnTo>
                    <a:pt x="293539" y="276576"/>
                  </a:lnTo>
                  <a:lnTo>
                    <a:pt x="296946" y="272512"/>
                  </a:lnTo>
                  <a:lnTo>
                    <a:pt x="300222" y="268341"/>
                  </a:lnTo>
                  <a:lnTo>
                    <a:pt x="303365" y="264069"/>
                  </a:lnTo>
                  <a:lnTo>
                    <a:pt x="306370" y="259700"/>
                  </a:lnTo>
                  <a:lnTo>
                    <a:pt x="309235" y="255237"/>
                  </a:lnTo>
                  <a:lnTo>
                    <a:pt x="311957" y="250685"/>
                  </a:lnTo>
                  <a:lnTo>
                    <a:pt x="314534" y="246050"/>
                  </a:lnTo>
                  <a:lnTo>
                    <a:pt x="316962" y="241335"/>
                  </a:lnTo>
                  <a:lnTo>
                    <a:pt x="319239" y="236545"/>
                  </a:lnTo>
                  <a:lnTo>
                    <a:pt x="321363" y="231686"/>
                  </a:lnTo>
                  <a:lnTo>
                    <a:pt x="323333" y="226762"/>
                  </a:lnTo>
                  <a:lnTo>
                    <a:pt x="325144" y="221777"/>
                  </a:lnTo>
                  <a:lnTo>
                    <a:pt x="326797" y="216738"/>
                  </a:lnTo>
                  <a:lnTo>
                    <a:pt x="328289" y="211649"/>
                  </a:lnTo>
                  <a:lnTo>
                    <a:pt x="329619" y="206515"/>
                  </a:lnTo>
                  <a:lnTo>
                    <a:pt x="330786" y="201341"/>
                  </a:lnTo>
                  <a:lnTo>
                    <a:pt x="331787" y="196133"/>
                  </a:lnTo>
                  <a:lnTo>
                    <a:pt x="332623" y="190896"/>
                  </a:lnTo>
                  <a:lnTo>
                    <a:pt x="333293" y="185635"/>
                  </a:lnTo>
                  <a:lnTo>
                    <a:pt x="333795" y="180356"/>
                  </a:lnTo>
                  <a:lnTo>
                    <a:pt x="334129" y="175063"/>
                  </a:lnTo>
                  <a:lnTo>
                    <a:pt x="334296" y="169762"/>
                  </a:lnTo>
                  <a:lnTo>
                    <a:pt x="334294" y="164459"/>
                  </a:lnTo>
                  <a:lnTo>
                    <a:pt x="334124" y="159158"/>
                  </a:lnTo>
                  <a:lnTo>
                    <a:pt x="333786" y="153865"/>
                  </a:lnTo>
                  <a:lnTo>
                    <a:pt x="333280" y="148586"/>
                  </a:lnTo>
                  <a:lnTo>
                    <a:pt x="332607" y="143326"/>
                  </a:lnTo>
                  <a:lnTo>
                    <a:pt x="331768" y="138089"/>
                  </a:lnTo>
                  <a:lnTo>
                    <a:pt x="330762" y="132882"/>
                  </a:lnTo>
                  <a:lnTo>
                    <a:pt x="329592" y="127709"/>
                  </a:lnTo>
                  <a:lnTo>
                    <a:pt x="328259" y="122576"/>
                  </a:lnTo>
                  <a:lnTo>
                    <a:pt x="326763" y="117488"/>
                  </a:lnTo>
                  <a:lnTo>
                    <a:pt x="325107" y="112450"/>
                  </a:lnTo>
                  <a:lnTo>
                    <a:pt x="323292" y="107467"/>
                  </a:lnTo>
                  <a:lnTo>
                    <a:pt x="321320" y="102544"/>
                  </a:lnTo>
                  <a:lnTo>
                    <a:pt x="319192" y="97686"/>
                  </a:lnTo>
                  <a:lnTo>
                    <a:pt x="316912" y="92898"/>
                  </a:lnTo>
                  <a:lnTo>
                    <a:pt x="314480" y="88184"/>
                  </a:lnTo>
                  <a:lnTo>
                    <a:pt x="311901" y="83551"/>
                  </a:lnTo>
                  <a:lnTo>
                    <a:pt x="309176" y="79001"/>
                  </a:lnTo>
                  <a:lnTo>
                    <a:pt x="306307" y="74540"/>
                  </a:lnTo>
                  <a:lnTo>
                    <a:pt x="303299" y="70172"/>
                  </a:lnTo>
                  <a:lnTo>
                    <a:pt x="300154" y="65902"/>
                  </a:lnTo>
                  <a:lnTo>
                    <a:pt x="296875" y="61734"/>
                  </a:lnTo>
                  <a:lnTo>
                    <a:pt x="293465" y="57672"/>
                  </a:lnTo>
                  <a:lnTo>
                    <a:pt x="289928" y="53720"/>
                  </a:lnTo>
                  <a:lnTo>
                    <a:pt x="286268" y="49883"/>
                  </a:lnTo>
                  <a:lnTo>
                    <a:pt x="282487" y="46163"/>
                  </a:lnTo>
                  <a:lnTo>
                    <a:pt x="278591" y="42565"/>
                  </a:lnTo>
                  <a:lnTo>
                    <a:pt x="274582" y="39093"/>
                  </a:lnTo>
                  <a:lnTo>
                    <a:pt x="270466" y="35750"/>
                  </a:lnTo>
                  <a:lnTo>
                    <a:pt x="266245" y="32538"/>
                  </a:lnTo>
                  <a:lnTo>
                    <a:pt x="261925" y="29463"/>
                  </a:lnTo>
                  <a:lnTo>
                    <a:pt x="257509" y="26526"/>
                  </a:lnTo>
                  <a:lnTo>
                    <a:pt x="253002" y="23730"/>
                  </a:lnTo>
                  <a:lnTo>
                    <a:pt x="248409" y="21079"/>
                  </a:lnTo>
                  <a:lnTo>
                    <a:pt x="243734" y="18575"/>
                  </a:lnTo>
                  <a:lnTo>
                    <a:pt x="238982" y="16220"/>
                  </a:lnTo>
                  <a:lnTo>
                    <a:pt x="234157" y="14017"/>
                  </a:lnTo>
                  <a:lnTo>
                    <a:pt x="229266" y="11969"/>
                  </a:lnTo>
                  <a:lnTo>
                    <a:pt x="224311" y="10077"/>
                  </a:lnTo>
                  <a:lnTo>
                    <a:pt x="219299" y="8342"/>
                  </a:lnTo>
                  <a:lnTo>
                    <a:pt x="214235" y="6768"/>
                  </a:lnTo>
                  <a:lnTo>
                    <a:pt x="209123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6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2740" y="5399291"/>
              <a:ext cx="3475" cy="167167"/>
            </a:xfrm>
            <a:custGeom>
              <a:avLst/>
              <a:pathLst>
                <a:path w="3475" h="167167">
                  <a:moveTo>
                    <a:pt x="3475" y="0"/>
                  </a:moveTo>
                  <a:lnTo>
                    <a:pt x="0" y="36"/>
                  </a:lnTo>
                  <a:lnTo>
                    <a:pt x="347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740" y="5399327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48" y="5399327"/>
              <a:ext cx="334330" cy="334285"/>
            </a:xfrm>
            <a:custGeom>
              <a:avLst/>
              <a:pathLst>
                <a:path w="334330" h="334285">
                  <a:moveTo>
                    <a:pt x="163692" y="0"/>
                  </a:moveTo>
                  <a:lnTo>
                    <a:pt x="158404" y="193"/>
                  </a:lnTo>
                  <a:lnTo>
                    <a:pt x="153126" y="554"/>
                  </a:lnTo>
                  <a:lnTo>
                    <a:pt x="147861" y="1082"/>
                  </a:lnTo>
                  <a:lnTo>
                    <a:pt x="142616" y="1776"/>
                  </a:lnTo>
                  <a:lnTo>
                    <a:pt x="137396" y="2636"/>
                  </a:lnTo>
                  <a:lnTo>
                    <a:pt x="132205" y="3660"/>
                  </a:lnTo>
                  <a:lnTo>
                    <a:pt x="127050" y="4848"/>
                  </a:lnTo>
                  <a:lnTo>
                    <a:pt x="121934" y="6199"/>
                  </a:lnTo>
                  <a:lnTo>
                    <a:pt x="116864" y="7711"/>
                  </a:lnTo>
                  <a:lnTo>
                    <a:pt x="111844" y="9383"/>
                  </a:lnTo>
                  <a:lnTo>
                    <a:pt x="106880" y="11213"/>
                  </a:lnTo>
                  <a:lnTo>
                    <a:pt x="101976" y="13199"/>
                  </a:lnTo>
                  <a:lnTo>
                    <a:pt x="97137" y="15339"/>
                  </a:lnTo>
                  <a:lnTo>
                    <a:pt x="92369" y="17631"/>
                  </a:lnTo>
                  <a:lnTo>
                    <a:pt x="87675" y="20073"/>
                  </a:lnTo>
                  <a:lnTo>
                    <a:pt x="83061" y="22662"/>
                  </a:lnTo>
                  <a:lnTo>
                    <a:pt x="78532" y="25396"/>
                  </a:lnTo>
                  <a:lnTo>
                    <a:pt x="74091" y="28272"/>
                  </a:lnTo>
                  <a:lnTo>
                    <a:pt x="69743" y="31287"/>
                  </a:lnTo>
                  <a:lnTo>
                    <a:pt x="65493" y="34438"/>
                  </a:lnTo>
                  <a:lnTo>
                    <a:pt x="61345" y="37722"/>
                  </a:lnTo>
                  <a:lnTo>
                    <a:pt x="57302" y="41136"/>
                  </a:lnTo>
                  <a:lnTo>
                    <a:pt x="53370" y="44676"/>
                  </a:lnTo>
                  <a:lnTo>
                    <a:pt x="49552" y="48338"/>
                  </a:lnTo>
                  <a:lnTo>
                    <a:pt x="45852" y="52120"/>
                  </a:lnTo>
                  <a:lnTo>
                    <a:pt x="42273" y="56016"/>
                  </a:lnTo>
                  <a:lnTo>
                    <a:pt x="38819" y="60024"/>
                  </a:lnTo>
                  <a:lnTo>
                    <a:pt x="35494" y="64140"/>
                  </a:lnTo>
                  <a:lnTo>
                    <a:pt x="32301" y="68358"/>
                  </a:lnTo>
                  <a:lnTo>
                    <a:pt x="29242" y="72675"/>
                  </a:lnTo>
                  <a:lnTo>
                    <a:pt x="26322" y="77087"/>
                  </a:lnTo>
                  <a:lnTo>
                    <a:pt x="23544" y="81590"/>
                  </a:lnTo>
                  <a:lnTo>
                    <a:pt x="20908" y="86178"/>
                  </a:lnTo>
                  <a:lnTo>
                    <a:pt x="18420" y="90847"/>
                  </a:lnTo>
                  <a:lnTo>
                    <a:pt x="16080" y="95592"/>
                  </a:lnTo>
                  <a:lnTo>
                    <a:pt x="13892" y="100409"/>
                  </a:lnTo>
                  <a:lnTo>
                    <a:pt x="11857" y="105293"/>
                  </a:lnTo>
                  <a:lnTo>
                    <a:pt x="9978" y="110239"/>
                  </a:lnTo>
                  <a:lnTo>
                    <a:pt x="8257" y="115242"/>
                  </a:lnTo>
                  <a:lnTo>
                    <a:pt x="6694" y="120297"/>
                  </a:lnTo>
                  <a:lnTo>
                    <a:pt x="5292" y="125398"/>
                  </a:lnTo>
                  <a:lnTo>
                    <a:pt x="4053" y="130542"/>
                  </a:lnTo>
                  <a:lnTo>
                    <a:pt x="2977" y="135722"/>
                  </a:lnTo>
                  <a:lnTo>
                    <a:pt x="2065" y="140934"/>
                  </a:lnTo>
                  <a:lnTo>
                    <a:pt x="1319" y="146172"/>
                  </a:lnTo>
                  <a:lnTo>
                    <a:pt x="738" y="151430"/>
                  </a:lnTo>
                  <a:lnTo>
                    <a:pt x="325" y="156705"/>
                  </a:lnTo>
                  <a:lnTo>
                    <a:pt x="78" y="161990"/>
                  </a:lnTo>
                  <a:lnTo>
                    <a:pt x="0" y="167280"/>
                  </a:lnTo>
                  <a:lnTo>
                    <a:pt x="88" y="172570"/>
                  </a:lnTo>
                  <a:lnTo>
                    <a:pt x="344" y="177855"/>
                  </a:lnTo>
                  <a:lnTo>
                    <a:pt x="767" y="183129"/>
                  </a:lnTo>
                  <a:lnTo>
                    <a:pt x="1356" y="188387"/>
                  </a:lnTo>
                  <a:lnTo>
                    <a:pt x="2112" y="193623"/>
                  </a:lnTo>
                  <a:lnTo>
                    <a:pt x="3033" y="198833"/>
                  </a:lnTo>
                  <a:lnTo>
                    <a:pt x="4119" y="204012"/>
                  </a:lnTo>
                  <a:lnTo>
                    <a:pt x="5367" y="209153"/>
                  </a:lnTo>
                  <a:lnTo>
                    <a:pt x="6778" y="214252"/>
                  </a:lnTo>
                  <a:lnTo>
                    <a:pt x="8350" y="219304"/>
                  </a:lnTo>
                  <a:lnTo>
                    <a:pt x="10080" y="224304"/>
                  </a:lnTo>
                  <a:lnTo>
                    <a:pt x="11968" y="229246"/>
                  </a:lnTo>
                  <a:lnTo>
                    <a:pt x="14012" y="234127"/>
                  </a:lnTo>
                  <a:lnTo>
                    <a:pt x="16208" y="238940"/>
                  </a:lnTo>
                  <a:lnTo>
                    <a:pt x="18557" y="243681"/>
                  </a:lnTo>
                  <a:lnTo>
                    <a:pt x="21053" y="248345"/>
                  </a:lnTo>
                  <a:lnTo>
                    <a:pt x="23697" y="252929"/>
                  </a:lnTo>
                  <a:lnTo>
                    <a:pt x="26484" y="257426"/>
                  </a:lnTo>
                  <a:lnTo>
                    <a:pt x="29412" y="261833"/>
                  </a:lnTo>
                  <a:lnTo>
                    <a:pt x="32478" y="266145"/>
                  </a:lnTo>
                  <a:lnTo>
                    <a:pt x="35678" y="270357"/>
                  </a:lnTo>
                  <a:lnTo>
                    <a:pt x="39011" y="274467"/>
                  </a:lnTo>
                  <a:lnTo>
                    <a:pt x="42472" y="278469"/>
                  </a:lnTo>
                  <a:lnTo>
                    <a:pt x="46058" y="282359"/>
                  </a:lnTo>
                  <a:lnTo>
                    <a:pt x="49765" y="286134"/>
                  </a:lnTo>
                  <a:lnTo>
                    <a:pt x="53590" y="289789"/>
                  </a:lnTo>
                  <a:lnTo>
                    <a:pt x="57528" y="293322"/>
                  </a:lnTo>
                  <a:lnTo>
                    <a:pt x="61576" y="296729"/>
                  </a:lnTo>
                  <a:lnTo>
                    <a:pt x="65730" y="300005"/>
                  </a:lnTo>
                  <a:lnTo>
                    <a:pt x="69986" y="303149"/>
                  </a:lnTo>
                  <a:lnTo>
                    <a:pt x="74339" y="306156"/>
                  </a:lnTo>
                  <a:lnTo>
                    <a:pt x="78785" y="309024"/>
                  </a:lnTo>
                  <a:lnTo>
                    <a:pt x="83320" y="311750"/>
                  </a:lnTo>
                  <a:lnTo>
                    <a:pt x="87938" y="314331"/>
                  </a:lnTo>
                  <a:lnTo>
                    <a:pt x="92636" y="316764"/>
                  </a:lnTo>
                  <a:lnTo>
                    <a:pt x="97409" y="319048"/>
                  </a:lnTo>
                  <a:lnTo>
                    <a:pt x="102251" y="321179"/>
                  </a:lnTo>
                  <a:lnTo>
                    <a:pt x="107159" y="323156"/>
                  </a:lnTo>
                  <a:lnTo>
                    <a:pt x="112126" y="324977"/>
                  </a:lnTo>
                  <a:lnTo>
                    <a:pt x="117149" y="326640"/>
                  </a:lnTo>
                  <a:lnTo>
                    <a:pt x="122222" y="328143"/>
                  </a:lnTo>
                  <a:lnTo>
                    <a:pt x="127340" y="329485"/>
                  </a:lnTo>
                  <a:lnTo>
                    <a:pt x="132498" y="330664"/>
                  </a:lnTo>
                  <a:lnTo>
                    <a:pt x="137690" y="331679"/>
                  </a:lnTo>
                  <a:lnTo>
                    <a:pt x="142912" y="332529"/>
                  </a:lnTo>
                  <a:lnTo>
                    <a:pt x="148158" y="333214"/>
                  </a:lnTo>
                  <a:lnTo>
                    <a:pt x="153424" y="333732"/>
                  </a:lnTo>
                  <a:lnTo>
                    <a:pt x="158703" y="334084"/>
                  </a:lnTo>
                  <a:lnTo>
                    <a:pt x="163990" y="334268"/>
                  </a:lnTo>
                  <a:lnTo>
                    <a:pt x="169281" y="334285"/>
                  </a:lnTo>
                  <a:lnTo>
                    <a:pt x="174570" y="334134"/>
                  </a:lnTo>
                  <a:lnTo>
                    <a:pt x="179851" y="333816"/>
                  </a:lnTo>
                  <a:lnTo>
                    <a:pt x="185120" y="333331"/>
                  </a:lnTo>
                  <a:lnTo>
                    <a:pt x="190370" y="332680"/>
                  </a:lnTo>
                  <a:lnTo>
                    <a:pt x="195598" y="331863"/>
                  </a:lnTo>
                  <a:lnTo>
                    <a:pt x="200796" y="330881"/>
                  </a:lnTo>
                  <a:lnTo>
                    <a:pt x="205961" y="329734"/>
                  </a:lnTo>
                  <a:lnTo>
                    <a:pt x="211088" y="328425"/>
                  </a:lnTo>
                  <a:lnTo>
                    <a:pt x="216170" y="326955"/>
                  </a:lnTo>
                  <a:lnTo>
                    <a:pt x="221203" y="325324"/>
                  </a:lnTo>
                  <a:lnTo>
                    <a:pt x="226182" y="323535"/>
                  </a:lnTo>
                  <a:lnTo>
                    <a:pt x="231102" y="321589"/>
                  </a:lnTo>
                  <a:lnTo>
                    <a:pt x="235958" y="319488"/>
                  </a:lnTo>
                  <a:lnTo>
                    <a:pt x="240745" y="317235"/>
                  </a:lnTo>
                  <a:lnTo>
                    <a:pt x="245458" y="314831"/>
                  </a:lnTo>
                  <a:lnTo>
                    <a:pt x="250093" y="312280"/>
                  </a:lnTo>
                  <a:lnTo>
                    <a:pt x="254645" y="309583"/>
                  </a:lnTo>
                  <a:lnTo>
                    <a:pt x="259109" y="306743"/>
                  </a:lnTo>
                  <a:lnTo>
                    <a:pt x="263481" y="303763"/>
                  </a:lnTo>
                  <a:lnTo>
                    <a:pt x="267757" y="300647"/>
                  </a:lnTo>
                  <a:lnTo>
                    <a:pt x="271932" y="297397"/>
                  </a:lnTo>
                  <a:lnTo>
                    <a:pt x="276002" y="294016"/>
                  </a:lnTo>
                  <a:lnTo>
                    <a:pt x="279963" y="290509"/>
                  </a:lnTo>
                  <a:lnTo>
                    <a:pt x="283810" y="286877"/>
                  </a:lnTo>
                  <a:lnTo>
                    <a:pt x="287542" y="283126"/>
                  </a:lnTo>
                  <a:lnTo>
                    <a:pt x="291152" y="279259"/>
                  </a:lnTo>
                  <a:lnTo>
                    <a:pt x="294638" y="275279"/>
                  </a:lnTo>
                  <a:lnTo>
                    <a:pt x="297997" y="271191"/>
                  </a:lnTo>
                  <a:lnTo>
                    <a:pt x="301224" y="266998"/>
                  </a:lnTo>
                  <a:lnTo>
                    <a:pt x="304318" y="262706"/>
                  </a:lnTo>
                  <a:lnTo>
                    <a:pt x="307273" y="258318"/>
                  </a:lnTo>
                  <a:lnTo>
                    <a:pt x="310089" y="253839"/>
                  </a:lnTo>
                  <a:lnTo>
                    <a:pt x="312761" y="249272"/>
                  </a:lnTo>
                  <a:lnTo>
                    <a:pt x="315288" y="244624"/>
                  </a:lnTo>
                  <a:lnTo>
                    <a:pt x="317666" y="239897"/>
                  </a:lnTo>
                  <a:lnTo>
                    <a:pt x="319893" y="235098"/>
                  </a:lnTo>
                  <a:lnTo>
                    <a:pt x="321968" y="230231"/>
                  </a:lnTo>
                  <a:lnTo>
                    <a:pt x="323887" y="225301"/>
                  </a:lnTo>
                  <a:lnTo>
                    <a:pt x="325649" y="220312"/>
                  </a:lnTo>
                  <a:lnTo>
                    <a:pt x="327253" y="215270"/>
                  </a:lnTo>
                  <a:lnTo>
                    <a:pt x="328696" y="210180"/>
                  </a:lnTo>
                  <a:lnTo>
                    <a:pt x="329978" y="205047"/>
                  </a:lnTo>
                  <a:lnTo>
                    <a:pt x="331096" y="199875"/>
                  </a:lnTo>
                  <a:lnTo>
                    <a:pt x="332050" y="194671"/>
                  </a:lnTo>
                  <a:lnTo>
                    <a:pt x="332839" y="189440"/>
                  </a:lnTo>
                  <a:lnTo>
                    <a:pt x="333462" y="184186"/>
                  </a:lnTo>
                  <a:lnTo>
                    <a:pt x="333918" y="178915"/>
                  </a:lnTo>
                  <a:lnTo>
                    <a:pt x="334208" y="173632"/>
                  </a:lnTo>
                  <a:lnTo>
                    <a:pt x="334330" y="168342"/>
                  </a:lnTo>
                  <a:lnTo>
                    <a:pt x="334285" y="163052"/>
                  </a:lnTo>
                  <a:lnTo>
                    <a:pt x="334072" y="157765"/>
                  </a:lnTo>
                  <a:lnTo>
                    <a:pt x="333692" y="152488"/>
                  </a:lnTo>
                  <a:lnTo>
                    <a:pt x="333145" y="147226"/>
                  </a:lnTo>
                  <a:lnTo>
                    <a:pt x="332432" y="141983"/>
                  </a:lnTo>
                  <a:lnTo>
                    <a:pt x="331553" y="136766"/>
                  </a:lnTo>
                  <a:lnTo>
                    <a:pt x="330510" y="131579"/>
                  </a:lnTo>
                  <a:lnTo>
                    <a:pt x="329303" y="126428"/>
                  </a:lnTo>
                  <a:lnTo>
                    <a:pt x="327934" y="121317"/>
                  </a:lnTo>
                  <a:lnTo>
                    <a:pt x="326404" y="116252"/>
                  </a:lnTo>
                  <a:lnTo>
                    <a:pt x="324714" y="111239"/>
                  </a:lnTo>
                  <a:lnTo>
                    <a:pt x="322866" y="106281"/>
                  </a:lnTo>
                  <a:lnTo>
                    <a:pt x="320863" y="101384"/>
                  </a:lnTo>
                  <a:lnTo>
                    <a:pt x="318705" y="96553"/>
                  </a:lnTo>
                  <a:lnTo>
                    <a:pt x="316396" y="91793"/>
                  </a:lnTo>
                  <a:lnTo>
                    <a:pt x="313937" y="87109"/>
                  </a:lnTo>
                  <a:lnTo>
                    <a:pt x="311331" y="82504"/>
                  </a:lnTo>
                  <a:lnTo>
                    <a:pt x="308581" y="77984"/>
                  </a:lnTo>
                  <a:lnTo>
                    <a:pt x="305689" y="73554"/>
                  </a:lnTo>
                  <a:lnTo>
                    <a:pt x="302658" y="69217"/>
                  </a:lnTo>
                  <a:lnTo>
                    <a:pt x="299492" y="64978"/>
                  </a:lnTo>
                  <a:lnTo>
                    <a:pt x="296193" y="60842"/>
                  </a:lnTo>
                  <a:lnTo>
                    <a:pt x="292764" y="56812"/>
                  </a:lnTo>
                  <a:lnTo>
                    <a:pt x="289210" y="52893"/>
                  </a:lnTo>
                  <a:lnTo>
                    <a:pt x="285534" y="49088"/>
                  </a:lnTo>
                  <a:lnTo>
                    <a:pt x="281739" y="45401"/>
                  </a:lnTo>
                  <a:lnTo>
                    <a:pt x="277830" y="41836"/>
                  </a:lnTo>
                  <a:lnTo>
                    <a:pt x="273809" y="38397"/>
                  </a:lnTo>
                  <a:lnTo>
                    <a:pt x="269682" y="35087"/>
                  </a:lnTo>
                  <a:lnTo>
                    <a:pt x="265452" y="31909"/>
                  </a:lnTo>
                  <a:lnTo>
                    <a:pt x="261123" y="28866"/>
                  </a:lnTo>
                  <a:lnTo>
                    <a:pt x="256701" y="25962"/>
                  </a:lnTo>
                  <a:lnTo>
                    <a:pt x="252189" y="23199"/>
                  </a:lnTo>
                  <a:lnTo>
                    <a:pt x="247591" y="20581"/>
                  </a:lnTo>
                  <a:lnTo>
                    <a:pt x="242913" y="18109"/>
                  </a:lnTo>
                  <a:lnTo>
                    <a:pt x="238159" y="15787"/>
                  </a:lnTo>
                  <a:lnTo>
                    <a:pt x="233335" y="13616"/>
                  </a:lnTo>
                  <a:lnTo>
                    <a:pt x="228443" y="11599"/>
                  </a:lnTo>
                  <a:lnTo>
                    <a:pt x="223491" y="9738"/>
                  </a:lnTo>
                  <a:lnTo>
                    <a:pt x="218482" y="8034"/>
                  </a:lnTo>
                  <a:lnTo>
                    <a:pt x="213421" y="6490"/>
                  </a:lnTo>
                  <a:lnTo>
                    <a:pt x="208314" y="5107"/>
                  </a:lnTo>
                  <a:lnTo>
                    <a:pt x="203166" y="3886"/>
                  </a:lnTo>
                  <a:lnTo>
                    <a:pt x="167167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5999" cy="167167"/>
            </a:xfrm>
            <a:custGeom>
              <a:avLst/>
              <a:pathLst>
                <a:path w="35999" h="167167">
                  <a:moveTo>
                    <a:pt x="35999" y="3922"/>
                  </a:moveTo>
                  <a:lnTo>
                    <a:pt x="28881" y="2513"/>
                  </a:lnTo>
                  <a:lnTo>
                    <a:pt x="21708" y="1415"/>
                  </a:lnTo>
                  <a:lnTo>
                    <a:pt x="14495" y="629"/>
                  </a:lnTo>
                  <a:lnTo>
                    <a:pt x="7254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8938" y="5399291"/>
              <a:ext cx="44605" cy="167167"/>
            </a:xfrm>
            <a:custGeom>
              <a:avLst/>
              <a:pathLst>
                <a:path w="44605" h="167167">
                  <a:moveTo>
                    <a:pt x="44605" y="0"/>
                  </a:moveTo>
                  <a:lnTo>
                    <a:pt x="38156" y="124"/>
                  </a:lnTo>
                  <a:lnTo>
                    <a:pt x="31717" y="497"/>
                  </a:lnTo>
                  <a:lnTo>
                    <a:pt x="25297" y="1118"/>
                  </a:lnTo>
                  <a:lnTo>
                    <a:pt x="18906" y="1987"/>
                  </a:lnTo>
                  <a:lnTo>
                    <a:pt x="12553" y="3101"/>
                  </a:lnTo>
                  <a:lnTo>
                    <a:pt x="6248" y="4460"/>
                  </a:lnTo>
                  <a:lnTo>
                    <a:pt x="0" y="6060"/>
                  </a:lnTo>
                  <a:lnTo>
                    <a:pt x="4460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938" y="5405352"/>
              <a:ext cx="44605" cy="161106"/>
            </a:xfrm>
            <a:custGeom>
              <a:avLst/>
              <a:pathLst>
                <a:path w="44605" h="161106">
                  <a:moveTo>
                    <a:pt x="0" y="0"/>
                  </a:moveTo>
                  <a:lnTo>
                    <a:pt x="44605" y="161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938" y="5405352"/>
              <a:ext cx="44605" cy="161106"/>
            </a:xfrm>
            <a:custGeom>
              <a:avLst/>
              <a:pathLst>
                <a:path w="44605" h="161106">
                  <a:moveTo>
                    <a:pt x="0" y="0"/>
                  </a:moveTo>
                  <a:lnTo>
                    <a:pt x="44605" y="161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938" y="5405352"/>
              <a:ext cx="44605" cy="161106"/>
            </a:xfrm>
            <a:custGeom>
              <a:avLst/>
              <a:pathLst>
                <a:path w="44605" h="161106">
                  <a:moveTo>
                    <a:pt x="0" y="0"/>
                  </a:moveTo>
                  <a:lnTo>
                    <a:pt x="44605" y="161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938" y="5405352"/>
              <a:ext cx="44605" cy="161106"/>
            </a:xfrm>
            <a:custGeom>
              <a:avLst/>
              <a:pathLst>
                <a:path w="44605" h="161106">
                  <a:moveTo>
                    <a:pt x="0" y="0"/>
                  </a:moveTo>
                  <a:lnTo>
                    <a:pt x="44605" y="161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938" y="5405352"/>
              <a:ext cx="44605" cy="161106"/>
            </a:xfrm>
            <a:custGeom>
              <a:avLst/>
              <a:pathLst>
                <a:path w="44605" h="161106">
                  <a:moveTo>
                    <a:pt x="0" y="0"/>
                  </a:moveTo>
                  <a:lnTo>
                    <a:pt x="44605" y="161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82" y="5405352"/>
              <a:ext cx="167161" cy="274141"/>
            </a:xfrm>
            <a:custGeom>
              <a:avLst/>
              <a:pathLst>
                <a:path w="167161" h="274141">
                  <a:moveTo>
                    <a:pt x="122556" y="0"/>
                  </a:moveTo>
                  <a:lnTo>
                    <a:pt x="117436" y="1505"/>
                  </a:lnTo>
                  <a:lnTo>
                    <a:pt x="112367" y="3174"/>
                  </a:lnTo>
                  <a:lnTo>
                    <a:pt x="107353" y="5004"/>
                  </a:lnTo>
                  <a:lnTo>
                    <a:pt x="102401" y="6992"/>
                  </a:lnTo>
                  <a:lnTo>
                    <a:pt x="97515" y="9138"/>
                  </a:lnTo>
                  <a:lnTo>
                    <a:pt x="92699" y="11438"/>
                  </a:lnTo>
                  <a:lnTo>
                    <a:pt x="87960" y="13892"/>
                  </a:lnTo>
                  <a:lnTo>
                    <a:pt x="83301" y="16495"/>
                  </a:lnTo>
                  <a:lnTo>
                    <a:pt x="78728" y="19245"/>
                  </a:lnTo>
                  <a:lnTo>
                    <a:pt x="74244" y="22140"/>
                  </a:lnTo>
                  <a:lnTo>
                    <a:pt x="69856" y="25177"/>
                  </a:lnTo>
                  <a:lnTo>
                    <a:pt x="65567" y="28353"/>
                  </a:lnTo>
                  <a:lnTo>
                    <a:pt x="61381" y="31663"/>
                  </a:lnTo>
                  <a:lnTo>
                    <a:pt x="57303" y="35106"/>
                  </a:lnTo>
                  <a:lnTo>
                    <a:pt x="53337" y="38677"/>
                  </a:lnTo>
                  <a:lnTo>
                    <a:pt x="49487" y="42372"/>
                  </a:lnTo>
                  <a:lnTo>
                    <a:pt x="45757" y="46189"/>
                  </a:lnTo>
                  <a:lnTo>
                    <a:pt x="42150" y="50123"/>
                  </a:lnTo>
                  <a:lnTo>
                    <a:pt x="38672" y="54170"/>
                  </a:lnTo>
                  <a:lnTo>
                    <a:pt x="35324" y="58326"/>
                  </a:lnTo>
                  <a:lnTo>
                    <a:pt x="32110" y="62586"/>
                  </a:lnTo>
                  <a:lnTo>
                    <a:pt x="29034" y="66948"/>
                  </a:lnTo>
                  <a:lnTo>
                    <a:pt x="26099" y="71405"/>
                  </a:lnTo>
                  <a:lnTo>
                    <a:pt x="23307" y="75953"/>
                  </a:lnTo>
                  <a:lnTo>
                    <a:pt x="20663" y="80588"/>
                  </a:lnTo>
                  <a:lnTo>
                    <a:pt x="18167" y="85306"/>
                  </a:lnTo>
                  <a:lnTo>
                    <a:pt x="15823" y="90100"/>
                  </a:lnTo>
                  <a:lnTo>
                    <a:pt x="13634" y="94967"/>
                  </a:lnTo>
                  <a:lnTo>
                    <a:pt x="11601" y="99902"/>
                  </a:lnTo>
                  <a:lnTo>
                    <a:pt x="9727" y="104898"/>
                  </a:lnTo>
                  <a:lnTo>
                    <a:pt x="8013" y="109952"/>
                  </a:lnTo>
                  <a:lnTo>
                    <a:pt x="6461" y="115058"/>
                  </a:lnTo>
                  <a:lnTo>
                    <a:pt x="5073" y="120212"/>
                  </a:lnTo>
                  <a:lnTo>
                    <a:pt x="3850" y="125406"/>
                  </a:lnTo>
                  <a:lnTo>
                    <a:pt x="2794" y="130637"/>
                  </a:lnTo>
                  <a:lnTo>
                    <a:pt x="1905" y="135900"/>
                  </a:lnTo>
                  <a:lnTo>
                    <a:pt x="1185" y="141188"/>
                  </a:lnTo>
                  <a:lnTo>
                    <a:pt x="633" y="146496"/>
                  </a:lnTo>
                  <a:lnTo>
                    <a:pt x="252" y="151819"/>
                  </a:lnTo>
                  <a:lnTo>
                    <a:pt x="41" y="157151"/>
                  </a:lnTo>
                  <a:lnTo>
                    <a:pt x="0" y="162488"/>
                  </a:lnTo>
                  <a:lnTo>
                    <a:pt x="129" y="167823"/>
                  </a:lnTo>
                  <a:lnTo>
                    <a:pt x="428" y="173151"/>
                  </a:lnTo>
                  <a:lnTo>
                    <a:pt x="898" y="178467"/>
                  </a:lnTo>
                  <a:lnTo>
                    <a:pt x="1537" y="183766"/>
                  </a:lnTo>
                  <a:lnTo>
                    <a:pt x="2344" y="189041"/>
                  </a:lnTo>
                  <a:lnTo>
                    <a:pt x="3320" y="194288"/>
                  </a:lnTo>
                  <a:lnTo>
                    <a:pt x="4463" y="199501"/>
                  </a:lnTo>
                  <a:lnTo>
                    <a:pt x="5771" y="204675"/>
                  </a:lnTo>
                  <a:lnTo>
                    <a:pt x="7244" y="209804"/>
                  </a:lnTo>
                  <a:lnTo>
                    <a:pt x="8880" y="214884"/>
                  </a:lnTo>
                  <a:lnTo>
                    <a:pt x="10677" y="219909"/>
                  </a:lnTo>
                  <a:lnTo>
                    <a:pt x="12634" y="224874"/>
                  </a:lnTo>
                  <a:lnTo>
                    <a:pt x="14748" y="229774"/>
                  </a:lnTo>
                  <a:lnTo>
                    <a:pt x="17018" y="234604"/>
                  </a:lnTo>
                  <a:lnTo>
                    <a:pt x="19441" y="239359"/>
                  </a:lnTo>
                  <a:lnTo>
                    <a:pt x="22014" y="244035"/>
                  </a:lnTo>
                  <a:lnTo>
                    <a:pt x="24735" y="248626"/>
                  </a:lnTo>
                  <a:lnTo>
                    <a:pt x="27601" y="253127"/>
                  </a:lnTo>
                  <a:lnTo>
                    <a:pt x="30610" y="257535"/>
                  </a:lnTo>
                  <a:lnTo>
                    <a:pt x="33757" y="261845"/>
                  </a:lnTo>
                  <a:lnTo>
                    <a:pt x="37041" y="266052"/>
                  </a:lnTo>
                  <a:lnTo>
                    <a:pt x="40457" y="270152"/>
                  </a:lnTo>
                  <a:lnTo>
                    <a:pt x="44002" y="274141"/>
                  </a:lnTo>
                  <a:lnTo>
                    <a:pt x="167161" y="161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00385" y="5399291"/>
              <a:ext cx="290308" cy="334334"/>
            </a:xfrm>
            <a:custGeom>
              <a:avLst/>
              <a:pathLst>
                <a:path w="290308" h="334334">
                  <a:moveTo>
                    <a:pt x="0" y="280202"/>
                  </a:moveTo>
                  <a:lnTo>
                    <a:pt x="3651" y="284055"/>
                  </a:lnTo>
                  <a:lnTo>
                    <a:pt x="7423" y="287791"/>
                  </a:lnTo>
                  <a:lnTo>
                    <a:pt x="11311" y="291405"/>
                  </a:lnTo>
                  <a:lnTo>
                    <a:pt x="15313" y="294894"/>
                  </a:lnTo>
                  <a:lnTo>
                    <a:pt x="19423" y="298254"/>
                  </a:lnTo>
                  <a:lnTo>
                    <a:pt x="23638" y="301482"/>
                  </a:lnTo>
                  <a:lnTo>
                    <a:pt x="27953" y="304575"/>
                  </a:lnTo>
                  <a:lnTo>
                    <a:pt x="32364" y="307528"/>
                  </a:lnTo>
                  <a:lnTo>
                    <a:pt x="36867" y="310341"/>
                  </a:lnTo>
                  <a:lnTo>
                    <a:pt x="41456" y="313008"/>
                  </a:lnTo>
                  <a:lnTo>
                    <a:pt x="46128" y="315529"/>
                  </a:lnTo>
                  <a:lnTo>
                    <a:pt x="50878" y="317900"/>
                  </a:lnTo>
                  <a:lnTo>
                    <a:pt x="55701" y="320119"/>
                  </a:lnTo>
                  <a:lnTo>
                    <a:pt x="60592" y="322184"/>
                  </a:lnTo>
                  <a:lnTo>
                    <a:pt x="65546" y="324093"/>
                  </a:lnTo>
                  <a:lnTo>
                    <a:pt x="70558" y="325843"/>
                  </a:lnTo>
                  <a:lnTo>
                    <a:pt x="75623" y="327433"/>
                  </a:lnTo>
                  <a:lnTo>
                    <a:pt x="80736" y="328862"/>
                  </a:lnTo>
                  <a:lnTo>
                    <a:pt x="85891" y="330127"/>
                  </a:lnTo>
                  <a:lnTo>
                    <a:pt x="91085" y="331229"/>
                  </a:lnTo>
                  <a:lnTo>
                    <a:pt x="96310" y="332164"/>
                  </a:lnTo>
                  <a:lnTo>
                    <a:pt x="101563" y="332934"/>
                  </a:lnTo>
                  <a:lnTo>
                    <a:pt x="106838" y="333536"/>
                  </a:lnTo>
                  <a:lnTo>
                    <a:pt x="112129" y="333970"/>
                  </a:lnTo>
                  <a:lnTo>
                    <a:pt x="117431" y="334236"/>
                  </a:lnTo>
                  <a:lnTo>
                    <a:pt x="122739" y="334334"/>
                  </a:lnTo>
                  <a:lnTo>
                    <a:pt x="128047" y="334263"/>
                  </a:lnTo>
                  <a:lnTo>
                    <a:pt x="133350" y="334023"/>
                  </a:lnTo>
                  <a:lnTo>
                    <a:pt x="138643" y="333616"/>
                  </a:lnTo>
                  <a:lnTo>
                    <a:pt x="143921" y="333040"/>
                  </a:lnTo>
                  <a:lnTo>
                    <a:pt x="149177" y="332297"/>
                  </a:lnTo>
                  <a:lnTo>
                    <a:pt x="154408" y="331388"/>
                  </a:lnTo>
                  <a:lnTo>
                    <a:pt x="159606" y="330313"/>
                  </a:lnTo>
                  <a:lnTo>
                    <a:pt x="164768" y="329073"/>
                  </a:lnTo>
                  <a:lnTo>
                    <a:pt x="169889" y="327670"/>
                  </a:lnTo>
                  <a:lnTo>
                    <a:pt x="174961" y="326105"/>
                  </a:lnTo>
                  <a:lnTo>
                    <a:pt x="179982" y="324380"/>
                  </a:lnTo>
                  <a:lnTo>
                    <a:pt x="184946" y="322497"/>
                  </a:lnTo>
                  <a:lnTo>
                    <a:pt x="189847" y="320456"/>
                  </a:lnTo>
                  <a:lnTo>
                    <a:pt x="194680" y="318261"/>
                  </a:lnTo>
                  <a:lnTo>
                    <a:pt x="199442" y="315914"/>
                  </a:lnTo>
                  <a:lnTo>
                    <a:pt x="204127" y="313417"/>
                  </a:lnTo>
                  <a:lnTo>
                    <a:pt x="208730" y="310772"/>
                  </a:lnTo>
                  <a:lnTo>
                    <a:pt x="213247" y="307982"/>
                  </a:lnTo>
                  <a:lnTo>
                    <a:pt x="217673" y="305051"/>
                  </a:lnTo>
                  <a:lnTo>
                    <a:pt x="222003" y="301980"/>
                  </a:lnTo>
                  <a:lnTo>
                    <a:pt x="226234" y="298774"/>
                  </a:lnTo>
                  <a:lnTo>
                    <a:pt x="230361" y="295434"/>
                  </a:lnTo>
                  <a:lnTo>
                    <a:pt x="234380" y="291965"/>
                  </a:lnTo>
                  <a:lnTo>
                    <a:pt x="238287" y="288371"/>
                  </a:lnTo>
                  <a:lnTo>
                    <a:pt x="242077" y="284654"/>
                  </a:lnTo>
                  <a:lnTo>
                    <a:pt x="245748" y="280819"/>
                  </a:lnTo>
                  <a:lnTo>
                    <a:pt x="249295" y="276869"/>
                  </a:lnTo>
                  <a:lnTo>
                    <a:pt x="252715" y="272808"/>
                  </a:lnTo>
                  <a:lnTo>
                    <a:pt x="256004" y="268641"/>
                  </a:lnTo>
                  <a:lnTo>
                    <a:pt x="259159" y="264372"/>
                  </a:lnTo>
                  <a:lnTo>
                    <a:pt x="262177" y="260004"/>
                  </a:lnTo>
                  <a:lnTo>
                    <a:pt x="265055" y="255543"/>
                  </a:lnTo>
                  <a:lnTo>
                    <a:pt x="267789" y="250993"/>
                  </a:lnTo>
                  <a:lnTo>
                    <a:pt x="270378" y="246358"/>
                  </a:lnTo>
                  <a:lnTo>
                    <a:pt x="272819" y="241643"/>
                  </a:lnTo>
                  <a:lnTo>
                    <a:pt x="275108" y="236854"/>
                  </a:lnTo>
                  <a:lnTo>
                    <a:pt x="277244" y="231994"/>
                  </a:lnTo>
                  <a:lnTo>
                    <a:pt x="279225" y="227068"/>
                  </a:lnTo>
                  <a:lnTo>
                    <a:pt x="281048" y="222082"/>
                  </a:lnTo>
                  <a:lnTo>
                    <a:pt x="282712" y="217041"/>
                  </a:lnTo>
                  <a:lnTo>
                    <a:pt x="284216" y="211950"/>
                  </a:lnTo>
                  <a:lnTo>
                    <a:pt x="285556" y="206813"/>
                  </a:lnTo>
                  <a:lnTo>
                    <a:pt x="286733" y="201636"/>
                  </a:lnTo>
                  <a:lnTo>
                    <a:pt x="287745" y="196425"/>
                  </a:lnTo>
                  <a:lnTo>
                    <a:pt x="288591" y="191184"/>
                  </a:lnTo>
                  <a:lnTo>
                    <a:pt x="289271" y="185919"/>
                  </a:lnTo>
                  <a:lnTo>
                    <a:pt x="289782" y="180635"/>
                  </a:lnTo>
                  <a:lnTo>
                    <a:pt x="290126" y="175337"/>
                  </a:lnTo>
                  <a:lnTo>
                    <a:pt x="290301" y="170031"/>
                  </a:lnTo>
                  <a:lnTo>
                    <a:pt x="290308" y="164722"/>
                  </a:lnTo>
                  <a:lnTo>
                    <a:pt x="290146" y="159416"/>
                  </a:lnTo>
                  <a:lnTo>
                    <a:pt x="289816" y="154118"/>
                  </a:lnTo>
                  <a:lnTo>
                    <a:pt x="289317" y="148832"/>
                  </a:lnTo>
                  <a:lnTo>
                    <a:pt x="288651" y="143565"/>
                  </a:lnTo>
                  <a:lnTo>
                    <a:pt x="287818" y="138322"/>
                  </a:lnTo>
                  <a:lnTo>
                    <a:pt x="286819" y="133108"/>
                  </a:lnTo>
                  <a:lnTo>
                    <a:pt x="285655" y="127929"/>
                  </a:lnTo>
                  <a:lnTo>
                    <a:pt x="284328" y="122789"/>
                  </a:lnTo>
                  <a:lnTo>
                    <a:pt x="282837" y="117693"/>
                  </a:lnTo>
                  <a:lnTo>
                    <a:pt x="281186" y="112648"/>
                  </a:lnTo>
                  <a:lnTo>
                    <a:pt x="279375" y="107658"/>
                  </a:lnTo>
                  <a:lnTo>
                    <a:pt x="277406" y="102727"/>
                  </a:lnTo>
                  <a:lnTo>
                    <a:pt x="275282" y="97862"/>
                  </a:lnTo>
                  <a:lnTo>
                    <a:pt x="273005" y="93066"/>
                  </a:lnTo>
                  <a:lnTo>
                    <a:pt x="270577" y="88346"/>
                  </a:lnTo>
                  <a:lnTo>
                    <a:pt x="267999" y="83704"/>
                  </a:lnTo>
                  <a:lnTo>
                    <a:pt x="265276" y="79147"/>
                  </a:lnTo>
                  <a:lnTo>
                    <a:pt x="262410" y="74679"/>
                  </a:lnTo>
                  <a:lnTo>
                    <a:pt x="259403" y="70304"/>
                  </a:lnTo>
                  <a:lnTo>
                    <a:pt x="256258" y="66027"/>
                  </a:lnTo>
                  <a:lnTo>
                    <a:pt x="252979" y="61851"/>
                  </a:lnTo>
                  <a:lnTo>
                    <a:pt x="249570" y="57782"/>
                  </a:lnTo>
                  <a:lnTo>
                    <a:pt x="246033" y="53823"/>
                  </a:lnTo>
                  <a:lnTo>
                    <a:pt x="242372" y="49979"/>
                  </a:lnTo>
                  <a:lnTo>
                    <a:pt x="238591" y="46252"/>
                  </a:lnTo>
                  <a:lnTo>
                    <a:pt x="234693" y="42648"/>
                  </a:lnTo>
                  <a:lnTo>
                    <a:pt x="230683" y="39169"/>
                  </a:lnTo>
                  <a:lnTo>
                    <a:pt x="226564" y="35820"/>
                  </a:lnTo>
                  <a:lnTo>
                    <a:pt x="222341" y="32602"/>
                  </a:lnTo>
                  <a:lnTo>
                    <a:pt x="218019" y="29521"/>
                  </a:lnTo>
                  <a:lnTo>
                    <a:pt x="213600" y="26578"/>
                  </a:lnTo>
                  <a:lnTo>
                    <a:pt x="209090" y="23777"/>
                  </a:lnTo>
                  <a:lnTo>
                    <a:pt x="204494" y="21121"/>
                  </a:lnTo>
                  <a:lnTo>
                    <a:pt x="199815" y="18612"/>
                  </a:lnTo>
                  <a:lnTo>
                    <a:pt x="195060" y="16253"/>
                  </a:lnTo>
                  <a:lnTo>
                    <a:pt x="190231" y="14046"/>
                  </a:lnTo>
                  <a:lnTo>
                    <a:pt x="185335" y="11993"/>
                  </a:lnTo>
                  <a:lnTo>
                    <a:pt x="180377" y="10097"/>
                  </a:lnTo>
                  <a:lnTo>
                    <a:pt x="175360" y="8359"/>
                  </a:lnTo>
                  <a:lnTo>
                    <a:pt x="170291" y="6782"/>
                  </a:lnTo>
                  <a:lnTo>
                    <a:pt x="165175" y="5366"/>
                  </a:lnTo>
                  <a:lnTo>
                    <a:pt x="160016" y="4113"/>
                  </a:lnTo>
                  <a:lnTo>
                    <a:pt x="154820" y="3025"/>
                  </a:lnTo>
                  <a:lnTo>
                    <a:pt x="149592" y="2103"/>
                  </a:lnTo>
                  <a:lnTo>
                    <a:pt x="144337" y="1347"/>
                  </a:lnTo>
                  <a:lnTo>
                    <a:pt x="139061" y="758"/>
                  </a:lnTo>
                  <a:lnTo>
                    <a:pt x="133769" y="337"/>
                  </a:lnTo>
                  <a:lnTo>
                    <a:pt x="128466" y="84"/>
                  </a:lnTo>
                  <a:lnTo>
                    <a:pt x="123158" y="0"/>
                  </a:lnTo>
                  <a:lnTo>
                    <a:pt x="123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1074" y="5269756"/>
              <a:ext cx="24183" cy="167167"/>
            </a:xfrm>
            <a:custGeom>
              <a:avLst/>
              <a:pathLst>
                <a:path w="24183" h="167167">
                  <a:moveTo>
                    <a:pt x="24183" y="0"/>
                  </a:moveTo>
                  <a:lnTo>
                    <a:pt x="16097" y="195"/>
                  </a:lnTo>
                  <a:lnTo>
                    <a:pt x="8029" y="782"/>
                  </a:lnTo>
                  <a:lnTo>
                    <a:pt x="0" y="1758"/>
                  </a:lnTo>
                  <a:lnTo>
                    <a:pt x="2418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1074" y="5271514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1074" y="5271514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1074" y="5271514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1074" y="5271514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9880" y="5271514"/>
              <a:ext cx="165378" cy="165408"/>
            </a:xfrm>
            <a:custGeom>
              <a:avLst/>
              <a:pathLst>
                <a:path w="165378" h="165408">
                  <a:moveTo>
                    <a:pt x="141194" y="0"/>
                  </a:moveTo>
                  <a:lnTo>
                    <a:pt x="135783" y="882"/>
                  </a:lnTo>
                  <a:lnTo>
                    <a:pt x="130403" y="1941"/>
                  </a:lnTo>
                  <a:lnTo>
                    <a:pt x="125061" y="3175"/>
                  </a:lnTo>
                  <a:lnTo>
                    <a:pt x="119763" y="4585"/>
                  </a:lnTo>
                  <a:lnTo>
                    <a:pt x="114513" y="6167"/>
                  </a:lnTo>
                  <a:lnTo>
                    <a:pt x="109318" y="7921"/>
                  </a:lnTo>
                  <a:lnTo>
                    <a:pt x="104184" y="9844"/>
                  </a:lnTo>
                  <a:lnTo>
                    <a:pt x="99115" y="11935"/>
                  </a:lnTo>
                  <a:lnTo>
                    <a:pt x="94118" y="14190"/>
                  </a:lnTo>
                  <a:lnTo>
                    <a:pt x="89197" y="16608"/>
                  </a:lnTo>
                  <a:lnTo>
                    <a:pt x="84359" y="19187"/>
                  </a:lnTo>
                  <a:lnTo>
                    <a:pt x="79607" y="21922"/>
                  </a:lnTo>
                  <a:lnTo>
                    <a:pt x="74948" y="24812"/>
                  </a:lnTo>
                  <a:lnTo>
                    <a:pt x="70386" y="27853"/>
                  </a:lnTo>
                  <a:lnTo>
                    <a:pt x="65926" y="31042"/>
                  </a:lnTo>
                  <a:lnTo>
                    <a:pt x="61573" y="34376"/>
                  </a:lnTo>
                  <a:lnTo>
                    <a:pt x="57332" y="37851"/>
                  </a:lnTo>
                  <a:lnTo>
                    <a:pt x="53207" y="41462"/>
                  </a:lnTo>
                  <a:lnTo>
                    <a:pt x="49202" y="45208"/>
                  </a:lnTo>
                  <a:lnTo>
                    <a:pt x="45323" y="49082"/>
                  </a:lnTo>
                  <a:lnTo>
                    <a:pt x="41573" y="53082"/>
                  </a:lnTo>
                  <a:lnTo>
                    <a:pt x="37956" y="57202"/>
                  </a:lnTo>
                  <a:lnTo>
                    <a:pt x="34476" y="61439"/>
                  </a:lnTo>
                  <a:lnTo>
                    <a:pt x="31137" y="65788"/>
                  </a:lnTo>
                  <a:lnTo>
                    <a:pt x="27942" y="70244"/>
                  </a:lnTo>
                  <a:lnTo>
                    <a:pt x="24895" y="74802"/>
                  </a:lnTo>
                  <a:lnTo>
                    <a:pt x="21999" y="79457"/>
                  </a:lnTo>
                  <a:lnTo>
                    <a:pt x="19258" y="84206"/>
                  </a:lnTo>
                  <a:lnTo>
                    <a:pt x="16673" y="89041"/>
                  </a:lnTo>
                  <a:lnTo>
                    <a:pt x="14249" y="93959"/>
                  </a:lnTo>
                  <a:lnTo>
                    <a:pt x="11987" y="98953"/>
                  </a:lnTo>
                  <a:lnTo>
                    <a:pt x="9890" y="104019"/>
                  </a:lnTo>
                  <a:lnTo>
                    <a:pt x="7961" y="109151"/>
                  </a:lnTo>
                  <a:lnTo>
                    <a:pt x="6201" y="114344"/>
                  </a:lnTo>
                  <a:lnTo>
                    <a:pt x="4612" y="119591"/>
                  </a:lnTo>
                  <a:lnTo>
                    <a:pt x="3196" y="124888"/>
                  </a:lnTo>
                  <a:lnTo>
                    <a:pt x="1954" y="130228"/>
                  </a:lnTo>
                  <a:lnTo>
                    <a:pt x="888" y="135607"/>
                  </a:lnTo>
                  <a:lnTo>
                    <a:pt x="0" y="141017"/>
                  </a:lnTo>
                  <a:lnTo>
                    <a:pt x="165378" y="165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3" y="5269756"/>
              <a:ext cx="334304" cy="334334"/>
            </a:xfrm>
            <a:custGeom>
              <a:avLst/>
              <a:pathLst>
                <a:path w="334304" h="334334">
                  <a:moveTo>
                    <a:pt x="1776" y="142775"/>
                  </a:moveTo>
                  <a:lnTo>
                    <a:pt x="1085" y="148039"/>
                  </a:lnTo>
                  <a:lnTo>
                    <a:pt x="561" y="153321"/>
                  </a:lnTo>
                  <a:lnTo>
                    <a:pt x="205" y="158618"/>
                  </a:lnTo>
                  <a:lnTo>
                    <a:pt x="18" y="163923"/>
                  </a:lnTo>
                  <a:lnTo>
                    <a:pt x="0" y="169232"/>
                  </a:lnTo>
                  <a:lnTo>
                    <a:pt x="149" y="174538"/>
                  </a:lnTo>
                  <a:lnTo>
                    <a:pt x="468" y="179837"/>
                  </a:lnTo>
                  <a:lnTo>
                    <a:pt x="954" y="185123"/>
                  </a:lnTo>
                  <a:lnTo>
                    <a:pt x="1608" y="190391"/>
                  </a:lnTo>
                  <a:lnTo>
                    <a:pt x="2429" y="195636"/>
                  </a:lnTo>
                  <a:lnTo>
                    <a:pt x="3416" y="200852"/>
                  </a:lnTo>
                  <a:lnTo>
                    <a:pt x="4568" y="206034"/>
                  </a:lnTo>
                  <a:lnTo>
                    <a:pt x="5884" y="211177"/>
                  </a:lnTo>
                  <a:lnTo>
                    <a:pt x="7363" y="216275"/>
                  </a:lnTo>
                  <a:lnTo>
                    <a:pt x="9002" y="221324"/>
                  </a:lnTo>
                  <a:lnTo>
                    <a:pt x="10802" y="226318"/>
                  </a:lnTo>
                  <a:lnTo>
                    <a:pt x="12759" y="231253"/>
                  </a:lnTo>
                  <a:lnTo>
                    <a:pt x="14871" y="236123"/>
                  </a:lnTo>
                  <a:lnTo>
                    <a:pt x="17138" y="240923"/>
                  </a:lnTo>
                  <a:lnTo>
                    <a:pt x="19555" y="245649"/>
                  </a:lnTo>
                  <a:lnTo>
                    <a:pt x="22122" y="250296"/>
                  </a:lnTo>
                  <a:lnTo>
                    <a:pt x="24834" y="254860"/>
                  </a:lnTo>
                  <a:lnTo>
                    <a:pt x="27690" y="259334"/>
                  </a:lnTo>
                  <a:lnTo>
                    <a:pt x="30687" y="263716"/>
                  </a:lnTo>
                  <a:lnTo>
                    <a:pt x="33822" y="268000"/>
                  </a:lnTo>
                  <a:lnTo>
                    <a:pt x="37090" y="272183"/>
                  </a:lnTo>
                  <a:lnTo>
                    <a:pt x="40490" y="276260"/>
                  </a:lnTo>
                  <a:lnTo>
                    <a:pt x="44018" y="280227"/>
                  </a:lnTo>
                  <a:lnTo>
                    <a:pt x="47670" y="284079"/>
                  </a:lnTo>
                  <a:lnTo>
                    <a:pt x="51443" y="287814"/>
                  </a:lnTo>
                  <a:lnTo>
                    <a:pt x="55332" y="291427"/>
                  </a:lnTo>
                  <a:lnTo>
                    <a:pt x="59333" y="294915"/>
                  </a:lnTo>
                  <a:lnTo>
                    <a:pt x="63444" y="298274"/>
                  </a:lnTo>
                  <a:lnTo>
                    <a:pt x="67659" y="301501"/>
                  </a:lnTo>
                  <a:lnTo>
                    <a:pt x="71975" y="304593"/>
                  </a:lnTo>
                  <a:lnTo>
                    <a:pt x="76386" y="307545"/>
                  </a:lnTo>
                  <a:lnTo>
                    <a:pt x="80889" y="310357"/>
                  </a:lnTo>
                  <a:lnTo>
                    <a:pt x="85479" y="313024"/>
                  </a:lnTo>
                  <a:lnTo>
                    <a:pt x="90152" y="315543"/>
                  </a:lnTo>
                  <a:lnTo>
                    <a:pt x="94902" y="317914"/>
                  </a:lnTo>
                  <a:lnTo>
                    <a:pt x="99725" y="320132"/>
                  </a:lnTo>
                  <a:lnTo>
                    <a:pt x="104615" y="322196"/>
                  </a:lnTo>
                  <a:lnTo>
                    <a:pt x="109569" y="324103"/>
                  </a:lnTo>
                  <a:lnTo>
                    <a:pt x="114581" y="325852"/>
                  </a:lnTo>
                  <a:lnTo>
                    <a:pt x="119646" y="327442"/>
                  </a:lnTo>
                  <a:lnTo>
                    <a:pt x="124759" y="328869"/>
                  </a:lnTo>
                  <a:lnTo>
                    <a:pt x="129915" y="330134"/>
                  </a:lnTo>
                  <a:lnTo>
                    <a:pt x="135108" y="331234"/>
                  </a:lnTo>
                  <a:lnTo>
                    <a:pt x="140334" y="332169"/>
                  </a:lnTo>
                  <a:lnTo>
                    <a:pt x="145586" y="332937"/>
                  </a:lnTo>
                  <a:lnTo>
                    <a:pt x="150861" y="333538"/>
                  </a:lnTo>
                  <a:lnTo>
                    <a:pt x="156152" y="333972"/>
                  </a:lnTo>
                  <a:lnTo>
                    <a:pt x="161454" y="334237"/>
                  </a:lnTo>
                  <a:lnTo>
                    <a:pt x="166761" y="334334"/>
                  </a:lnTo>
                  <a:lnTo>
                    <a:pt x="172069" y="334262"/>
                  </a:lnTo>
                  <a:lnTo>
                    <a:pt x="177372" y="334022"/>
                  </a:lnTo>
                  <a:lnTo>
                    <a:pt x="182665" y="333613"/>
                  </a:lnTo>
                  <a:lnTo>
                    <a:pt x="187942" y="333037"/>
                  </a:lnTo>
                  <a:lnTo>
                    <a:pt x="193198" y="332293"/>
                  </a:lnTo>
                  <a:lnTo>
                    <a:pt x="198428" y="331383"/>
                  </a:lnTo>
                  <a:lnTo>
                    <a:pt x="203627" y="330307"/>
                  </a:lnTo>
                  <a:lnTo>
                    <a:pt x="208788" y="329067"/>
                  </a:lnTo>
                  <a:lnTo>
                    <a:pt x="213908" y="327663"/>
                  </a:lnTo>
                  <a:lnTo>
                    <a:pt x="218980" y="326098"/>
                  </a:lnTo>
                  <a:lnTo>
                    <a:pt x="224000" y="324372"/>
                  </a:lnTo>
                  <a:lnTo>
                    <a:pt x="228963" y="322488"/>
                  </a:lnTo>
                  <a:lnTo>
                    <a:pt x="233864" y="320447"/>
                  </a:lnTo>
                  <a:lnTo>
                    <a:pt x="238697" y="318252"/>
                  </a:lnTo>
                  <a:lnTo>
                    <a:pt x="243458" y="315904"/>
                  </a:lnTo>
                  <a:lnTo>
                    <a:pt x="248142" y="313406"/>
                  </a:lnTo>
                  <a:lnTo>
                    <a:pt x="252745" y="310761"/>
                  </a:lnTo>
                  <a:lnTo>
                    <a:pt x="257261" y="307971"/>
                  </a:lnTo>
                  <a:lnTo>
                    <a:pt x="261686" y="305039"/>
                  </a:lnTo>
                  <a:lnTo>
                    <a:pt x="266016" y="301968"/>
                  </a:lnTo>
                  <a:lnTo>
                    <a:pt x="270247" y="298761"/>
                  </a:lnTo>
                  <a:lnTo>
                    <a:pt x="274373" y="295421"/>
                  </a:lnTo>
                  <a:lnTo>
                    <a:pt x="278391" y="291952"/>
                  </a:lnTo>
                  <a:lnTo>
                    <a:pt x="282297" y="288357"/>
                  </a:lnTo>
                  <a:lnTo>
                    <a:pt x="286087" y="284640"/>
                  </a:lnTo>
                  <a:lnTo>
                    <a:pt x="289757" y="280804"/>
                  </a:lnTo>
                  <a:lnTo>
                    <a:pt x="293304" y="276854"/>
                  </a:lnTo>
                  <a:lnTo>
                    <a:pt x="296723" y="272793"/>
                  </a:lnTo>
                  <a:lnTo>
                    <a:pt x="300011" y="268626"/>
                  </a:lnTo>
                  <a:lnTo>
                    <a:pt x="303166" y="264357"/>
                  </a:lnTo>
                  <a:lnTo>
                    <a:pt x="306183" y="259989"/>
                  </a:lnTo>
                  <a:lnTo>
                    <a:pt x="309060" y="255528"/>
                  </a:lnTo>
                  <a:lnTo>
                    <a:pt x="311794" y="250977"/>
                  </a:lnTo>
                  <a:lnTo>
                    <a:pt x="314382" y="246343"/>
                  </a:lnTo>
                  <a:lnTo>
                    <a:pt x="316822" y="241628"/>
                  </a:lnTo>
                  <a:lnTo>
                    <a:pt x="319111" y="236838"/>
                  </a:lnTo>
                  <a:lnTo>
                    <a:pt x="321247" y="231978"/>
                  </a:lnTo>
                  <a:lnTo>
                    <a:pt x="323227" y="227053"/>
                  </a:lnTo>
                  <a:lnTo>
                    <a:pt x="325049" y="222067"/>
                  </a:lnTo>
                  <a:lnTo>
                    <a:pt x="326713" y="217026"/>
                  </a:lnTo>
                  <a:lnTo>
                    <a:pt x="328216" y="211935"/>
                  </a:lnTo>
                  <a:lnTo>
                    <a:pt x="329556" y="206798"/>
                  </a:lnTo>
                  <a:lnTo>
                    <a:pt x="330732" y="201622"/>
                  </a:lnTo>
                  <a:lnTo>
                    <a:pt x="331744" y="196410"/>
                  </a:lnTo>
                  <a:lnTo>
                    <a:pt x="332589" y="191170"/>
                  </a:lnTo>
                  <a:lnTo>
                    <a:pt x="333268" y="185905"/>
                  </a:lnTo>
                  <a:lnTo>
                    <a:pt x="333779" y="180621"/>
                  </a:lnTo>
                  <a:lnTo>
                    <a:pt x="334123" y="175323"/>
                  </a:lnTo>
                  <a:lnTo>
                    <a:pt x="334297" y="170018"/>
                  </a:lnTo>
                  <a:lnTo>
                    <a:pt x="334304" y="164709"/>
                  </a:lnTo>
                  <a:lnTo>
                    <a:pt x="334141" y="159403"/>
                  </a:lnTo>
                  <a:lnTo>
                    <a:pt x="333811" y="154105"/>
                  </a:lnTo>
                  <a:lnTo>
                    <a:pt x="333312" y="148820"/>
                  </a:lnTo>
                  <a:lnTo>
                    <a:pt x="332645" y="143553"/>
                  </a:lnTo>
                  <a:lnTo>
                    <a:pt x="331812" y="138311"/>
                  </a:lnTo>
                  <a:lnTo>
                    <a:pt x="330813" y="133097"/>
                  </a:lnTo>
                  <a:lnTo>
                    <a:pt x="329649" y="127918"/>
                  </a:lnTo>
                  <a:lnTo>
                    <a:pt x="328321" y="122778"/>
                  </a:lnTo>
                  <a:lnTo>
                    <a:pt x="326830" y="117683"/>
                  </a:lnTo>
                  <a:lnTo>
                    <a:pt x="325178" y="112638"/>
                  </a:lnTo>
                  <a:lnTo>
                    <a:pt x="323367" y="107648"/>
                  </a:lnTo>
                  <a:lnTo>
                    <a:pt x="321398" y="102718"/>
                  </a:lnTo>
                  <a:lnTo>
                    <a:pt x="319274" y="97853"/>
                  </a:lnTo>
                  <a:lnTo>
                    <a:pt x="316997" y="93058"/>
                  </a:lnTo>
                  <a:lnTo>
                    <a:pt x="314568" y="88338"/>
                  </a:lnTo>
                  <a:lnTo>
                    <a:pt x="311991" y="83697"/>
                  </a:lnTo>
                  <a:lnTo>
                    <a:pt x="309268" y="79140"/>
                  </a:lnTo>
                  <a:lnTo>
                    <a:pt x="306401" y="74672"/>
                  </a:lnTo>
                  <a:lnTo>
                    <a:pt x="303394" y="70297"/>
                  </a:lnTo>
                  <a:lnTo>
                    <a:pt x="300249" y="66020"/>
                  </a:lnTo>
                  <a:lnTo>
                    <a:pt x="296971" y="61845"/>
                  </a:lnTo>
                  <a:lnTo>
                    <a:pt x="293561" y="57777"/>
                  </a:lnTo>
                  <a:lnTo>
                    <a:pt x="290024" y="53818"/>
                  </a:lnTo>
                  <a:lnTo>
                    <a:pt x="286363" y="49974"/>
                  </a:lnTo>
                  <a:lnTo>
                    <a:pt x="282582" y="46248"/>
                  </a:lnTo>
                  <a:lnTo>
                    <a:pt x="278684" y="42644"/>
                  </a:lnTo>
                  <a:lnTo>
                    <a:pt x="274674" y="39165"/>
                  </a:lnTo>
                  <a:lnTo>
                    <a:pt x="270556" y="35816"/>
                  </a:lnTo>
                  <a:lnTo>
                    <a:pt x="266333" y="32599"/>
                  </a:lnTo>
                  <a:lnTo>
                    <a:pt x="262010" y="29518"/>
                  </a:lnTo>
                  <a:lnTo>
                    <a:pt x="257592" y="26575"/>
                  </a:lnTo>
                  <a:lnTo>
                    <a:pt x="253082" y="23775"/>
                  </a:lnTo>
                  <a:lnTo>
                    <a:pt x="248486" y="21119"/>
                  </a:lnTo>
                  <a:lnTo>
                    <a:pt x="243808" y="18610"/>
                  </a:lnTo>
                  <a:lnTo>
                    <a:pt x="239052" y="16251"/>
                  </a:lnTo>
                  <a:lnTo>
                    <a:pt x="234224" y="14044"/>
                  </a:lnTo>
                  <a:lnTo>
                    <a:pt x="229328" y="11992"/>
                  </a:lnTo>
                  <a:lnTo>
                    <a:pt x="224370" y="10096"/>
                  </a:lnTo>
                  <a:lnTo>
                    <a:pt x="219354" y="8358"/>
                  </a:lnTo>
                  <a:lnTo>
                    <a:pt x="214285" y="6781"/>
                  </a:lnTo>
                  <a:lnTo>
                    <a:pt x="209169" y="5365"/>
                  </a:lnTo>
                  <a:lnTo>
                    <a:pt x="204010" y="4113"/>
                  </a:lnTo>
                  <a:lnTo>
                    <a:pt x="198814" y="3025"/>
                  </a:lnTo>
                  <a:lnTo>
                    <a:pt x="193586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01756" y="5018213"/>
              <a:ext cx="19282" cy="167167"/>
            </a:xfrm>
            <a:custGeom>
              <a:avLst/>
              <a:pathLst>
                <a:path w="19282" h="167167">
                  <a:moveTo>
                    <a:pt x="19282" y="0"/>
                  </a:moveTo>
                  <a:lnTo>
                    <a:pt x="9625" y="279"/>
                  </a:lnTo>
                  <a:lnTo>
                    <a:pt x="0" y="1115"/>
                  </a:lnTo>
                  <a:lnTo>
                    <a:pt x="192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1756" y="5019329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1756" y="5019329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1756" y="5019329"/>
              <a:ext cx="19282" cy="166051"/>
            </a:xfrm>
            <a:custGeom>
              <a:avLst/>
              <a:pathLst>
                <a:path w="19282" h="166051">
                  <a:moveTo>
                    <a:pt x="0" y="0"/>
                  </a:moveTo>
                  <a:lnTo>
                    <a:pt x="19282" y="166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84894" y="5019329"/>
              <a:ext cx="136144" cy="166051"/>
            </a:xfrm>
            <a:custGeom>
              <a:avLst/>
              <a:pathLst>
                <a:path w="136144" h="166051">
                  <a:moveTo>
                    <a:pt x="116861" y="0"/>
                  </a:moveTo>
                  <a:lnTo>
                    <a:pt x="111320" y="737"/>
                  </a:lnTo>
                  <a:lnTo>
                    <a:pt x="105806" y="1660"/>
                  </a:lnTo>
                  <a:lnTo>
                    <a:pt x="100326" y="2766"/>
                  </a:lnTo>
                  <a:lnTo>
                    <a:pt x="94886" y="4055"/>
                  </a:lnTo>
                  <a:lnTo>
                    <a:pt x="89492" y="5525"/>
                  </a:lnTo>
                  <a:lnTo>
                    <a:pt x="84150" y="7175"/>
                  </a:lnTo>
                  <a:lnTo>
                    <a:pt x="78867" y="9002"/>
                  </a:lnTo>
                  <a:lnTo>
                    <a:pt x="73647" y="11006"/>
                  </a:lnTo>
                  <a:lnTo>
                    <a:pt x="68497" y="13182"/>
                  </a:lnTo>
                  <a:lnTo>
                    <a:pt x="63424" y="15530"/>
                  </a:lnTo>
                  <a:lnTo>
                    <a:pt x="58431" y="18045"/>
                  </a:lnTo>
                  <a:lnTo>
                    <a:pt x="53525" y="20727"/>
                  </a:lnTo>
                  <a:lnTo>
                    <a:pt x="48712" y="23571"/>
                  </a:lnTo>
                  <a:lnTo>
                    <a:pt x="43997" y="26574"/>
                  </a:lnTo>
                  <a:lnTo>
                    <a:pt x="39384" y="29733"/>
                  </a:lnTo>
                  <a:lnTo>
                    <a:pt x="34880" y="33045"/>
                  </a:lnTo>
                  <a:lnTo>
                    <a:pt x="30489" y="36505"/>
                  </a:lnTo>
                  <a:lnTo>
                    <a:pt x="26216" y="40111"/>
                  </a:lnTo>
                  <a:lnTo>
                    <a:pt x="22067" y="43857"/>
                  </a:lnTo>
                  <a:lnTo>
                    <a:pt x="18044" y="47740"/>
                  </a:lnTo>
                  <a:lnTo>
                    <a:pt x="14154" y="51755"/>
                  </a:lnTo>
                  <a:lnTo>
                    <a:pt x="10401" y="55898"/>
                  </a:lnTo>
                  <a:lnTo>
                    <a:pt x="6788" y="60165"/>
                  </a:lnTo>
                  <a:lnTo>
                    <a:pt x="3319" y="64549"/>
                  </a:lnTo>
                  <a:lnTo>
                    <a:pt x="0" y="69048"/>
                  </a:lnTo>
                  <a:lnTo>
                    <a:pt x="136144" y="166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92" y="5018213"/>
              <a:ext cx="334293" cy="334334"/>
            </a:xfrm>
            <a:custGeom>
              <a:avLst/>
              <a:pathLst>
                <a:path w="334293" h="334334">
                  <a:moveTo>
                    <a:pt x="31002" y="70163"/>
                  </a:moveTo>
                  <a:lnTo>
                    <a:pt x="27993" y="74532"/>
                  </a:lnTo>
                  <a:lnTo>
                    <a:pt x="25124" y="78994"/>
                  </a:lnTo>
                  <a:lnTo>
                    <a:pt x="22398" y="83545"/>
                  </a:lnTo>
                  <a:lnTo>
                    <a:pt x="19817" y="88180"/>
                  </a:lnTo>
                  <a:lnTo>
                    <a:pt x="17385" y="92894"/>
                  </a:lnTo>
                  <a:lnTo>
                    <a:pt x="15104" y="97683"/>
                  </a:lnTo>
                  <a:lnTo>
                    <a:pt x="12976" y="102542"/>
                  </a:lnTo>
                  <a:lnTo>
                    <a:pt x="11003" y="107467"/>
                  </a:lnTo>
                  <a:lnTo>
                    <a:pt x="9187" y="112451"/>
                  </a:lnTo>
                  <a:lnTo>
                    <a:pt x="7531" y="117491"/>
                  </a:lnTo>
                  <a:lnTo>
                    <a:pt x="6035" y="122580"/>
                  </a:lnTo>
                  <a:lnTo>
                    <a:pt x="4701" y="127715"/>
                  </a:lnTo>
                  <a:lnTo>
                    <a:pt x="3531" y="132889"/>
                  </a:lnTo>
                  <a:lnTo>
                    <a:pt x="2526" y="138098"/>
                  </a:lnTo>
                  <a:lnTo>
                    <a:pt x="1687" y="143336"/>
                  </a:lnTo>
                  <a:lnTo>
                    <a:pt x="1014" y="148598"/>
                  </a:lnTo>
                  <a:lnTo>
                    <a:pt x="508" y="153878"/>
                  </a:lnTo>
                  <a:lnTo>
                    <a:pt x="170" y="159172"/>
                  </a:lnTo>
                  <a:lnTo>
                    <a:pt x="1" y="164474"/>
                  </a:lnTo>
                  <a:lnTo>
                    <a:pt x="0" y="169779"/>
                  </a:lnTo>
                  <a:lnTo>
                    <a:pt x="167" y="175081"/>
                  </a:lnTo>
                  <a:lnTo>
                    <a:pt x="502" y="180376"/>
                  </a:lnTo>
                  <a:lnTo>
                    <a:pt x="1005" y="185657"/>
                  </a:lnTo>
                  <a:lnTo>
                    <a:pt x="1675" y="190919"/>
                  </a:lnTo>
                  <a:lnTo>
                    <a:pt x="2512" y="196157"/>
                  </a:lnTo>
                  <a:lnTo>
                    <a:pt x="3515" y="201366"/>
                  </a:lnTo>
                  <a:lnTo>
                    <a:pt x="4682" y="206541"/>
                  </a:lnTo>
                  <a:lnTo>
                    <a:pt x="6013" y="211676"/>
                  </a:lnTo>
                  <a:lnTo>
                    <a:pt x="7507" y="216766"/>
                  </a:lnTo>
                  <a:lnTo>
                    <a:pt x="9161" y="221807"/>
                  </a:lnTo>
                  <a:lnTo>
                    <a:pt x="10974" y="226792"/>
                  </a:lnTo>
                  <a:lnTo>
                    <a:pt x="12945" y="231717"/>
                  </a:lnTo>
                  <a:lnTo>
                    <a:pt x="15071" y="236578"/>
                  </a:lnTo>
                  <a:lnTo>
                    <a:pt x="17349" y="241368"/>
                  </a:lnTo>
                  <a:lnTo>
                    <a:pt x="19779" y="246084"/>
                  </a:lnTo>
                  <a:lnTo>
                    <a:pt x="22357" y="250720"/>
                  </a:lnTo>
                  <a:lnTo>
                    <a:pt x="25081" y="255272"/>
                  </a:lnTo>
                  <a:lnTo>
                    <a:pt x="27949" y="259735"/>
                  </a:lnTo>
                  <a:lnTo>
                    <a:pt x="30956" y="264105"/>
                  </a:lnTo>
                  <a:lnTo>
                    <a:pt x="34100" y="268378"/>
                  </a:lnTo>
                  <a:lnTo>
                    <a:pt x="37378" y="272548"/>
                  </a:lnTo>
                  <a:lnTo>
                    <a:pt x="40788" y="276613"/>
                  </a:lnTo>
                  <a:lnTo>
                    <a:pt x="44324" y="280567"/>
                  </a:lnTo>
                  <a:lnTo>
                    <a:pt x="47984" y="284407"/>
                  </a:lnTo>
                  <a:lnTo>
                    <a:pt x="51764" y="288129"/>
                  </a:lnTo>
                  <a:lnTo>
                    <a:pt x="55660" y="291729"/>
                  </a:lnTo>
                  <a:lnTo>
                    <a:pt x="59668" y="295204"/>
                  </a:lnTo>
                  <a:lnTo>
                    <a:pt x="63785" y="298549"/>
                  </a:lnTo>
                  <a:lnTo>
                    <a:pt x="68006" y="301763"/>
                  </a:lnTo>
                  <a:lnTo>
                    <a:pt x="72326" y="304841"/>
                  </a:lnTo>
                  <a:lnTo>
                    <a:pt x="76742" y="307780"/>
                  </a:lnTo>
                  <a:lnTo>
                    <a:pt x="81250" y="310578"/>
                  </a:lnTo>
                  <a:lnTo>
                    <a:pt x="85843" y="313231"/>
                  </a:lnTo>
                  <a:lnTo>
                    <a:pt x="90519" y="315737"/>
                  </a:lnTo>
                  <a:lnTo>
                    <a:pt x="95271" y="318094"/>
                  </a:lnTo>
                  <a:lnTo>
                    <a:pt x="100096" y="320298"/>
                  </a:lnTo>
                  <a:lnTo>
                    <a:pt x="104989" y="322349"/>
                  </a:lnTo>
                  <a:lnTo>
                    <a:pt x="109944" y="324243"/>
                  </a:lnTo>
                  <a:lnTo>
                    <a:pt x="114957" y="325979"/>
                  </a:lnTo>
                  <a:lnTo>
                    <a:pt x="120022" y="327555"/>
                  </a:lnTo>
                  <a:lnTo>
                    <a:pt x="125135" y="328969"/>
                  </a:lnTo>
                  <a:lnTo>
                    <a:pt x="130290" y="330221"/>
                  </a:lnTo>
                  <a:lnTo>
                    <a:pt x="135482" y="331308"/>
                  </a:lnTo>
                  <a:lnTo>
                    <a:pt x="140706" y="332230"/>
                  </a:lnTo>
                  <a:lnTo>
                    <a:pt x="145957" y="332986"/>
                  </a:lnTo>
                  <a:lnTo>
                    <a:pt x="151229" y="333575"/>
                  </a:lnTo>
                  <a:lnTo>
                    <a:pt x="156517" y="333996"/>
                  </a:lnTo>
                  <a:lnTo>
                    <a:pt x="161816" y="334249"/>
                  </a:lnTo>
                  <a:lnTo>
                    <a:pt x="167120" y="334334"/>
                  </a:lnTo>
                  <a:lnTo>
                    <a:pt x="172424" y="334251"/>
                  </a:lnTo>
                  <a:lnTo>
                    <a:pt x="177723" y="333999"/>
                  </a:lnTo>
                  <a:lnTo>
                    <a:pt x="183011" y="333580"/>
                  </a:lnTo>
                  <a:lnTo>
                    <a:pt x="188283" y="332993"/>
                  </a:lnTo>
                  <a:lnTo>
                    <a:pt x="193534" y="332239"/>
                  </a:lnTo>
                  <a:lnTo>
                    <a:pt x="198758" y="331318"/>
                  </a:lnTo>
                  <a:lnTo>
                    <a:pt x="203951" y="330233"/>
                  </a:lnTo>
                  <a:lnTo>
                    <a:pt x="209106" y="328983"/>
                  </a:lnTo>
                  <a:lnTo>
                    <a:pt x="214220" y="327570"/>
                  </a:lnTo>
                  <a:lnTo>
                    <a:pt x="219286" y="325995"/>
                  </a:lnTo>
                  <a:lnTo>
                    <a:pt x="224299" y="324261"/>
                  </a:lnTo>
                  <a:lnTo>
                    <a:pt x="229255" y="322369"/>
                  </a:lnTo>
                  <a:lnTo>
                    <a:pt x="234148" y="320320"/>
                  </a:lnTo>
                  <a:lnTo>
                    <a:pt x="238974" y="318117"/>
                  </a:lnTo>
                  <a:lnTo>
                    <a:pt x="243727" y="315762"/>
                  </a:lnTo>
                  <a:lnTo>
                    <a:pt x="248403" y="313257"/>
                  </a:lnTo>
                  <a:lnTo>
                    <a:pt x="252998" y="310605"/>
                  </a:lnTo>
                  <a:lnTo>
                    <a:pt x="257506" y="307809"/>
                  </a:lnTo>
                  <a:lnTo>
                    <a:pt x="261923" y="304871"/>
                  </a:lnTo>
                  <a:lnTo>
                    <a:pt x="266244" y="301795"/>
                  </a:lnTo>
                  <a:lnTo>
                    <a:pt x="270466" y="298582"/>
                  </a:lnTo>
                  <a:lnTo>
                    <a:pt x="274584" y="295238"/>
                  </a:lnTo>
                  <a:lnTo>
                    <a:pt x="278593" y="291765"/>
                  </a:lnTo>
                  <a:lnTo>
                    <a:pt x="282491" y="288166"/>
                  </a:lnTo>
                  <a:lnTo>
                    <a:pt x="286272" y="284445"/>
                  </a:lnTo>
                  <a:lnTo>
                    <a:pt x="289933" y="280606"/>
                  </a:lnTo>
                  <a:lnTo>
                    <a:pt x="293471" y="276653"/>
                  </a:lnTo>
                  <a:lnTo>
                    <a:pt x="296881" y="272590"/>
                  </a:lnTo>
                  <a:lnTo>
                    <a:pt x="300161" y="268420"/>
                  </a:lnTo>
                  <a:lnTo>
                    <a:pt x="303306" y="264149"/>
                  </a:lnTo>
                  <a:lnTo>
                    <a:pt x="306315" y="259780"/>
                  </a:lnTo>
                  <a:lnTo>
                    <a:pt x="309183" y="255317"/>
                  </a:lnTo>
                  <a:lnTo>
                    <a:pt x="311909" y="250766"/>
                  </a:lnTo>
                  <a:lnTo>
                    <a:pt x="314489" y="246131"/>
                  </a:lnTo>
                  <a:lnTo>
                    <a:pt x="316920" y="241416"/>
                  </a:lnTo>
                  <a:lnTo>
                    <a:pt x="319200" y="236626"/>
                  </a:lnTo>
                  <a:lnTo>
                    <a:pt x="321328" y="231767"/>
                  </a:lnTo>
                  <a:lnTo>
                    <a:pt x="323300" y="226842"/>
                  </a:lnTo>
                  <a:lnTo>
                    <a:pt x="325115" y="221857"/>
                  </a:lnTo>
                  <a:lnTo>
                    <a:pt x="326770" y="216818"/>
                  </a:lnTo>
                  <a:lnTo>
                    <a:pt x="328265" y="211728"/>
                  </a:lnTo>
                  <a:lnTo>
                    <a:pt x="329598" y="206593"/>
                  </a:lnTo>
                  <a:lnTo>
                    <a:pt x="330767" y="201419"/>
                  </a:lnTo>
                  <a:lnTo>
                    <a:pt x="331772" y="196210"/>
                  </a:lnTo>
                  <a:lnTo>
                    <a:pt x="332610" y="190972"/>
                  </a:lnTo>
                  <a:lnTo>
                    <a:pt x="333282" y="185710"/>
                  </a:lnTo>
                  <a:lnTo>
                    <a:pt x="333787" y="180429"/>
                  </a:lnTo>
                  <a:lnTo>
                    <a:pt x="334124" y="175135"/>
                  </a:lnTo>
                  <a:lnTo>
                    <a:pt x="334293" y="169833"/>
                  </a:lnTo>
                  <a:lnTo>
                    <a:pt x="334293" y="164528"/>
                  </a:lnTo>
                  <a:lnTo>
                    <a:pt x="334125" y="159226"/>
                  </a:lnTo>
                  <a:lnTo>
                    <a:pt x="333789" y="153932"/>
                  </a:lnTo>
                  <a:lnTo>
                    <a:pt x="333285" y="148651"/>
                  </a:lnTo>
                  <a:lnTo>
                    <a:pt x="332614" y="143389"/>
                  </a:lnTo>
                  <a:lnTo>
                    <a:pt x="331776" y="138150"/>
                  </a:lnTo>
                  <a:lnTo>
                    <a:pt x="330773" y="132941"/>
                  </a:lnTo>
                  <a:lnTo>
                    <a:pt x="329604" y="127767"/>
                  </a:lnTo>
                  <a:lnTo>
                    <a:pt x="328273" y="122632"/>
                  </a:lnTo>
                  <a:lnTo>
                    <a:pt x="326778" y="117542"/>
                  </a:lnTo>
                  <a:lnTo>
                    <a:pt x="325123" y="112502"/>
                  </a:lnTo>
                  <a:lnTo>
                    <a:pt x="323309" y="107517"/>
                  </a:lnTo>
                  <a:lnTo>
                    <a:pt x="321338" y="102592"/>
                  </a:lnTo>
                  <a:lnTo>
                    <a:pt x="319211" y="97732"/>
                  </a:lnTo>
                  <a:lnTo>
                    <a:pt x="316932" y="92942"/>
                  </a:lnTo>
                  <a:lnTo>
                    <a:pt x="314501" y="88227"/>
                  </a:lnTo>
                  <a:lnTo>
                    <a:pt x="311922" y="83591"/>
                  </a:lnTo>
                  <a:lnTo>
                    <a:pt x="309198" y="79039"/>
                  </a:lnTo>
                  <a:lnTo>
                    <a:pt x="306330" y="74577"/>
                  </a:lnTo>
                  <a:lnTo>
                    <a:pt x="303322" y="70207"/>
                  </a:lnTo>
                  <a:lnTo>
                    <a:pt x="300177" y="65935"/>
                  </a:lnTo>
                  <a:lnTo>
                    <a:pt x="296898" y="61765"/>
                  </a:lnTo>
                  <a:lnTo>
                    <a:pt x="293488" y="57701"/>
                  </a:lnTo>
                  <a:lnTo>
                    <a:pt x="289951" y="53747"/>
                  </a:lnTo>
                  <a:lnTo>
                    <a:pt x="286291" y="49908"/>
                  </a:lnTo>
                  <a:lnTo>
                    <a:pt x="282510" y="46187"/>
                  </a:lnTo>
                  <a:lnTo>
                    <a:pt x="278613" y="42587"/>
                  </a:lnTo>
                  <a:lnTo>
                    <a:pt x="274604" y="39113"/>
                  </a:lnTo>
                  <a:lnTo>
                    <a:pt x="270487" y="35768"/>
                  </a:lnTo>
                  <a:lnTo>
                    <a:pt x="266266" y="32555"/>
                  </a:lnTo>
                  <a:lnTo>
                    <a:pt x="261945" y="29478"/>
                  </a:lnTo>
                  <a:lnTo>
                    <a:pt x="257528" y="26539"/>
                  </a:lnTo>
                  <a:lnTo>
                    <a:pt x="253021" y="23742"/>
                  </a:lnTo>
                  <a:lnTo>
                    <a:pt x="248427" y="21090"/>
                  </a:lnTo>
                  <a:lnTo>
                    <a:pt x="243751" y="18584"/>
                  </a:lnTo>
                  <a:lnTo>
                    <a:pt x="238998" y="16229"/>
                  </a:lnTo>
                  <a:lnTo>
                    <a:pt x="234172" y="14025"/>
                  </a:lnTo>
                  <a:lnTo>
                    <a:pt x="229279" y="11975"/>
                  </a:lnTo>
                  <a:lnTo>
                    <a:pt x="224324" y="10082"/>
                  </a:lnTo>
                  <a:lnTo>
                    <a:pt x="219311" y="8347"/>
                  </a:lnTo>
                  <a:lnTo>
                    <a:pt x="214245" y="6772"/>
                  </a:lnTo>
                  <a:lnTo>
                    <a:pt x="209132" y="5358"/>
                  </a:lnTo>
                  <a:lnTo>
                    <a:pt x="203977" y="4107"/>
                  </a:lnTo>
                  <a:lnTo>
                    <a:pt x="198785" y="3021"/>
                  </a:lnTo>
                  <a:lnTo>
                    <a:pt x="193561" y="2100"/>
                  </a:lnTo>
                  <a:lnTo>
                    <a:pt x="188310" y="1345"/>
                  </a:lnTo>
                  <a:lnTo>
                    <a:pt x="183038" y="757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12134" y="4659281"/>
              <a:ext cx="111100" cy="167167"/>
            </a:xfrm>
            <a:custGeom>
              <a:avLst/>
              <a:pathLst>
                <a:path w="111100" h="167167">
                  <a:moveTo>
                    <a:pt x="111100" y="0"/>
                  </a:moveTo>
                  <a:lnTo>
                    <a:pt x="105577" y="91"/>
                  </a:lnTo>
                  <a:lnTo>
                    <a:pt x="100060" y="364"/>
                  </a:lnTo>
                  <a:lnTo>
                    <a:pt x="94556" y="820"/>
                  </a:lnTo>
                  <a:lnTo>
                    <a:pt x="89069" y="1458"/>
                  </a:lnTo>
                  <a:lnTo>
                    <a:pt x="83606" y="2276"/>
                  </a:lnTo>
                  <a:lnTo>
                    <a:pt x="78174" y="3274"/>
                  </a:lnTo>
                  <a:lnTo>
                    <a:pt x="72777" y="4452"/>
                  </a:lnTo>
                  <a:lnTo>
                    <a:pt x="67422" y="5807"/>
                  </a:lnTo>
                  <a:lnTo>
                    <a:pt x="62115" y="7338"/>
                  </a:lnTo>
                  <a:lnTo>
                    <a:pt x="56861" y="9043"/>
                  </a:lnTo>
                  <a:lnTo>
                    <a:pt x="51667" y="10922"/>
                  </a:lnTo>
                  <a:lnTo>
                    <a:pt x="46537" y="12970"/>
                  </a:lnTo>
                  <a:lnTo>
                    <a:pt x="41478" y="15188"/>
                  </a:lnTo>
                  <a:lnTo>
                    <a:pt x="36495" y="17571"/>
                  </a:lnTo>
                  <a:lnTo>
                    <a:pt x="31593" y="20117"/>
                  </a:lnTo>
                  <a:lnTo>
                    <a:pt x="26778" y="22824"/>
                  </a:lnTo>
                  <a:lnTo>
                    <a:pt x="22056" y="25689"/>
                  </a:lnTo>
                  <a:lnTo>
                    <a:pt x="17430" y="28708"/>
                  </a:lnTo>
                  <a:lnTo>
                    <a:pt x="12907" y="31878"/>
                  </a:lnTo>
                  <a:lnTo>
                    <a:pt x="8491" y="35196"/>
                  </a:lnTo>
                  <a:lnTo>
                    <a:pt x="4187" y="38658"/>
                  </a:lnTo>
                  <a:lnTo>
                    <a:pt x="0" y="42261"/>
                  </a:lnTo>
                  <a:lnTo>
                    <a:pt x="11110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12134" y="4701542"/>
              <a:ext cx="111100" cy="124906"/>
            </a:xfrm>
            <a:custGeom>
              <a:avLst/>
              <a:pathLst>
                <a:path w="111100" h="124906">
                  <a:moveTo>
                    <a:pt x="0" y="0"/>
                  </a:moveTo>
                  <a:lnTo>
                    <a:pt x="111100" y="1249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2134" y="4701542"/>
              <a:ext cx="111100" cy="124906"/>
            </a:xfrm>
            <a:custGeom>
              <a:avLst/>
              <a:pathLst>
                <a:path w="111100" h="124906">
                  <a:moveTo>
                    <a:pt x="0" y="0"/>
                  </a:moveTo>
                  <a:lnTo>
                    <a:pt x="111100" y="1249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77" y="4701542"/>
              <a:ext cx="334325" cy="292066"/>
            </a:xfrm>
            <a:custGeom>
              <a:avLst/>
              <a:pathLst>
                <a:path w="334325" h="292066">
                  <a:moveTo>
                    <a:pt x="56057" y="0"/>
                  </a:moveTo>
                  <a:lnTo>
                    <a:pt x="52160" y="3577"/>
                  </a:lnTo>
                  <a:lnTo>
                    <a:pt x="48379" y="7277"/>
                  </a:lnTo>
                  <a:lnTo>
                    <a:pt x="44717" y="11094"/>
                  </a:lnTo>
                  <a:lnTo>
                    <a:pt x="41177" y="15025"/>
                  </a:lnTo>
                  <a:lnTo>
                    <a:pt x="37763" y="19066"/>
                  </a:lnTo>
                  <a:lnTo>
                    <a:pt x="34479" y="23213"/>
                  </a:lnTo>
                  <a:lnTo>
                    <a:pt x="31328" y="27462"/>
                  </a:lnTo>
                  <a:lnTo>
                    <a:pt x="28313" y="31809"/>
                  </a:lnTo>
                  <a:lnTo>
                    <a:pt x="25436" y="36249"/>
                  </a:lnTo>
                  <a:lnTo>
                    <a:pt x="22702" y="40777"/>
                  </a:lnTo>
                  <a:lnTo>
                    <a:pt x="20113" y="45390"/>
                  </a:lnTo>
                  <a:lnTo>
                    <a:pt x="17670" y="50082"/>
                  </a:lnTo>
                  <a:lnTo>
                    <a:pt x="15378" y="54850"/>
                  </a:lnTo>
                  <a:lnTo>
                    <a:pt x="13237" y="59687"/>
                  </a:lnTo>
                  <a:lnTo>
                    <a:pt x="11251" y="64590"/>
                  </a:lnTo>
                  <a:lnTo>
                    <a:pt x="9420" y="69553"/>
                  </a:lnTo>
                  <a:lnTo>
                    <a:pt x="7748" y="74572"/>
                  </a:lnTo>
                  <a:lnTo>
                    <a:pt x="6235" y="79641"/>
                  </a:lnTo>
                  <a:lnTo>
                    <a:pt x="4883" y="84755"/>
                  </a:lnTo>
                  <a:lnTo>
                    <a:pt x="3694" y="89910"/>
                  </a:lnTo>
                  <a:lnTo>
                    <a:pt x="2669" y="95100"/>
                  </a:lnTo>
                  <a:lnTo>
                    <a:pt x="1808" y="100319"/>
                  </a:lnTo>
                  <a:lnTo>
                    <a:pt x="1113" y="105563"/>
                  </a:lnTo>
                  <a:lnTo>
                    <a:pt x="584" y="110827"/>
                  </a:lnTo>
                  <a:lnTo>
                    <a:pt x="222" y="116104"/>
                  </a:lnTo>
                  <a:lnTo>
                    <a:pt x="27" y="121391"/>
                  </a:lnTo>
                  <a:lnTo>
                    <a:pt x="0" y="126681"/>
                  </a:lnTo>
                  <a:lnTo>
                    <a:pt x="139" y="131969"/>
                  </a:lnTo>
                  <a:lnTo>
                    <a:pt x="446" y="137250"/>
                  </a:lnTo>
                  <a:lnTo>
                    <a:pt x="920" y="142518"/>
                  </a:lnTo>
                  <a:lnTo>
                    <a:pt x="1561" y="147770"/>
                  </a:lnTo>
                  <a:lnTo>
                    <a:pt x="2367" y="152998"/>
                  </a:lnTo>
                  <a:lnTo>
                    <a:pt x="3339" y="158198"/>
                  </a:lnTo>
                  <a:lnTo>
                    <a:pt x="4474" y="163364"/>
                  </a:lnTo>
                  <a:lnTo>
                    <a:pt x="5772" y="168493"/>
                  </a:lnTo>
                  <a:lnTo>
                    <a:pt x="7232" y="173577"/>
                  </a:lnTo>
                  <a:lnTo>
                    <a:pt x="8852" y="178613"/>
                  </a:lnTo>
                  <a:lnTo>
                    <a:pt x="10631" y="183595"/>
                  </a:lnTo>
                  <a:lnTo>
                    <a:pt x="12566" y="188518"/>
                  </a:lnTo>
                  <a:lnTo>
                    <a:pt x="14657" y="193378"/>
                  </a:lnTo>
                  <a:lnTo>
                    <a:pt x="16899" y="198169"/>
                  </a:lnTo>
                  <a:lnTo>
                    <a:pt x="19293" y="202886"/>
                  </a:lnTo>
                  <a:lnTo>
                    <a:pt x="21834" y="207526"/>
                  </a:lnTo>
                  <a:lnTo>
                    <a:pt x="24521" y="212083"/>
                  </a:lnTo>
                  <a:lnTo>
                    <a:pt x="27351" y="216552"/>
                  </a:lnTo>
                  <a:lnTo>
                    <a:pt x="30321" y="220930"/>
                  </a:lnTo>
                  <a:lnTo>
                    <a:pt x="33427" y="225211"/>
                  </a:lnTo>
                  <a:lnTo>
                    <a:pt x="36668" y="229392"/>
                  </a:lnTo>
                  <a:lnTo>
                    <a:pt x="40039" y="233469"/>
                  </a:lnTo>
                  <a:lnTo>
                    <a:pt x="43538" y="237437"/>
                  </a:lnTo>
                  <a:lnTo>
                    <a:pt x="47161" y="241292"/>
                  </a:lnTo>
                  <a:lnTo>
                    <a:pt x="50903" y="245030"/>
                  </a:lnTo>
                  <a:lnTo>
                    <a:pt x="54762" y="248649"/>
                  </a:lnTo>
                  <a:lnTo>
                    <a:pt x="58734" y="252143"/>
                  </a:lnTo>
                  <a:lnTo>
                    <a:pt x="62814" y="255510"/>
                  </a:lnTo>
                  <a:lnTo>
                    <a:pt x="66999" y="258746"/>
                  </a:lnTo>
                  <a:lnTo>
                    <a:pt x="71284" y="261848"/>
                  </a:lnTo>
                  <a:lnTo>
                    <a:pt x="75665" y="264813"/>
                  </a:lnTo>
                  <a:lnTo>
                    <a:pt x="80137" y="267638"/>
                  </a:lnTo>
                  <a:lnTo>
                    <a:pt x="84697" y="270320"/>
                  </a:lnTo>
                  <a:lnTo>
                    <a:pt x="89339" y="272856"/>
                  </a:lnTo>
                  <a:lnTo>
                    <a:pt x="94060" y="275244"/>
                  </a:lnTo>
                  <a:lnTo>
                    <a:pt x="98853" y="277482"/>
                  </a:lnTo>
                  <a:lnTo>
                    <a:pt x="103715" y="279567"/>
                  </a:lnTo>
                  <a:lnTo>
                    <a:pt x="108640" y="281497"/>
                  </a:lnTo>
                  <a:lnTo>
                    <a:pt x="113624" y="283270"/>
                  </a:lnTo>
                  <a:lnTo>
                    <a:pt x="118662" y="284884"/>
                  </a:lnTo>
                  <a:lnTo>
                    <a:pt x="123748" y="286339"/>
                  </a:lnTo>
                  <a:lnTo>
                    <a:pt x="128877" y="287631"/>
                  </a:lnTo>
                  <a:lnTo>
                    <a:pt x="134045" y="288761"/>
                  </a:lnTo>
                  <a:lnTo>
                    <a:pt x="139246" y="289727"/>
                  </a:lnTo>
                  <a:lnTo>
                    <a:pt x="144475" y="290527"/>
                  </a:lnTo>
                  <a:lnTo>
                    <a:pt x="149727" y="291162"/>
                  </a:lnTo>
                  <a:lnTo>
                    <a:pt x="154996" y="291630"/>
                  </a:lnTo>
                  <a:lnTo>
                    <a:pt x="160278" y="291932"/>
                  </a:lnTo>
                  <a:lnTo>
                    <a:pt x="165566" y="292066"/>
                  </a:lnTo>
                  <a:lnTo>
                    <a:pt x="170856" y="292032"/>
                  </a:lnTo>
                  <a:lnTo>
                    <a:pt x="176142" y="291832"/>
                  </a:lnTo>
                  <a:lnTo>
                    <a:pt x="181419" y="291464"/>
                  </a:lnTo>
                  <a:lnTo>
                    <a:pt x="186682" y="290929"/>
                  </a:lnTo>
                  <a:lnTo>
                    <a:pt x="191926" y="290228"/>
                  </a:lnTo>
                  <a:lnTo>
                    <a:pt x="197144" y="289362"/>
                  </a:lnTo>
                  <a:lnTo>
                    <a:pt x="202333" y="288331"/>
                  </a:lnTo>
                  <a:lnTo>
                    <a:pt x="207486" y="287136"/>
                  </a:lnTo>
                  <a:lnTo>
                    <a:pt x="212599" y="285779"/>
                  </a:lnTo>
                  <a:lnTo>
                    <a:pt x="217666" y="284260"/>
                  </a:lnTo>
                  <a:lnTo>
                    <a:pt x="222683" y="282582"/>
                  </a:lnTo>
                  <a:lnTo>
                    <a:pt x="227644" y="280746"/>
                  </a:lnTo>
                  <a:lnTo>
                    <a:pt x="232545" y="278755"/>
                  </a:lnTo>
                  <a:lnTo>
                    <a:pt x="237380" y="276609"/>
                  </a:lnTo>
                  <a:lnTo>
                    <a:pt x="242145" y="274311"/>
                  </a:lnTo>
                  <a:lnTo>
                    <a:pt x="246835" y="271863"/>
                  </a:lnTo>
                  <a:lnTo>
                    <a:pt x="251445" y="269269"/>
                  </a:lnTo>
                  <a:lnTo>
                    <a:pt x="255970" y="266529"/>
                  </a:lnTo>
                  <a:lnTo>
                    <a:pt x="260407" y="263648"/>
                  </a:lnTo>
                  <a:lnTo>
                    <a:pt x="264750" y="260629"/>
                  </a:lnTo>
                  <a:lnTo>
                    <a:pt x="268996" y="257473"/>
                  </a:lnTo>
                  <a:lnTo>
                    <a:pt x="273139" y="254184"/>
                  </a:lnTo>
                  <a:lnTo>
                    <a:pt x="277176" y="250766"/>
                  </a:lnTo>
                  <a:lnTo>
                    <a:pt x="281104" y="247222"/>
                  </a:lnTo>
                  <a:lnTo>
                    <a:pt x="284917" y="243555"/>
                  </a:lnTo>
                  <a:lnTo>
                    <a:pt x="288612" y="239770"/>
                  </a:lnTo>
                  <a:lnTo>
                    <a:pt x="292186" y="235869"/>
                  </a:lnTo>
                  <a:lnTo>
                    <a:pt x="295634" y="231858"/>
                  </a:lnTo>
                  <a:lnTo>
                    <a:pt x="298954" y="227739"/>
                  </a:lnTo>
                  <a:lnTo>
                    <a:pt x="302141" y="223518"/>
                  </a:lnTo>
                  <a:lnTo>
                    <a:pt x="305194" y="219197"/>
                  </a:lnTo>
                  <a:lnTo>
                    <a:pt x="308108" y="214782"/>
                  </a:lnTo>
                  <a:lnTo>
                    <a:pt x="310882" y="210278"/>
                  </a:lnTo>
                  <a:lnTo>
                    <a:pt x="313511" y="205687"/>
                  </a:lnTo>
                  <a:lnTo>
                    <a:pt x="315994" y="201016"/>
                  </a:lnTo>
                  <a:lnTo>
                    <a:pt x="318327" y="196269"/>
                  </a:lnTo>
                  <a:lnTo>
                    <a:pt x="320510" y="191450"/>
                  </a:lnTo>
                  <a:lnTo>
                    <a:pt x="322538" y="186564"/>
                  </a:lnTo>
                  <a:lnTo>
                    <a:pt x="324411" y="181617"/>
                  </a:lnTo>
                  <a:lnTo>
                    <a:pt x="326127" y="176613"/>
                  </a:lnTo>
                  <a:lnTo>
                    <a:pt x="327684" y="171557"/>
                  </a:lnTo>
                  <a:lnTo>
                    <a:pt x="329079" y="166455"/>
                  </a:lnTo>
                  <a:lnTo>
                    <a:pt x="330313" y="161311"/>
                  </a:lnTo>
                  <a:lnTo>
                    <a:pt x="331383" y="156130"/>
                  </a:lnTo>
                  <a:lnTo>
                    <a:pt x="332289" y="150918"/>
                  </a:lnTo>
                  <a:lnTo>
                    <a:pt x="333029" y="145680"/>
                  </a:lnTo>
                  <a:lnTo>
                    <a:pt x="333603" y="140421"/>
                  </a:lnTo>
                  <a:lnTo>
                    <a:pt x="334011" y="135147"/>
                  </a:lnTo>
                  <a:lnTo>
                    <a:pt x="334251" y="129863"/>
                  </a:lnTo>
                  <a:lnTo>
                    <a:pt x="334325" y="124573"/>
                  </a:lnTo>
                  <a:lnTo>
                    <a:pt x="334230" y="119284"/>
                  </a:lnTo>
                  <a:lnTo>
                    <a:pt x="333969" y="114001"/>
                  </a:lnTo>
                  <a:lnTo>
                    <a:pt x="333540" y="108728"/>
                  </a:lnTo>
                  <a:lnTo>
                    <a:pt x="332945" y="103472"/>
                  </a:lnTo>
                  <a:lnTo>
                    <a:pt x="332184" y="98237"/>
                  </a:lnTo>
                  <a:lnTo>
                    <a:pt x="331257" y="93028"/>
                  </a:lnTo>
                  <a:lnTo>
                    <a:pt x="330167" y="87852"/>
                  </a:lnTo>
                  <a:lnTo>
                    <a:pt x="328913" y="82713"/>
                  </a:lnTo>
                  <a:lnTo>
                    <a:pt x="327497" y="77616"/>
                  </a:lnTo>
                  <a:lnTo>
                    <a:pt x="325920" y="72566"/>
                  </a:lnTo>
                  <a:lnTo>
                    <a:pt x="324185" y="67569"/>
                  </a:lnTo>
                  <a:lnTo>
                    <a:pt x="322292" y="62630"/>
                  </a:lnTo>
                  <a:lnTo>
                    <a:pt x="320244" y="57752"/>
                  </a:lnTo>
                  <a:lnTo>
                    <a:pt x="318042" y="52942"/>
                  </a:lnTo>
                  <a:lnTo>
                    <a:pt x="167158" y="1249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50884" cy="167167"/>
            </a:xfrm>
            <a:custGeom>
              <a:avLst/>
              <a:pathLst>
                <a:path w="150884" h="167167">
                  <a:moveTo>
                    <a:pt x="150884" y="95203"/>
                  </a:moveTo>
                  <a:lnTo>
                    <a:pt x="148419" y="90248"/>
                  </a:lnTo>
                  <a:lnTo>
                    <a:pt x="145791" y="85376"/>
                  </a:lnTo>
                  <a:lnTo>
                    <a:pt x="143004" y="80595"/>
                  </a:lnTo>
                  <a:lnTo>
                    <a:pt x="140059" y="75908"/>
                  </a:lnTo>
                  <a:lnTo>
                    <a:pt x="136962" y="71322"/>
                  </a:lnTo>
                  <a:lnTo>
                    <a:pt x="133714" y="66840"/>
                  </a:lnTo>
                  <a:lnTo>
                    <a:pt x="130319" y="62468"/>
                  </a:lnTo>
                  <a:lnTo>
                    <a:pt x="126782" y="58212"/>
                  </a:lnTo>
                  <a:lnTo>
                    <a:pt x="123105" y="54074"/>
                  </a:lnTo>
                  <a:lnTo>
                    <a:pt x="119294" y="50061"/>
                  </a:lnTo>
                  <a:lnTo>
                    <a:pt x="115352" y="46176"/>
                  </a:lnTo>
                  <a:lnTo>
                    <a:pt x="111283" y="42424"/>
                  </a:lnTo>
                  <a:lnTo>
                    <a:pt x="107093" y="38808"/>
                  </a:lnTo>
                  <a:lnTo>
                    <a:pt x="102785" y="35333"/>
                  </a:lnTo>
                  <a:lnTo>
                    <a:pt x="98364" y="32003"/>
                  </a:lnTo>
                  <a:lnTo>
                    <a:pt x="93835" y="28820"/>
                  </a:lnTo>
                  <a:lnTo>
                    <a:pt x="89204" y="25790"/>
                  </a:lnTo>
                  <a:lnTo>
                    <a:pt x="84475" y="22914"/>
                  </a:lnTo>
                  <a:lnTo>
                    <a:pt x="79653" y="20197"/>
                  </a:lnTo>
                  <a:lnTo>
                    <a:pt x="74744" y="17640"/>
                  </a:lnTo>
                  <a:lnTo>
                    <a:pt x="69753" y="15248"/>
                  </a:lnTo>
                  <a:lnTo>
                    <a:pt x="64686" y="13022"/>
                  </a:lnTo>
                  <a:lnTo>
                    <a:pt x="59547" y="10965"/>
                  </a:lnTo>
                  <a:lnTo>
                    <a:pt x="54344" y="9079"/>
                  </a:lnTo>
                  <a:lnTo>
                    <a:pt x="49081" y="7367"/>
                  </a:lnTo>
                  <a:lnTo>
                    <a:pt x="43764" y="5830"/>
                  </a:lnTo>
                  <a:lnTo>
                    <a:pt x="38399" y="4469"/>
                  </a:lnTo>
                  <a:lnTo>
                    <a:pt x="32992" y="3287"/>
                  </a:lnTo>
                  <a:lnTo>
                    <a:pt x="27548" y="2285"/>
                  </a:lnTo>
                  <a:lnTo>
                    <a:pt x="22075" y="1464"/>
                  </a:lnTo>
                  <a:lnTo>
                    <a:pt x="16577" y="824"/>
                  </a:lnTo>
                  <a:lnTo>
                    <a:pt x="11061" y="366"/>
                  </a:lnTo>
                  <a:lnTo>
                    <a:pt x="553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62264" y="4213821"/>
              <a:ext cx="66207" cy="167167"/>
            </a:xfrm>
            <a:custGeom>
              <a:avLst/>
              <a:pathLst>
                <a:path w="66207" h="167167">
                  <a:moveTo>
                    <a:pt x="66207" y="0"/>
                  </a:moveTo>
                  <a:lnTo>
                    <a:pt x="60020" y="114"/>
                  </a:lnTo>
                  <a:lnTo>
                    <a:pt x="53841" y="457"/>
                  </a:lnTo>
                  <a:lnTo>
                    <a:pt x="47680" y="1029"/>
                  </a:lnTo>
                  <a:lnTo>
                    <a:pt x="41543" y="1829"/>
                  </a:lnTo>
                  <a:lnTo>
                    <a:pt x="35441" y="2855"/>
                  </a:lnTo>
                  <a:lnTo>
                    <a:pt x="29381" y="4106"/>
                  </a:lnTo>
                  <a:lnTo>
                    <a:pt x="23371" y="5581"/>
                  </a:lnTo>
                  <a:lnTo>
                    <a:pt x="17420" y="7277"/>
                  </a:lnTo>
                  <a:lnTo>
                    <a:pt x="11535" y="9192"/>
                  </a:lnTo>
                  <a:lnTo>
                    <a:pt x="5726" y="11324"/>
                  </a:lnTo>
                  <a:lnTo>
                    <a:pt x="0" y="13669"/>
                  </a:lnTo>
                  <a:lnTo>
                    <a:pt x="6620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2264" y="4227491"/>
              <a:ext cx="66207" cy="153497"/>
            </a:xfrm>
            <a:custGeom>
              <a:avLst/>
              <a:pathLst>
                <a:path w="66207" h="153497">
                  <a:moveTo>
                    <a:pt x="0" y="0"/>
                  </a:moveTo>
                  <a:lnTo>
                    <a:pt x="66207" y="1534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9" y="4227491"/>
              <a:ext cx="167162" cy="317432"/>
            </a:xfrm>
            <a:custGeom>
              <a:avLst/>
              <a:pathLst>
                <a:path w="167162" h="317432">
                  <a:moveTo>
                    <a:pt x="100955" y="0"/>
                  </a:moveTo>
                  <a:lnTo>
                    <a:pt x="96060" y="2205"/>
                  </a:lnTo>
                  <a:lnTo>
                    <a:pt x="91238" y="4566"/>
                  </a:lnTo>
                  <a:lnTo>
                    <a:pt x="86494" y="7081"/>
                  </a:lnTo>
                  <a:lnTo>
                    <a:pt x="81834" y="9747"/>
                  </a:lnTo>
                  <a:lnTo>
                    <a:pt x="77262" y="12562"/>
                  </a:lnTo>
                  <a:lnTo>
                    <a:pt x="72782" y="15521"/>
                  </a:lnTo>
                  <a:lnTo>
                    <a:pt x="68400" y="18623"/>
                  </a:lnTo>
                  <a:lnTo>
                    <a:pt x="64120" y="21865"/>
                  </a:lnTo>
                  <a:lnTo>
                    <a:pt x="59946" y="25241"/>
                  </a:lnTo>
                  <a:lnTo>
                    <a:pt x="55882" y="28751"/>
                  </a:lnTo>
                  <a:lnTo>
                    <a:pt x="51934" y="32389"/>
                  </a:lnTo>
                  <a:lnTo>
                    <a:pt x="48104" y="36152"/>
                  </a:lnTo>
                  <a:lnTo>
                    <a:pt x="44397" y="40035"/>
                  </a:lnTo>
                  <a:lnTo>
                    <a:pt x="40817" y="44036"/>
                  </a:lnTo>
                  <a:lnTo>
                    <a:pt x="37367" y="48150"/>
                  </a:lnTo>
                  <a:lnTo>
                    <a:pt x="34050" y="52373"/>
                  </a:lnTo>
                  <a:lnTo>
                    <a:pt x="30872" y="56700"/>
                  </a:lnTo>
                  <a:lnTo>
                    <a:pt x="27833" y="61126"/>
                  </a:lnTo>
                  <a:lnTo>
                    <a:pt x="24939" y="65648"/>
                  </a:lnTo>
                  <a:lnTo>
                    <a:pt x="22191" y="70261"/>
                  </a:lnTo>
                  <a:lnTo>
                    <a:pt x="19593" y="74959"/>
                  </a:lnTo>
                  <a:lnTo>
                    <a:pt x="17147" y="79739"/>
                  </a:lnTo>
                  <a:lnTo>
                    <a:pt x="14856" y="84594"/>
                  </a:lnTo>
                  <a:lnTo>
                    <a:pt x="12722" y="89521"/>
                  </a:lnTo>
                  <a:lnTo>
                    <a:pt x="10747" y="94514"/>
                  </a:lnTo>
                  <a:lnTo>
                    <a:pt x="8933" y="99567"/>
                  </a:lnTo>
                  <a:lnTo>
                    <a:pt x="7283" y="104676"/>
                  </a:lnTo>
                  <a:lnTo>
                    <a:pt x="5798" y="109836"/>
                  </a:lnTo>
                  <a:lnTo>
                    <a:pt x="4479" y="115040"/>
                  </a:lnTo>
                  <a:lnTo>
                    <a:pt x="3328" y="120284"/>
                  </a:lnTo>
                  <a:lnTo>
                    <a:pt x="2346" y="125563"/>
                  </a:lnTo>
                  <a:lnTo>
                    <a:pt x="1533" y="130870"/>
                  </a:lnTo>
                  <a:lnTo>
                    <a:pt x="892" y="136201"/>
                  </a:lnTo>
                  <a:lnTo>
                    <a:pt x="423" y="141549"/>
                  </a:lnTo>
                  <a:lnTo>
                    <a:pt x="125" y="146910"/>
                  </a:lnTo>
                  <a:lnTo>
                    <a:pt x="0" y="152277"/>
                  </a:lnTo>
                  <a:lnTo>
                    <a:pt x="47" y="157646"/>
                  </a:lnTo>
                  <a:lnTo>
                    <a:pt x="266" y="163011"/>
                  </a:lnTo>
                  <a:lnTo>
                    <a:pt x="658" y="168365"/>
                  </a:lnTo>
                  <a:lnTo>
                    <a:pt x="1221" y="173705"/>
                  </a:lnTo>
                  <a:lnTo>
                    <a:pt x="1955" y="179023"/>
                  </a:lnTo>
                  <a:lnTo>
                    <a:pt x="2860" y="184316"/>
                  </a:lnTo>
                  <a:lnTo>
                    <a:pt x="3935" y="189576"/>
                  </a:lnTo>
                  <a:lnTo>
                    <a:pt x="5178" y="194799"/>
                  </a:lnTo>
                  <a:lnTo>
                    <a:pt x="6588" y="199980"/>
                  </a:lnTo>
                  <a:lnTo>
                    <a:pt x="8163" y="205112"/>
                  </a:lnTo>
                  <a:lnTo>
                    <a:pt x="9903" y="210192"/>
                  </a:lnTo>
                  <a:lnTo>
                    <a:pt x="11804" y="215213"/>
                  </a:lnTo>
                  <a:lnTo>
                    <a:pt x="13866" y="220170"/>
                  </a:lnTo>
                  <a:lnTo>
                    <a:pt x="16087" y="225058"/>
                  </a:lnTo>
                  <a:lnTo>
                    <a:pt x="18463" y="229873"/>
                  </a:lnTo>
                  <a:lnTo>
                    <a:pt x="20992" y="234609"/>
                  </a:lnTo>
                  <a:lnTo>
                    <a:pt x="23672" y="239261"/>
                  </a:lnTo>
                  <a:lnTo>
                    <a:pt x="26500" y="243825"/>
                  </a:lnTo>
                  <a:lnTo>
                    <a:pt x="29474" y="248295"/>
                  </a:lnTo>
                  <a:lnTo>
                    <a:pt x="32589" y="252668"/>
                  </a:lnTo>
                  <a:lnTo>
                    <a:pt x="35843" y="256939"/>
                  </a:lnTo>
                  <a:lnTo>
                    <a:pt x="39233" y="261102"/>
                  </a:lnTo>
                  <a:lnTo>
                    <a:pt x="42754" y="265155"/>
                  </a:lnTo>
                  <a:lnTo>
                    <a:pt x="46404" y="269093"/>
                  </a:lnTo>
                  <a:lnTo>
                    <a:pt x="50179" y="272911"/>
                  </a:lnTo>
                  <a:lnTo>
                    <a:pt x="54074" y="276606"/>
                  </a:lnTo>
                  <a:lnTo>
                    <a:pt x="58086" y="280175"/>
                  </a:lnTo>
                  <a:lnTo>
                    <a:pt x="62210" y="283612"/>
                  </a:lnTo>
                  <a:lnTo>
                    <a:pt x="66442" y="286915"/>
                  </a:lnTo>
                  <a:lnTo>
                    <a:pt x="70779" y="290081"/>
                  </a:lnTo>
                  <a:lnTo>
                    <a:pt x="75215" y="293106"/>
                  </a:lnTo>
                  <a:lnTo>
                    <a:pt x="79746" y="295986"/>
                  </a:lnTo>
                  <a:lnTo>
                    <a:pt x="84366" y="298720"/>
                  </a:lnTo>
                  <a:lnTo>
                    <a:pt x="89073" y="301304"/>
                  </a:lnTo>
                  <a:lnTo>
                    <a:pt x="93860" y="303736"/>
                  </a:lnTo>
                  <a:lnTo>
                    <a:pt x="98722" y="306012"/>
                  </a:lnTo>
                  <a:lnTo>
                    <a:pt x="103655" y="308131"/>
                  </a:lnTo>
                  <a:lnTo>
                    <a:pt x="108654" y="310091"/>
                  </a:lnTo>
                  <a:lnTo>
                    <a:pt x="113713" y="311889"/>
                  </a:lnTo>
                  <a:lnTo>
                    <a:pt x="118827" y="313524"/>
                  </a:lnTo>
                  <a:lnTo>
                    <a:pt x="123991" y="314994"/>
                  </a:lnTo>
                  <a:lnTo>
                    <a:pt x="129199" y="316297"/>
                  </a:lnTo>
                  <a:lnTo>
                    <a:pt x="134447" y="317432"/>
                  </a:lnTo>
                  <a:lnTo>
                    <a:pt x="167162" y="1534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95756" y="4213821"/>
              <a:ext cx="199869" cy="334331"/>
            </a:xfrm>
            <a:custGeom>
              <a:avLst/>
              <a:pathLst>
                <a:path w="199869" h="334331">
                  <a:moveTo>
                    <a:pt x="0" y="331102"/>
                  </a:moveTo>
                  <a:lnTo>
                    <a:pt x="5228" y="332059"/>
                  </a:lnTo>
                  <a:lnTo>
                    <a:pt x="10484" y="332850"/>
                  </a:lnTo>
                  <a:lnTo>
                    <a:pt x="15762" y="333473"/>
                  </a:lnTo>
                  <a:lnTo>
                    <a:pt x="21057" y="333927"/>
                  </a:lnTo>
                  <a:lnTo>
                    <a:pt x="26365" y="334214"/>
                  </a:lnTo>
                  <a:lnTo>
                    <a:pt x="31678" y="334331"/>
                  </a:lnTo>
                  <a:lnTo>
                    <a:pt x="36993" y="334280"/>
                  </a:lnTo>
                  <a:lnTo>
                    <a:pt x="42304" y="334059"/>
                  </a:lnTo>
                  <a:lnTo>
                    <a:pt x="47604" y="333670"/>
                  </a:lnTo>
                  <a:lnTo>
                    <a:pt x="52890" y="333112"/>
                  </a:lnTo>
                  <a:lnTo>
                    <a:pt x="58155" y="332387"/>
                  </a:lnTo>
                  <a:lnTo>
                    <a:pt x="63395" y="331495"/>
                  </a:lnTo>
                  <a:lnTo>
                    <a:pt x="68604" y="330437"/>
                  </a:lnTo>
                  <a:lnTo>
                    <a:pt x="73776" y="329213"/>
                  </a:lnTo>
                  <a:lnTo>
                    <a:pt x="78907" y="327826"/>
                  </a:lnTo>
                  <a:lnTo>
                    <a:pt x="83991" y="326276"/>
                  </a:lnTo>
                  <a:lnTo>
                    <a:pt x="89023" y="324566"/>
                  </a:lnTo>
                  <a:lnTo>
                    <a:pt x="93998" y="322696"/>
                  </a:lnTo>
                  <a:lnTo>
                    <a:pt x="98912" y="320669"/>
                  </a:lnTo>
                  <a:lnTo>
                    <a:pt x="103758" y="318487"/>
                  </a:lnTo>
                  <a:lnTo>
                    <a:pt x="108533" y="316152"/>
                  </a:lnTo>
                  <a:lnTo>
                    <a:pt x="113231" y="313667"/>
                  </a:lnTo>
                  <a:lnTo>
                    <a:pt x="117847" y="311033"/>
                  </a:lnTo>
                  <a:lnTo>
                    <a:pt x="122378" y="308254"/>
                  </a:lnTo>
                  <a:lnTo>
                    <a:pt x="126818" y="305332"/>
                  </a:lnTo>
                  <a:lnTo>
                    <a:pt x="131163" y="302271"/>
                  </a:lnTo>
                  <a:lnTo>
                    <a:pt x="135408" y="299073"/>
                  </a:lnTo>
                  <a:lnTo>
                    <a:pt x="139549" y="295741"/>
                  </a:lnTo>
                  <a:lnTo>
                    <a:pt x="143583" y="292280"/>
                  </a:lnTo>
                  <a:lnTo>
                    <a:pt x="147504" y="288692"/>
                  </a:lnTo>
                  <a:lnTo>
                    <a:pt x="151310" y="284982"/>
                  </a:lnTo>
                  <a:lnTo>
                    <a:pt x="154995" y="281152"/>
                  </a:lnTo>
                  <a:lnTo>
                    <a:pt x="158557" y="277207"/>
                  </a:lnTo>
                  <a:lnTo>
                    <a:pt x="161991" y="273151"/>
                  </a:lnTo>
                  <a:lnTo>
                    <a:pt x="165295" y="268987"/>
                  </a:lnTo>
                  <a:lnTo>
                    <a:pt x="168465" y="264721"/>
                  </a:lnTo>
                  <a:lnTo>
                    <a:pt x="171498" y="260356"/>
                  </a:lnTo>
                  <a:lnTo>
                    <a:pt x="174390" y="255897"/>
                  </a:lnTo>
                  <a:lnTo>
                    <a:pt x="177140" y="251348"/>
                  </a:lnTo>
                  <a:lnTo>
                    <a:pt x="179743" y="246715"/>
                  </a:lnTo>
                  <a:lnTo>
                    <a:pt x="182197" y="242000"/>
                  </a:lnTo>
                  <a:lnTo>
                    <a:pt x="184501" y="237210"/>
                  </a:lnTo>
                  <a:lnTo>
                    <a:pt x="186651" y="232350"/>
                  </a:lnTo>
                  <a:lnTo>
                    <a:pt x="188645" y="227423"/>
                  </a:lnTo>
                  <a:lnTo>
                    <a:pt x="190482" y="222435"/>
                  </a:lnTo>
                  <a:lnTo>
                    <a:pt x="192159" y="217392"/>
                  </a:lnTo>
                  <a:lnTo>
                    <a:pt x="193675" y="212298"/>
                  </a:lnTo>
                  <a:lnTo>
                    <a:pt x="195029" y="207158"/>
                  </a:lnTo>
                  <a:lnTo>
                    <a:pt x="196218" y="201978"/>
                  </a:lnTo>
                  <a:lnTo>
                    <a:pt x="197242" y="196762"/>
                  </a:lnTo>
                  <a:lnTo>
                    <a:pt x="198100" y="191517"/>
                  </a:lnTo>
                  <a:lnTo>
                    <a:pt x="198790" y="186247"/>
                  </a:lnTo>
                  <a:lnTo>
                    <a:pt x="199313" y="180958"/>
                  </a:lnTo>
                  <a:lnTo>
                    <a:pt x="199667" y="175654"/>
                  </a:lnTo>
                  <a:lnTo>
                    <a:pt x="199852" y="170343"/>
                  </a:lnTo>
                  <a:lnTo>
                    <a:pt x="199869" y="165028"/>
                  </a:lnTo>
                  <a:lnTo>
                    <a:pt x="199716" y="159715"/>
                  </a:lnTo>
                  <a:lnTo>
                    <a:pt x="199395" y="154410"/>
                  </a:lnTo>
                  <a:lnTo>
                    <a:pt x="198905" y="149117"/>
                  </a:lnTo>
                  <a:lnTo>
                    <a:pt x="198247" y="143843"/>
                  </a:lnTo>
                  <a:lnTo>
                    <a:pt x="197422" y="138592"/>
                  </a:lnTo>
                  <a:lnTo>
                    <a:pt x="196431" y="133371"/>
                  </a:lnTo>
                  <a:lnTo>
                    <a:pt x="195273" y="128183"/>
                  </a:lnTo>
                  <a:lnTo>
                    <a:pt x="193952" y="123035"/>
                  </a:lnTo>
                  <a:lnTo>
                    <a:pt x="192468" y="117932"/>
                  </a:lnTo>
                  <a:lnTo>
                    <a:pt x="190822" y="112878"/>
                  </a:lnTo>
                  <a:lnTo>
                    <a:pt x="189016" y="107879"/>
                  </a:lnTo>
                  <a:lnTo>
                    <a:pt x="187052" y="102940"/>
                  </a:lnTo>
                  <a:lnTo>
                    <a:pt x="184932" y="98066"/>
                  </a:lnTo>
                  <a:lnTo>
                    <a:pt x="182658" y="93262"/>
                  </a:lnTo>
                  <a:lnTo>
                    <a:pt x="180233" y="88533"/>
                  </a:lnTo>
                  <a:lnTo>
                    <a:pt x="177659" y="83883"/>
                  </a:lnTo>
                  <a:lnTo>
                    <a:pt x="174938" y="79317"/>
                  </a:lnTo>
                  <a:lnTo>
                    <a:pt x="172073" y="74840"/>
                  </a:lnTo>
                  <a:lnTo>
                    <a:pt x="169068" y="70456"/>
                  </a:lnTo>
                  <a:lnTo>
                    <a:pt x="165924" y="66171"/>
                  </a:lnTo>
                  <a:lnTo>
                    <a:pt x="162646" y="61987"/>
                  </a:lnTo>
                  <a:lnTo>
                    <a:pt x="159237" y="57909"/>
                  </a:lnTo>
                  <a:lnTo>
                    <a:pt x="155699" y="53942"/>
                  </a:lnTo>
                  <a:lnTo>
                    <a:pt x="152038" y="50090"/>
                  </a:lnTo>
                  <a:lnTo>
                    <a:pt x="148256" y="46356"/>
                  </a:lnTo>
                  <a:lnTo>
                    <a:pt x="144357" y="42744"/>
                  </a:lnTo>
                  <a:lnTo>
                    <a:pt x="140345" y="39257"/>
                  </a:lnTo>
                  <a:lnTo>
                    <a:pt x="136224" y="35901"/>
                  </a:lnTo>
                  <a:lnTo>
                    <a:pt x="131999" y="32676"/>
                  </a:lnTo>
                  <a:lnTo>
                    <a:pt x="127673" y="29588"/>
                  </a:lnTo>
                  <a:lnTo>
                    <a:pt x="123251" y="26639"/>
                  </a:lnTo>
                  <a:lnTo>
                    <a:pt x="118738" y="23832"/>
                  </a:lnTo>
                  <a:lnTo>
                    <a:pt x="114138" y="21169"/>
                  </a:lnTo>
                  <a:lnTo>
                    <a:pt x="109455" y="18655"/>
                  </a:lnTo>
                  <a:lnTo>
                    <a:pt x="104695" y="16290"/>
                  </a:lnTo>
                  <a:lnTo>
                    <a:pt x="99862" y="14078"/>
                  </a:lnTo>
                  <a:lnTo>
                    <a:pt x="94962" y="12021"/>
                  </a:lnTo>
                  <a:lnTo>
                    <a:pt x="89998" y="10120"/>
                  </a:lnTo>
                  <a:lnTo>
                    <a:pt x="84976" y="8379"/>
                  </a:lnTo>
                  <a:lnTo>
                    <a:pt x="79902" y="6798"/>
                  </a:lnTo>
                  <a:lnTo>
                    <a:pt x="74780" y="5378"/>
                  </a:lnTo>
                  <a:lnTo>
                    <a:pt x="69615" y="4123"/>
                  </a:lnTo>
                  <a:lnTo>
                    <a:pt x="64413" y="3032"/>
                  </a:lnTo>
                  <a:lnTo>
                    <a:pt x="59179" y="2108"/>
                  </a:lnTo>
                  <a:lnTo>
                    <a:pt x="53919" y="1350"/>
                  </a:lnTo>
                  <a:lnTo>
                    <a:pt x="48637" y="759"/>
                  </a:lnTo>
                  <a:lnTo>
                    <a:pt x="43338" y="337"/>
                  </a:lnTo>
                  <a:lnTo>
                    <a:pt x="38029" y="84"/>
                  </a:lnTo>
                  <a:lnTo>
                    <a:pt x="32715" y="0"/>
                  </a:lnTo>
                  <a:lnTo>
                    <a:pt x="327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8196" y="3707720"/>
              <a:ext cx="160815" cy="167167"/>
            </a:xfrm>
            <a:custGeom>
              <a:avLst/>
              <a:pathLst>
                <a:path w="160815" h="167167">
                  <a:moveTo>
                    <a:pt x="160815" y="0"/>
                  </a:moveTo>
                  <a:lnTo>
                    <a:pt x="155407" y="87"/>
                  </a:lnTo>
                  <a:lnTo>
                    <a:pt x="150005" y="349"/>
                  </a:lnTo>
                  <a:lnTo>
                    <a:pt x="144614" y="786"/>
                  </a:lnTo>
                  <a:lnTo>
                    <a:pt x="139240" y="1398"/>
                  </a:lnTo>
                  <a:lnTo>
                    <a:pt x="133888" y="2182"/>
                  </a:lnTo>
                  <a:lnTo>
                    <a:pt x="128565" y="3140"/>
                  </a:lnTo>
                  <a:lnTo>
                    <a:pt x="123276" y="4269"/>
                  </a:lnTo>
                  <a:lnTo>
                    <a:pt x="118025" y="5569"/>
                  </a:lnTo>
                  <a:lnTo>
                    <a:pt x="112820" y="7037"/>
                  </a:lnTo>
                  <a:lnTo>
                    <a:pt x="107665" y="8674"/>
                  </a:lnTo>
                  <a:lnTo>
                    <a:pt x="102565" y="10476"/>
                  </a:lnTo>
                  <a:lnTo>
                    <a:pt x="97527" y="12443"/>
                  </a:lnTo>
                  <a:lnTo>
                    <a:pt x="92555" y="14571"/>
                  </a:lnTo>
                  <a:lnTo>
                    <a:pt x="87654" y="16859"/>
                  </a:lnTo>
                  <a:lnTo>
                    <a:pt x="82830" y="19305"/>
                  </a:lnTo>
                  <a:lnTo>
                    <a:pt x="78087" y="21905"/>
                  </a:lnTo>
                  <a:lnTo>
                    <a:pt x="73431" y="24657"/>
                  </a:lnTo>
                  <a:lnTo>
                    <a:pt x="68867" y="27559"/>
                  </a:lnTo>
                  <a:lnTo>
                    <a:pt x="64398" y="30606"/>
                  </a:lnTo>
                  <a:lnTo>
                    <a:pt x="60031" y="33797"/>
                  </a:lnTo>
                  <a:lnTo>
                    <a:pt x="55769" y="37127"/>
                  </a:lnTo>
                  <a:lnTo>
                    <a:pt x="51617" y="40593"/>
                  </a:lnTo>
                  <a:lnTo>
                    <a:pt x="47580" y="44192"/>
                  </a:lnTo>
                  <a:lnTo>
                    <a:pt x="43661" y="47920"/>
                  </a:lnTo>
                  <a:lnTo>
                    <a:pt x="39864" y="51772"/>
                  </a:lnTo>
                  <a:lnTo>
                    <a:pt x="36195" y="55745"/>
                  </a:lnTo>
                  <a:lnTo>
                    <a:pt x="32655" y="59835"/>
                  </a:lnTo>
                  <a:lnTo>
                    <a:pt x="29250" y="64037"/>
                  </a:lnTo>
                  <a:lnTo>
                    <a:pt x="25983" y="68347"/>
                  </a:lnTo>
                  <a:lnTo>
                    <a:pt x="22857" y="72761"/>
                  </a:lnTo>
                  <a:lnTo>
                    <a:pt x="19875" y="77273"/>
                  </a:lnTo>
                  <a:lnTo>
                    <a:pt x="17040" y="81880"/>
                  </a:lnTo>
                  <a:lnTo>
                    <a:pt x="14357" y="86576"/>
                  </a:lnTo>
                  <a:lnTo>
                    <a:pt x="11826" y="91356"/>
                  </a:lnTo>
                  <a:lnTo>
                    <a:pt x="9452" y="96215"/>
                  </a:lnTo>
                  <a:lnTo>
                    <a:pt x="7235" y="101149"/>
                  </a:lnTo>
                  <a:lnTo>
                    <a:pt x="5180" y="106152"/>
                  </a:lnTo>
                  <a:lnTo>
                    <a:pt x="3288" y="111219"/>
                  </a:lnTo>
                  <a:lnTo>
                    <a:pt x="1560" y="116344"/>
                  </a:lnTo>
                  <a:lnTo>
                    <a:pt x="0" y="121523"/>
                  </a:lnTo>
                  <a:lnTo>
                    <a:pt x="16081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50" y="3707736"/>
              <a:ext cx="334327" cy="334311"/>
            </a:xfrm>
            <a:custGeom>
              <a:avLst/>
              <a:pathLst>
                <a:path w="334327" h="334311">
                  <a:moveTo>
                    <a:pt x="6345" y="121507"/>
                  </a:moveTo>
                  <a:lnTo>
                    <a:pt x="4980" y="126625"/>
                  </a:lnTo>
                  <a:lnTo>
                    <a:pt x="3777" y="131784"/>
                  </a:lnTo>
                  <a:lnTo>
                    <a:pt x="2739" y="136978"/>
                  </a:lnTo>
                  <a:lnTo>
                    <a:pt x="1865" y="142203"/>
                  </a:lnTo>
                  <a:lnTo>
                    <a:pt x="1158" y="147452"/>
                  </a:lnTo>
                  <a:lnTo>
                    <a:pt x="617" y="152722"/>
                  </a:lnTo>
                  <a:lnTo>
                    <a:pt x="244" y="158006"/>
                  </a:lnTo>
                  <a:lnTo>
                    <a:pt x="38" y="163299"/>
                  </a:lnTo>
                  <a:lnTo>
                    <a:pt x="0" y="168596"/>
                  </a:lnTo>
                  <a:lnTo>
                    <a:pt x="129" y="173891"/>
                  </a:lnTo>
                  <a:lnTo>
                    <a:pt x="427" y="179180"/>
                  </a:lnTo>
                  <a:lnTo>
                    <a:pt x="891" y="184457"/>
                  </a:lnTo>
                  <a:lnTo>
                    <a:pt x="1523" y="189716"/>
                  </a:lnTo>
                  <a:lnTo>
                    <a:pt x="2321" y="194953"/>
                  </a:lnTo>
                  <a:lnTo>
                    <a:pt x="3285" y="200162"/>
                  </a:lnTo>
                  <a:lnTo>
                    <a:pt x="4413" y="205337"/>
                  </a:lnTo>
                  <a:lnTo>
                    <a:pt x="5705" y="210474"/>
                  </a:lnTo>
                  <a:lnTo>
                    <a:pt x="7158" y="215568"/>
                  </a:lnTo>
                  <a:lnTo>
                    <a:pt x="8773" y="220613"/>
                  </a:lnTo>
                  <a:lnTo>
                    <a:pt x="10546" y="225605"/>
                  </a:lnTo>
                  <a:lnTo>
                    <a:pt x="12477" y="230537"/>
                  </a:lnTo>
                  <a:lnTo>
                    <a:pt x="14563" y="235407"/>
                  </a:lnTo>
                  <a:lnTo>
                    <a:pt x="16802" y="240207"/>
                  </a:lnTo>
                  <a:lnTo>
                    <a:pt x="19192" y="244934"/>
                  </a:lnTo>
                  <a:lnTo>
                    <a:pt x="21731" y="249583"/>
                  </a:lnTo>
                  <a:lnTo>
                    <a:pt x="24416" y="254150"/>
                  </a:lnTo>
                  <a:lnTo>
                    <a:pt x="27244" y="258629"/>
                  </a:lnTo>
                  <a:lnTo>
                    <a:pt x="30212" y="263016"/>
                  </a:lnTo>
                  <a:lnTo>
                    <a:pt x="33318" y="267307"/>
                  </a:lnTo>
                  <a:lnTo>
                    <a:pt x="36559" y="271497"/>
                  </a:lnTo>
                  <a:lnTo>
                    <a:pt x="39930" y="275583"/>
                  </a:lnTo>
                  <a:lnTo>
                    <a:pt x="43430" y="279559"/>
                  </a:lnTo>
                  <a:lnTo>
                    <a:pt x="47053" y="283423"/>
                  </a:lnTo>
                  <a:lnTo>
                    <a:pt x="50798" y="287170"/>
                  </a:lnTo>
                  <a:lnTo>
                    <a:pt x="54659" y="290797"/>
                  </a:lnTo>
                  <a:lnTo>
                    <a:pt x="58633" y="294299"/>
                  </a:lnTo>
                  <a:lnTo>
                    <a:pt x="62716" y="297674"/>
                  </a:lnTo>
                  <a:lnTo>
                    <a:pt x="66904" y="300917"/>
                  </a:lnTo>
                  <a:lnTo>
                    <a:pt x="71192" y="304027"/>
                  </a:lnTo>
                  <a:lnTo>
                    <a:pt x="75577" y="306999"/>
                  </a:lnTo>
                  <a:lnTo>
                    <a:pt x="80054" y="309830"/>
                  </a:lnTo>
                  <a:lnTo>
                    <a:pt x="84618" y="312518"/>
                  </a:lnTo>
                  <a:lnTo>
                    <a:pt x="89265" y="315061"/>
                  </a:lnTo>
                  <a:lnTo>
                    <a:pt x="93991" y="317454"/>
                  </a:lnTo>
                  <a:lnTo>
                    <a:pt x="98790" y="319697"/>
                  </a:lnTo>
                  <a:lnTo>
                    <a:pt x="103657" y="321787"/>
                  </a:lnTo>
                  <a:lnTo>
                    <a:pt x="108588" y="323721"/>
                  </a:lnTo>
                  <a:lnTo>
                    <a:pt x="113578" y="325498"/>
                  </a:lnTo>
                  <a:lnTo>
                    <a:pt x="118622" y="327117"/>
                  </a:lnTo>
                  <a:lnTo>
                    <a:pt x="123715" y="328574"/>
                  </a:lnTo>
                  <a:lnTo>
                    <a:pt x="128851" y="329870"/>
                  </a:lnTo>
                  <a:lnTo>
                    <a:pt x="134026" y="331002"/>
                  </a:lnTo>
                  <a:lnTo>
                    <a:pt x="139234" y="331969"/>
                  </a:lnTo>
                  <a:lnTo>
                    <a:pt x="144470" y="332771"/>
                  </a:lnTo>
                  <a:lnTo>
                    <a:pt x="149729" y="333407"/>
                  </a:lnTo>
                  <a:lnTo>
                    <a:pt x="155005" y="333876"/>
                  </a:lnTo>
                  <a:lnTo>
                    <a:pt x="160294" y="334177"/>
                  </a:lnTo>
                  <a:lnTo>
                    <a:pt x="165589" y="334311"/>
                  </a:lnTo>
                  <a:lnTo>
                    <a:pt x="170886" y="334277"/>
                  </a:lnTo>
                  <a:lnTo>
                    <a:pt x="176179" y="334075"/>
                  </a:lnTo>
                  <a:lnTo>
                    <a:pt x="181464" y="333705"/>
                  </a:lnTo>
                  <a:lnTo>
                    <a:pt x="186733" y="333169"/>
                  </a:lnTo>
                  <a:lnTo>
                    <a:pt x="191984" y="332465"/>
                  </a:lnTo>
                  <a:lnTo>
                    <a:pt x="197209" y="331596"/>
                  </a:lnTo>
                  <a:lnTo>
                    <a:pt x="202404" y="330561"/>
                  </a:lnTo>
                  <a:lnTo>
                    <a:pt x="207564" y="329362"/>
                  </a:lnTo>
                  <a:lnTo>
                    <a:pt x="212683" y="328001"/>
                  </a:lnTo>
                  <a:lnTo>
                    <a:pt x="217756" y="326478"/>
                  </a:lnTo>
                  <a:lnTo>
                    <a:pt x="222779" y="324795"/>
                  </a:lnTo>
                  <a:lnTo>
                    <a:pt x="227746" y="322953"/>
                  </a:lnTo>
                  <a:lnTo>
                    <a:pt x="232652" y="320956"/>
                  </a:lnTo>
                  <a:lnTo>
                    <a:pt x="237492" y="318804"/>
                  </a:lnTo>
                  <a:lnTo>
                    <a:pt x="242261" y="316499"/>
                  </a:lnTo>
                  <a:lnTo>
                    <a:pt x="246956" y="314045"/>
                  </a:lnTo>
                  <a:lnTo>
                    <a:pt x="251570" y="311443"/>
                  </a:lnTo>
                  <a:lnTo>
                    <a:pt x="256099" y="308696"/>
                  </a:lnTo>
                  <a:lnTo>
                    <a:pt x="260539" y="305807"/>
                  </a:lnTo>
                  <a:lnTo>
                    <a:pt x="264885" y="302779"/>
                  </a:lnTo>
                  <a:lnTo>
                    <a:pt x="269133" y="299614"/>
                  </a:lnTo>
                  <a:lnTo>
                    <a:pt x="273279" y="296317"/>
                  </a:lnTo>
                  <a:lnTo>
                    <a:pt x="277318" y="292890"/>
                  </a:lnTo>
                  <a:lnTo>
                    <a:pt x="281247" y="289337"/>
                  </a:lnTo>
                  <a:lnTo>
                    <a:pt x="285061" y="285661"/>
                  </a:lnTo>
                  <a:lnTo>
                    <a:pt x="288756" y="281866"/>
                  </a:lnTo>
                  <a:lnTo>
                    <a:pt x="292330" y="277956"/>
                  </a:lnTo>
                  <a:lnTo>
                    <a:pt x="295778" y="273934"/>
                  </a:lnTo>
                  <a:lnTo>
                    <a:pt x="299096" y="269805"/>
                  </a:lnTo>
                  <a:lnTo>
                    <a:pt x="302283" y="265574"/>
                  </a:lnTo>
                  <a:lnTo>
                    <a:pt x="305333" y="261243"/>
                  </a:lnTo>
                  <a:lnTo>
                    <a:pt x="308245" y="256818"/>
                  </a:lnTo>
                  <a:lnTo>
                    <a:pt x="311015" y="252303"/>
                  </a:lnTo>
                  <a:lnTo>
                    <a:pt x="313641" y="247703"/>
                  </a:lnTo>
                  <a:lnTo>
                    <a:pt x="316119" y="243021"/>
                  </a:lnTo>
                  <a:lnTo>
                    <a:pt x="318448" y="238263"/>
                  </a:lnTo>
                  <a:lnTo>
                    <a:pt x="320626" y="233434"/>
                  </a:lnTo>
                  <a:lnTo>
                    <a:pt x="322649" y="228539"/>
                  </a:lnTo>
                  <a:lnTo>
                    <a:pt x="324516" y="223582"/>
                  </a:lnTo>
                  <a:lnTo>
                    <a:pt x="326224" y="218568"/>
                  </a:lnTo>
                  <a:lnTo>
                    <a:pt x="327774" y="213502"/>
                  </a:lnTo>
                  <a:lnTo>
                    <a:pt x="329162" y="208390"/>
                  </a:lnTo>
                  <a:lnTo>
                    <a:pt x="330387" y="203237"/>
                  </a:lnTo>
                  <a:lnTo>
                    <a:pt x="331448" y="198047"/>
                  </a:lnTo>
                  <a:lnTo>
                    <a:pt x="332345" y="192826"/>
                  </a:lnTo>
                  <a:lnTo>
                    <a:pt x="333075" y="187580"/>
                  </a:lnTo>
                  <a:lnTo>
                    <a:pt x="333639" y="182313"/>
                  </a:lnTo>
                  <a:lnTo>
                    <a:pt x="334036" y="177031"/>
                  </a:lnTo>
                  <a:lnTo>
                    <a:pt x="334265" y="171738"/>
                  </a:lnTo>
                  <a:lnTo>
                    <a:pt x="334327" y="166442"/>
                  </a:lnTo>
                  <a:lnTo>
                    <a:pt x="334220" y="161146"/>
                  </a:lnTo>
                  <a:lnTo>
                    <a:pt x="333946" y="155856"/>
                  </a:lnTo>
                  <a:lnTo>
                    <a:pt x="333504" y="150577"/>
                  </a:lnTo>
                  <a:lnTo>
                    <a:pt x="332896" y="145315"/>
                  </a:lnTo>
                  <a:lnTo>
                    <a:pt x="332121" y="140075"/>
                  </a:lnTo>
                  <a:lnTo>
                    <a:pt x="331180" y="134862"/>
                  </a:lnTo>
                  <a:lnTo>
                    <a:pt x="330075" y="129681"/>
                  </a:lnTo>
                  <a:lnTo>
                    <a:pt x="328806" y="124538"/>
                  </a:lnTo>
                  <a:lnTo>
                    <a:pt x="327374" y="119438"/>
                  </a:lnTo>
                  <a:lnTo>
                    <a:pt x="325782" y="114386"/>
                  </a:lnTo>
                  <a:lnTo>
                    <a:pt x="324031" y="109387"/>
                  </a:lnTo>
                  <a:lnTo>
                    <a:pt x="322122" y="104446"/>
                  </a:lnTo>
                  <a:lnTo>
                    <a:pt x="320057" y="99568"/>
                  </a:lnTo>
                  <a:lnTo>
                    <a:pt x="317839" y="94757"/>
                  </a:lnTo>
                  <a:lnTo>
                    <a:pt x="315470" y="90020"/>
                  </a:lnTo>
                  <a:lnTo>
                    <a:pt x="312952" y="85359"/>
                  </a:lnTo>
                  <a:lnTo>
                    <a:pt x="310287" y="80781"/>
                  </a:lnTo>
                  <a:lnTo>
                    <a:pt x="307479" y="76290"/>
                  </a:lnTo>
                  <a:lnTo>
                    <a:pt x="304530" y="71890"/>
                  </a:lnTo>
                  <a:lnTo>
                    <a:pt x="301442" y="67585"/>
                  </a:lnTo>
                  <a:lnTo>
                    <a:pt x="298220" y="63381"/>
                  </a:lnTo>
                  <a:lnTo>
                    <a:pt x="294867" y="59280"/>
                  </a:lnTo>
                  <a:lnTo>
                    <a:pt x="291385" y="55288"/>
                  </a:lnTo>
                  <a:lnTo>
                    <a:pt x="287778" y="51409"/>
                  </a:lnTo>
                  <a:lnTo>
                    <a:pt x="284051" y="47645"/>
                  </a:lnTo>
                  <a:lnTo>
                    <a:pt x="280206" y="44002"/>
                  </a:lnTo>
                  <a:lnTo>
                    <a:pt x="276247" y="40482"/>
                  </a:lnTo>
                  <a:lnTo>
                    <a:pt x="272179" y="37089"/>
                  </a:lnTo>
                  <a:lnTo>
                    <a:pt x="268005" y="33827"/>
                  </a:lnTo>
                  <a:lnTo>
                    <a:pt x="263731" y="30699"/>
                  </a:lnTo>
                  <a:lnTo>
                    <a:pt x="259359" y="27708"/>
                  </a:lnTo>
                  <a:lnTo>
                    <a:pt x="254895" y="24857"/>
                  </a:lnTo>
                  <a:lnTo>
                    <a:pt x="250342" y="22148"/>
                  </a:lnTo>
                  <a:lnTo>
                    <a:pt x="245706" y="19586"/>
                  </a:lnTo>
                  <a:lnTo>
                    <a:pt x="240991" y="17171"/>
                  </a:lnTo>
                  <a:lnTo>
                    <a:pt x="236202" y="14907"/>
                  </a:lnTo>
                  <a:lnTo>
                    <a:pt x="231344" y="12796"/>
                  </a:lnTo>
                  <a:lnTo>
                    <a:pt x="226421" y="10840"/>
                  </a:lnTo>
                  <a:lnTo>
                    <a:pt x="221439" y="9041"/>
                  </a:lnTo>
                  <a:lnTo>
                    <a:pt x="216402" y="7401"/>
                  </a:lnTo>
                  <a:lnTo>
                    <a:pt x="211316" y="5921"/>
                  </a:lnTo>
                  <a:lnTo>
                    <a:pt x="206186" y="4603"/>
                  </a:lnTo>
                  <a:lnTo>
                    <a:pt x="201016" y="3448"/>
                  </a:lnTo>
                  <a:lnTo>
                    <a:pt x="195812" y="2457"/>
                  </a:lnTo>
                  <a:lnTo>
                    <a:pt x="190580" y="1632"/>
                  </a:lnTo>
                  <a:lnTo>
                    <a:pt x="185324" y="973"/>
                  </a:lnTo>
                  <a:lnTo>
                    <a:pt x="180050" y="481"/>
                  </a:lnTo>
                  <a:lnTo>
                    <a:pt x="174762" y="157"/>
                  </a:lnTo>
                  <a:lnTo>
                    <a:pt x="169468" y="0"/>
                  </a:lnTo>
                  <a:lnTo>
                    <a:pt x="167161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2306" cy="167167"/>
            </a:xfrm>
            <a:custGeom>
              <a:avLst/>
              <a:pathLst>
                <a:path w="2306" h="167167">
                  <a:moveTo>
                    <a:pt x="230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2025-06-05T22:56:04Z</dcterms:modified>
  <cp:category/>
</cp:coreProperties>
</file>