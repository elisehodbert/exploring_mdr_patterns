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179512" y="54868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gdLst/>
              <a:ahLst/>
              <a:cxnLst/>
              <a:rect l="0" t="0" r="0" b="0"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gdLst/>
              <a:ahLst/>
              <a:cxnLst/>
              <a:rect l="0" t="0" r="0" b="0"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gdLst/>
              <a:ahLst/>
              <a:cxnLst/>
              <a:rect l="0" t="0" r="0" b="0"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gdLst/>
              <a:ahLst/>
              <a:cxnLst/>
              <a:rect l="0" t="0" r="0" b="0"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241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gdLst/>
              <a:ahLst/>
              <a:cxnLst/>
              <a:rect l="0" t="0" r="0" b="0"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9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3000473" y="1518619"/>
              <a:ext cx="506924" cy="477449"/>
            </a:xfrm>
            <a:custGeom>
              <a:avLst/>
              <a:gdLst/>
              <a:ahLst/>
              <a:cxnLst/>
              <a:rect l="0" t="0" r="0" b="0"/>
              <a:pathLst>
                <a:path w="506924" h="477449">
                  <a:moveTo>
                    <a:pt x="506924" y="0"/>
                  </a:moveTo>
                  <a:lnTo>
                    <a:pt x="0" y="477449"/>
                  </a:lnTo>
                </a:path>
              </a:pathLst>
            </a:custGeom>
            <a:ln w="3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gdLst/>
              <a:ahLst/>
              <a:cxnLst/>
              <a:rect l="0" t="0" r="0" b="0"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27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gdLst/>
              <a:ahLst/>
              <a:cxnLst/>
              <a:rect l="0" t="0" r="0" b="0"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27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gdLst/>
              <a:ahLst/>
              <a:cxnLst/>
              <a:rect l="0" t="0" r="0" b="0"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31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gdLst/>
              <a:ahLst/>
              <a:cxnLst/>
              <a:rect l="0" t="0" r="0" b="0"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27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gdLst/>
              <a:ahLst/>
              <a:cxnLst/>
              <a:rect l="0" t="0" r="0" b="0"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gdLst/>
              <a:ahLst/>
              <a:cxnLst/>
              <a:rect l="0" t="0" r="0" b="0"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27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gdLst/>
              <a:ahLst/>
              <a:cxnLst/>
              <a:rect l="0" t="0" r="0" b="0"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gdLst/>
              <a:ahLst/>
              <a:cxnLst/>
              <a:rect l="0" t="0" r="0" b="0"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44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gdLst/>
              <a:ahLst/>
              <a:cxnLst/>
              <a:rect l="0" t="0" r="0" b="0"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gdLst/>
              <a:ahLst/>
              <a:cxnLst/>
              <a:rect l="0" t="0" r="0" b="0"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45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gdLst/>
              <a:ahLst/>
              <a:cxnLst/>
              <a:rect l="0" t="0" r="0" b="0"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37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gdLst/>
              <a:ahLst/>
              <a:cxnLst/>
              <a:rect l="0" t="0" r="0" b="0"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gdLst/>
              <a:ahLst/>
              <a:cxnLst/>
              <a:rect l="0" t="0" r="0" b="0"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53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gdLst/>
              <a:ahLst/>
              <a:cxnLst/>
              <a:rect l="0" t="0" r="0" b="0"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31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gdLst/>
              <a:ahLst/>
              <a:cxnLst/>
              <a:rect l="0" t="0" r="0" b="0"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6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gdLst/>
              <a:ahLst/>
              <a:cxnLst/>
              <a:rect l="0" t="0" r="0" b="0"/>
              <a:pathLst>
                <a:path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91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7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gdLst/>
              <a:ahLst/>
              <a:cxnLst/>
              <a:rect l="0" t="0" r="0" b="0"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8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gdLst/>
              <a:ahLst/>
              <a:cxnLst/>
              <a:rect l="0" t="0" r="0" b="0"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gdLst/>
              <a:ahLst/>
              <a:cxnLst/>
              <a:rect l="0" t="0" r="0" b="0"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08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30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gdLst/>
              <a:ahLst/>
              <a:cxnLst/>
              <a:rect l="0" t="0" r="0" b="0"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33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gdLst/>
              <a:ahLst/>
              <a:cxnLst/>
              <a:rect l="0" t="0" r="0" b="0"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gdLst/>
              <a:ahLst/>
              <a:cxnLst/>
              <a:rect l="0" t="0" r="0" b="0"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14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gdLst/>
              <a:ahLst/>
              <a:cxnLst/>
              <a:rect l="0" t="0" r="0" b="0"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39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gdLst/>
              <a:ahLst/>
              <a:cxnLst/>
              <a:rect l="0" t="0" r="0" b="0"/>
              <a:pathLst>
                <a:path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37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gdLst/>
              <a:ahLst/>
              <a:cxnLst/>
              <a:rect l="0" t="0" r="0" b="0"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gdLst/>
              <a:ahLst/>
              <a:cxnLst/>
              <a:rect l="0" t="0" r="0" b="0"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217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gdLst/>
              <a:ahLst/>
              <a:cxnLst/>
              <a:rect l="0" t="0" r="0" b="0"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31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gdLst/>
              <a:ahLst/>
              <a:cxnLst/>
              <a:rect l="0" t="0" r="0" b="0"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gdLst/>
              <a:ahLst/>
              <a:cxnLst/>
              <a:rect l="0" t="0" r="0" b="0"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205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gdLst/>
              <a:ahLst/>
              <a:cxnLst/>
              <a:rect l="0" t="0" r="0" b="0"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28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gdLst/>
              <a:ahLst/>
              <a:cxnLst/>
              <a:rect l="0" t="0" r="0" b="0"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gdLst/>
              <a:ahLst/>
              <a:cxnLst/>
              <a:rect l="0" t="0" r="0" b="0"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272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gdLst/>
              <a:ahLst/>
              <a:cxnLst/>
              <a:rect l="0" t="0" r="0" b="0"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48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gdLst/>
              <a:ahLst/>
              <a:cxnLst/>
              <a:rect l="0" t="0" r="0" b="0"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63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gdLst/>
              <a:ahLst/>
              <a:cxnLst/>
              <a:rect l="0" t="0" r="0" b="0"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319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gdLst/>
              <a:ahLst/>
              <a:cxnLst/>
              <a:rect l="0" t="0" r="0" b="0"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6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gdLst/>
              <a:ahLst/>
              <a:cxnLst/>
              <a:rect l="0" t="0" r="0" b="0"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48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gdLst/>
              <a:ahLst/>
              <a:cxnLst/>
              <a:rect l="0" t="0" r="0" b="0"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269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gdLst/>
              <a:ahLst/>
              <a:cxnLst/>
              <a:rect l="0" t="0" r="0" b="0"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59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gdLst/>
              <a:ahLst/>
              <a:cxnLst/>
              <a:rect l="0" t="0" r="0" b="0"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6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gdLst/>
              <a:ahLst/>
              <a:cxnLst/>
              <a:rect l="0" t="0" r="0" b="0"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229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gdLst/>
              <a:ahLst/>
              <a:cxnLst/>
              <a:rect l="0" t="0" r="0" b="0"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6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gdLst/>
              <a:ahLst/>
              <a:cxnLst/>
              <a:rect l="0" t="0" r="0" b="0"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63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gdLst/>
              <a:ahLst/>
              <a:cxnLst/>
              <a:rect l="0" t="0" r="0" b="0"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272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gdLst/>
              <a:ahLst/>
              <a:cxnLst/>
              <a:rect l="0" t="0" r="0" b="0"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gdLst/>
              <a:ahLst/>
              <a:cxnLst/>
              <a:rect l="0" t="0" r="0" b="0"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186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gdLst/>
              <a:ahLst/>
              <a:cxnLst/>
              <a:rect l="0" t="0" r="0" b="0"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36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gdLst/>
              <a:ahLst/>
              <a:cxnLst/>
              <a:rect l="0" t="0" r="0" b="0"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36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gdLst/>
              <a:ahLst/>
              <a:cxnLst/>
              <a:rect l="0" t="0" r="0" b="0"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42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gdLst/>
              <a:ahLst/>
              <a:cxnLst/>
              <a:rect l="0" t="0" r="0" b="0"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319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gdLst/>
              <a:ahLst/>
              <a:cxnLst/>
              <a:rect l="0" t="0" r="0" b="0"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gdLst/>
              <a:ahLst/>
              <a:cxnLst/>
              <a:rect l="0" t="0" r="0" b="0"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157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gdLst/>
              <a:ahLst/>
              <a:cxnLst/>
              <a:rect l="0" t="0" r="0" b="0"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34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gdLst/>
              <a:ahLst/>
              <a:cxnLst/>
              <a:rect l="0" t="0" r="0" b="0"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42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gdLst/>
              <a:ahLst/>
              <a:cxnLst/>
              <a:rect l="0" t="0" r="0" b="0"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34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gdLst/>
              <a:ahLst/>
              <a:cxnLst/>
              <a:rect l="0" t="0" r="0" b="0"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189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gdLst/>
              <a:ahLst/>
              <a:cxnLst/>
              <a:rect l="0" t="0" r="0" b="0"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gdLst/>
              <a:ahLst/>
              <a:cxnLst/>
              <a:rect l="0" t="0" r="0" b="0"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02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gdLst/>
              <a:ahLst/>
              <a:cxnLst/>
              <a:rect l="0" t="0" r="0" b="0"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42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gdLst/>
              <a:ahLst/>
              <a:cxnLst/>
              <a:rect l="0" t="0" r="0" b="0"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gdLst/>
              <a:ahLst/>
              <a:cxnLst/>
              <a:rect l="0" t="0" r="0" b="0"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229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gdLst/>
              <a:ahLst/>
              <a:cxnLst/>
              <a:rect l="0" t="0" r="0" b="0"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45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gdLst/>
              <a:ahLst/>
              <a:cxnLst/>
              <a:rect l="0" t="0" r="0" b="0"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283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gdLst/>
              <a:ahLst/>
              <a:cxnLst/>
              <a:rect l="0" t="0" r="0" b="0"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51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gdLst/>
              <a:ahLst/>
              <a:cxnLst/>
              <a:rect l="0" t="0" r="0" b="0"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gdLst/>
              <a:ahLst/>
              <a:cxnLst/>
              <a:rect l="0" t="0" r="0" b="0"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gdLst/>
              <a:ahLst/>
              <a:cxnLst/>
              <a:rect l="0" t="0" r="0" b="0"/>
              <a:pathLst>
                <a:path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287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8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gdLst/>
              <a:ahLst/>
              <a:cxnLst/>
              <a:rect l="0" t="0" r="0" b="0"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50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79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gdLst/>
              <a:ahLst/>
              <a:cxnLst/>
              <a:rect l="0" t="0" r="0" b="0"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264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80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gdLst/>
              <a:ahLst/>
              <a:cxnLst/>
              <a:rect l="0" t="0" r="0" b="0"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177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81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gdLst/>
              <a:ahLst/>
              <a:cxnLst/>
              <a:rect l="0" t="0" r="0" b="0"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2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gdLst/>
              <a:ahLst/>
              <a:cxnLst/>
              <a:rect l="0" t="0" r="0" b="0"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154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l83"/>
            <p:cNvSpPr/>
            <p:nvPr/>
          </p:nvSpPr>
          <p:spPr>
            <a:xfrm>
              <a:off x="3032320" y="2176801"/>
              <a:ext cx="3737638" cy="1609532"/>
            </a:xfrm>
            <a:custGeom>
              <a:avLst/>
              <a:gdLst/>
              <a:ahLst/>
              <a:cxnLst/>
              <a:rect l="0" t="0" r="0" b="0"/>
              <a:pathLst>
                <a:path w="3737638" h="1609532">
                  <a:moveTo>
                    <a:pt x="0" y="0"/>
                  </a:moveTo>
                  <a:lnTo>
                    <a:pt x="3737638" y="1609532"/>
                  </a:lnTo>
                </a:path>
              </a:pathLst>
            </a:custGeom>
            <a:ln w="264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gdLst/>
              <a:ahLst/>
              <a:cxnLst/>
              <a:rect l="0" t="0" r="0" b="0"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l85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gdLst/>
              <a:ahLst/>
              <a:cxnLst/>
              <a:rect l="0" t="0" r="0" b="0"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154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gdLst/>
              <a:ahLst/>
              <a:cxnLst/>
              <a:rect l="0" t="0" r="0" b="0"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177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87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gdLst/>
              <a:ahLst/>
              <a:cxnLst/>
              <a:rect l="0" t="0" r="0" b="0"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241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gdLst/>
              <a:ahLst/>
              <a:cxnLst/>
              <a:rect l="0" t="0" r="0" b="0"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177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l89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gdLst/>
              <a:ahLst/>
              <a:cxnLst/>
              <a:rect l="0" t="0" r="0" b="0"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125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90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gdLst/>
              <a:ahLst/>
              <a:cxnLst/>
              <a:rect l="0" t="0" r="0" b="0"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165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91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gdLst/>
              <a:ahLst/>
              <a:cxnLst/>
              <a:rect l="0" t="0" r="0" b="0"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27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92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gdLst/>
              <a:ahLst/>
              <a:cxnLst/>
              <a:rect l="0" t="0" r="0" b="0"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27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l93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gdLst/>
              <a:ahLst/>
              <a:cxnLst/>
              <a:rect l="0" t="0" r="0" b="0"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l94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gdLst/>
              <a:ahLst/>
              <a:cxnLst/>
              <a:rect l="0" t="0" r="0" b="0"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95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gdLst/>
              <a:ahLst/>
              <a:cxnLst/>
              <a:rect l="0" t="0" r="0" b="0"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241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96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gdLst/>
              <a:ahLst/>
              <a:cxnLst/>
              <a:rect l="0" t="0" r="0" b="0"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97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gdLst/>
              <a:ahLst/>
              <a:cxnLst/>
              <a:rect l="0" t="0" r="0" b="0"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l98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gdLst/>
              <a:ahLst/>
              <a:cxnLst/>
              <a:rect l="0" t="0" r="0" b="0"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53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9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gdLst/>
              <a:ahLst/>
              <a:cxnLst/>
              <a:rect l="0" t="0" r="0" b="0"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76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gdLst/>
              <a:ahLst/>
              <a:cxnLst/>
              <a:rect l="0" t="0" r="0" b="0"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260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gdLst/>
              <a:ahLst/>
              <a:cxnLst/>
              <a:rect l="0" t="0" r="0" b="0"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306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gdLst/>
              <a:ahLst/>
              <a:cxnLst/>
              <a:rect l="0" t="0" r="0" b="0"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gdLst/>
              <a:ahLst/>
              <a:cxnLst/>
              <a:rect l="0" t="0" r="0" b="0"/>
              <a:pathLst>
                <a:path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5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gdLst/>
              <a:ahLst/>
              <a:cxnLst/>
              <a:rect l="0" t="0" r="0" b="0"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106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gdLst/>
              <a:ahLst/>
              <a:cxnLst/>
              <a:rect l="0" t="0" r="0" b="0"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gdLst/>
              <a:ahLst/>
              <a:cxnLst/>
              <a:rect l="0" t="0" r="0" b="0"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gdLst/>
              <a:ahLst/>
              <a:cxnLst/>
              <a:rect l="0" t="0" r="0" b="0"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144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gdLst/>
              <a:ahLst/>
              <a:cxnLst/>
              <a:rect l="0" t="0" r="0" b="0"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165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gdLst/>
              <a:ahLst/>
              <a:cxnLst/>
              <a:rect l="0" t="0" r="0" b="0"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127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6204530" y="4887311"/>
              <a:ext cx="134326" cy="126515"/>
            </a:xfrm>
            <a:custGeom>
              <a:avLst/>
              <a:gdLst/>
              <a:ahLst/>
              <a:cxnLst/>
              <a:rect l="0" t="0" r="0" b="0"/>
              <a:pathLst>
                <a:path w="134326" h="126515">
                  <a:moveTo>
                    <a:pt x="0" y="126515"/>
                  </a:moveTo>
                  <a:lnTo>
                    <a:pt x="134326" y="0"/>
                  </a:lnTo>
                </a:path>
              </a:pathLst>
            </a:custGeom>
            <a:ln w="1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gdLst/>
              <a:ahLst/>
              <a:cxnLst/>
              <a:rect l="0" t="0" r="0" b="0"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gdLst/>
              <a:ahLst/>
              <a:cxnLst/>
              <a:rect l="0" t="0" r="0" b="0"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43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gdLst/>
              <a:ahLst/>
              <a:cxnLst/>
              <a:rect l="0" t="0" r="0" b="0"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255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gdLst/>
              <a:ahLst/>
              <a:cxnLst/>
              <a:rect l="0" t="0" r="0" b="0"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gdLst/>
              <a:ahLst/>
              <a:cxnLst/>
              <a:rect l="0" t="0" r="0" b="0"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276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gdLst/>
              <a:ahLst/>
              <a:cxnLst/>
              <a:rect l="0" t="0" r="0" b="0"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29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gdLst/>
              <a:ahLst/>
              <a:cxnLst/>
              <a:rect l="0" t="0" r="0" b="0"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gdLst/>
              <a:ahLst/>
              <a:cxnLst/>
              <a:rect l="0" t="0" r="0" b="0"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31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gdLst/>
              <a:ahLst/>
              <a:cxnLst/>
              <a:rect l="0" t="0" r="0" b="0"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308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gdLst/>
              <a:ahLst/>
              <a:cxnLst/>
              <a:rect l="0" t="0" r="0" b="0"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gdLst/>
              <a:ahLst/>
              <a:cxnLst/>
              <a:rect l="0" t="0" r="0" b="0"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314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gdLst/>
              <a:ahLst/>
              <a:cxnLst/>
              <a:rect l="0" t="0" r="0" b="0"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329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gdLst/>
              <a:ahLst/>
              <a:cxnLst/>
              <a:rect l="0" t="0" r="0" b="0"/>
              <a:pathLst>
                <a:path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gdLst/>
              <a:ahLst/>
              <a:cxnLst/>
              <a:rect l="0" t="0" r="0" b="0"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24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gdLst/>
              <a:ahLst/>
              <a:cxnLst/>
              <a:rect l="0" t="0" r="0" b="0"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27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gdLst/>
              <a:ahLst/>
              <a:cxnLst/>
              <a:rect l="0" t="0" r="0" b="0"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127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gdLst/>
              <a:ahLst/>
              <a:cxnLst/>
              <a:rect l="0" t="0" r="0" b="0"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128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gdLst/>
              <a:ahLst/>
              <a:cxnLst/>
              <a:rect l="0" t="0" r="0" b="0"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127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129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gdLst/>
              <a:ahLst/>
              <a:cxnLst/>
              <a:rect l="0" t="0" r="0" b="0"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61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l130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gdLst/>
              <a:ahLst/>
              <a:cxnLst/>
              <a:rect l="0" t="0" r="0" b="0"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l131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gdLst/>
              <a:ahLst/>
              <a:cxnLst/>
              <a:rect l="0" t="0" r="0" b="0"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124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l132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gdLst/>
              <a:ahLst/>
              <a:cxnLst/>
              <a:rect l="0" t="0" r="0" b="0"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53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l133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gdLst/>
              <a:ahLst/>
              <a:cxnLst/>
              <a:rect l="0" t="0" r="0" b="0"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01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l134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gdLst/>
              <a:ahLst/>
              <a:cxnLst/>
              <a:rect l="0" t="0" r="0" b="0"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260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l135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gdLst/>
              <a:ahLst/>
              <a:cxnLst/>
              <a:rect l="0" t="0" r="0" b="0"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136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gdLst/>
              <a:ahLst/>
              <a:cxnLst/>
              <a:rect l="0" t="0" r="0" b="0"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146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l137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gdLst/>
              <a:ahLst/>
              <a:cxnLst/>
              <a:rect l="0" t="0" r="0" b="0"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5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gdLst/>
              <a:ahLst/>
              <a:cxnLst/>
              <a:rect l="0" t="0" r="0" b="0"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gdLst/>
              <a:ahLst/>
              <a:cxnLst/>
              <a:rect l="0" t="0" r="0" b="0"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gdLst/>
              <a:ahLst/>
              <a:cxnLst/>
              <a:rect l="0" t="0" r="0" b="0"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05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gdLst/>
              <a:ahLst/>
              <a:cxnLst/>
              <a:rect l="0" t="0" r="0" b="0"/>
              <a:pathLst>
                <a:path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144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gdLst/>
              <a:ahLst/>
              <a:cxnLst/>
              <a:rect l="0" t="0" r="0" b="0"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203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gdLst/>
              <a:ahLst/>
              <a:cxnLst/>
              <a:rect l="0" t="0" r="0" b="0"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127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gdLst/>
              <a:ahLst/>
              <a:cxnLst/>
              <a:rect l="0" t="0" r="0" b="0"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gdLst/>
              <a:ahLst/>
              <a:cxnLst/>
              <a:rect l="0" t="0" r="0" b="0"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292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gdLst/>
              <a:ahLst/>
              <a:cxnLst/>
              <a:rect l="0" t="0" r="0" b="0"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243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gdLst/>
              <a:ahLst/>
              <a:cxnLst/>
              <a:rect l="0" t="0" r="0" b="0"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g148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gdLst/>
              <a:ahLst/>
              <a:cxnLst/>
              <a:rect l="0" t="0" r="0" b="0"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g14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g15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g15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g15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g15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g15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g15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g15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g15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g15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g15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g16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g16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g16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g16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g16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g16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g16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g16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g16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g16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g17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g17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g17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g17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g17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gdLst/>
              <a:ahLst/>
              <a:cxnLst/>
              <a:rect l="0" t="0" r="0" b="0"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g175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gdLst/>
              <a:ahLst/>
              <a:cxnLst/>
              <a:rect l="0" t="0" r="0" b="0"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g176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gdLst/>
              <a:ahLst/>
              <a:cxnLst/>
              <a:rect l="0" t="0" r="0" b="0"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g177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g178"/>
            <p:cNvSpPr/>
            <p:nvPr/>
          </p:nvSpPr>
          <p:spPr>
            <a:xfrm>
              <a:off x="6758513" y="2655501"/>
              <a:ext cx="164981" cy="167167"/>
            </a:xfrm>
            <a:custGeom>
              <a:avLst/>
              <a:gdLst/>
              <a:ahLst/>
              <a:cxnLst/>
              <a:rect l="0" t="0" r="0" b="0"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g179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g180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g181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g182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g183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g184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g185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g186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g187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g188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g189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g190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g191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g192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g193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g194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g195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g196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g197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g198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g199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g200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g201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g202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g203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gdLst/>
              <a:ahLst/>
              <a:cxnLst/>
              <a:rect l="0" t="0" r="0" b="0"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g204"/>
            <p:cNvSpPr/>
            <p:nvPr/>
          </p:nvSpPr>
          <p:spPr>
            <a:xfrm>
              <a:off x="6756328" y="2670649"/>
              <a:ext cx="334333" cy="319171"/>
            </a:xfrm>
            <a:custGeom>
              <a:avLst/>
              <a:gdLst/>
              <a:ahLst/>
              <a:cxnLst/>
              <a:rect l="0" t="0" r="0" b="0"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g205"/>
            <p:cNvSpPr/>
            <p:nvPr/>
          </p:nvSpPr>
          <p:spPr>
            <a:xfrm>
              <a:off x="6923495" y="2655501"/>
              <a:ext cx="69533" cy="167167"/>
            </a:xfrm>
            <a:custGeom>
              <a:avLst/>
              <a:gdLst/>
              <a:ahLst/>
              <a:cxnLst/>
              <a:rect l="0" t="0" r="0" b="0"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g206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g207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g208"/>
            <p:cNvSpPr/>
            <p:nvPr/>
          </p:nvSpPr>
          <p:spPr>
            <a:xfrm>
              <a:off x="6692516" y="2168369"/>
              <a:ext cx="53376" cy="167167"/>
            </a:xfrm>
            <a:custGeom>
              <a:avLst/>
              <a:gdLst/>
              <a:ahLst/>
              <a:cxnLst/>
              <a:rect l="0" t="0" r="0" b="0"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g209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g210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g211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g212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g213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g214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g215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g216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g217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g218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g219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g220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g221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g222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g223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g224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g225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g226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g227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g228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g229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g230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pg231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g232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gdLst/>
              <a:ahLst/>
              <a:cxnLst/>
              <a:rect l="0" t="0" r="0" b="0"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g233"/>
            <p:cNvSpPr/>
            <p:nvPr/>
          </p:nvSpPr>
          <p:spPr>
            <a:xfrm>
              <a:off x="6578726" y="2177119"/>
              <a:ext cx="285317" cy="325572"/>
            </a:xfrm>
            <a:custGeom>
              <a:avLst/>
              <a:gdLst/>
              <a:ahLst/>
              <a:cxnLst/>
              <a:rect l="0" t="0" r="0" b="0"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g234"/>
            <p:cNvSpPr/>
            <p:nvPr/>
          </p:nvSpPr>
          <p:spPr>
            <a:xfrm>
              <a:off x="6745892" y="2168369"/>
              <a:ext cx="167158" cy="285427"/>
            </a:xfrm>
            <a:custGeom>
              <a:avLst/>
              <a:gdLst/>
              <a:ahLst/>
              <a:cxnLst/>
              <a:rect l="0" t="0" r="0" b="0"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g235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g23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g23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pg238"/>
            <p:cNvSpPr/>
            <p:nvPr/>
          </p:nvSpPr>
          <p:spPr>
            <a:xfrm>
              <a:off x="6412395" y="1735255"/>
              <a:ext cx="48151" cy="167167"/>
            </a:xfrm>
            <a:custGeom>
              <a:avLst/>
              <a:gdLst/>
              <a:ahLst/>
              <a:cxnLst/>
              <a:rect l="0" t="0" r="0" b="0"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g239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g240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g241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g242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g243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pg244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g245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g246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g247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g248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g249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g250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g251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g252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g253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g254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g255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g256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g257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g258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g259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g260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g261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gdLst/>
              <a:ahLst/>
              <a:cxnLst/>
              <a:rect l="0" t="0" r="0" b="0"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g262"/>
            <p:cNvSpPr/>
            <p:nvPr/>
          </p:nvSpPr>
          <p:spPr>
            <a:xfrm>
              <a:off x="6293387" y="1742340"/>
              <a:ext cx="334318" cy="327246"/>
            </a:xfrm>
            <a:custGeom>
              <a:avLst/>
              <a:gdLst/>
              <a:ahLst/>
              <a:cxnLst/>
              <a:rect l="0" t="0" r="0" b="0"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g263"/>
            <p:cNvSpPr/>
            <p:nvPr/>
          </p:nvSpPr>
          <p:spPr>
            <a:xfrm>
              <a:off x="6460546" y="1735255"/>
              <a:ext cx="89616" cy="167167"/>
            </a:xfrm>
            <a:custGeom>
              <a:avLst/>
              <a:gdLst/>
              <a:ahLst/>
              <a:cxnLst/>
              <a:rect l="0" t="0" r="0" b="0"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g26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g26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g26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g26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g268"/>
            <p:cNvSpPr/>
            <p:nvPr/>
          </p:nvSpPr>
          <p:spPr>
            <a:xfrm>
              <a:off x="6067546" y="1379510"/>
              <a:ext cx="15293" cy="167167"/>
            </a:xfrm>
            <a:custGeom>
              <a:avLst/>
              <a:gdLst/>
              <a:ahLst/>
              <a:cxnLst/>
              <a:rect l="0" t="0" r="0" b="0"/>
              <a:pathLst>
                <a:path w="15293" h="167167">
                  <a:moveTo>
                    <a:pt x="15293" y="0"/>
                  </a:moveTo>
                  <a:lnTo>
                    <a:pt x="0" y="701"/>
                  </a:lnTo>
                  <a:lnTo>
                    <a:pt x="1529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g269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pg270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g271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g272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g273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g274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g275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g276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g277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g278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g279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g280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g281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g282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g283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g284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g285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g286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g287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g288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g289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g290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g291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gdLst/>
              <a:ahLst/>
              <a:cxnLst/>
              <a:rect l="0" t="0" r="0" b="0"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g292"/>
            <p:cNvSpPr/>
            <p:nvPr/>
          </p:nvSpPr>
          <p:spPr>
            <a:xfrm>
              <a:off x="5915675" y="1379510"/>
              <a:ext cx="334326" cy="334317"/>
            </a:xfrm>
            <a:custGeom>
              <a:avLst/>
              <a:gdLst/>
              <a:ahLst/>
              <a:cxnLst/>
              <a:rect l="0" t="0" r="0" b="0"/>
              <a:pathLst>
                <a:path w="334326" h="334317">
                  <a:moveTo>
                    <a:pt x="151870" y="701"/>
                  </a:moveTo>
                  <a:lnTo>
                    <a:pt x="146620" y="1267"/>
                  </a:lnTo>
                  <a:lnTo>
                    <a:pt x="141391" y="1998"/>
                  </a:lnTo>
                  <a:lnTo>
                    <a:pt x="136187" y="2895"/>
                  </a:lnTo>
                  <a:lnTo>
                    <a:pt x="131014" y="3955"/>
                  </a:lnTo>
                  <a:lnTo>
                    <a:pt x="125877" y="5178"/>
                  </a:lnTo>
                  <a:lnTo>
                    <a:pt x="120781" y="6563"/>
                  </a:lnTo>
                  <a:lnTo>
                    <a:pt x="115732" y="8108"/>
                  </a:lnTo>
                  <a:lnTo>
                    <a:pt x="110734" y="9812"/>
                  </a:lnTo>
                  <a:lnTo>
                    <a:pt x="105792" y="11673"/>
                  </a:lnTo>
                  <a:lnTo>
                    <a:pt x="100911" y="13689"/>
                  </a:lnTo>
                  <a:lnTo>
                    <a:pt x="96097" y="15858"/>
                  </a:lnTo>
                  <a:lnTo>
                    <a:pt x="91353" y="18178"/>
                  </a:lnTo>
                  <a:lnTo>
                    <a:pt x="86685" y="20647"/>
                  </a:lnTo>
                  <a:lnTo>
                    <a:pt x="82098" y="23262"/>
                  </a:lnTo>
                  <a:lnTo>
                    <a:pt x="77595" y="26021"/>
                  </a:lnTo>
                  <a:lnTo>
                    <a:pt x="73182" y="28920"/>
                  </a:lnTo>
                  <a:lnTo>
                    <a:pt x="68862" y="31957"/>
                  </a:lnTo>
                  <a:lnTo>
                    <a:pt x="64641" y="35130"/>
                  </a:lnTo>
                  <a:lnTo>
                    <a:pt x="60522" y="38434"/>
                  </a:lnTo>
                  <a:lnTo>
                    <a:pt x="56509" y="41866"/>
                  </a:lnTo>
                  <a:lnTo>
                    <a:pt x="52607" y="45424"/>
                  </a:lnTo>
                  <a:lnTo>
                    <a:pt x="48818" y="49103"/>
                  </a:lnTo>
                  <a:lnTo>
                    <a:pt x="45149" y="52899"/>
                  </a:lnTo>
                  <a:lnTo>
                    <a:pt x="41600" y="56810"/>
                  </a:lnTo>
                  <a:lnTo>
                    <a:pt x="38177" y="60831"/>
                  </a:lnTo>
                  <a:lnTo>
                    <a:pt x="34883" y="64958"/>
                  </a:lnTo>
                  <a:lnTo>
                    <a:pt x="31721" y="69187"/>
                  </a:lnTo>
                  <a:lnTo>
                    <a:pt x="28694" y="73514"/>
                  </a:lnTo>
                  <a:lnTo>
                    <a:pt x="25805" y="77934"/>
                  </a:lnTo>
                  <a:lnTo>
                    <a:pt x="23057" y="82443"/>
                  </a:lnTo>
                  <a:lnTo>
                    <a:pt x="20453" y="87037"/>
                  </a:lnTo>
                  <a:lnTo>
                    <a:pt x="17996" y="91711"/>
                  </a:lnTo>
                  <a:lnTo>
                    <a:pt x="15687" y="96460"/>
                  </a:lnTo>
                  <a:lnTo>
                    <a:pt x="13529" y="101280"/>
                  </a:lnTo>
                  <a:lnTo>
                    <a:pt x="11525" y="106165"/>
                  </a:lnTo>
                  <a:lnTo>
                    <a:pt x="9676" y="111111"/>
                  </a:lnTo>
                  <a:lnTo>
                    <a:pt x="7984" y="116113"/>
                  </a:lnTo>
                  <a:lnTo>
                    <a:pt x="6451" y="121166"/>
                  </a:lnTo>
                  <a:lnTo>
                    <a:pt x="5078" y="126265"/>
                  </a:lnTo>
                  <a:lnTo>
                    <a:pt x="3867" y="131405"/>
                  </a:lnTo>
                  <a:lnTo>
                    <a:pt x="2819" y="136581"/>
                  </a:lnTo>
                  <a:lnTo>
                    <a:pt x="1935" y="141787"/>
                  </a:lnTo>
                  <a:lnTo>
                    <a:pt x="1216" y="147018"/>
                  </a:lnTo>
                  <a:lnTo>
                    <a:pt x="662" y="152269"/>
                  </a:lnTo>
                  <a:lnTo>
                    <a:pt x="275" y="157536"/>
                  </a:lnTo>
                  <a:lnTo>
                    <a:pt x="54" y="162812"/>
                  </a:lnTo>
                  <a:lnTo>
                    <a:pt x="0" y="168092"/>
                  </a:lnTo>
                  <a:lnTo>
                    <a:pt x="112" y="173371"/>
                  </a:lnTo>
                  <a:lnTo>
                    <a:pt x="391" y="178644"/>
                  </a:lnTo>
                  <a:lnTo>
                    <a:pt x="837" y="183906"/>
                  </a:lnTo>
                  <a:lnTo>
                    <a:pt x="1449" y="189151"/>
                  </a:lnTo>
                  <a:lnTo>
                    <a:pt x="2226" y="194374"/>
                  </a:lnTo>
                  <a:lnTo>
                    <a:pt x="3167" y="199570"/>
                  </a:lnTo>
                  <a:lnTo>
                    <a:pt x="4273" y="204734"/>
                  </a:lnTo>
                  <a:lnTo>
                    <a:pt x="5541" y="209860"/>
                  </a:lnTo>
                  <a:lnTo>
                    <a:pt x="6970" y="214943"/>
                  </a:lnTo>
                  <a:lnTo>
                    <a:pt x="8558" y="219979"/>
                  </a:lnTo>
                  <a:lnTo>
                    <a:pt x="10306" y="224962"/>
                  </a:lnTo>
                  <a:lnTo>
                    <a:pt x="12209" y="229888"/>
                  </a:lnTo>
                  <a:lnTo>
                    <a:pt x="14268" y="234750"/>
                  </a:lnTo>
                  <a:lnTo>
                    <a:pt x="16478" y="239546"/>
                  </a:lnTo>
                  <a:lnTo>
                    <a:pt x="18840" y="244269"/>
                  </a:lnTo>
                  <a:lnTo>
                    <a:pt x="21349" y="248915"/>
                  </a:lnTo>
                  <a:lnTo>
                    <a:pt x="24004" y="253480"/>
                  </a:lnTo>
                  <a:lnTo>
                    <a:pt x="26801" y="257959"/>
                  </a:lnTo>
                  <a:lnTo>
                    <a:pt x="29739" y="262347"/>
                  </a:lnTo>
                  <a:lnTo>
                    <a:pt x="32814" y="266640"/>
                  </a:lnTo>
                  <a:lnTo>
                    <a:pt x="36022" y="270833"/>
                  </a:lnTo>
                  <a:lnTo>
                    <a:pt x="39362" y="274924"/>
                  </a:lnTo>
                  <a:lnTo>
                    <a:pt x="42829" y="278907"/>
                  </a:lnTo>
                  <a:lnTo>
                    <a:pt x="46421" y="282778"/>
                  </a:lnTo>
                  <a:lnTo>
                    <a:pt x="50132" y="286534"/>
                  </a:lnTo>
                  <a:lnTo>
                    <a:pt x="53961" y="290171"/>
                  </a:lnTo>
                  <a:lnTo>
                    <a:pt x="57902" y="293685"/>
                  </a:lnTo>
                  <a:lnTo>
                    <a:pt x="61953" y="297073"/>
                  </a:lnTo>
                  <a:lnTo>
                    <a:pt x="66108" y="300331"/>
                  </a:lnTo>
                  <a:lnTo>
                    <a:pt x="70365" y="303456"/>
                  </a:lnTo>
                  <a:lnTo>
                    <a:pt x="74717" y="306446"/>
                  </a:lnTo>
                  <a:lnTo>
                    <a:pt x="79163" y="309296"/>
                  </a:lnTo>
                  <a:lnTo>
                    <a:pt x="83696" y="312004"/>
                  </a:lnTo>
                  <a:lnTo>
                    <a:pt x="88312" y="314569"/>
                  </a:lnTo>
                  <a:lnTo>
                    <a:pt x="93007" y="316986"/>
                  </a:lnTo>
                  <a:lnTo>
                    <a:pt x="97776" y="319253"/>
                  </a:lnTo>
                  <a:lnTo>
                    <a:pt x="102614" y="321369"/>
                  </a:lnTo>
                  <a:lnTo>
                    <a:pt x="107516" y="323331"/>
                  </a:lnTo>
                  <a:lnTo>
                    <a:pt x="112479" y="325137"/>
                  </a:lnTo>
                  <a:lnTo>
                    <a:pt x="117495" y="326785"/>
                  </a:lnTo>
                  <a:lnTo>
                    <a:pt x="122561" y="328274"/>
                  </a:lnTo>
                  <a:lnTo>
                    <a:pt x="127672" y="329603"/>
                  </a:lnTo>
                  <a:lnTo>
                    <a:pt x="132822" y="330769"/>
                  </a:lnTo>
                  <a:lnTo>
                    <a:pt x="138007" y="331772"/>
                  </a:lnTo>
                  <a:lnTo>
                    <a:pt x="143220" y="332611"/>
                  </a:lnTo>
                  <a:lnTo>
                    <a:pt x="148458" y="333284"/>
                  </a:lnTo>
                  <a:lnTo>
                    <a:pt x="153714" y="333792"/>
                  </a:lnTo>
                  <a:lnTo>
                    <a:pt x="158983" y="334134"/>
                  </a:lnTo>
                  <a:lnTo>
                    <a:pt x="164261" y="334309"/>
                  </a:lnTo>
                  <a:lnTo>
                    <a:pt x="169541" y="334317"/>
                  </a:lnTo>
                  <a:lnTo>
                    <a:pt x="174819" y="334159"/>
                  </a:lnTo>
                  <a:lnTo>
                    <a:pt x="180090" y="333834"/>
                  </a:lnTo>
                  <a:lnTo>
                    <a:pt x="185348" y="333343"/>
                  </a:lnTo>
                  <a:lnTo>
                    <a:pt x="190587" y="332685"/>
                  </a:lnTo>
                  <a:lnTo>
                    <a:pt x="195803" y="331863"/>
                  </a:lnTo>
                  <a:lnTo>
                    <a:pt x="200991" y="330876"/>
                  </a:lnTo>
                  <a:lnTo>
                    <a:pt x="206144" y="329726"/>
                  </a:lnTo>
                  <a:lnTo>
                    <a:pt x="211259" y="328414"/>
                  </a:lnTo>
                  <a:lnTo>
                    <a:pt x="216330" y="326941"/>
                  </a:lnTo>
                  <a:lnTo>
                    <a:pt x="221352" y="325308"/>
                  </a:lnTo>
                  <a:lnTo>
                    <a:pt x="226320" y="323518"/>
                  </a:lnTo>
                  <a:lnTo>
                    <a:pt x="231229" y="321571"/>
                  </a:lnTo>
                  <a:lnTo>
                    <a:pt x="236073" y="319471"/>
                  </a:lnTo>
                  <a:lnTo>
                    <a:pt x="240849" y="317219"/>
                  </a:lnTo>
                  <a:lnTo>
                    <a:pt x="245552" y="314816"/>
                  </a:lnTo>
                  <a:lnTo>
                    <a:pt x="250176" y="312267"/>
                  </a:lnTo>
                  <a:lnTo>
                    <a:pt x="254718" y="309573"/>
                  </a:lnTo>
                  <a:lnTo>
                    <a:pt x="259172" y="306736"/>
                  </a:lnTo>
                  <a:lnTo>
                    <a:pt x="263534" y="303761"/>
                  </a:lnTo>
                  <a:lnTo>
                    <a:pt x="267800" y="300649"/>
                  </a:lnTo>
                  <a:lnTo>
                    <a:pt x="271966" y="297404"/>
                  </a:lnTo>
                  <a:lnTo>
                    <a:pt x="276027" y="294028"/>
                  </a:lnTo>
                  <a:lnTo>
                    <a:pt x="279980" y="290527"/>
                  </a:lnTo>
                  <a:lnTo>
                    <a:pt x="283820" y="286902"/>
                  </a:lnTo>
                  <a:lnTo>
                    <a:pt x="287543" y="283158"/>
                  </a:lnTo>
                  <a:lnTo>
                    <a:pt x="291147" y="279298"/>
                  </a:lnTo>
                  <a:lnTo>
                    <a:pt x="294626" y="275326"/>
                  </a:lnTo>
                  <a:lnTo>
                    <a:pt x="297979" y="271246"/>
                  </a:lnTo>
                  <a:lnTo>
                    <a:pt x="301201" y="267063"/>
                  </a:lnTo>
                  <a:lnTo>
                    <a:pt x="304289" y="262779"/>
                  </a:lnTo>
                  <a:lnTo>
                    <a:pt x="307241" y="258401"/>
                  </a:lnTo>
                  <a:lnTo>
                    <a:pt x="310052" y="253931"/>
                  </a:lnTo>
                  <a:lnTo>
                    <a:pt x="312721" y="249375"/>
                  </a:lnTo>
                  <a:lnTo>
                    <a:pt x="315245" y="244736"/>
                  </a:lnTo>
                  <a:lnTo>
                    <a:pt x="317621" y="240021"/>
                  </a:lnTo>
                  <a:lnTo>
                    <a:pt x="319847" y="235232"/>
                  </a:lnTo>
                  <a:lnTo>
                    <a:pt x="321921" y="230376"/>
                  </a:lnTo>
                  <a:lnTo>
                    <a:pt x="323840" y="225456"/>
                  </a:lnTo>
                  <a:lnTo>
                    <a:pt x="325603" y="220479"/>
                  </a:lnTo>
                  <a:lnTo>
                    <a:pt x="327208" y="215448"/>
                  </a:lnTo>
                  <a:lnTo>
                    <a:pt x="328653" y="210369"/>
                  </a:lnTo>
                  <a:lnTo>
                    <a:pt x="329937" y="205247"/>
                  </a:lnTo>
                  <a:lnTo>
                    <a:pt x="331058" y="200087"/>
                  </a:lnTo>
                  <a:lnTo>
                    <a:pt x="332016" y="194894"/>
                  </a:lnTo>
                  <a:lnTo>
                    <a:pt x="332810" y="189673"/>
                  </a:lnTo>
                  <a:lnTo>
                    <a:pt x="333438" y="184430"/>
                  </a:lnTo>
                  <a:lnTo>
                    <a:pt x="333900" y="179170"/>
                  </a:lnTo>
                  <a:lnTo>
                    <a:pt x="334196" y="173898"/>
                  </a:lnTo>
                  <a:lnTo>
                    <a:pt x="334326" y="168619"/>
                  </a:lnTo>
                  <a:lnTo>
                    <a:pt x="334288" y="163338"/>
                  </a:lnTo>
                  <a:lnTo>
                    <a:pt x="334084" y="158062"/>
                  </a:lnTo>
                  <a:lnTo>
                    <a:pt x="333713" y="152794"/>
                  </a:lnTo>
                  <a:lnTo>
                    <a:pt x="333176" y="147541"/>
                  </a:lnTo>
                  <a:lnTo>
                    <a:pt x="332473" y="142308"/>
                  </a:lnTo>
                  <a:lnTo>
                    <a:pt x="331605" y="137099"/>
                  </a:lnTo>
                  <a:lnTo>
                    <a:pt x="330574" y="131920"/>
                  </a:lnTo>
                  <a:lnTo>
                    <a:pt x="329379" y="126776"/>
                  </a:lnTo>
                  <a:lnTo>
                    <a:pt x="328022" y="121673"/>
                  </a:lnTo>
                  <a:lnTo>
                    <a:pt x="326505" y="116615"/>
                  </a:lnTo>
                  <a:lnTo>
                    <a:pt x="324829" y="111608"/>
                  </a:lnTo>
                  <a:lnTo>
                    <a:pt x="322996" y="106656"/>
                  </a:lnTo>
                  <a:lnTo>
                    <a:pt x="321007" y="101764"/>
                  </a:lnTo>
                  <a:lnTo>
                    <a:pt x="318864" y="96938"/>
                  </a:lnTo>
                  <a:lnTo>
                    <a:pt x="316570" y="92181"/>
                  </a:lnTo>
                  <a:lnTo>
                    <a:pt x="314127" y="87500"/>
                  </a:lnTo>
                  <a:lnTo>
                    <a:pt x="311538" y="82898"/>
                  </a:lnTo>
                  <a:lnTo>
                    <a:pt x="308804" y="78380"/>
                  </a:lnTo>
                  <a:lnTo>
                    <a:pt x="305929" y="73951"/>
                  </a:lnTo>
                  <a:lnTo>
                    <a:pt x="302916" y="69614"/>
                  </a:lnTo>
                  <a:lnTo>
                    <a:pt x="299767" y="65376"/>
                  </a:lnTo>
                  <a:lnTo>
                    <a:pt x="296486" y="61238"/>
                  </a:lnTo>
                  <a:lnTo>
                    <a:pt x="293076" y="57206"/>
                  </a:lnTo>
                  <a:lnTo>
                    <a:pt x="289540" y="53284"/>
                  </a:lnTo>
                  <a:lnTo>
                    <a:pt x="285882" y="49476"/>
                  </a:lnTo>
                  <a:lnTo>
                    <a:pt x="282105" y="45785"/>
                  </a:lnTo>
                  <a:lnTo>
                    <a:pt x="278214" y="42215"/>
                  </a:lnTo>
                  <a:lnTo>
                    <a:pt x="274212" y="38770"/>
                  </a:lnTo>
                  <a:lnTo>
                    <a:pt x="270104" y="35453"/>
                  </a:lnTo>
                  <a:lnTo>
                    <a:pt x="265892" y="32268"/>
                  </a:lnTo>
                  <a:lnTo>
                    <a:pt x="261582" y="29217"/>
                  </a:lnTo>
                  <a:lnTo>
                    <a:pt x="257178" y="26304"/>
                  </a:lnTo>
                  <a:lnTo>
                    <a:pt x="252684" y="23531"/>
                  </a:lnTo>
                  <a:lnTo>
                    <a:pt x="248105" y="20901"/>
                  </a:lnTo>
                  <a:lnTo>
                    <a:pt x="243445" y="18418"/>
                  </a:lnTo>
                  <a:lnTo>
                    <a:pt x="238708" y="16083"/>
                  </a:lnTo>
                  <a:lnTo>
                    <a:pt x="233901" y="13899"/>
                  </a:lnTo>
                  <a:lnTo>
                    <a:pt x="229027" y="11867"/>
                  </a:lnTo>
                  <a:lnTo>
                    <a:pt x="224091" y="9991"/>
                  </a:lnTo>
                  <a:lnTo>
                    <a:pt x="219098" y="8271"/>
                  </a:lnTo>
                  <a:lnTo>
                    <a:pt x="214054" y="6710"/>
                  </a:lnTo>
                  <a:lnTo>
                    <a:pt x="208962" y="5309"/>
                  </a:lnTo>
                  <a:lnTo>
                    <a:pt x="203829" y="4070"/>
                  </a:lnTo>
                  <a:lnTo>
                    <a:pt x="198660" y="2993"/>
                  </a:lnTo>
                  <a:lnTo>
                    <a:pt x="193459" y="2080"/>
                  </a:lnTo>
                  <a:lnTo>
                    <a:pt x="188231" y="1332"/>
                  </a:lnTo>
                  <a:lnTo>
                    <a:pt x="182983" y="750"/>
                  </a:lnTo>
                  <a:lnTo>
                    <a:pt x="177719" y="333"/>
                  </a:lnTo>
                  <a:lnTo>
                    <a:pt x="172444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g29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g29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g29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g29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g29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g298"/>
            <p:cNvSpPr/>
            <p:nvPr/>
          </p:nvSpPr>
          <p:spPr>
            <a:xfrm>
              <a:off x="5465979" y="1120312"/>
              <a:ext cx="334323" cy="334328"/>
            </a:xfrm>
            <a:custGeom>
              <a:avLst/>
              <a:gdLst/>
              <a:ahLst/>
              <a:cxnLst/>
              <a:rect l="0" t="0" r="0" b="0"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g299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g300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g301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g302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g303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g304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g305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pg306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g307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g308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g309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pg310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g311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g312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g313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g314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g315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g316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g317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g318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g319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g320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gdLst/>
              <a:ahLst/>
              <a:cxnLst/>
              <a:rect l="0" t="0" r="0" b="0"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2897" cy="167167"/>
            </a:xfrm>
            <a:custGeom>
              <a:avLst/>
              <a:gdLst/>
              <a:ahLst/>
              <a:cxnLst/>
              <a:rect l="0" t="0" r="0" b="0"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g32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g32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g32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g32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g32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g32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g328"/>
            <p:cNvSpPr/>
            <p:nvPr/>
          </p:nvSpPr>
          <p:spPr>
            <a:xfrm>
              <a:off x="4968522" y="971635"/>
              <a:ext cx="334317" cy="334331"/>
            </a:xfrm>
            <a:custGeom>
              <a:avLst/>
              <a:gdLst/>
              <a:ahLst/>
              <a:cxnLst/>
              <a:rect l="0" t="0" r="0" b="0"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g329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g330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g331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g332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g333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g334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g335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g336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g337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g338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g339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g340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g341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g342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g343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g344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g345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g346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g347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g348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gdLst/>
              <a:ahLst/>
              <a:cxnLst/>
              <a:rect l="0" t="0" r="0" b="0"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g349"/>
            <p:cNvSpPr/>
            <p:nvPr/>
          </p:nvSpPr>
          <p:spPr>
            <a:xfrm>
              <a:off x="5135676" y="1034333"/>
              <a:ext cx="130825" cy="104469"/>
            </a:xfrm>
            <a:custGeom>
              <a:avLst/>
              <a:gdLst/>
              <a:ahLst/>
              <a:cxnLst/>
              <a:rect l="0" t="0" r="0" b="0"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130502" cy="167167"/>
            </a:xfrm>
            <a:custGeom>
              <a:avLst/>
              <a:gdLst/>
              <a:ahLst/>
              <a:cxnLst/>
              <a:rect l="0" t="0" r="0" b="0"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g35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g35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g35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g35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g35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g35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g35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g358"/>
            <p:cNvSpPr/>
            <p:nvPr/>
          </p:nvSpPr>
          <p:spPr>
            <a:xfrm>
              <a:off x="4511964" y="941493"/>
              <a:ext cx="105315" cy="167167"/>
            </a:xfrm>
            <a:custGeom>
              <a:avLst/>
              <a:gdLst/>
              <a:ahLst/>
              <a:cxnLst/>
              <a:rect l="0" t="0" r="0" b="0"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g359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g360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g361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g362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g363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g364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g365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pg366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g367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g368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g369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g370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g371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g372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g373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g374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g375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g376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g377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gdLst/>
              <a:ahLst/>
              <a:cxnLst/>
              <a:rect l="0" t="0" r="0" b="0"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g378"/>
            <p:cNvSpPr/>
            <p:nvPr/>
          </p:nvSpPr>
          <p:spPr>
            <a:xfrm>
              <a:off x="4450113" y="959420"/>
              <a:ext cx="334331" cy="316395"/>
            </a:xfrm>
            <a:custGeom>
              <a:avLst/>
              <a:gdLst/>
              <a:ahLst/>
              <a:cxnLst/>
              <a:rect l="0" t="0" r="0" b="0"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75315" cy="167167"/>
            </a:xfrm>
            <a:custGeom>
              <a:avLst/>
              <a:gdLst/>
              <a:ahLst/>
              <a:cxnLst/>
              <a:rect l="0" t="0" r="0" b="0"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g38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pg38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pg38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pg38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pg38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pg38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pg38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pg38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pg388"/>
            <p:cNvSpPr/>
            <p:nvPr/>
          </p:nvSpPr>
          <p:spPr>
            <a:xfrm>
              <a:off x="4005720" y="1031511"/>
              <a:ext cx="100174" cy="167167"/>
            </a:xfrm>
            <a:custGeom>
              <a:avLst/>
              <a:gdLst/>
              <a:ahLst/>
              <a:cxnLst/>
              <a:rect l="0" t="0" r="0" b="0"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pg389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pg390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pg391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pg392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pg393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pg394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pg395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pg396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pg397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pg398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pg399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pg400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g401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g402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g403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g404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g405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g406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gdLst/>
              <a:ahLst/>
              <a:cxnLst/>
              <a:rect l="0" t="0" r="0" b="0"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g407"/>
            <p:cNvSpPr/>
            <p:nvPr/>
          </p:nvSpPr>
          <p:spPr>
            <a:xfrm>
              <a:off x="3938727" y="1064850"/>
              <a:ext cx="167167" cy="297726"/>
            </a:xfrm>
            <a:custGeom>
              <a:avLst/>
              <a:gdLst/>
              <a:ahLst/>
              <a:cxnLst/>
              <a:rect l="0" t="0" r="0" b="0"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g408"/>
            <p:cNvSpPr/>
            <p:nvPr/>
          </p:nvSpPr>
          <p:spPr>
            <a:xfrm>
              <a:off x="4072996" y="1031511"/>
              <a:ext cx="200052" cy="334330"/>
            </a:xfrm>
            <a:custGeom>
              <a:avLst/>
              <a:gdLst/>
              <a:ahLst/>
              <a:cxnLst/>
              <a:rect l="0" t="0" r="0" b="0"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g40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g41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g41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g41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g41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pg41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pg41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pg41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pg41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pg418"/>
            <p:cNvSpPr/>
            <p:nvPr/>
          </p:nvSpPr>
          <p:spPr>
            <a:xfrm>
              <a:off x="3461929" y="1236837"/>
              <a:ext cx="263989" cy="334321"/>
            </a:xfrm>
            <a:custGeom>
              <a:avLst/>
              <a:gdLst/>
              <a:ahLst/>
              <a:cxnLst/>
              <a:rect l="0" t="0" r="0" b="0"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pg419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pg420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pg421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pg422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pg423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pg424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pg425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pg426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pg427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pg428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pg429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pg430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pg431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pg432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pg433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pg434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pg435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gdLst/>
              <a:ahLst/>
              <a:cxnLst/>
              <a:rect l="0" t="0" r="0" b="0"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pg436"/>
            <p:cNvSpPr/>
            <p:nvPr/>
          </p:nvSpPr>
          <p:spPr>
            <a:xfrm>
              <a:off x="3629088" y="1253303"/>
              <a:ext cx="167165" cy="286970"/>
            </a:xfrm>
            <a:custGeom>
              <a:avLst/>
              <a:gdLst/>
              <a:ahLst/>
              <a:cxnLst/>
              <a:rect l="0" t="0" r="0" b="0"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72344" cy="167167"/>
            </a:xfrm>
            <a:custGeom>
              <a:avLst/>
              <a:gdLst/>
              <a:ahLst/>
              <a:cxnLst/>
              <a:rect l="0" t="0" r="0" b="0"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pg43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g43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g44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g44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g44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g44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g44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g44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g44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g44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g448"/>
            <p:cNvSpPr/>
            <p:nvPr/>
          </p:nvSpPr>
          <p:spPr>
            <a:xfrm>
              <a:off x="3111318" y="1546402"/>
              <a:ext cx="101247" cy="167167"/>
            </a:xfrm>
            <a:custGeom>
              <a:avLst/>
              <a:gdLst/>
              <a:ahLst/>
              <a:cxnLst/>
              <a:rect l="0" t="0" r="0" b="0"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g449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g450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g451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g452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g453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pg454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pg455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g456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g457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g458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g459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g460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pg461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pg462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pg463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pg464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gdLst/>
              <a:ahLst/>
              <a:cxnLst/>
              <a:rect l="0" t="0" r="0" b="0"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pg465"/>
            <p:cNvSpPr/>
            <p:nvPr/>
          </p:nvSpPr>
          <p:spPr>
            <a:xfrm>
              <a:off x="3045399" y="1580551"/>
              <a:ext cx="334334" cy="300165"/>
            </a:xfrm>
            <a:custGeom>
              <a:avLst/>
              <a:gdLst/>
              <a:ahLst/>
              <a:cxnLst/>
              <a:rect l="0" t="0" r="0" b="0"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134538" cy="167167"/>
            </a:xfrm>
            <a:custGeom>
              <a:avLst/>
              <a:gdLst/>
              <a:ahLst/>
              <a:cxnLst/>
              <a:rect l="0" t="0" r="0" b="0"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pg46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pg46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pg46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pg47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pg47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pg47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pg47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pg47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pg47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pg47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g47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g478"/>
            <p:cNvSpPr/>
            <p:nvPr/>
          </p:nvSpPr>
          <p:spPr>
            <a:xfrm>
              <a:off x="2774435" y="1943516"/>
              <a:ext cx="104348" cy="167167"/>
            </a:xfrm>
            <a:custGeom>
              <a:avLst/>
              <a:gdLst/>
              <a:ahLst/>
              <a:cxnLst/>
              <a:rect l="0" t="0" r="0" b="0"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g479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g480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g481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g482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g483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g484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g485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g486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g487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g488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g489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g490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g491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g492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g493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gdLst/>
              <a:ahLst/>
              <a:cxnLst/>
              <a:rect l="0" t="0" r="0" b="0"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g494"/>
            <p:cNvSpPr/>
            <p:nvPr/>
          </p:nvSpPr>
          <p:spPr>
            <a:xfrm>
              <a:off x="2774273" y="1980084"/>
              <a:ext cx="104510" cy="130599"/>
            </a:xfrm>
            <a:custGeom>
              <a:avLst/>
              <a:gdLst/>
              <a:ahLst/>
              <a:cxnLst/>
              <a:rect l="0" t="0" r="0" b="0"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g495"/>
            <p:cNvSpPr/>
            <p:nvPr/>
          </p:nvSpPr>
          <p:spPr>
            <a:xfrm>
              <a:off x="2711621" y="1943516"/>
              <a:ext cx="334314" cy="334332"/>
            </a:xfrm>
            <a:custGeom>
              <a:avLst/>
              <a:gdLst/>
              <a:ahLst/>
              <a:cxnLst/>
              <a:rect l="0" t="0" r="0" b="0"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g4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g49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g49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g49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g50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g50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g50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pg50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pg50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g50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pg50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g50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g508"/>
            <p:cNvSpPr/>
            <p:nvPr/>
          </p:nvSpPr>
          <p:spPr>
            <a:xfrm>
              <a:off x="2611011" y="2406772"/>
              <a:ext cx="34722" cy="167167"/>
            </a:xfrm>
            <a:custGeom>
              <a:avLst/>
              <a:gdLst/>
              <a:ahLst/>
              <a:cxnLst/>
              <a:rect l="0" t="0" r="0" b="0"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g509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g510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g511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g512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g513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pg514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pg515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pg516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pg517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pg518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pg519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pg520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pg521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pg522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gdLst/>
              <a:ahLst/>
              <a:cxnLst/>
              <a:rect l="0" t="0" r="0" b="0"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pg523"/>
            <p:cNvSpPr/>
            <p:nvPr/>
          </p:nvSpPr>
          <p:spPr>
            <a:xfrm>
              <a:off x="2478566" y="2407763"/>
              <a:ext cx="334333" cy="333328"/>
            </a:xfrm>
            <a:custGeom>
              <a:avLst/>
              <a:gdLst/>
              <a:ahLst/>
              <a:cxnLst/>
              <a:rect l="0" t="0" r="0" b="0"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18176" cy="167167"/>
            </a:xfrm>
            <a:custGeom>
              <a:avLst/>
              <a:gdLst/>
              <a:ahLst/>
              <a:cxnLst/>
              <a:rect l="0" t="0" r="0" b="0"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pg5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pg5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pg52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g52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g52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pg53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pg53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pg53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g53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g53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g53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g53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g53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g538"/>
            <p:cNvSpPr/>
            <p:nvPr/>
          </p:nvSpPr>
          <p:spPr>
            <a:xfrm>
              <a:off x="2358832" y="2911194"/>
              <a:ext cx="326883" cy="334334"/>
            </a:xfrm>
            <a:custGeom>
              <a:avLst/>
              <a:gdLst/>
              <a:ahLst/>
              <a:cxnLst/>
              <a:rect l="0" t="0" r="0" b="0"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g539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gdLst/>
              <a:ahLst/>
              <a:cxnLst/>
              <a:rect l="0" t="0" r="0" b="0"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g540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gdLst/>
              <a:ahLst/>
              <a:cxnLst/>
              <a:rect l="0" t="0" r="0" b="0"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g541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gdLst/>
              <a:ahLst/>
              <a:cxnLst/>
              <a:rect l="0" t="0" r="0" b="0"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g542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gdLst/>
              <a:ahLst/>
              <a:cxnLst/>
              <a:rect l="0" t="0" r="0" b="0"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g543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gdLst/>
              <a:ahLst/>
              <a:cxnLst/>
              <a:rect l="0" t="0" r="0" b="0"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g544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gdLst/>
              <a:ahLst/>
              <a:cxnLst/>
              <a:rect l="0" t="0" r="0" b="0"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g545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gdLst/>
              <a:ahLst/>
              <a:cxnLst/>
              <a:rect l="0" t="0" r="0" b="0"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g546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gdLst/>
              <a:ahLst/>
              <a:cxnLst/>
              <a:rect l="0" t="0" r="0" b="0"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g547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gdLst/>
              <a:ahLst/>
              <a:cxnLst/>
              <a:rect l="0" t="0" r="0" b="0"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g548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gdLst/>
              <a:ahLst/>
              <a:cxnLst/>
              <a:rect l="0" t="0" r="0" b="0"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g549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gdLst/>
              <a:ahLst/>
              <a:cxnLst/>
              <a:rect l="0" t="0" r="0" b="0"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g550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gdLst/>
              <a:ahLst/>
              <a:cxnLst/>
              <a:rect l="0" t="0" r="0" b="0"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g551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gdLst/>
              <a:ahLst/>
              <a:cxnLst/>
              <a:rect l="0" t="0" r="0" b="0"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g552"/>
            <p:cNvSpPr/>
            <p:nvPr/>
          </p:nvSpPr>
          <p:spPr>
            <a:xfrm>
              <a:off x="2525980" y="2940086"/>
              <a:ext cx="167164" cy="187565"/>
            </a:xfrm>
            <a:custGeom>
              <a:avLst/>
              <a:gdLst/>
              <a:ahLst/>
              <a:cxnLst/>
              <a:rect l="0" t="0" r="0" b="0"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93940" cy="167167"/>
            </a:xfrm>
            <a:custGeom>
              <a:avLst/>
              <a:gdLst/>
              <a:ahLst/>
              <a:cxnLst/>
              <a:rect l="0" t="0" r="0" b="0"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g5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g5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g5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g55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g55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g55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g56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g56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pg56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pg56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g56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g56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g56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g56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g568"/>
            <p:cNvSpPr/>
            <p:nvPr/>
          </p:nvSpPr>
          <p:spPr>
            <a:xfrm>
              <a:off x="2358821" y="3429590"/>
              <a:ext cx="334326" cy="334323"/>
            </a:xfrm>
            <a:custGeom>
              <a:avLst/>
              <a:gdLst/>
              <a:ahLst/>
              <a:cxnLst/>
              <a:rect l="0" t="0" r="0" b="0"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g569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gdLst/>
              <a:ahLst/>
              <a:cxnLst/>
              <a:rect l="0" t="0" r="0" b="0"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g570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gdLst/>
              <a:ahLst/>
              <a:cxnLst/>
              <a:rect l="0" t="0" r="0" b="0"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g571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gdLst/>
              <a:ahLst/>
              <a:cxnLst/>
              <a:rect l="0" t="0" r="0" b="0"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g572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gdLst/>
              <a:ahLst/>
              <a:cxnLst/>
              <a:rect l="0" t="0" r="0" b="0"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g573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gdLst/>
              <a:ahLst/>
              <a:cxnLst/>
              <a:rect l="0" t="0" r="0" b="0"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g574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gdLst/>
              <a:ahLst/>
              <a:cxnLst/>
              <a:rect l="0" t="0" r="0" b="0"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pg575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gdLst/>
              <a:ahLst/>
              <a:cxnLst/>
              <a:rect l="0" t="0" r="0" b="0"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g576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gdLst/>
              <a:ahLst/>
              <a:cxnLst/>
              <a:rect l="0" t="0" r="0" b="0"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g577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gdLst/>
              <a:ahLst/>
              <a:cxnLst/>
              <a:rect l="0" t="0" r="0" b="0"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g578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gdLst/>
              <a:ahLst/>
              <a:cxnLst/>
              <a:rect l="0" t="0" r="0" b="0"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g579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gdLst/>
              <a:ahLst/>
              <a:cxnLst/>
              <a:rect l="0" t="0" r="0" b="0"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pg580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gdLst/>
              <a:ahLst/>
              <a:cxnLst/>
              <a:rect l="0" t="0" r="0" b="0"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pg581"/>
            <p:cNvSpPr/>
            <p:nvPr/>
          </p:nvSpPr>
          <p:spPr>
            <a:xfrm>
              <a:off x="2525980" y="3474473"/>
              <a:ext cx="121469" cy="122284"/>
            </a:xfrm>
            <a:custGeom>
              <a:avLst/>
              <a:gdLst/>
              <a:ahLst/>
              <a:cxnLst/>
              <a:rect l="0" t="0" r="0" b="0"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113980" cy="167167"/>
            </a:xfrm>
            <a:custGeom>
              <a:avLst/>
              <a:gdLst/>
              <a:ahLst/>
              <a:cxnLst/>
              <a:rect l="0" t="0" r="0" b="0"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g5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pg5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pg5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pg5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pg58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g58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g58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pg59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pg59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pg59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pg59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g59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g59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g59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g59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g598"/>
            <p:cNvSpPr/>
            <p:nvPr/>
          </p:nvSpPr>
          <p:spPr>
            <a:xfrm>
              <a:off x="2478580" y="3934012"/>
              <a:ext cx="334316" cy="334331"/>
            </a:xfrm>
            <a:custGeom>
              <a:avLst/>
              <a:gdLst/>
              <a:ahLst/>
              <a:cxnLst/>
              <a:rect l="0" t="0" r="0" b="0"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g599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gdLst/>
              <a:ahLst/>
              <a:cxnLst/>
              <a:rect l="0" t="0" r="0" b="0"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g600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gdLst/>
              <a:ahLst/>
              <a:cxnLst/>
              <a:rect l="0" t="0" r="0" b="0"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g601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gdLst/>
              <a:ahLst/>
              <a:cxnLst/>
              <a:rect l="0" t="0" r="0" b="0"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g602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gdLst/>
              <a:ahLst/>
              <a:cxnLst/>
              <a:rect l="0" t="0" r="0" b="0"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g603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gdLst/>
              <a:ahLst/>
              <a:cxnLst/>
              <a:rect l="0" t="0" r="0" b="0"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pg604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gdLst/>
              <a:ahLst/>
              <a:cxnLst/>
              <a:rect l="0" t="0" r="0" b="0"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pg605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gdLst/>
              <a:ahLst/>
              <a:cxnLst/>
              <a:rect l="0" t="0" r="0" b="0"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pg606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gdLst/>
              <a:ahLst/>
              <a:cxnLst/>
              <a:rect l="0" t="0" r="0" b="0"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pg607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gdLst/>
              <a:ahLst/>
              <a:cxnLst/>
              <a:rect l="0" t="0" r="0" b="0"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pg608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gdLst/>
              <a:ahLst/>
              <a:cxnLst/>
              <a:rect l="0" t="0" r="0" b="0"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pg609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gdLst/>
              <a:ahLst/>
              <a:cxnLst/>
              <a:rect l="0" t="0" r="0" b="0"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pg610"/>
            <p:cNvSpPr/>
            <p:nvPr/>
          </p:nvSpPr>
          <p:spPr>
            <a:xfrm>
              <a:off x="2645733" y="3946643"/>
              <a:ext cx="63745" cy="154536"/>
            </a:xfrm>
            <a:custGeom>
              <a:avLst/>
              <a:gdLst/>
              <a:ahLst/>
              <a:cxnLst/>
              <a:rect l="0" t="0" r="0" b="0"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63745" cy="167167"/>
            </a:xfrm>
            <a:custGeom>
              <a:avLst/>
              <a:gdLst/>
              <a:ahLst/>
              <a:cxnLst/>
              <a:rect l="0" t="0" r="0" b="0"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pg6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pg6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g6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pg6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pg6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pg61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pg61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pg61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pg62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pg62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pg62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pg62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pg62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pg62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pg62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pg62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pg628"/>
            <p:cNvSpPr/>
            <p:nvPr/>
          </p:nvSpPr>
          <p:spPr>
            <a:xfrm>
              <a:off x="2711621" y="4397268"/>
              <a:ext cx="217094" cy="334314"/>
            </a:xfrm>
            <a:custGeom>
              <a:avLst/>
              <a:gdLst/>
              <a:ahLst/>
              <a:cxnLst/>
              <a:rect l="0" t="0" r="0" b="0"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g629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gdLst/>
              <a:ahLst/>
              <a:cxnLst/>
              <a:rect l="0" t="0" r="0" b="0"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pg630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gdLst/>
              <a:ahLst/>
              <a:cxnLst/>
              <a:rect l="0" t="0" r="0" b="0"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pg631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gdLst/>
              <a:ahLst/>
              <a:cxnLst/>
              <a:rect l="0" t="0" r="0" b="0"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g632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gdLst/>
              <a:ahLst/>
              <a:cxnLst/>
              <a:rect l="0" t="0" r="0" b="0"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g633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gdLst/>
              <a:ahLst/>
              <a:cxnLst/>
              <a:rect l="0" t="0" r="0" b="0"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pg634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gdLst/>
              <a:ahLst/>
              <a:cxnLst/>
              <a:rect l="0" t="0" r="0" b="0"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pg635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gdLst/>
              <a:ahLst/>
              <a:cxnLst/>
              <a:rect l="0" t="0" r="0" b="0"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g636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gdLst/>
              <a:ahLst/>
              <a:cxnLst/>
              <a:rect l="0" t="0" r="0" b="0"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g637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gdLst/>
              <a:ahLst/>
              <a:cxnLst/>
              <a:rect l="0" t="0" r="0" b="0"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g638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gdLst/>
              <a:ahLst/>
              <a:cxnLst/>
              <a:rect l="0" t="0" r="0" b="0"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g639"/>
            <p:cNvSpPr/>
            <p:nvPr/>
          </p:nvSpPr>
          <p:spPr>
            <a:xfrm>
              <a:off x="2878783" y="4564435"/>
              <a:ext cx="50031" cy="159505"/>
            </a:xfrm>
            <a:custGeom>
              <a:avLst/>
              <a:gdLst/>
              <a:ahLst/>
              <a:cxnLst/>
              <a:rect l="0" t="0" r="0" b="0"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167161" cy="326672"/>
            </a:xfrm>
            <a:custGeom>
              <a:avLst/>
              <a:gdLst/>
              <a:ahLst/>
              <a:cxnLst/>
              <a:rect l="0" t="0" r="0" b="0"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pg6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pg6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pg6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g6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g6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g6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g64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g64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g64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pg65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pg65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g65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g65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g65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g65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g65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g65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g658"/>
            <p:cNvSpPr/>
            <p:nvPr/>
          </p:nvSpPr>
          <p:spPr>
            <a:xfrm>
              <a:off x="3045399" y="4794382"/>
              <a:ext cx="167167" cy="209191"/>
            </a:xfrm>
            <a:custGeom>
              <a:avLst/>
              <a:gdLst/>
              <a:ahLst/>
              <a:cxnLst/>
              <a:rect l="0" t="0" r="0" b="0"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g659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gdLst/>
              <a:ahLst/>
              <a:cxnLst/>
              <a:rect l="0" t="0" r="0" b="0"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g660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gdLst/>
              <a:ahLst/>
              <a:cxnLst/>
              <a:rect l="0" t="0" r="0" b="0"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g661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gdLst/>
              <a:ahLst/>
              <a:cxnLst/>
              <a:rect l="0" t="0" r="0" b="0"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g662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gdLst/>
              <a:ahLst/>
              <a:cxnLst/>
              <a:rect l="0" t="0" r="0" b="0"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g663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gdLst/>
              <a:ahLst/>
              <a:cxnLst/>
              <a:rect l="0" t="0" r="0" b="0"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g664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gdLst/>
              <a:ahLst/>
              <a:cxnLst/>
              <a:rect l="0" t="0" r="0" b="0"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g665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gdLst/>
              <a:ahLst/>
              <a:cxnLst/>
              <a:rect l="0" t="0" r="0" b="0"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g666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gdLst/>
              <a:ahLst/>
              <a:cxnLst/>
              <a:rect l="0" t="0" r="0" b="0"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pg667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gdLst/>
              <a:ahLst/>
              <a:cxnLst/>
              <a:rect l="0" t="0" r="0" b="0"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pg668"/>
            <p:cNvSpPr/>
            <p:nvPr/>
          </p:nvSpPr>
          <p:spPr>
            <a:xfrm>
              <a:off x="3050767" y="4961550"/>
              <a:ext cx="161799" cy="63697"/>
            </a:xfrm>
            <a:custGeom>
              <a:avLst/>
              <a:gdLst/>
              <a:ahLst/>
              <a:cxnLst/>
              <a:rect l="0" t="0" r="0" b="0"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pg669"/>
            <p:cNvSpPr/>
            <p:nvPr/>
          </p:nvSpPr>
          <p:spPr>
            <a:xfrm>
              <a:off x="3058010" y="4794382"/>
              <a:ext cx="321707" cy="334333"/>
            </a:xfrm>
            <a:custGeom>
              <a:avLst/>
              <a:gdLst/>
              <a:ahLst/>
              <a:cxnLst/>
              <a:rect l="0" t="0" r="0" b="0"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pg6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pg6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pg6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g6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pg6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pg6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pg6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pg67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pg67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g67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pg68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pg68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g68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g68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g68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pg68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g68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g68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g688"/>
            <p:cNvSpPr/>
            <p:nvPr/>
          </p:nvSpPr>
          <p:spPr>
            <a:xfrm>
              <a:off x="3628674" y="5103947"/>
              <a:ext cx="413" cy="167167"/>
            </a:xfrm>
            <a:custGeom>
              <a:avLst/>
              <a:gdLst/>
              <a:ahLst/>
              <a:cxnLst/>
              <a:rect l="0" t="0" r="0" b="0"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g689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gdLst/>
              <a:ahLst/>
              <a:cxnLst/>
              <a:rect l="0" t="0" r="0" b="0"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pg690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gdLst/>
              <a:ahLst/>
              <a:cxnLst/>
              <a:rect l="0" t="0" r="0" b="0"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pg691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gdLst/>
              <a:ahLst/>
              <a:cxnLst/>
              <a:rect l="0" t="0" r="0" b="0"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g692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gdLst/>
              <a:ahLst/>
              <a:cxnLst/>
              <a:rect l="0" t="0" r="0" b="0"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g693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gdLst/>
              <a:ahLst/>
              <a:cxnLst/>
              <a:rect l="0" t="0" r="0" b="0"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pg694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gdLst/>
              <a:ahLst/>
              <a:cxnLst/>
              <a:rect l="0" t="0" r="0" b="0"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pg695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gdLst/>
              <a:ahLst/>
              <a:cxnLst/>
              <a:rect l="0" t="0" r="0" b="0"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pg696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gdLst/>
              <a:ahLst/>
              <a:cxnLst/>
              <a:rect l="0" t="0" r="0" b="0"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pg697"/>
            <p:cNvSpPr/>
            <p:nvPr/>
          </p:nvSpPr>
          <p:spPr>
            <a:xfrm>
              <a:off x="3461941" y="5103947"/>
              <a:ext cx="334306" cy="334333"/>
            </a:xfrm>
            <a:custGeom>
              <a:avLst/>
              <a:gdLst/>
              <a:ahLst/>
              <a:cxnLst/>
              <a:rect l="0" t="0" r="0" b="0"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1448" cy="167167"/>
            </a:xfrm>
            <a:custGeom>
              <a:avLst/>
              <a:gdLst/>
              <a:ahLst/>
              <a:cxnLst/>
              <a:rect l="0" t="0" r="0" b="0"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pg6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pg7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pg7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pg7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pg7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pg7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pg7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pg7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pg7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pg7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pg70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pg71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pg71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pg71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pg71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pg71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pg71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pg71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pg71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pg71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pg71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pg72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pg72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pg72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pg72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pg726"/>
            <p:cNvSpPr/>
            <p:nvPr/>
          </p:nvSpPr>
          <p:spPr>
            <a:xfrm>
              <a:off x="3938747" y="5309273"/>
              <a:ext cx="167147" cy="175184"/>
            </a:xfrm>
            <a:custGeom>
              <a:avLst/>
              <a:gdLst/>
              <a:ahLst/>
              <a:cxnLst/>
              <a:rect l="0" t="0" r="0" b="0"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pg727"/>
            <p:cNvSpPr/>
            <p:nvPr/>
          </p:nvSpPr>
          <p:spPr>
            <a:xfrm>
              <a:off x="3938919" y="5309273"/>
              <a:ext cx="334121" cy="334334"/>
            </a:xfrm>
            <a:custGeom>
              <a:avLst/>
              <a:gdLst/>
              <a:ahLst/>
              <a:cxnLst/>
              <a:rect l="0" t="0" r="0" b="0"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pg7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pg7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pg7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pg7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g7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g7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pg7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pg7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pg7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pg73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g73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pg73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pg74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pg74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pg74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pg74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pg74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pg74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pg74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pg74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pg748"/>
            <p:cNvSpPr/>
            <p:nvPr/>
          </p:nvSpPr>
          <p:spPr>
            <a:xfrm>
              <a:off x="4594687" y="5399291"/>
              <a:ext cx="22593" cy="167167"/>
            </a:xfrm>
            <a:custGeom>
              <a:avLst/>
              <a:gdLst/>
              <a:ahLst/>
              <a:cxnLst/>
              <a:rect l="0" t="0" r="0" b="0"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pg749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gdLst/>
              <a:ahLst/>
              <a:cxnLst/>
              <a:rect l="0" t="0" r="0" b="0"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pg750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gdLst/>
              <a:ahLst/>
              <a:cxnLst/>
              <a:rect l="0" t="0" r="0" b="0"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pg751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gdLst/>
              <a:ahLst/>
              <a:cxnLst/>
              <a:rect l="0" t="0" r="0" b="0"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pg752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gdLst/>
              <a:ahLst/>
              <a:cxnLst/>
              <a:rect l="0" t="0" r="0" b="0"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pg753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gdLst/>
              <a:ahLst/>
              <a:cxnLst/>
              <a:rect l="0" t="0" r="0" b="0"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pg754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gdLst/>
              <a:ahLst/>
              <a:cxnLst/>
              <a:rect l="0" t="0" r="0" b="0"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pg755"/>
            <p:cNvSpPr/>
            <p:nvPr/>
          </p:nvSpPr>
          <p:spPr>
            <a:xfrm>
              <a:off x="4450124" y="5400825"/>
              <a:ext cx="334315" cy="332801"/>
            </a:xfrm>
            <a:custGeom>
              <a:avLst/>
              <a:gdLst/>
              <a:ahLst/>
              <a:cxnLst/>
              <a:rect l="0" t="0" r="0" b="0"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28116" cy="167167"/>
            </a:xfrm>
            <a:custGeom>
              <a:avLst/>
              <a:gdLst/>
              <a:ahLst/>
              <a:cxnLst/>
              <a:rect l="0" t="0" r="0" b="0"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pg7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pg7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pg7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pg7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pg7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pg7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pg7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pg7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pg7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pg7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pg76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pg76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pg76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pg77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pg77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pg77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pg77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pg77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pg77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pg77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pg77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pg778"/>
            <p:cNvSpPr/>
            <p:nvPr/>
          </p:nvSpPr>
          <p:spPr>
            <a:xfrm>
              <a:off x="4968511" y="5369149"/>
              <a:ext cx="167164" cy="233723"/>
            </a:xfrm>
            <a:custGeom>
              <a:avLst/>
              <a:gdLst/>
              <a:ahLst/>
              <a:cxnLst/>
              <a:rect l="0" t="0" r="0" b="0"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pg779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gdLst/>
              <a:ahLst/>
              <a:cxnLst/>
              <a:rect l="0" t="0" r="0" b="0"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pg780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gdLst/>
              <a:ahLst/>
              <a:cxnLst/>
              <a:rect l="0" t="0" r="0" b="0"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pg781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gdLst/>
              <a:ahLst/>
              <a:cxnLst/>
              <a:rect l="0" t="0" r="0" b="0"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pg782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gdLst/>
              <a:ahLst/>
              <a:cxnLst/>
              <a:rect l="0" t="0" r="0" b="0"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pg783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gdLst/>
              <a:ahLst/>
              <a:cxnLst/>
              <a:rect l="0" t="0" r="0" b="0"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pg784"/>
            <p:cNvSpPr/>
            <p:nvPr/>
          </p:nvSpPr>
          <p:spPr>
            <a:xfrm>
              <a:off x="4982329" y="5536317"/>
              <a:ext cx="153346" cy="161966"/>
            </a:xfrm>
            <a:custGeom>
              <a:avLst/>
              <a:gdLst/>
              <a:ahLst/>
              <a:cxnLst/>
              <a:rect l="0" t="0" r="0" b="0"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pg785"/>
            <p:cNvSpPr/>
            <p:nvPr/>
          </p:nvSpPr>
          <p:spPr>
            <a:xfrm>
              <a:off x="5094303" y="5369149"/>
              <a:ext cx="208539" cy="334331"/>
            </a:xfrm>
            <a:custGeom>
              <a:avLst/>
              <a:gdLst/>
              <a:ahLst/>
              <a:cxnLst/>
              <a:rect l="0" t="0" r="0" b="0"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pg7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pg7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pg7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pg7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pg7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pg7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pg7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pg7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pg7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pg7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pg7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pg79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pg79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pg79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pg80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pg80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pg80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pg80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pg80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pg80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pg80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pg80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pg808"/>
            <p:cNvSpPr/>
            <p:nvPr/>
          </p:nvSpPr>
          <p:spPr>
            <a:xfrm>
              <a:off x="5534375" y="5220472"/>
              <a:ext cx="98760" cy="167167"/>
            </a:xfrm>
            <a:custGeom>
              <a:avLst/>
              <a:gdLst/>
              <a:ahLst/>
              <a:cxnLst/>
              <a:rect l="0" t="0" r="0" b="0"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pg809"/>
            <p:cNvSpPr/>
            <p:nvPr/>
          </p:nvSpPr>
          <p:spPr>
            <a:xfrm>
              <a:off x="5534375" y="5252764"/>
              <a:ext cx="98760" cy="134875"/>
            </a:xfrm>
            <a:custGeom>
              <a:avLst/>
              <a:gdLst/>
              <a:ahLst/>
              <a:cxnLst/>
              <a:rect l="0" t="0" r="0" b="0"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pg810"/>
            <p:cNvSpPr/>
            <p:nvPr/>
          </p:nvSpPr>
          <p:spPr>
            <a:xfrm>
              <a:off x="5534375" y="5252764"/>
              <a:ext cx="98760" cy="134875"/>
            </a:xfrm>
            <a:custGeom>
              <a:avLst/>
              <a:gdLst/>
              <a:ahLst/>
              <a:cxnLst/>
              <a:rect l="0" t="0" r="0" b="0"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pg811"/>
            <p:cNvSpPr/>
            <p:nvPr/>
          </p:nvSpPr>
          <p:spPr>
            <a:xfrm>
              <a:off x="5534375" y="5252764"/>
              <a:ext cx="98760" cy="134875"/>
            </a:xfrm>
            <a:custGeom>
              <a:avLst/>
              <a:gdLst/>
              <a:ahLst/>
              <a:cxnLst/>
              <a:rect l="0" t="0" r="0" b="0"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pg812"/>
            <p:cNvSpPr/>
            <p:nvPr/>
          </p:nvSpPr>
          <p:spPr>
            <a:xfrm>
              <a:off x="5534375" y="5252764"/>
              <a:ext cx="98760" cy="134875"/>
            </a:xfrm>
            <a:custGeom>
              <a:avLst/>
              <a:gdLst/>
              <a:ahLst/>
              <a:cxnLst/>
              <a:rect l="0" t="0" r="0" b="0"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pg813"/>
            <p:cNvSpPr/>
            <p:nvPr/>
          </p:nvSpPr>
          <p:spPr>
            <a:xfrm>
              <a:off x="5496538" y="5252764"/>
              <a:ext cx="136596" cy="134875"/>
            </a:xfrm>
            <a:custGeom>
              <a:avLst/>
              <a:gdLst/>
              <a:ahLst/>
              <a:cxnLst/>
              <a:rect l="0" t="0" r="0" b="0"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pg814"/>
            <p:cNvSpPr/>
            <p:nvPr/>
          </p:nvSpPr>
          <p:spPr>
            <a:xfrm>
              <a:off x="5465980" y="5220472"/>
              <a:ext cx="334305" cy="334334"/>
            </a:xfrm>
            <a:custGeom>
              <a:avLst/>
              <a:gdLst/>
              <a:ahLst/>
              <a:cxnLst/>
              <a:rect l="0" t="0" r="0" b="0"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pg8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pg8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pg8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pg8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pg8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pg8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pg8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g8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g8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g8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g8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pg8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pg82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pg82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pg82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pg83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pg83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pg83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pg83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pg83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pg83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pg83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pg83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pg838"/>
            <p:cNvSpPr/>
            <p:nvPr/>
          </p:nvSpPr>
          <p:spPr>
            <a:xfrm>
              <a:off x="5940925" y="4961274"/>
              <a:ext cx="141915" cy="167167"/>
            </a:xfrm>
            <a:custGeom>
              <a:avLst/>
              <a:gdLst/>
              <a:ahLst/>
              <a:cxnLst/>
              <a:rect l="0" t="0" r="0" b="0"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pg839"/>
            <p:cNvSpPr/>
            <p:nvPr/>
          </p:nvSpPr>
          <p:spPr>
            <a:xfrm>
              <a:off x="5940925" y="5040095"/>
              <a:ext cx="141915" cy="88346"/>
            </a:xfrm>
            <a:custGeom>
              <a:avLst/>
              <a:gdLst/>
              <a:ahLst/>
              <a:cxnLst/>
              <a:rect l="0" t="0" r="0" b="0"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pg840"/>
            <p:cNvSpPr/>
            <p:nvPr/>
          </p:nvSpPr>
          <p:spPr>
            <a:xfrm>
              <a:off x="5940925" y="5040095"/>
              <a:ext cx="141915" cy="88346"/>
            </a:xfrm>
            <a:custGeom>
              <a:avLst/>
              <a:gdLst/>
              <a:ahLst/>
              <a:cxnLst/>
              <a:rect l="0" t="0" r="0" b="0"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pg841"/>
            <p:cNvSpPr/>
            <p:nvPr/>
          </p:nvSpPr>
          <p:spPr>
            <a:xfrm>
              <a:off x="5940925" y="5040095"/>
              <a:ext cx="141915" cy="88346"/>
            </a:xfrm>
            <a:custGeom>
              <a:avLst/>
              <a:gdLst/>
              <a:ahLst/>
              <a:cxnLst/>
              <a:rect l="0" t="0" r="0" b="0"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pg842"/>
            <p:cNvSpPr/>
            <p:nvPr/>
          </p:nvSpPr>
          <p:spPr>
            <a:xfrm>
              <a:off x="5916669" y="5040095"/>
              <a:ext cx="166170" cy="88346"/>
            </a:xfrm>
            <a:custGeom>
              <a:avLst/>
              <a:gdLst/>
              <a:ahLst/>
              <a:cxnLst/>
              <a:rect l="0" t="0" r="0" b="0"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pg843"/>
            <p:cNvSpPr/>
            <p:nvPr/>
          </p:nvSpPr>
          <p:spPr>
            <a:xfrm>
              <a:off x="5915689" y="4961274"/>
              <a:ext cx="334298" cy="334334"/>
            </a:xfrm>
            <a:custGeom>
              <a:avLst/>
              <a:gdLst/>
              <a:ahLst/>
              <a:cxnLst/>
              <a:rect l="0" t="0" r="0" b="0"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pg8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pg8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pg8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pg8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pg8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pg8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pg8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pg8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pg8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pg8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pg8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pg8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pg8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pg85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pg85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pg85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pg86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pg86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g86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g86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g86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g86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pg86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pg86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pg868"/>
            <p:cNvSpPr/>
            <p:nvPr/>
          </p:nvSpPr>
          <p:spPr>
            <a:xfrm>
              <a:off x="6293389" y="4605529"/>
              <a:ext cx="167157" cy="334098"/>
            </a:xfrm>
            <a:custGeom>
              <a:avLst/>
              <a:gdLst/>
              <a:ahLst/>
              <a:cxnLst/>
              <a:rect l="0" t="0" r="0" b="0"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pg869"/>
            <p:cNvSpPr/>
            <p:nvPr/>
          </p:nvSpPr>
          <p:spPr>
            <a:xfrm>
              <a:off x="6451651" y="4772696"/>
              <a:ext cx="8895" cy="166930"/>
            </a:xfrm>
            <a:custGeom>
              <a:avLst/>
              <a:gdLst/>
              <a:ahLst/>
              <a:cxnLst/>
              <a:rect l="0" t="0" r="0" b="0"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pg870"/>
            <p:cNvSpPr/>
            <p:nvPr/>
          </p:nvSpPr>
          <p:spPr>
            <a:xfrm>
              <a:off x="6451651" y="4772696"/>
              <a:ext cx="8895" cy="166930"/>
            </a:xfrm>
            <a:custGeom>
              <a:avLst/>
              <a:gdLst/>
              <a:ahLst/>
              <a:cxnLst/>
              <a:rect l="0" t="0" r="0" b="0"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g871"/>
            <p:cNvSpPr/>
            <p:nvPr/>
          </p:nvSpPr>
          <p:spPr>
            <a:xfrm>
              <a:off x="6451651" y="4772696"/>
              <a:ext cx="153890" cy="167156"/>
            </a:xfrm>
            <a:custGeom>
              <a:avLst/>
              <a:gdLst/>
              <a:ahLst/>
              <a:cxnLst/>
              <a:rect l="0" t="0" r="0" b="0"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167164" cy="250362"/>
            </a:xfrm>
            <a:custGeom>
              <a:avLst/>
              <a:gdLst/>
              <a:ahLst/>
              <a:cxnLst/>
              <a:rect l="0" t="0" r="0" b="0"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g8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pg8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pg8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pg8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pg8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pg8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pg8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pg8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pg8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pg8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pg8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pg8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pg8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pg8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pg88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pg88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pg88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pg89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pg89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pg89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pg89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pg89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pg89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pg89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pg89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pg898"/>
            <p:cNvSpPr/>
            <p:nvPr/>
          </p:nvSpPr>
          <p:spPr>
            <a:xfrm>
              <a:off x="6578727" y="4172415"/>
              <a:ext cx="261105" cy="334325"/>
            </a:xfrm>
            <a:custGeom>
              <a:avLst/>
              <a:gdLst/>
              <a:ahLst/>
              <a:cxnLst/>
              <a:rect l="0" t="0" r="0" b="0"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pg899"/>
            <p:cNvSpPr/>
            <p:nvPr/>
          </p:nvSpPr>
          <p:spPr>
            <a:xfrm>
              <a:off x="6745892" y="4339583"/>
              <a:ext cx="93940" cy="138275"/>
            </a:xfrm>
            <a:custGeom>
              <a:avLst/>
              <a:gdLst/>
              <a:ahLst/>
              <a:cxnLst/>
              <a:rect l="0" t="0" r="0" b="0"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pg900"/>
            <p:cNvSpPr/>
            <p:nvPr/>
          </p:nvSpPr>
          <p:spPr>
            <a:xfrm>
              <a:off x="6745892" y="4276652"/>
              <a:ext cx="167166" cy="201206"/>
            </a:xfrm>
            <a:custGeom>
              <a:avLst/>
              <a:gdLst/>
              <a:ahLst/>
              <a:cxnLst/>
              <a:rect l="0" t="0" r="0" b="0"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154869" cy="167167"/>
            </a:xfrm>
            <a:custGeom>
              <a:avLst/>
              <a:gdLst/>
              <a:ahLst/>
              <a:cxnLst/>
              <a:rect l="0" t="0" r="0" b="0"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pg9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pg9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pg9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pg9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pg9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pg9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pg9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pg9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pg9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pg9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g9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g9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g9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g9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pg9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pg91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g91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pg91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pg92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g92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g92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g92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pg92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pg92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pg92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gdLst/>
              <a:ahLst/>
              <a:cxnLst/>
              <a:rect l="0" t="0" r="0" b="0"/>
              <a:pathLst>
                <a:path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pg928"/>
            <p:cNvSpPr/>
            <p:nvPr/>
          </p:nvSpPr>
          <p:spPr>
            <a:xfrm>
              <a:off x="6756331" y="3685283"/>
              <a:ext cx="175542" cy="334319"/>
            </a:xfrm>
            <a:custGeom>
              <a:avLst/>
              <a:gdLst/>
              <a:ahLst/>
              <a:cxnLst/>
              <a:rect l="0" t="0" r="0" b="0"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pg929"/>
            <p:cNvSpPr/>
            <p:nvPr/>
          </p:nvSpPr>
          <p:spPr>
            <a:xfrm>
              <a:off x="6923495" y="3685840"/>
              <a:ext cx="167146" cy="333567"/>
            </a:xfrm>
            <a:custGeom>
              <a:avLst/>
              <a:gdLst/>
              <a:ahLst/>
              <a:cxnLst/>
              <a:rect l="0" t="0" r="0" b="0"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13644" cy="167167"/>
            </a:xfrm>
            <a:custGeom>
              <a:avLst/>
              <a:gdLst/>
              <a:ahLst/>
              <a:cxnLst/>
              <a:rect l="0" t="0" r="0" b="0"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tx93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32" name="tx932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33" name="tx933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34" name="tx934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35" name="tx935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36" name="tx936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37" name="tx937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38" name="tx938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39" name="tx939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40" name="tx940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41" name="tx941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42" name="tx942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43" name="tx943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44" name="tx944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45" name="tx945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46" name="tx946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47" name="tx947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48" name="tx948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49" name="tx949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50" name="tx950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51" name="tx951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52" name="tx952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53" name="tx953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54" name="tx954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30</Words>
  <Application>Microsoft Office PowerPoint</Application>
  <PresentationFormat>Affichage à l'écran (4:3)</PresentationFormat>
  <Paragraphs>28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/>
  <cp:lastModifiedBy>HODBERT Elise</cp:lastModifiedBy>
  <cp:revision>5</cp:revision>
  <dcterms:created xsi:type="dcterms:W3CDTF">2017-02-13T16:18:36Z</dcterms:created>
  <dcterms:modified xsi:type="dcterms:W3CDTF">2025-06-27T13:07:53Z</dcterms:modified>
  <cp:category/>
</cp:coreProperties>
</file>