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181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48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71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39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169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81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139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39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48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39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954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41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1392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1693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71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929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56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181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48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271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181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181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415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182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21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88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181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41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162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181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46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18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181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346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18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181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71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92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48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48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57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41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69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23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48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31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212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48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40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411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480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347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46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48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47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346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48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2717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56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71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71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257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182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08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228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271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691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200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271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31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88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71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40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162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271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475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187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71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475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18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71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30798" y="3170392"/>
              <a:ext cx="52980" cy="167167"/>
            </a:xfrm>
            <a:custGeom>
              <a:avLst/>
              <a:pathLst>
                <a:path w="52980" h="167167">
                  <a:moveTo>
                    <a:pt x="52980" y="0"/>
                  </a:moveTo>
                  <a:lnTo>
                    <a:pt x="46991" y="107"/>
                  </a:lnTo>
                  <a:lnTo>
                    <a:pt x="41010" y="429"/>
                  </a:lnTo>
                  <a:lnTo>
                    <a:pt x="35044" y="964"/>
                  </a:lnTo>
                  <a:lnTo>
                    <a:pt x="29102" y="1714"/>
                  </a:lnTo>
                  <a:lnTo>
                    <a:pt x="23190" y="2675"/>
                  </a:lnTo>
                  <a:lnTo>
                    <a:pt x="17316" y="3848"/>
                  </a:lnTo>
                  <a:lnTo>
                    <a:pt x="11488" y="5231"/>
                  </a:lnTo>
                  <a:lnTo>
                    <a:pt x="5713" y="6821"/>
                  </a:lnTo>
                  <a:lnTo>
                    <a:pt x="0" y="8617"/>
                  </a:lnTo>
                  <a:lnTo>
                    <a:pt x="5298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30798" y="3179010"/>
              <a:ext cx="52980" cy="158549"/>
            </a:xfrm>
            <a:custGeom>
              <a:avLst/>
              <a:pathLst>
                <a:path w="52980" h="158549">
                  <a:moveTo>
                    <a:pt x="0" y="0"/>
                  </a:moveTo>
                  <a:lnTo>
                    <a:pt x="52980" y="15854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0798" y="3179010"/>
              <a:ext cx="52980" cy="158549"/>
            </a:xfrm>
            <a:custGeom>
              <a:avLst/>
              <a:pathLst>
                <a:path w="52980" h="158549">
                  <a:moveTo>
                    <a:pt x="0" y="0"/>
                  </a:moveTo>
                  <a:lnTo>
                    <a:pt x="52980" y="158549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0798" y="3179010"/>
              <a:ext cx="52980" cy="158549"/>
            </a:xfrm>
            <a:custGeom>
              <a:avLst/>
              <a:pathLst>
                <a:path w="52980" h="158549">
                  <a:moveTo>
                    <a:pt x="0" y="0"/>
                  </a:moveTo>
                  <a:lnTo>
                    <a:pt x="52980" y="158549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0798" y="3179010"/>
              <a:ext cx="52980" cy="158549"/>
            </a:xfrm>
            <a:custGeom>
              <a:avLst/>
              <a:pathLst>
                <a:path w="52980" h="158549">
                  <a:moveTo>
                    <a:pt x="0" y="0"/>
                  </a:moveTo>
                  <a:lnTo>
                    <a:pt x="52980" y="1585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0798" y="3179010"/>
              <a:ext cx="52980" cy="158549"/>
            </a:xfrm>
            <a:custGeom>
              <a:avLst/>
              <a:pathLst>
                <a:path w="52980" h="158549">
                  <a:moveTo>
                    <a:pt x="0" y="0"/>
                  </a:moveTo>
                  <a:lnTo>
                    <a:pt x="52980" y="1585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0798" y="3179010"/>
              <a:ext cx="52980" cy="158549"/>
            </a:xfrm>
            <a:custGeom>
              <a:avLst/>
              <a:pathLst>
                <a:path w="52980" h="158549">
                  <a:moveTo>
                    <a:pt x="0" y="0"/>
                  </a:moveTo>
                  <a:lnTo>
                    <a:pt x="52980" y="1585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0798" y="3179010"/>
              <a:ext cx="52980" cy="158549"/>
            </a:xfrm>
            <a:custGeom>
              <a:avLst/>
              <a:pathLst>
                <a:path w="52980" h="158549">
                  <a:moveTo>
                    <a:pt x="0" y="0"/>
                  </a:moveTo>
                  <a:lnTo>
                    <a:pt x="52980" y="1585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0798" y="3179010"/>
              <a:ext cx="52980" cy="158549"/>
            </a:xfrm>
            <a:custGeom>
              <a:avLst/>
              <a:pathLst>
                <a:path w="52980" h="158549">
                  <a:moveTo>
                    <a:pt x="0" y="0"/>
                  </a:moveTo>
                  <a:lnTo>
                    <a:pt x="52980" y="1585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0798" y="3179010"/>
              <a:ext cx="52980" cy="158549"/>
            </a:xfrm>
            <a:custGeom>
              <a:avLst/>
              <a:pathLst>
                <a:path w="52980" h="158549">
                  <a:moveTo>
                    <a:pt x="0" y="0"/>
                  </a:moveTo>
                  <a:lnTo>
                    <a:pt x="52980" y="1585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0798" y="3179010"/>
              <a:ext cx="52980" cy="158549"/>
            </a:xfrm>
            <a:custGeom>
              <a:avLst/>
              <a:pathLst>
                <a:path w="52980" h="158549">
                  <a:moveTo>
                    <a:pt x="0" y="0"/>
                  </a:moveTo>
                  <a:lnTo>
                    <a:pt x="52980" y="1585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0798" y="3179010"/>
              <a:ext cx="52980" cy="158549"/>
            </a:xfrm>
            <a:custGeom>
              <a:avLst/>
              <a:pathLst>
                <a:path w="52980" h="158549">
                  <a:moveTo>
                    <a:pt x="0" y="0"/>
                  </a:moveTo>
                  <a:lnTo>
                    <a:pt x="52980" y="1585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0798" y="3179010"/>
              <a:ext cx="52980" cy="158549"/>
            </a:xfrm>
            <a:custGeom>
              <a:avLst/>
              <a:pathLst>
                <a:path w="52980" h="158549">
                  <a:moveTo>
                    <a:pt x="0" y="0"/>
                  </a:moveTo>
                  <a:lnTo>
                    <a:pt x="52980" y="1585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0798" y="3179010"/>
              <a:ext cx="52980" cy="158549"/>
            </a:xfrm>
            <a:custGeom>
              <a:avLst/>
              <a:pathLst>
                <a:path w="52980" h="158549">
                  <a:moveTo>
                    <a:pt x="0" y="0"/>
                  </a:moveTo>
                  <a:lnTo>
                    <a:pt x="52980" y="1585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0798" y="3179010"/>
              <a:ext cx="52980" cy="158549"/>
            </a:xfrm>
            <a:custGeom>
              <a:avLst/>
              <a:pathLst>
                <a:path w="52980" h="158549">
                  <a:moveTo>
                    <a:pt x="0" y="0"/>
                  </a:moveTo>
                  <a:lnTo>
                    <a:pt x="52980" y="1585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0798" y="3179010"/>
              <a:ext cx="52980" cy="158549"/>
            </a:xfrm>
            <a:custGeom>
              <a:avLst/>
              <a:pathLst>
                <a:path w="52980" h="158549">
                  <a:moveTo>
                    <a:pt x="0" y="0"/>
                  </a:moveTo>
                  <a:lnTo>
                    <a:pt x="52980" y="1585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0798" y="3179010"/>
              <a:ext cx="52980" cy="158549"/>
            </a:xfrm>
            <a:custGeom>
              <a:avLst/>
              <a:pathLst>
                <a:path w="52980" h="158549">
                  <a:moveTo>
                    <a:pt x="0" y="0"/>
                  </a:moveTo>
                  <a:lnTo>
                    <a:pt x="52980" y="1585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0798" y="3179010"/>
              <a:ext cx="52980" cy="158549"/>
            </a:xfrm>
            <a:custGeom>
              <a:avLst/>
              <a:pathLst>
                <a:path w="52980" h="158549">
                  <a:moveTo>
                    <a:pt x="0" y="0"/>
                  </a:moveTo>
                  <a:lnTo>
                    <a:pt x="52980" y="1585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0798" y="3179010"/>
              <a:ext cx="52980" cy="158549"/>
            </a:xfrm>
            <a:custGeom>
              <a:avLst/>
              <a:pathLst>
                <a:path w="52980" h="158549">
                  <a:moveTo>
                    <a:pt x="0" y="0"/>
                  </a:moveTo>
                  <a:lnTo>
                    <a:pt x="52980" y="1585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0798" y="3179010"/>
              <a:ext cx="52980" cy="158549"/>
            </a:xfrm>
            <a:custGeom>
              <a:avLst/>
              <a:pathLst>
                <a:path w="52980" h="158549">
                  <a:moveTo>
                    <a:pt x="0" y="0"/>
                  </a:moveTo>
                  <a:lnTo>
                    <a:pt x="52980" y="1585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0798" y="3179010"/>
              <a:ext cx="52980" cy="158549"/>
            </a:xfrm>
            <a:custGeom>
              <a:avLst/>
              <a:pathLst>
                <a:path w="52980" h="158549">
                  <a:moveTo>
                    <a:pt x="0" y="0"/>
                  </a:moveTo>
                  <a:lnTo>
                    <a:pt x="52980" y="1585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0798" y="3179010"/>
              <a:ext cx="52980" cy="158549"/>
            </a:xfrm>
            <a:custGeom>
              <a:avLst/>
              <a:pathLst>
                <a:path w="52980" h="158549">
                  <a:moveTo>
                    <a:pt x="0" y="0"/>
                  </a:moveTo>
                  <a:lnTo>
                    <a:pt x="52980" y="1585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30798" y="3179010"/>
              <a:ext cx="52980" cy="158549"/>
            </a:xfrm>
            <a:custGeom>
              <a:avLst/>
              <a:pathLst>
                <a:path w="52980" h="158549">
                  <a:moveTo>
                    <a:pt x="0" y="0"/>
                  </a:moveTo>
                  <a:lnTo>
                    <a:pt x="52980" y="1585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30798" y="3179010"/>
              <a:ext cx="52980" cy="158549"/>
            </a:xfrm>
            <a:custGeom>
              <a:avLst/>
              <a:pathLst>
                <a:path w="52980" h="158549">
                  <a:moveTo>
                    <a:pt x="0" y="0"/>
                  </a:moveTo>
                  <a:lnTo>
                    <a:pt x="52980" y="1585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30798" y="3179010"/>
              <a:ext cx="52980" cy="158549"/>
            </a:xfrm>
            <a:custGeom>
              <a:avLst/>
              <a:pathLst>
                <a:path w="52980" h="158549">
                  <a:moveTo>
                    <a:pt x="0" y="0"/>
                  </a:moveTo>
                  <a:lnTo>
                    <a:pt x="52980" y="1585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30798" y="3179010"/>
              <a:ext cx="52980" cy="158549"/>
            </a:xfrm>
            <a:custGeom>
              <a:avLst/>
              <a:pathLst>
                <a:path w="52980" h="158549">
                  <a:moveTo>
                    <a:pt x="0" y="0"/>
                  </a:moveTo>
                  <a:lnTo>
                    <a:pt x="52980" y="1585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816621" y="3170452"/>
              <a:ext cx="334315" cy="334272"/>
            </a:xfrm>
            <a:custGeom>
              <a:avLst/>
              <a:pathLst>
                <a:path w="334315" h="334272">
                  <a:moveTo>
                    <a:pt x="114177" y="8557"/>
                  </a:moveTo>
                  <a:lnTo>
                    <a:pt x="109173" y="10317"/>
                  </a:lnTo>
                  <a:lnTo>
                    <a:pt x="104228" y="12236"/>
                  </a:lnTo>
                  <a:lnTo>
                    <a:pt x="99346" y="14310"/>
                  </a:lnTo>
                  <a:lnTo>
                    <a:pt x="94533" y="16539"/>
                  </a:lnTo>
                  <a:lnTo>
                    <a:pt x="89793" y="18919"/>
                  </a:lnTo>
                  <a:lnTo>
                    <a:pt x="85130" y="21448"/>
                  </a:lnTo>
                  <a:lnTo>
                    <a:pt x="80550" y="24124"/>
                  </a:lnTo>
                  <a:lnTo>
                    <a:pt x="76057" y="26943"/>
                  </a:lnTo>
                  <a:lnTo>
                    <a:pt x="71656" y="29904"/>
                  </a:lnTo>
                  <a:lnTo>
                    <a:pt x="67352" y="33003"/>
                  </a:lnTo>
                  <a:lnTo>
                    <a:pt x="63147" y="36237"/>
                  </a:lnTo>
                  <a:lnTo>
                    <a:pt x="59047" y="39603"/>
                  </a:lnTo>
                  <a:lnTo>
                    <a:pt x="55057" y="43097"/>
                  </a:lnTo>
                  <a:lnTo>
                    <a:pt x="51179" y="46716"/>
                  </a:lnTo>
                  <a:lnTo>
                    <a:pt x="47418" y="50456"/>
                  </a:lnTo>
                  <a:lnTo>
                    <a:pt x="43777" y="54314"/>
                  </a:lnTo>
                  <a:lnTo>
                    <a:pt x="40261" y="58285"/>
                  </a:lnTo>
                  <a:lnTo>
                    <a:pt x="36872" y="62366"/>
                  </a:lnTo>
                  <a:lnTo>
                    <a:pt x="33614" y="66552"/>
                  </a:lnTo>
                  <a:lnTo>
                    <a:pt x="30491" y="70839"/>
                  </a:lnTo>
                  <a:lnTo>
                    <a:pt x="27506" y="75224"/>
                  </a:lnTo>
                  <a:lnTo>
                    <a:pt x="24661" y="79700"/>
                  </a:lnTo>
                  <a:lnTo>
                    <a:pt x="21960" y="84265"/>
                  </a:lnTo>
                  <a:lnTo>
                    <a:pt x="19405" y="88914"/>
                  </a:lnTo>
                  <a:lnTo>
                    <a:pt x="16998" y="93641"/>
                  </a:lnTo>
                  <a:lnTo>
                    <a:pt x="14743" y="98442"/>
                  </a:lnTo>
                  <a:lnTo>
                    <a:pt x="12641" y="103312"/>
                  </a:lnTo>
                  <a:lnTo>
                    <a:pt x="10695" y="108246"/>
                  </a:lnTo>
                  <a:lnTo>
                    <a:pt x="8906" y="113240"/>
                  </a:lnTo>
                  <a:lnTo>
                    <a:pt x="7277" y="118287"/>
                  </a:lnTo>
                  <a:lnTo>
                    <a:pt x="5809" y="123384"/>
                  </a:lnTo>
                  <a:lnTo>
                    <a:pt x="4503" y="128525"/>
                  </a:lnTo>
                  <a:lnTo>
                    <a:pt x="3361" y="133705"/>
                  </a:lnTo>
                  <a:lnTo>
                    <a:pt x="2383" y="138919"/>
                  </a:lnTo>
                  <a:lnTo>
                    <a:pt x="1572" y="144161"/>
                  </a:lnTo>
                  <a:lnTo>
                    <a:pt x="927" y="149426"/>
                  </a:lnTo>
                  <a:lnTo>
                    <a:pt x="450" y="154708"/>
                  </a:lnTo>
                  <a:lnTo>
                    <a:pt x="141" y="160004"/>
                  </a:lnTo>
                  <a:lnTo>
                    <a:pt x="0" y="165306"/>
                  </a:lnTo>
                  <a:lnTo>
                    <a:pt x="27" y="170610"/>
                  </a:lnTo>
                  <a:lnTo>
                    <a:pt x="222" y="175911"/>
                  </a:lnTo>
                  <a:lnTo>
                    <a:pt x="585" y="181203"/>
                  </a:lnTo>
                  <a:lnTo>
                    <a:pt x="1116" y="186480"/>
                  </a:lnTo>
                  <a:lnTo>
                    <a:pt x="1814" y="191738"/>
                  </a:lnTo>
                  <a:lnTo>
                    <a:pt x="2679" y="196972"/>
                  </a:lnTo>
                  <a:lnTo>
                    <a:pt x="3710" y="202175"/>
                  </a:lnTo>
                  <a:lnTo>
                    <a:pt x="4904" y="207343"/>
                  </a:lnTo>
                  <a:lnTo>
                    <a:pt x="6263" y="212470"/>
                  </a:lnTo>
                  <a:lnTo>
                    <a:pt x="7783" y="217552"/>
                  </a:lnTo>
                  <a:lnTo>
                    <a:pt x="9464" y="222583"/>
                  </a:lnTo>
                  <a:lnTo>
                    <a:pt x="11303" y="227558"/>
                  </a:lnTo>
                  <a:lnTo>
                    <a:pt x="13299" y="232473"/>
                  </a:lnTo>
                  <a:lnTo>
                    <a:pt x="15451" y="237321"/>
                  </a:lnTo>
                  <a:lnTo>
                    <a:pt x="17755" y="242099"/>
                  </a:lnTo>
                  <a:lnTo>
                    <a:pt x="20209" y="246801"/>
                  </a:lnTo>
                  <a:lnTo>
                    <a:pt x="22811" y="251423"/>
                  </a:lnTo>
                  <a:lnTo>
                    <a:pt x="25559" y="255960"/>
                  </a:lnTo>
                  <a:lnTo>
                    <a:pt x="28449" y="260408"/>
                  </a:lnTo>
                  <a:lnTo>
                    <a:pt x="31479" y="264761"/>
                  </a:lnTo>
                  <a:lnTo>
                    <a:pt x="34646" y="269017"/>
                  </a:lnTo>
                  <a:lnTo>
                    <a:pt x="37946" y="273170"/>
                  </a:lnTo>
                  <a:lnTo>
                    <a:pt x="41376" y="277216"/>
                  </a:lnTo>
                  <a:lnTo>
                    <a:pt x="44933" y="281151"/>
                  </a:lnTo>
                  <a:lnTo>
                    <a:pt x="48612" y="284971"/>
                  </a:lnTo>
                  <a:lnTo>
                    <a:pt x="52411" y="288673"/>
                  </a:lnTo>
                  <a:lnTo>
                    <a:pt x="56326" y="292252"/>
                  </a:lnTo>
                  <a:lnTo>
                    <a:pt x="60352" y="295705"/>
                  </a:lnTo>
                  <a:lnTo>
                    <a:pt x="64486" y="299029"/>
                  </a:lnTo>
                  <a:lnTo>
                    <a:pt x="68723" y="302220"/>
                  </a:lnTo>
                  <a:lnTo>
                    <a:pt x="73059" y="305275"/>
                  </a:lnTo>
                  <a:lnTo>
                    <a:pt x="77490" y="308191"/>
                  </a:lnTo>
                  <a:lnTo>
                    <a:pt x="82011" y="310965"/>
                  </a:lnTo>
                  <a:lnTo>
                    <a:pt x="86618" y="313594"/>
                  </a:lnTo>
                  <a:lnTo>
                    <a:pt x="91306" y="316075"/>
                  </a:lnTo>
                  <a:lnTo>
                    <a:pt x="96071" y="318407"/>
                  </a:lnTo>
                  <a:lnTo>
                    <a:pt x="100907" y="320586"/>
                  </a:lnTo>
                  <a:lnTo>
                    <a:pt x="105810" y="322610"/>
                  </a:lnTo>
                  <a:lnTo>
                    <a:pt x="110774" y="324478"/>
                  </a:lnTo>
                  <a:lnTo>
                    <a:pt x="115795" y="326188"/>
                  </a:lnTo>
                  <a:lnTo>
                    <a:pt x="120868" y="327737"/>
                  </a:lnTo>
                  <a:lnTo>
                    <a:pt x="125988" y="329125"/>
                  </a:lnTo>
                  <a:lnTo>
                    <a:pt x="131149" y="330350"/>
                  </a:lnTo>
                  <a:lnTo>
                    <a:pt x="136346" y="331410"/>
                  </a:lnTo>
                  <a:lnTo>
                    <a:pt x="141574" y="332305"/>
                  </a:lnTo>
                  <a:lnTo>
                    <a:pt x="146828" y="333033"/>
                  </a:lnTo>
                  <a:lnTo>
                    <a:pt x="152103" y="333595"/>
                  </a:lnTo>
                  <a:lnTo>
                    <a:pt x="157392" y="333989"/>
                  </a:lnTo>
                  <a:lnTo>
                    <a:pt x="162692" y="334214"/>
                  </a:lnTo>
                  <a:lnTo>
                    <a:pt x="167996" y="334272"/>
                  </a:lnTo>
                  <a:lnTo>
                    <a:pt x="173299" y="334161"/>
                  </a:lnTo>
                  <a:lnTo>
                    <a:pt x="178596" y="333882"/>
                  </a:lnTo>
                  <a:lnTo>
                    <a:pt x="183881" y="333435"/>
                  </a:lnTo>
                  <a:lnTo>
                    <a:pt x="189150" y="332821"/>
                  </a:lnTo>
                  <a:lnTo>
                    <a:pt x="194396" y="332040"/>
                  </a:lnTo>
                  <a:lnTo>
                    <a:pt x="199615" y="331093"/>
                  </a:lnTo>
                  <a:lnTo>
                    <a:pt x="204802" y="329980"/>
                  </a:lnTo>
                  <a:lnTo>
                    <a:pt x="209950" y="328704"/>
                  </a:lnTo>
                  <a:lnTo>
                    <a:pt x="215055" y="327265"/>
                  </a:lnTo>
                  <a:lnTo>
                    <a:pt x="220112" y="325665"/>
                  </a:lnTo>
                  <a:lnTo>
                    <a:pt x="225116" y="323905"/>
                  </a:lnTo>
                  <a:lnTo>
                    <a:pt x="230062" y="321987"/>
                  </a:lnTo>
                  <a:lnTo>
                    <a:pt x="234944" y="319913"/>
                  </a:lnTo>
                  <a:lnTo>
                    <a:pt x="239758" y="317686"/>
                  </a:lnTo>
                  <a:lnTo>
                    <a:pt x="244499" y="315307"/>
                  </a:lnTo>
                  <a:lnTo>
                    <a:pt x="249161" y="312778"/>
                  </a:lnTo>
                  <a:lnTo>
                    <a:pt x="253742" y="310103"/>
                  </a:lnTo>
                  <a:lnTo>
                    <a:pt x="258235" y="307284"/>
                  </a:lnTo>
                  <a:lnTo>
                    <a:pt x="262636" y="304324"/>
                  </a:lnTo>
                  <a:lnTo>
                    <a:pt x="266942" y="301226"/>
                  </a:lnTo>
                  <a:lnTo>
                    <a:pt x="271147" y="297993"/>
                  </a:lnTo>
                  <a:lnTo>
                    <a:pt x="275247" y="294628"/>
                  </a:lnTo>
                  <a:lnTo>
                    <a:pt x="279238" y="291134"/>
                  </a:lnTo>
                  <a:lnTo>
                    <a:pt x="283117" y="287516"/>
                  </a:lnTo>
                  <a:lnTo>
                    <a:pt x="286878" y="283776"/>
                  </a:lnTo>
                  <a:lnTo>
                    <a:pt x="290520" y="279919"/>
                  </a:lnTo>
                  <a:lnTo>
                    <a:pt x="294037" y="275948"/>
                  </a:lnTo>
                  <a:lnTo>
                    <a:pt x="297426" y="271868"/>
                  </a:lnTo>
                  <a:lnTo>
                    <a:pt x="300684" y="267683"/>
                  </a:lnTo>
                  <a:lnTo>
                    <a:pt x="303808" y="263396"/>
                  </a:lnTo>
                  <a:lnTo>
                    <a:pt x="306794" y="259012"/>
                  </a:lnTo>
                  <a:lnTo>
                    <a:pt x="309639" y="254535"/>
                  </a:lnTo>
                  <a:lnTo>
                    <a:pt x="312342" y="249971"/>
                  </a:lnTo>
                  <a:lnTo>
                    <a:pt x="314897" y="245323"/>
                  </a:lnTo>
                  <a:lnTo>
                    <a:pt x="317305" y="240596"/>
                  </a:lnTo>
                  <a:lnTo>
                    <a:pt x="319561" y="235796"/>
                  </a:lnTo>
                  <a:lnTo>
                    <a:pt x="321663" y="230926"/>
                  </a:lnTo>
                  <a:lnTo>
                    <a:pt x="323610" y="225992"/>
                  </a:lnTo>
                  <a:lnTo>
                    <a:pt x="325399" y="220999"/>
                  </a:lnTo>
                  <a:lnTo>
                    <a:pt x="327030" y="215951"/>
                  </a:lnTo>
                  <a:lnTo>
                    <a:pt x="328499" y="210854"/>
                  </a:lnTo>
                  <a:lnTo>
                    <a:pt x="329806" y="205713"/>
                  </a:lnTo>
                  <a:lnTo>
                    <a:pt x="330949" y="200534"/>
                  </a:lnTo>
                  <a:lnTo>
                    <a:pt x="331927" y="195320"/>
                  </a:lnTo>
                  <a:lnTo>
                    <a:pt x="332739" y="190079"/>
                  </a:lnTo>
                  <a:lnTo>
                    <a:pt x="333384" y="184814"/>
                  </a:lnTo>
                  <a:lnTo>
                    <a:pt x="333862" y="179531"/>
                  </a:lnTo>
                  <a:lnTo>
                    <a:pt x="334173" y="174236"/>
                  </a:lnTo>
                  <a:lnTo>
                    <a:pt x="334315" y="168934"/>
                  </a:lnTo>
                  <a:lnTo>
                    <a:pt x="334289" y="163629"/>
                  </a:lnTo>
                  <a:lnTo>
                    <a:pt x="334094" y="158329"/>
                  </a:lnTo>
                  <a:lnTo>
                    <a:pt x="333732" y="153037"/>
                  </a:lnTo>
                  <a:lnTo>
                    <a:pt x="333201" y="147759"/>
                  </a:lnTo>
                  <a:lnTo>
                    <a:pt x="332504" y="142501"/>
                  </a:lnTo>
                  <a:lnTo>
                    <a:pt x="331640" y="137267"/>
                  </a:lnTo>
                  <a:lnTo>
                    <a:pt x="330611" y="132064"/>
                  </a:lnTo>
                  <a:lnTo>
                    <a:pt x="329416" y="126896"/>
                  </a:lnTo>
                  <a:lnTo>
                    <a:pt x="328059" y="121768"/>
                  </a:lnTo>
                  <a:lnTo>
                    <a:pt x="326540" y="116686"/>
                  </a:lnTo>
                  <a:lnTo>
                    <a:pt x="324860" y="111655"/>
                  </a:lnTo>
                  <a:lnTo>
                    <a:pt x="323021" y="106680"/>
                  </a:lnTo>
                  <a:lnTo>
                    <a:pt x="321025" y="101765"/>
                  </a:lnTo>
                  <a:lnTo>
                    <a:pt x="318875" y="96916"/>
                  </a:lnTo>
                  <a:lnTo>
                    <a:pt x="316572" y="92138"/>
                  </a:lnTo>
                  <a:lnTo>
                    <a:pt x="314118" y="87435"/>
                  </a:lnTo>
                  <a:lnTo>
                    <a:pt x="311516" y="82813"/>
                  </a:lnTo>
                  <a:lnTo>
                    <a:pt x="308769" y="78275"/>
                  </a:lnTo>
                  <a:lnTo>
                    <a:pt x="305880" y="73827"/>
                  </a:lnTo>
                  <a:lnTo>
                    <a:pt x="302851" y="69473"/>
                  </a:lnTo>
                  <a:lnTo>
                    <a:pt x="299685" y="65217"/>
                  </a:lnTo>
                  <a:lnTo>
                    <a:pt x="296385" y="61064"/>
                  </a:lnTo>
                  <a:lnTo>
                    <a:pt x="292956" y="57017"/>
                  </a:lnTo>
                  <a:lnTo>
                    <a:pt x="289400" y="53082"/>
                  </a:lnTo>
                  <a:lnTo>
                    <a:pt x="285721" y="49261"/>
                  </a:lnTo>
                  <a:lnTo>
                    <a:pt x="281922" y="45558"/>
                  </a:lnTo>
                  <a:lnTo>
                    <a:pt x="278008" y="41979"/>
                  </a:lnTo>
                  <a:lnTo>
                    <a:pt x="273983" y="38525"/>
                  </a:lnTo>
                  <a:lnTo>
                    <a:pt x="269849" y="35200"/>
                  </a:lnTo>
                  <a:lnTo>
                    <a:pt x="265613" y="32009"/>
                  </a:lnTo>
                  <a:lnTo>
                    <a:pt x="261277" y="28953"/>
                  </a:lnTo>
                  <a:lnTo>
                    <a:pt x="256847" y="26036"/>
                  </a:lnTo>
                  <a:lnTo>
                    <a:pt x="252326" y="23262"/>
                  </a:lnTo>
                  <a:lnTo>
                    <a:pt x="247719" y="20632"/>
                  </a:lnTo>
                  <a:lnTo>
                    <a:pt x="243032" y="18150"/>
                  </a:lnTo>
                  <a:lnTo>
                    <a:pt x="238268" y="15818"/>
                  </a:lnTo>
                  <a:lnTo>
                    <a:pt x="233432" y="13638"/>
                  </a:lnTo>
                  <a:lnTo>
                    <a:pt x="228530" y="11613"/>
                  </a:lnTo>
                  <a:lnTo>
                    <a:pt x="223565" y="9744"/>
                  </a:lnTo>
                  <a:lnTo>
                    <a:pt x="218544" y="8033"/>
                  </a:lnTo>
                  <a:lnTo>
                    <a:pt x="213472" y="6483"/>
                  </a:lnTo>
                  <a:lnTo>
                    <a:pt x="208352" y="5095"/>
                  </a:lnTo>
                  <a:lnTo>
                    <a:pt x="203192" y="3869"/>
                  </a:lnTo>
                  <a:lnTo>
                    <a:pt x="197995" y="2808"/>
                  </a:lnTo>
                  <a:lnTo>
                    <a:pt x="192766" y="1912"/>
                  </a:lnTo>
                  <a:lnTo>
                    <a:pt x="187513" y="1183"/>
                  </a:lnTo>
                  <a:lnTo>
                    <a:pt x="182238" y="621"/>
                  </a:lnTo>
                  <a:lnTo>
                    <a:pt x="176949" y="226"/>
                  </a:lnTo>
                  <a:lnTo>
                    <a:pt x="171649" y="0"/>
                  </a:lnTo>
                  <a:lnTo>
                    <a:pt x="167157" y="1671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83779" y="3170392"/>
              <a:ext cx="4491" cy="167167"/>
            </a:xfrm>
            <a:custGeom>
              <a:avLst/>
              <a:pathLst>
                <a:path w="4491" h="167167">
                  <a:moveTo>
                    <a:pt x="4491" y="6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1848" y="2633064"/>
              <a:ext cx="167163" cy="171434"/>
            </a:xfrm>
            <a:custGeom>
              <a:avLst/>
              <a:pathLst>
                <a:path w="167163" h="171434">
                  <a:moveTo>
                    <a:pt x="167163" y="0"/>
                  </a:moveTo>
                  <a:lnTo>
                    <a:pt x="161718" y="88"/>
                  </a:lnTo>
                  <a:lnTo>
                    <a:pt x="156279" y="354"/>
                  </a:lnTo>
                  <a:lnTo>
                    <a:pt x="150851" y="797"/>
                  </a:lnTo>
                  <a:lnTo>
                    <a:pt x="145440" y="1417"/>
                  </a:lnTo>
                  <a:lnTo>
                    <a:pt x="140053" y="2212"/>
                  </a:lnTo>
                  <a:lnTo>
                    <a:pt x="134694" y="3183"/>
                  </a:lnTo>
                  <a:lnTo>
                    <a:pt x="129370" y="4327"/>
                  </a:lnTo>
                  <a:lnTo>
                    <a:pt x="124086" y="5645"/>
                  </a:lnTo>
                  <a:lnTo>
                    <a:pt x="118848" y="7134"/>
                  </a:lnTo>
                  <a:lnTo>
                    <a:pt x="113661" y="8792"/>
                  </a:lnTo>
                  <a:lnTo>
                    <a:pt x="108531" y="10619"/>
                  </a:lnTo>
                  <a:lnTo>
                    <a:pt x="103463" y="12612"/>
                  </a:lnTo>
                  <a:lnTo>
                    <a:pt x="98462" y="14769"/>
                  </a:lnTo>
                  <a:lnTo>
                    <a:pt x="93535" y="17087"/>
                  </a:lnTo>
                  <a:lnTo>
                    <a:pt x="88685" y="19565"/>
                  </a:lnTo>
                  <a:lnTo>
                    <a:pt x="83919" y="22200"/>
                  </a:lnTo>
                  <a:lnTo>
                    <a:pt x="79242" y="24988"/>
                  </a:lnTo>
                  <a:lnTo>
                    <a:pt x="74657" y="27927"/>
                  </a:lnTo>
                  <a:lnTo>
                    <a:pt x="70171" y="31014"/>
                  </a:lnTo>
                  <a:lnTo>
                    <a:pt x="65788" y="34246"/>
                  </a:lnTo>
                  <a:lnTo>
                    <a:pt x="61512" y="37618"/>
                  </a:lnTo>
                  <a:lnTo>
                    <a:pt x="57348" y="41128"/>
                  </a:lnTo>
                  <a:lnTo>
                    <a:pt x="53301" y="44772"/>
                  </a:lnTo>
                  <a:lnTo>
                    <a:pt x="49375" y="48546"/>
                  </a:lnTo>
                  <a:lnTo>
                    <a:pt x="45574" y="52445"/>
                  </a:lnTo>
                  <a:lnTo>
                    <a:pt x="41901" y="56467"/>
                  </a:lnTo>
                  <a:lnTo>
                    <a:pt x="38362" y="60606"/>
                  </a:lnTo>
                  <a:lnTo>
                    <a:pt x="34959" y="64857"/>
                  </a:lnTo>
                  <a:lnTo>
                    <a:pt x="31697" y="69218"/>
                  </a:lnTo>
                  <a:lnTo>
                    <a:pt x="28579" y="73682"/>
                  </a:lnTo>
                  <a:lnTo>
                    <a:pt x="25607" y="78246"/>
                  </a:lnTo>
                  <a:lnTo>
                    <a:pt x="22786" y="82904"/>
                  </a:lnTo>
                  <a:lnTo>
                    <a:pt x="20118" y="87651"/>
                  </a:lnTo>
                  <a:lnTo>
                    <a:pt x="17606" y="92483"/>
                  </a:lnTo>
                  <a:lnTo>
                    <a:pt x="15253" y="97394"/>
                  </a:lnTo>
                  <a:lnTo>
                    <a:pt x="13061" y="102379"/>
                  </a:lnTo>
                  <a:lnTo>
                    <a:pt x="11032" y="107433"/>
                  </a:lnTo>
                  <a:lnTo>
                    <a:pt x="9169" y="112550"/>
                  </a:lnTo>
                  <a:lnTo>
                    <a:pt x="7474" y="117726"/>
                  </a:lnTo>
                  <a:lnTo>
                    <a:pt x="5948" y="122953"/>
                  </a:lnTo>
                  <a:lnTo>
                    <a:pt x="4594" y="128228"/>
                  </a:lnTo>
                  <a:lnTo>
                    <a:pt x="3412" y="133544"/>
                  </a:lnTo>
                  <a:lnTo>
                    <a:pt x="2403" y="138895"/>
                  </a:lnTo>
                  <a:lnTo>
                    <a:pt x="1570" y="144277"/>
                  </a:lnTo>
                  <a:lnTo>
                    <a:pt x="912" y="149683"/>
                  </a:lnTo>
                  <a:lnTo>
                    <a:pt x="431" y="155107"/>
                  </a:lnTo>
                  <a:lnTo>
                    <a:pt x="127" y="160545"/>
                  </a:lnTo>
                  <a:lnTo>
                    <a:pt x="0" y="165989"/>
                  </a:lnTo>
                  <a:lnTo>
                    <a:pt x="50" y="171434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1898" y="2800231"/>
              <a:ext cx="167112" cy="4267"/>
            </a:xfrm>
            <a:custGeom>
              <a:avLst/>
              <a:pathLst>
                <a:path w="167112" h="4267">
                  <a:moveTo>
                    <a:pt x="0" y="4267"/>
                  </a:moveTo>
                  <a:lnTo>
                    <a:pt x="16711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1898" y="2668284"/>
              <a:ext cx="334272" cy="299109"/>
            </a:xfrm>
            <a:custGeom>
              <a:avLst/>
              <a:pathLst>
                <a:path w="334272" h="299109">
                  <a:moveTo>
                    <a:pt x="0" y="136215"/>
                  </a:moveTo>
                  <a:lnTo>
                    <a:pt x="219" y="141509"/>
                  </a:lnTo>
                  <a:lnTo>
                    <a:pt x="606" y="146793"/>
                  </a:lnTo>
                  <a:lnTo>
                    <a:pt x="1160" y="152063"/>
                  </a:lnTo>
                  <a:lnTo>
                    <a:pt x="1881" y="157313"/>
                  </a:lnTo>
                  <a:lnTo>
                    <a:pt x="2768" y="162537"/>
                  </a:lnTo>
                  <a:lnTo>
                    <a:pt x="3820" y="167730"/>
                  </a:lnTo>
                  <a:lnTo>
                    <a:pt x="5036" y="172887"/>
                  </a:lnTo>
                  <a:lnTo>
                    <a:pt x="6415" y="178004"/>
                  </a:lnTo>
                  <a:lnTo>
                    <a:pt x="7955" y="183074"/>
                  </a:lnTo>
                  <a:lnTo>
                    <a:pt x="9656" y="188092"/>
                  </a:lnTo>
                  <a:lnTo>
                    <a:pt x="11514" y="193054"/>
                  </a:lnTo>
                  <a:lnTo>
                    <a:pt x="13529" y="197955"/>
                  </a:lnTo>
                  <a:lnTo>
                    <a:pt x="15698" y="202790"/>
                  </a:lnTo>
                  <a:lnTo>
                    <a:pt x="18019" y="207553"/>
                  </a:lnTo>
                  <a:lnTo>
                    <a:pt x="20491" y="212240"/>
                  </a:lnTo>
                  <a:lnTo>
                    <a:pt x="23109" y="216847"/>
                  </a:lnTo>
                  <a:lnTo>
                    <a:pt x="25872" y="221368"/>
                  </a:lnTo>
                  <a:lnTo>
                    <a:pt x="28777" y="225800"/>
                  </a:lnTo>
                  <a:lnTo>
                    <a:pt x="31821" y="230137"/>
                  </a:lnTo>
                  <a:lnTo>
                    <a:pt x="35001" y="234375"/>
                  </a:lnTo>
                  <a:lnTo>
                    <a:pt x="38314" y="238511"/>
                  </a:lnTo>
                  <a:lnTo>
                    <a:pt x="41756" y="242539"/>
                  </a:lnTo>
                  <a:lnTo>
                    <a:pt x="45324" y="246457"/>
                  </a:lnTo>
                  <a:lnTo>
                    <a:pt x="49014" y="250259"/>
                  </a:lnTo>
                  <a:lnTo>
                    <a:pt x="52823" y="253943"/>
                  </a:lnTo>
                  <a:lnTo>
                    <a:pt x="56747" y="257504"/>
                  </a:lnTo>
                  <a:lnTo>
                    <a:pt x="60782" y="260939"/>
                  </a:lnTo>
                  <a:lnTo>
                    <a:pt x="64924" y="264244"/>
                  </a:lnTo>
                  <a:lnTo>
                    <a:pt x="69168" y="267416"/>
                  </a:lnTo>
                  <a:lnTo>
                    <a:pt x="73511" y="270452"/>
                  </a:lnTo>
                  <a:lnTo>
                    <a:pt x="77947" y="273349"/>
                  </a:lnTo>
                  <a:lnTo>
                    <a:pt x="82474" y="276104"/>
                  </a:lnTo>
                  <a:lnTo>
                    <a:pt x="87085" y="278714"/>
                  </a:lnTo>
                  <a:lnTo>
                    <a:pt x="91777" y="281177"/>
                  </a:lnTo>
                  <a:lnTo>
                    <a:pt x="96544" y="283489"/>
                  </a:lnTo>
                  <a:lnTo>
                    <a:pt x="101383" y="285650"/>
                  </a:lnTo>
                  <a:lnTo>
                    <a:pt x="106287" y="287656"/>
                  </a:lnTo>
                  <a:lnTo>
                    <a:pt x="111252" y="289505"/>
                  </a:lnTo>
                  <a:lnTo>
                    <a:pt x="116274" y="291197"/>
                  </a:lnTo>
                  <a:lnTo>
                    <a:pt x="121347" y="292728"/>
                  </a:lnTo>
                  <a:lnTo>
                    <a:pt x="126466" y="294098"/>
                  </a:lnTo>
                  <a:lnTo>
                    <a:pt x="131625" y="295304"/>
                  </a:lnTo>
                  <a:lnTo>
                    <a:pt x="136820" y="296347"/>
                  </a:lnTo>
                  <a:lnTo>
                    <a:pt x="142046" y="297225"/>
                  </a:lnTo>
                  <a:lnTo>
                    <a:pt x="147297" y="297936"/>
                  </a:lnTo>
                  <a:lnTo>
                    <a:pt x="152567" y="298481"/>
                  </a:lnTo>
                  <a:lnTo>
                    <a:pt x="157853" y="298858"/>
                  </a:lnTo>
                  <a:lnTo>
                    <a:pt x="163147" y="299068"/>
                  </a:lnTo>
                  <a:lnTo>
                    <a:pt x="168446" y="299109"/>
                  </a:lnTo>
                  <a:lnTo>
                    <a:pt x="173743" y="298983"/>
                  </a:lnTo>
                  <a:lnTo>
                    <a:pt x="179034" y="298689"/>
                  </a:lnTo>
                  <a:lnTo>
                    <a:pt x="184313" y="298227"/>
                  </a:lnTo>
                  <a:lnTo>
                    <a:pt x="189574" y="297599"/>
                  </a:lnTo>
                  <a:lnTo>
                    <a:pt x="194813" y="296804"/>
                  </a:lnTo>
                  <a:lnTo>
                    <a:pt x="200024" y="295843"/>
                  </a:lnTo>
                  <a:lnTo>
                    <a:pt x="205202" y="294717"/>
                  </a:lnTo>
                  <a:lnTo>
                    <a:pt x="210341" y="293428"/>
                  </a:lnTo>
                  <a:lnTo>
                    <a:pt x="215437" y="291977"/>
                  </a:lnTo>
                  <a:lnTo>
                    <a:pt x="220485" y="290365"/>
                  </a:lnTo>
                  <a:lnTo>
                    <a:pt x="225479" y="288594"/>
                  </a:lnTo>
                  <a:lnTo>
                    <a:pt x="230415" y="286666"/>
                  </a:lnTo>
                  <a:lnTo>
                    <a:pt x="235286" y="284582"/>
                  </a:lnTo>
                  <a:lnTo>
                    <a:pt x="240090" y="282344"/>
                  </a:lnTo>
                  <a:lnTo>
                    <a:pt x="244820" y="279956"/>
                  </a:lnTo>
                  <a:lnTo>
                    <a:pt x="249471" y="277419"/>
                  </a:lnTo>
                  <a:lnTo>
                    <a:pt x="254041" y="274735"/>
                  </a:lnTo>
                  <a:lnTo>
                    <a:pt x="258522" y="271909"/>
                  </a:lnTo>
                  <a:lnTo>
                    <a:pt x="262912" y="268941"/>
                  </a:lnTo>
                  <a:lnTo>
                    <a:pt x="267206" y="265836"/>
                  </a:lnTo>
                  <a:lnTo>
                    <a:pt x="271399" y="262596"/>
                  </a:lnTo>
                  <a:lnTo>
                    <a:pt x="275487" y="259226"/>
                  </a:lnTo>
                  <a:lnTo>
                    <a:pt x="279467" y="255727"/>
                  </a:lnTo>
                  <a:lnTo>
                    <a:pt x="283333" y="252104"/>
                  </a:lnTo>
                  <a:lnTo>
                    <a:pt x="287083" y="248360"/>
                  </a:lnTo>
                  <a:lnTo>
                    <a:pt x="290713" y="244499"/>
                  </a:lnTo>
                  <a:lnTo>
                    <a:pt x="294218" y="240525"/>
                  </a:lnTo>
                  <a:lnTo>
                    <a:pt x="297595" y="236442"/>
                  </a:lnTo>
                  <a:lnTo>
                    <a:pt x="300841" y="232254"/>
                  </a:lnTo>
                  <a:lnTo>
                    <a:pt x="303953" y="227966"/>
                  </a:lnTo>
                  <a:lnTo>
                    <a:pt x="306928" y="223581"/>
                  </a:lnTo>
                  <a:lnTo>
                    <a:pt x="309762" y="219103"/>
                  </a:lnTo>
                  <a:lnTo>
                    <a:pt x="312452" y="214538"/>
                  </a:lnTo>
                  <a:lnTo>
                    <a:pt x="314997" y="209891"/>
                  </a:lnTo>
                  <a:lnTo>
                    <a:pt x="317393" y="205164"/>
                  </a:lnTo>
                  <a:lnTo>
                    <a:pt x="319638" y="200365"/>
                  </a:lnTo>
                  <a:lnTo>
                    <a:pt x="321730" y="195496"/>
                  </a:lnTo>
                  <a:lnTo>
                    <a:pt x="323666" y="190564"/>
                  </a:lnTo>
                  <a:lnTo>
                    <a:pt x="325445" y="185573"/>
                  </a:lnTo>
                  <a:lnTo>
                    <a:pt x="327065" y="180528"/>
                  </a:lnTo>
                  <a:lnTo>
                    <a:pt x="328525" y="175434"/>
                  </a:lnTo>
                  <a:lnTo>
                    <a:pt x="329822" y="170296"/>
                  </a:lnTo>
                  <a:lnTo>
                    <a:pt x="330955" y="165120"/>
                  </a:lnTo>
                  <a:lnTo>
                    <a:pt x="331924" y="159911"/>
                  </a:lnTo>
                  <a:lnTo>
                    <a:pt x="332728" y="154673"/>
                  </a:lnTo>
                  <a:lnTo>
                    <a:pt x="333365" y="149413"/>
                  </a:lnTo>
                  <a:lnTo>
                    <a:pt x="333835" y="144135"/>
                  </a:lnTo>
                  <a:lnTo>
                    <a:pt x="334138" y="138845"/>
                  </a:lnTo>
                  <a:lnTo>
                    <a:pt x="334272" y="133548"/>
                  </a:lnTo>
                  <a:lnTo>
                    <a:pt x="334239" y="128249"/>
                  </a:lnTo>
                  <a:lnTo>
                    <a:pt x="334038" y="122954"/>
                  </a:lnTo>
                  <a:lnTo>
                    <a:pt x="333669" y="117668"/>
                  </a:lnTo>
                  <a:lnTo>
                    <a:pt x="333133" y="112397"/>
                  </a:lnTo>
                  <a:lnTo>
                    <a:pt x="332430" y="107145"/>
                  </a:lnTo>
                  <a:lnTo>
                    <a:pt x="331561" y="101918"/>
                  </a:lnTo>
                  <a:lnTo>
                    <a:pt x="330526" y="96721"/>
                  </a:lnTo>
                  <a:lnTo>
                    <a:pt x="329328" y="91559"/>
                  </a:lnTo>
                  <a:lnTo>
                    <a:pt x="327966" y="86438"/>
                  </a:lnTo>
                  <a:lnTo>
                    <a:pt x="326443" y="81363"/>
                  </a:lnTo>
                  <a:lnTo>
                    <a:pt x="324760" y="76339"/>
                  </a:lnTo>
                  <a:lnTo>
                    <a:pt x="322918" y="71370"/>
                  </a:lnTo>
                  <a:lnTo>
                    <a:pt x="320920" y="66463"/>
                  </a:lnTo>
                  <a:lnTo>
                    <a:pt x="318767" y="61621"/>
                  </a:lnTo>
                  <a:lnTo>
                    <a:pt x="316462" y="56850"/>
                  </a:lnTo>
                  <a:lnTo>
                    <a:pt x="314007" y="52154"/>
                  </a:lnTo>
                  <a:lnTo>
                    <a:pt x="311404" y="47539"/>
                  </a:lnTo>
                  <a:lnTo>
                    <a:pt x="308657" y="43008"/>
                  </a:lnTo>
                  <a:lnTo>
                    <a:pt x="305767" y="38567"/>
                  </a:lnTo>
                  <a:lnTo>
                    <a:pt x="302738" y="34219"/>
                  </a:lnTo>
                  <a:lnTo>
                    <a:pt x="299572" y="29970"/>
                  </a:lnTo>
                  <a:lnTo>
                    <a:pt x="296274" y="25823"/>
                  </a:lnTo>
                  <a:lnTo>
                    <a:pt x="292845" y="21783"/>
                  </a:lnTo>
                  <a:lnTo>
                    <a:pt x="289291" y="17853"/>
                  </a:lnTo>
                  <a:lnTo>
                    <a:pt x="285613" y="14038"/>
                  </a:lnTo>
                  <a:lnTo>
                    <a:pt x="281817" y="10342"/>
                  </a:lnTo>
                  <a:lnTo>
                    <a:pt x="277905" y="6767"/>
                  </a:lnTo>
                  <a:lnTo>
                    <a:pt x="273882" y="3319"/>
                  </a:lnTo>
                  <a:lnTo>
                    <a:pt x="269752" y="0"/>
                  </a:lnTo>
                  <a:lnTo>
                    <a:pt x="167112" y="1319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919011" y="2633064"/>
              <a:ext cx="102639" cy="167167"/>
            </a:xfrm>
            <a:custGeom>
              <a:avLst/>
              <a:pathLst>
                <a:path w="102639" h="167167">
                  <a:moveTo>
                    <a:pt x="102639" y="35219"/>
                  </a:moveTo>
                  <a:lnTo>
                    <a:pt x="98222" y="31899"/>
                  </a:lnTo>
                  <a:lnTo>
                    <a:pt x="93698" y="28727"/>
                  </a:lnTo>
                  <a:lnTo>
                    <a:pt x="89071" y="25706"/>
                  </a:lnTo>
                  <a:lnTo>
                    <a:pt x="84347" y="22839"/>
                  </a:lnTo>
                  <a:lnTo>
                    <a:pt x="79531" y="20131"/>
                  </a:lnTo>
                  <a:lnTo>
                    <a:pt x="74628" y="17583"/>
                  </a:lnTo>
                  <a:lnTo>
                    <a:pt x="69644" y="15198"/>
                  </a:lnTo>
                  <a:lnTo>
                    <a:pt x="64583" y="12979"/>
                  </a:lnTo>
                  <a:lnTo>
                    <a:pt x="59452" y="10929"/>
                  </a:lnTo>
                  <a:lnTo>
                    <a:pt x="54256" y="9049"/>
                  </a:lnTo>
                  <a:lnTo>
                    <a:pt x="49001" y="7343"/>
                  </a:lnTo>
                  <a:lnTo>
                    <a:pt x="43692" y="5810"/>
                  </a:lnTo>
                  <a:lnTo>
                    <a:pt x="38336" y="4455"/>
                  </a:lnTo>
                  <a:lnTo>
                    <a:pt x="32937" y="3277"/>
                  </a:lnTo>
                  <a:lnTo>
                    <a:pt x="27503" y="2278"/>
                  </a:lnTo>
                  <a:lnTo>
                    <a:pt x="22038" y="1459"/>
                  </a:lnTo>
                  <a:lnTo>
                    <a:pt x="16550" y="821"/>
                  </a:lnTo>
                  <a:lnTo>
                    <a:pt x="11043" y="365"/>
                  </a:lnTo>
                  <a:lnTo>
                    <a:pt x="5524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30869" y="2126963"/>
              <a:ext cx="97603" cy="167167"/>
            </a:xfrm>
            <a:custGeom>
              <a:avLst/>
              <a:pathLst>
                <a:path w="97603" h="167167">
                  <a:moveTo>
                    <a:pt x="97603" y="0"/>
                  </a:moveTo>
                  <a:lnTo>
                    <a:pt x="91814" y="100"/>
                  </a:lnTo>
                  <a:lnTo>
                    <a:pt x="86031" y="400"/>
                  </a:lnTo>
                  <a:lnTo>
                    <a:pt x="80263" y="901"/>
                  </a:lnTo>
                  <a:lnTo>
                    <a:pt x="74515" y="1601"/>
                  </a:lnTo>
                  <a:lnTo>
                    <a:pt x="68796" y="2500"/>
                  </a:lnTo>
                  <a:lnTo>
                    <a:pt x="63110" y="3597"/>
                  </a:lnTo>
                  <a:lnTo>
                    <a:pt x="57466" y="4889"/>
                  </a:lnTo>
                  <a:lnTo>
                    <a:pt x="51871" y="6377"/>
                  </a:lnTo>
                  <a:lnTo>
                    <a:pt x="46330" y="8057"/>
                  </a:lnTo>
                  <a:lnTo>
                    <a:pt x="40850" y="9928"/>
                  </a:lnTo>
                  <a:lnTo>
                    <a:pt x="35439" y="11988"/>
                  </a:lnTo>
                  <a:lnTo>
                    <a:pt x="30102" y="14233"/>
                  </a:lnTo>
                  <a:lnTo>
                    <a:pt x="24847" y="16663"/>
                  </a:lnTo>
                  <a:lnTo>
                    <a:pt x="19678" y="19273"/>
                  </a:lnTo>
                  <a:lnTo>
                    <a:pt x="14603" y="22060"/>
                  </a:lnTo>
                  <a:lnTo>
                    <a:pt x="9628" y="25021"/>
                  </a:lnTo>
                  <a:lnTo>
                    <a:pt x="4758" y="28153"/>
                  </a:lnTo>
                  <a:lnTo>
                    <a:pt x="0" y="31452"/>
                  </a:lnTo>
                  <a:lnTo>
                    <a:pt x="9760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30869" y="2158416"/>
              <a:ext cx="97603" cy="135715"/>
            </a:xfrm>
            <a:custGeom>
              <a:avLst/>
              <a:pathLst>
                <a:path w="97603" h="135715">
                  <a:moveTo>
                    <a:pt x="0" y="0"/>
                  </a:moveTo>
                  <a:lnTo>
                    <a:pt x="97603" y="13571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30869" y="2158416"/>
              <a:ext cx="97603" cy="135715"/>
            </a:xfrm>
            <a:custGeom>
              <a:avLst/>
              <a:pathLst>
                <a:path w="97603" h="135715">
                  <a:moveTo>
                    <a:pt x="0" y="0"/>
                  </a:moveTo>
                  <a:lnTo>
                    <a:pt x="97603" y="1357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30869" y="2158416"/>
              <a:ext cx="97603" cy="135715"/>
            </a:xfrm>
            <a:custGeom>
              <a:avLst/>
              <a:pathLst>
                <a:path w="97603" h="135715">
                  <a:moveTo>
                    <a:pt x="0" y="0"/>
                  </a:moveTo>
                  <a:lnTo>
                    <a:pt x="97603" y="1357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30869" y="2158416"/>
              <a:ext cx="97603" cy="135715"/>
            </a:xfrm>
            <a:custGeom>
              <a:avLst/>
              <a:pathLst>
                <a:path w="97603" h="135715">
                  <a:moveTo>
                    <a:pt x="0" y="0"/>
                  </a:moveTo>
                  <a:lnTo>
                    <a:pt x="97603" y="1357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30869" y="2158416"/>
              <a:ext cx="97603" cy="135715"/>
            </a:xfrm>
            <a:custGeom>
              <a:avLst/>
              <a:pathLst>
                <a:path w="97603" h="135715">
                  <a:moveTo>
                    <a:pt x="0" y="0"/>
                  </a:moveTo>
                  <a:lnTo>
                    <a:pt x="97603" y="13571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30869" y="2158416"/>
              <a:ext cx="97603" cy="135715"/>
            </a:xfrm>
            <a:custGeom>
              <a:avLst/>
              <a:pathLst>
                <a:path w="97603" h="135715">
                  <a:moveTo>
                    <a:pt x="0" y="0"/>
                  </a:moveTo>
                  <a:lnTo>
                    <a:pt x="97603" y="1357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30869" y="2158416"/>
              <a:ext cx="97603" cy="135715"/>
            </a:xfrm>
            <a:custGeom>
              <a:avLst/>
              <a:pathLst>
                <a:path w="97603" h="135715">
                  <a:moveTo>
                    <a:pt x="0" y="0"/>
                  </a:moveTo>
                  <a:lnTo>
                    <a:pt x="97603" y="13571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30869" y="2158416"/>
              <a:ext cx="97603" cy="135715"/>
            </a:xfrm>
            <a:custGeom>
              <a:avLst/>
              <a:pathLst>
                <a:path w="97603" h="135715">
                  <a:moveTo>
                    <a:pt x="0" y="0"/>
                  </a:moveTo>
                  <a:lnTo>
                    <a:pt x="97603" y="1357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30869" y="2158416"/>
              <a:ext cx="97603" cy="135715"/>
            </a:xfrm>
            <a:custGeom>
              <a:avLst/>
              <a:pathLst>
                <a:path w="97603" h="135715">
                  <a:moveTo>
                    <a:pt x="0" y="0"/>
                  </a:moveTo>
                  <a:lnTo>
                    <a:pt x="97603" y="13571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30869" y="2158416"/>
              <a:ext cx="97603" cy="135715"/>
            </a:xfrm>
            <a:custGeom>
              <a:avLst/>
              <a:pathLst>
                <a:path w="97603" h="135715">
                  <a:moveTo>
                    <a:pt x="0" y="0"/>
                  </a:moveTo>
                  <a:lnTo>
                    <a:pt x="97603" y="135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30869" y="2158416"/>
              <a:ext cx="97603" cy="135715"/>
            </a:xfrm>
            <a:custGeom>
              <a:avLst/>
              <a:pathLst>
                <a:path w="97603" h="135715">
                  <a:moveTo>
                    <a:pt x="0" y="0"/>
                  </a:moveTo>
                  <a:lnTo>
                    <a:pt x="97603" y="135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30869" y="2158416"/>
              <a:ext cx="97603" cy="135715"/>
            </a:xfrm>
            <a:custGeom>
              <a:avLst/>
              <a:pathLst>
                <a:path w="97603" h="135715">
                  <a:moveTo>
                    <a:pt x="0" y="0"/>
                  </a:moveTo>
                  <a:lnTo>
                    <a:pt x="97603" y="135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30869" y="2158416"/>
              <a:ext cx="97603" cy="135715"/>
            </a:xfrm>
            <a:custGeom>
              <a:avLst/>
              <a:pathLst>
                <a:path w="97603" h="135715">
                  <a:moveTo>
                    <a:pt x="0" y="0"/>
                  </a:moveTo>
                  <a:lnTo>
                    <a:pt x="97603" y="1357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30869" y="2158416"/>
              <a:ext cx="97603" cy="135715"/>
            </a:xfrm>
            <a:custGeom>
              <a:avLst/>
              <a:pathLst>
                <a:path w="97603" h="135715">
                  <a:moveTo>
                    <a:pt x="0" y="0"/>
                  </a:moveTo>
                  <a:lnTo>
                    <a:pt x="97603" y="1357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30869" y="2158416"/>
              <a:ext cx="97603" cy="135715"/>
            </a:xfrm>
            <a:custGeom>
              <a:avLst/>
              <a:pathLst>
                <a:path w="97603" h="135715">
                  <a:moveTo>
                    <a:pt x="0" y="0"/>
                  </a:moveTo>
                  <a:lnTo>
                    <a:pt x="97603" y="1357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30869" y="2158416"/>
              <a:ext cx="97603" cy="135715"/>
            </a:xfrm>
            <a:custGeom>
              <a:avLst/>
              <a:pathLst>
                <a:path w="97603" h="135715">
                  <a:moveTo>
                    <a:pt x="0" y="0"/>
                  </a:moveTo>
                  <a:lnTo>
                    <a:pt x="97603" y="1357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30869" y="2158416"/>
              <a:ext cx="97603" cy="135715"/>
            </a:xfrm>
            <a:custGeom>
              <a:avLst/>
              <a:pathLst>
                <a:path w="97603" h="135715">
                  <a:moveTo>
                    <a:pt x="0" y="0"/>
                  </a:moveTo>
                  <a:lnTo>
                    <a:pt x="97603" y="1357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30869" y="2158416"/>
              <a:ext cx="97603" cy="135715"/>
            </a:xfrm>
            <a:custGeom>
              <a:avLst/>
              <a:pathLst>
                <a:path w="97603" h="135715">
                  <a:moveTo>
                    <a:pt x="0" y="0"/>
                  </a:moveTo>
                  <a:lnTo>
                    <a:pt x="97603" y="135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30869" y="2158416"/>
              <a:ext cx="97603" cy="135715"/>
            </a:xfrm>
            <a:custGeom>
              <a:avLst/>
              <a:pathLst>
                <a:path w="97603" h="135715">
                  <a:moveTo>
                    <a:pt x="0" y="0"/>
                  </a:moveTo>
                  <a:lnTo>
                    <a:pt x="97603" y="135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30869" y="2158416"/>
              <a:ext cx="97603" cy="135715"/>
            </a:xfrm>
            <a:custGeom>
              <a:avLst/>
              <a:pathLst>
                <a:path w="97603" h="135715">
                  <a:moveTo>
                    <a:pt x="0" y="0"/>
                  </a:moveTo>
                  <a:lnTo>
                    <a:pt x="97603" y="135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30869" y="2158416"/>
              <a:ext cx="97603" cy="135715"/>
            </a:xfrm>
            <a:custGeom>
              <a:avLst/>
              <a:pathLst>
                <a:path w="97603" h="135715">
                  <a:moveTo>
                    <a:pt x="0" y="0"/>
                  </a:moveTo>
                  <a:lnTo>
                    <a:pt x="97603" y="1357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30869" y="2158416"/>
              <a:ext cx="97603" cy="135715"/>
            </a:xfrm>
            <a:custGeom>
              <a:avLst/>
              <a:pathLst>
                <a:path w="97603" h="135715">
                  <a:moveTo>
                    <a:pt x="0" y="0"/>
                  </a:moveTo>
                  <a:lnTo>
                    <a:pt x="97603" y="1357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30869" y="2158416"/>
              <a:ext cx="97603" cy="135715"/>
            </a:xfrm>
            <a:custGeom>
              <a:avLst/>
              <a:pathLst>
                <a:path w="97603" h="135715">
                  <a:moveTo>
                    <a:pt x="0" y="0"/>
                  </a:moveTo>
                  <a:lnTo>
                    <a:pt x="97603" y="1357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561310" y="2158416"/>
              <a:ext cx="257710" cy="302882"/>
            </a:xfrm>
            <a:custGeom>
              <a:avLst/>
              <a:pathLst>
                <a:path w="257710" h="302882">
                  <a:moveTo>
                    <a:pt x="69558" y="0"/>
                  </a:moveTo>
                  <a:lnTo>
                    <a:pt x="65284" y="3178"/>
                  </a:lnTo>
                  <a:lnTo>
                    <a:pt x="61114" y="6490"/>
                  </a:lnTo>
                  <a:lnTo>
                    <a:pt x="57051" y="9934"/>
                  </a:lnTo>
                  <a:lnTo>
                    <a:pt x="53100" y="13506"/>
                  </a:lnTo>
                  <a:lnTo>
                    <a:pt x="49265" y="17201"/>
                  </a:lnTo>
                  <a:lnTo>
                    <a:pt x="45549" y="21017"/>
                  </a:lnTo>
                  <a:lnTo>
                    <a:pt x="41957" y="24949"/>
                  </a:lnTo>
                  <a:lnTo>
                    <a:pt x="38492" y="28994"/>
                  </a:lnTo>
                  <a:lnTo>
                    <a:pt x="35158" y="33147"/>
                  </a:lnTo>
                  <a:lnTo>
                    <a:pt x="31957" y="37404"/>
                  </a:lnTo>
                  <a:lnTo>
                    <a:pt x="28894" y="41761"/>
                  </a:lnTo>
                  <a:lnTo>
                    <a:pt x="25971" y="46213"/>
                  </a:lnTo>
                  <a:lnTo>
                    <a:pt x="23192" y="50756"/>
                  </a:lnTo>
                  <a:lnTo>
                    <a:pt x="20559" y="55386"/>
                  </a:lnTo>
                  <a:lnTo>
                    <a:pt x="18074" y="60096"/>
                  </a:lnTo>
                  <a:lnTo>
                    <a:pt x="15741" y="64884"/>
                  </a:lnTo>
                  <a:lnTo>
                    <a:pt x="13561" y="69744"/>
                  </a:lnTo>
                  <a:lnTo>
                    <a:pt x="11538" y="74670"/>
                  </a:lnTo>
                  <a:lnTo>
                    <a:pt x="9672" y="79659"/>
                  </a:lnTo>
                  <a:lnTo>
                    <a:pt x="7966" y="84704"/>
                  </a:lnTo>
                  <a:lnTo>
                    <a:pt x="6422" y="89801"/>
                  </a:lnTo>
                  <a:lnTo>
                    <a:pt x="5041" y="94945"/>
                  </a:lnTo>
                  <a:lnTo>
                    <a:pt x="3825" y="100130"/>
                  </a:lnTo>
                  <a:lnTo>
                    <a:pt x="2774" y="105351"/>
                  </a:lnTo>
                  <a:lnTo>
                    <a:pt x="1890" y="110603"/>
                  </a:lnTo>
                  <a:lnTo>
                    <a:pt x="1174" y="115881"/>
                  </a:lnTo>
                  <a:lnTo>
                    <a:pt x="627" y="121179"/>
                  </a:lnTo>
                  <a:lnTo>
                    <a:pt x="248" y="126491"/>
                  </a:lnTo>
                  <a:lnTo>
                    <a:pt x="39" y="131813"/>
                  </a:lnTo>
                  <a:lnTo>
                    <a:pt x="0" y="137139"/>
                  </a:lnTo>
                  <a:lnTo>
                    <a:pt x="130" y="142463"/>
                  </a:lnTo>
                  <a:lnTo>
                    <a:pt x="429" y="147780"/>
                  </a:lnTo>
                  <a:lnTo>
                    <a:pt x="898" y="153086"/>
                  </a:lnTo>
                  <a:lnTo>
                    <a:pt x="1536" y="158373"/>
                  </a:lnTo>
                  <a:lnTo>
                    <a:pt x="2342" y="163638"/>
                  </a:lnTo>
                  <a:lnTo>
                    <a:pt x="3315" y="168874"/>
                  </a:lnTo>
                  <a:lnTo>
                    <a:pt x="4455" y="174077"/>
                  </a:lnTo>
                  <a:lnTo>
                    <a:pt x="5759" y="179240"/>
                  </a:lnTo>
                  <a:lnTo>
                    <a:pt x="7228" y="184360"/>
                  </a:lnTo>
                  <a:lnTo>
                    <a:pt x="8859" y="189430"/>
                  </a:lnTo>
                  <a:lnTo>
                    <a:pt x="10650" y="194446"/>
                  </a:lnTo>
                  <a:lnTo>
                    <a:pt x="12600" y="199402"/>
                  </a:lnTo>
                  <a:lnTo>
                    <a:pt x="14708" y="204293"/>
                  </a:lnTo>
                  <a:lnTo>
                    <a:pt x="16970" y="209115"/>
                  </a:lnTo>
                  <a:lnTo>
                    <a:pt x="19384" y="213862"/>
                  </a:lnTo>
                  <a:lnTo>
                    <a:pt x="21949" y="218530"/>
                  </a:lnTo>
                  <a:lnTo>
                    <a:pt x="24660" y="223113"/>
                  </a:lnTo>
                  <a:lnTo>
                    <a:pt x="27517" y="227609"/>
                  </a:lnTo>
                  <a:lnTo>
                    <a:pt x="30515" y="232010"/>
                  </a:lnTo>
                  <a:lnTo>
                    <a:pt x="33652" y="236314"/>
                  </a:lnTo>
                  <a:lnTo>
                    <a:pt x="36925" y="240516"/>
                  </a:lnTo>
                  <a:lnTo>
                    <a:pt x="40329" y="244612"/>
                  </a:lnTo>
                  <a:lnTo>
                    <a:pt x="43863" y="248597"/>
                  </a:lnTo>
                  <a:lnTo>
                    <a:pt x="47521" y="252468"/>
                  </a:lnTo>
                  <a:lnTo>
                    <a:pt x="51301" y="256220"/>
                  </a:lnTo>
                  <a:lnTo>
                    <a:pt x="55199" y="259849"/>
                  </a:lnTo>
                  <a:lnTo>
                    <a:pt x="59210" y="263353"/>
                  </a:lnTo>
                  <a:lnTo>
                    <a:pt x="63331" y="266727"/>
                  </a:lnTo>
                  <a:lnTo>
                    <a:pt x="67557" y="269968"/>
                  </a:lnTo>
                  <a:lnTo>
                    <a:pt x="71884" y="273073"/>
                  </a:lnTo>
                  <a:lnTo>
                    <a:pt x="76308" y="276038"/>
                  </a:lnTo>
                  <a:lnTo>
                    <a:pt x="80824" y="278861"/>
                  </a:lnTo>
                  <a:lnTo>
                    <a:pt x="85428" y="281539"/>
                  </a:lnTo>
                  <a:lnTo>
                    <a:pt x="90115" y="284068"/>
                  </a:lnTo>
                  <a:lnTo>
                    <a:pt x="94880" y="286448"/>
                  </a:lnTo>
                  <a:lnTo>
                    <a:pt x="99719" y="288674"/>
                  </a:lnTo>
                  <a:lnTo>
                    <a:pt x="104625" y="290744"/>
                  </a:lnTo>
                  <a:lnTo>
                    <a:pt x="109596" y="292658"/>
                  </a:lnTo>
                  <a:lnTo>
                    <a:pt x="114624" y="294412"/>
                  </a:lnTo>
                  <a:lnTo>
                    <a:pt x="119707" y="296005"/>
                  </a:lnTo>
                  <a:lnTo>
                    <a:pt x="124837" y="297435"/>
                  </a:lnTo>
                  <a:lnTo>
                    <a:pt x="130010" y="298702"/>
                  </a:lnTo>
                  <a:lnTo>
                    <a:pt x="135221" y="299802"/>
                  </a:lnTo>
                  <a:lnTo>
                    <a:pt x="140464" y="300736"/>
                  </a:lnTo>
                  <a:lnTo>
                    <a:pt x="145735" y="301503"/>
                  </a:lnTo>
                  <a:lnTo>
                    <a:pt x="151027" y="302102"/>
                  </a:lnTo>
                  <a:lnTo>
                    <a:pt x="156336" y="302531"/>
                  </a:lnTo>
                  <a:lnTo>
                    <a:pt x="161655" y="302791"/>
                  </a:lnTo>
                  <a:lnTo>
                    <a:pt x="166980" y="302882"/>
                  </a:lnTo>
                  <a:lnTo>
                    <a:pt x="172306" y="302803"/>
                  </a:lnTo>
                  <a:lnTo>
                    <a:pt x="177626" y="302554"/>
                  </a:lnTo>
                  <a:lnTo>
                    <a:pt x="182935" y="302136"/>
                  </a:lnTo>
                  <a:lnTo>
                    <a:pt x="188229" y="301549"/>
                  </a:lnTo>
                  <a:lnTo>
                    <a:pt x="193501" y="300794"/>
                  </a:lnTo>
                  <a:lnTo>
                    <a:pt x="198746" y="299871"/>
                  </a:lnTo>
                  <a:lnTo>
                    <a:pt x="203959" y="298781"/>
                  </a:lnTo>
                  <a:lnTo>
                    <a:pt x="209135" y="297526"/>
                  </a:lnTo>
                  <a:lnTo>
                    <a:pt x="214269" y="296107"/>
                  </a:lnTo>
                  <a:lnTo>
                    <a:pt x="219354" y="294525"/>
                  </a:lnTo>
                  <a:lnTo>
                    <a:pt x="224387" y="292782"/>
                  </a:lnTo>
                  <a:lnTo>
                    <a:pt x="229361" y="290879"/>
                  </a:lnTo>
                  <a:lnTo>
                    <a:pt x="234273" y="288819"/>
                  </a:lnTo>
                  <a:lnTo>
                    <a:pt x="239116" y="286603"/>
                  </a:lnTo>
                  <a:lnTo>
                    <a:pt x="243886" y="284235"/>
                  </a:lnTo>
                  <a:lnTo>
                    <a:pt x="248578" y="281715"/>
                  </a:lnTo>
                  <a:lnTo>
                    <a:pt x="253188" y="279047"/>
                  </a:lnTo>
                  <a:lnTo>
                    <a:pt x="257710" y="276234"/>
                  </a:lnTo>
                  <a:lnTo>
                    <a:pt x="167161" y="1357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728472" y="2126963"/>
              <a:ext cx="167166" cy="307687"/>
            </a:xfrm>
            <a:custGeom>
              <a:avLst/>
              <a:pathLst>
                <a:path w="167166" h="307687">
                  <a:moveTo>
                    <a:pt x="90549" y="307687"/>
                  </a:moveTo>
                  <a:lnTo>
                    <a:pt x="95014" y="304707"/>
                  </a:lnTo>
                  <a:lnTo>
                    <a:pt x="99381" y="301585"/>
                  </a:lnTo>
                  <a:lnTo>
                    <a:pt x="103646" y="298325"/>
                  </a:lnTo>
                  <a:lnTo>
                    <a:pt x="107804" y="294929"/>
                  </a:lnTo>
                  <a:lnTo>
                    <a:pt x="111851" y="291402"/>
                  </a:lnTo>
                  <a:lnTo>
                    <a:pt x="115782" y="287746"/>
                  </a:lnTo>
                  <a:lnTo>
                    <a:pt x="119594" y="283966"/>
                  </a:lnTo>
                  <a:lnTo>
                    <a:pt x="123283" y="280066"/>
                  </a:lnTo>
                  <a:lnTo>
                    <a:pt x="126844" y="276049"/>
                  </a:lnTo>
                  <a:lnTo>
                    <a:pt x="130275" y="271920"/>
                  </a:lnTo>
                  <a:lnTo>
                    <a:pt x="133571" y="267683"/>
                  </a:lnTo>
                  <a:lnTo>
                    <a:pt x="136730" y="263342"/>
                  </a:lnTo>
                  <a:lnTo>
                    <a:pt x="139748" y="258902"/>
                  </a:lnTo>
                  <a:lnTo>
                    <a:pt x="142621" y="254368"/>
                  </a:lnTo>
                  <a:lnTo>
                    <a:pt x="145348" y="249744"/>
                  </a:lnTo>
                  <a:lnTo>
                    <a:pt x="147924" y="245034"/>
                  </a:lnTo>
                  <a:lnTo>
                    <a:pt x="150348" y="240244"/>
                  </a:lnTo>
                  <a:lnTo>
                    <a:pt x="152617" y="235379"/>
                  </a:lnTo>
                  <a:lnTo>
                    <a:pt x="154728" y="230443"/>
                  </a:lnTo>
                  <a:lnTo>
                    <a:pt x="156680" y="225442"/>
                  </a:lnTo>
                  <a:lnTo>
                    <a:pt x="158471" y="220382"/>
                  </a:lnTo>
                  <a:lnTo>
                    <a:pt x="160098" y="215266"/>
                  </a:lnTo>
                  <a:lnTo>
                    <a:pt x="161560" y="210100"/>
                  </a:lnTo>
                  <a:lnTo>
                    <a:pt x="162855" y="204891"/>
                  </a:lnTo>
                  <a:lnTo>
                    <a:pt x="163982" y="199642"/>
                  </a:lnTo>
                  <a:lnTo>
                    <a:pt x="164940" y="194360"/>
                  </a:lnTo>
                  <a:lnTo>
                    <a:pt x="165728" y="189050"/>
                  </a:lnTo>
                  <a:lnTo>
                    <a:pt x="166346" y="183717"/>
                  </a:lnTo>
                  <a:lnTo>
                    <a:pt x="166791" y="178367"/>
                  </a:lnTo>
                  <a:lnTo>
                    <a:pt x="167065" y="173006"/>
                  </a:lnTo>
                  <a:lnTo>
                    <a:pt x="167166" y="167639"/>
                  </a:lnTo>
                  <a:lnTo>
                    <a:pt x="167095" y="162271"/>
                  </a:lnTo>
                  <a:lnTo>
                    <a:pt x="166852" y="156908"/>
                  </a:lnTo>
                  <a:lnTo>
                    <a:pt x="166436" y="151556"/>
                  </a:lnTo>
                  <a:lnTo>
                    <a:pt x="165849" y="146220"/>
                  </a:lnTo>
                  <a:lnTo>
                    <a:pt x="165091" y="140905"/>
                  </a:lnTo>
                  <a:lnTo>
                    <a:pt x="164163" y="135618"/>
                  </a:lnTo>
                  <a:lnTo>
                    <a:pt x="163065" y="130363"/>
                  </a:lnTo>
                  <a:lnTo>
                    <a:pt x="161799" y="125146"/>
                  </a:lnTo>
                  <a:lnTo>
                    <a:pt x="160367" y="119972"/>
                  </a:lnTo>
                  <a:lnTo>
                    <a:pt x="158769" y="114848"/>
                  </a:lnTo>
                  <a:lnTo>
                    <a:pt x="157007" y="109777"/>
                  </a:lnTo>
                  <a:lnTo>
                    <a:pt x="155083" y="104765"/>
                  </a:lnTo>
                  <a:lnTo>
                    <a:pt x="152999" y="99817"/>
                  </a:lnTo>
                  <a:lnTo>
                    <a:pt x="150758" y="94939"/>
                  </a:lnTo>
                  <a:lnTo>
                    <a:pt x="148361" y="90136"/>
                  </a:lnTo>
                  <a:lnTo>
                    <a:pt x="145811" y="85412"/>
                  </a:lnTo>
                  <a:lnTo>
                    <a:pt x="143111" y="80772"/>
                  </a:lnTo>
                  <a:lnTo>
                    <a:pt x="140263" y="76222"/>
                  </a:lnTo>
                  <a:lnTo>
                    <a:pt x="137271" y="71765"/>
                  </a:lnTo>
                  <a:lnTo>
                    <a:pt x="134137" y="67406"/>
                  </a:lnTo>
                  <a:lnTo>
                    <a:pt x="130864" y="63151"/>
                  </a:lnTo>
                  <a:lnTo>
                    <a:pt x="127457" y="59002"/>
                  </a:lnTo>
                  <a:lnTo>
                    <a:pt x="123918" y="54966"/>
                  </a:lnTo>
                  <a:lnTo>
                    <a:pt x="120251" y="51044"/>
                  </a:lnTo>
                  <a:lnTo>
                    <a:pt x="116461" y="47243"/>
                  </a:lnTo>
                  <a:lnTo>
                    <a:pt x="112550" y="43566"/>
                  </a:lnTo>
                  <a:lnTo>
                    <a:pt x="108523" y="40015"/>
                  </a:lnTo>
                  <a:lnTo>
                    <a:pt x="104385" y="36596"/>
                  </a:lnTo>
                  <a:lnTo>
                    <a:pt x="100138" y="33312"/>
                  </a:lnTo>
                  <a:lnTo>
                    <a:pt x="95789" y="30166"/>
                  </a:lnTo>
                  <a:lnTo>
                    <a:pt x="91340" y="27161"/>
                  </a:lnTo>
                  <a:lnTo>
                    <a:pt x="86798" y="24300"/>
                  </a:lnTo>
                  <a:lnTo>
                    <a:pt x="82166" y="21586"/>
                  </a:lnTo>
                  <a:lnTo>
                    <a:pt x="77449" y="19023"/>
                  </a:lnTo>
                  <a:lnTo>
                    <a:pt x="72652" y="16613"/>
                  </a:lnTo>
                  <a:lnTo>
                    <a:pt x="67781" y="14358"/>
                  </a:lnTo>
                  <a:lnTo>
                    <a:pt x="62839" y="12260"/>
                  </a:lnTo>
                  <a:lnTo>
                    <a:pt x="57833" y="10322"/>
                  </a:lnTo>
                  <a:lnTo>
                    <a:pt x="52767" y="8546"/>
                  </a:lnTo>
                  <a:lnTo>
                    <a:pt x="47646" y="6934"/>
                  </a:lnTo>
                  <a:lnTo>
                    <a:pt x="42477" y="5486"/>
                  </a:lnTo>
                  <a:lnTo>
                    <a:pt x="37263" y="4206"/>
                  </a:lnTo>
                  <a:lnTo>
                    <a:pt x="32012" y="3093"/>
                  </a:lnTo>
                  <a:lnTo>
                    <a:pt x="26727" y="2150"/>
                  </a:lnTo>
                  <a:lnTo>
                    <a:pt x="21415" y="1377"/>
                  </a:lnTo>
                  <a:lnTo>
                    <a:pt x="16080" y="775"/>
                  </a:lnTo>
                  <a:lnTo>
                    <a:pt x="10729" y="344"/>
                  </a:lnTo>
                  <a:lnTo>
                    <a:pt x="5367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79715" y="1681503"/>
              <a:ext cx="43519" cy="167167"/>
            </a:xfrm>
            <a:custGeom>
              <a:avLst/>
              <a:pathLst>
                <a:path w="43519" h="167167">
                  <a:moveTo>
                    <a:pt x="43519" y="0"/>
                  </a:moveTo>
                  <a:lnTo>
                    <a:pt x="37231" y="118"/>
                  </a:lnTo>
                  <a:lnTo>
                    <a:pt x="30952" y="473"/>
                  </a:lnTo>
                  <a:lnTo>
                    <a:pt x="24690" y="1063"/>
                  </a:lnTo>
                  <a:lnTo>
                    <a:pt x="18456" y="1889"/>
                  </a:lnTo>
                  <a:lnTo>
                    <a:pt x="12256" y="2949"/>
                  </a:lnTo>
                  <a:lnTo>
                    <a:pt x="6101" y="4241"/>
                  </a:lnTo>
                  <a:lnTo>
                    <a:pt x="0" y="5764"/>
                  </a:lnTo>
                  <a:lnTo>
                    <a:pt x="4351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79715" y="1687267"/>
              <a:ext cx="43519" cy="161403"/>
            </a:xfrm>
            <a:custGeom>
              <a:avLst/>
              <a:pathLst>
                <a:path w="43519" h="161403">
                  <a:moveTo>
                    <a:pt x="0" y="0"/>
                  </a:moveTo>
                  <a:lnTo>
                    <a:pt x="43519" y="1614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79715" y="1687267"/>
              <a:ext cx="43519" cy="161403"/>
            </a:xfrm>
            <a:custGeom>
              <a:avLst/>
              <a:pathLst>
                <a:path w="43519" h="161403">
                  <a:moveTo>
                    <a:pt x="0" y="0"/>
                  </a:moveTo>
                  <a:lnTo>
                    <a:pt x="43519" y="1614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79715" y="1687267"/>
              <a:ext cx="43519" cy="161403"/>
            </a:xfrm>
            <a:custGeom>
              <a:avLst/>
              <a:pathLst>
                <a:path w="43519" h="161403">
                  <a:moveTo>
                    <a:pt x="0" y="0"/>
                  </a:moveTo>
                  <a:lnTo>
                    <a:pt x="43519" y="1614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79715" y="1687267"/>
              <a:ext cx="43519" cy="161403"/>
            </a:xfrm>
            <a:custGeom>
              <a:avLst/>
              <a:pathLst>
                <a:path w="43519" h="161403">
                  <a:moveTo>
                    <a:pt x="0" y="0"/>
                  </a:moveTo>
                  <a:lnTo>
                    <a:pt x="43519" y="1614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79715" y="1687267"/>
              <a:ext cx="43519" cy="161403"/>
            </a:xfrm>
            <a:custGeom>
              <a:avLst/>
              <a:pathLst>
                <a:path w="43519" h="161403">
                  <a:moveTo>
                    <a:pt x="0" y="0"/>
                  </a:moveTo>
                  <a:lnTo>
                    <a:pt x="43519" y="1614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79715" y="1687267"/>
              <a:ext cx="43519" cy="161403"/>
            </a:xfrm>
            <a:custGeom>
              <a:avLst/>
              <a:pathLst>
                <a:path w="43519" h="161403">
                  <a:moveTo>
                    <a:pt x="0" y="0"/>
                  </a:moveTo>
                  <a:lnTo>
                    <a:pt x="43519" y="1614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79715" y="1687267"/>
              <a:ext cx="43519" cy="161403"/>
            </a:xfrm>
            <a:custGeom>
              <a:avLst/>
              <a:pathLst>
                <a:path w="43519" h="161403">
                  <a:moveTo>
                    <a:pt x="0" y="0"/>
                  </a:moveTo>
                  <a:lnTo>
                    <a:pt x="43519" y="1614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9715" y="1687267"/>
              <a:ext cx="43519" cy="161403"/>
            </a:xfrm>
            <a:custGeom>
              <a:avLst/>
              <a:pathLst>
                <a:path w="43519" h="161403">
                  <a:moveTo>
                    <a:pt x="0" y="0"/>
                  </a:moveTo>
                  <a:lnTo>
                    <a:pt x="43519" y="1614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9715" y="1687267"/>
              <a:ext cx="43519" cy="161403"/>
            </a:xfrm>
            <a:custGeom>
              <a:avLst/>
              <a:pathLst>
                <a:path w="43519" h="161403">
                  <a:moveTo>
                    <a:pt x="0" y="0"/>
                  </a:moveTo>
                  <a:lnTo>
                    <a:pt x="43519" y="1614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9715" y="1687267"/>
              <a:ext cx="43519" cy="161403"/>
            </a:xfrm>
            <a:custGeom>
              <a:avLst/>
              <a:pathLst>
                <a:path w="43519" h="161403">
                  <a:moveTo>
                    <a:pt x="0" y="0"/>
                  </a:moveTo>
                  <a:lnTo>
                    <a:pt x="43519" y="1614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9715" y="1687267"/>
              <a:ext cx="43519" cy="161403"/>
            </a:xfrm>
            <a:custGeom>
              <a:avLst/>
              <a:pathLst>
                <a:path w="43519" h="161403">
                  <a:moveTo>
                    <a:pt x="0" y="0"/>
                  </a:moveTo>
                  <a:lnTo>
                    <a:pt x="43519" y="1614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9715" y="1687267"/>
              <a:ext cx="43519" cy="161403"/>
            </a:xfrm>
            <a:custGeom>
              <a:avLst/>
              <a:pathLst>
                <a:path w="43519" h="161403">
                  <a:moveTo>
                    <a:pt x="0" y="0"/>
                  </a:moveTo>
                  <a:lnTo>
                    <a:pt x="43519" y="1614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9715" y="1687267"/>
              <a:ext cx="43519" cy="161403"/>
            </a:xfrm>
            <a:custGeom>
              <a:avLst/>
              <a:pathLst>
                <a:path w="43519" h="161403">
                  <a:moveTo>
                    <a:pt x="0" y="0"/>
                  </a:moveTo>
                  <a:lnTo>
                    <a:pt x="43519" y="1614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9715" y="1687267"/>
              <a:ext cx="43519" cy="161403"/>
            </a:xfrm>
            <a:custGeom>
              <a:avLst/>
              <a:pathLst>
                <a:path w="43519" h="161403">
                  <a:moveTo>
                    <a:pt x="0" y="0"/>
                  </a:moveTo>
                  <a:lnTo>
                    <a:pt x="43519" y="1614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9715" y="1687267"/>
              <a:ext cx="43519" cy="161403"/>
            </a:xfrm>
            <a:custGeom>
              <a:avLst/>
              <a:pathLst>
                <a:path w="43519" h="161403">
                  <a:moveTo>
                    <a:pt x="0" y="0"/>
                  </a:moveTo>
                  <a:lnTo>
                    <a:pt x="43519" y="1614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9715" y="1687267"/>
              <a:ext cx="43519" cy="161403"/>
            </a:xfrm>
            <a:custGeom>
              <a:avLst/>
              <a:pathLst>
                <a:path w="43519" h="161403">
                  <a:moveTo>
                    <a:pt x="0" y="0"/>
                  </a:moveTo>
                  <a:lnTo>
                    <a:pt x="43519" y="1614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9715" y="1687267"/>
              <a:ext cx="43519" cy="161403"/>
            </a:xfrm>
            <a:custGeom>
              <a:avLst/>
              <a:pathLst>
                <a:path w="43519" h="161403">
                  <a:moveTo>
                    <a:pt x="0" y="0"/>
                  </a:moveTo>
                  <a:lnTo>
                    <a:pt x="43519" y="1614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9715" y="1687267"/>
              <a:ext cx="43519" cy="161403"/>
            </a:xfrm>
            <a:custGeom>
              <a:avLst/>
              <a:pathLst>
                <a:path w="43519" h="161403">
                  <a:moveTo>
                    <a:pt x="0" y="0"/>
                  </a:moveTo>
                  <a:lnTo>
                    <a:pt x="43519" y="1614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9715" y="1687267"/>
              <a:ext cx="43519" cy="161403"/>
            </a:xfrm>
            <a:custGeom>
              <a:avLst/>
              <a:pathLst>
                <a:path w="43519" h="161403">
                  <a:moveTo>
                    <a:pt x="0" y="0"/>
                  </a:moveTo>
                  <a:lnTo>
                    <a:pt x="43519" y="1614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9715" y="1687267"/>
              <a:ext cx="43519" cy="161403"/>
            </a:xfrm>
            <a:custGeom>
              <a:avLst/>
              <a:pathLst>
                <a:path w="43519" h="161403">
                  <a:moveTo>
                    <a:pt x="0" y="0"/>
                  </a:moveTo>
                  <a:lnTo>
                    <a:pt x="43519" y="1614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9715" y="1687267"/>
              <a:ext cx="43519" cy="161403"/>
            </a:xfrm>
            <a:custGeom>
              <a:avLst/>
              <a:pathLst>
                <a:path w="43519" h="161403">
                  <a:moveTo>
                    <a:pt x="0" y="0"/>
                  </a:moveTo>
                  <a:lnTo>
                    <a:pt x="43519" y="1614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9715" y="1687267"/>
              <a:ext cx="43519" cy="161403"/>
            </a:xfrm>
            <a:custGeom>
              <a:avLst/>
              <a:pathLst>
                <a:path w="43519" h="161403">
                  <a:moveTo>
                    <a:pt x="0" y="0"/>
                  </a:moveTo>
                  <a:lnTo>
                    <a:pt x="43519" y="1614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256070" y="1687267"/>
              <a:ext cx="334331" cy="328559"/>
            </a:xfrm>
            <a:custGeom>
              <a:avLst/>
              <a:pathLst>
                <a:path w="334331" h="328559">
                  <a:moveTo>
                    <a:pt x="123645" y="0"/>
                  </a:moveTo>
                  <a:lnTo>
                    <a:pt x="118543" y="1463"/>
                  </a:lnTo>
                  <a:lnTo>
                    <a:pt x="113489" y="3087"/>
                  </a:lnTo>
                  <a:lnTo>
                    <a:pt x="108490" y="4871"/>
                  </a:lnTo>
                  <a:lnTo>
                    <a:pt x="103550" y="6813"/>
                  </a:lnTo>
                  <a:lnTo>
                    <a:pt x="98674" y="8910"/>
                  </a:lnTo>
                  <a:lnTo>
                    <a:pt x="93866" y="11162"/>
                  </a:lnTo>
                  <a:lnTo>
                    <a:pt x="89133" y="13565"/>
                  </a:lnTo>
                  <a:lnTo>
                    <a:pt x="84479" y="16117"/>
                  </a:lnTo>
                  <a:lnTo>
                    <a:pt x="79908" y="18815"/>
                  </a:lnTo>
                  <a:lnTo>
                    <a:pt x="75425" y="21657"/>
                  </a:lnTo>
                  <a:lnTo>
                    <a:pt x="71034" y="24641"/>
                  </a:lnTo>
                  <a:lnTo>
                    <a:pt x="66741" y="27762"/>
                  </a:lnTo>
                  <a:lnTo>
                    <a:pt x="62548" y="31017"/>
                  </a:lnTo>
                  <a:lnTo>
                    <a:pt x="58461" y="34405"/>
                  </a:lnTo>
                  <a:lnTo>
                    <a:pt x="54484" y="37920"/>
                  </a:lnTo>
                  <a:lnTo>
                    <a:pt x="50620" y="41560"/>
                  </a:lnTo>
                  <a:lnTo>
                    <a:pt x="46874" y="45320"/>
                  </a:lnTo>
                  <a:lnTo>
                    <a:pt x="43249" y="49198"/>
                  </a:lnTo>
                  <a:lnTo>
                    <a:pt x="39749" y="53189"/>
                  </a:lnTo>
                  <a:lnTo>
                    <a:pt x="36378" y="57289"/>
                  </a:lnTo>
                  <a:lnTo>
                    <a:pt x="33138" y="61494"/>
                  </a:lnTo>
                  <a:lnTo>
                    <a:pt x="30033" y="65799"/>
                  </a:lnTo>
                  <a:lnTo>
                    <a:pt x="27067" y="70201"/>
                  </a:lnTo>
                  <a:lnTo>
                    <a:pt x="24242" y="74695"/>
                  </a:lnTo>
                  <a:lnTo>
                    <a:pt x="21561" y="79277"/>
                  </a:lnTo>
                  <a:lnTo>
                    <a:pt x="19027" y="83941"/>
                  </a:lnTo>
                  <a:lnTo>
                    <a:pt x="16643" y="88683"/>
                  </a:lnTo>
                  <a:lnTo>
                    <a:pt x="14410" y="93499"/>
                  </a:lnTo>
                  <a:lnTo>
                    <a:pt x="12331" y="98383"/>
                  </a:lnTo>
                  <a:lnTo>
                    <a:pt x="10408" y="103331"/>
                  </a:lnTo>
                  <a:lnTo>
                    <a:pt x="8643" y="108337"/>
                  </a:lnTo>
                  <a:lnTo>
                    <a:pt x="7038" y="113397"/>
                  </a:lnTo>
                  <a:lnTo>
                    <a:pt x="5595" y="118505"/>
                  </a:lnTo>
                  <a:lnTo>
                    <a:pt x="4314" y="123656"/>
                  </a:lnTo>
                  <a:lnTo>
                    <a:pt x="3198" y="128845"/>
                  </a:lnTo>
                  <a:lnTo>
                    <a:pt x="2247" y="134068"/>
                  </a:lnTo>
                  <a:lnTo>
                    <a:pt x="1462" y="139318"/>
                  </a:lnTo>
                  <a:lnTo>
                    <a:pt x="845" y="144590"/>
                  </a:lnTo>
                  <a:lnTo>
                    <a:pt x="395" y="149879"/>
                  </a:lnTo>
                  <a:lnTo>
                    <a:pt x="113" y="155179"/>
                  </a:lnTo>
                  <a:lnTo>
                    <a:pt x="0" y="160486"/>
                  </a:lnTo>
                  <a:lnTo>
                    <a:pt x="55" y="165794"/>
                  </a:lnTo>
                  <a:lnTo>
                    <a:pt x="278" y="171098"/>
                  </a:lnTo>
                  <a:lnTo>
                    <a:pt x="670" y="176391"/>
                  </a:lnTo>
                  <a:lnTo>
                    <a:pt x="1230" y="181670"/>
                  </a:lnTo>
                  <a:lnTo>
                    <a:pt x="1957" y="186928"/>
                  </a:lnTo>
                  <a:lnTo>
                    <a:pt x="2851" y="192160"/>
                  </a:lnTo>
                  <a:lnTo>
                    <a:pt x="3910" y="197362"/>
                  </a:lnTo>
                  <a:lnTo>
                    <a:pt x="5134" y="202527"/>
                  </a:lnTo>
                  <a:lnTo>
                    <a:pt x="6522" y="207650"/>
                  </a:lnTo>
                  <a:lnTo>
                    <a:pt x="8071" y="212727"/>
                  </a:lnTo>
                  <a:lnTo>
                    <a:pt x="9781" y="217753"/>
                  </a:lnTo>
                  <a:lnTo>
                    <a:pt x="11649" y="222721"/>
                  </a:lnTo>
                  <a:lnTo>
                    <a:pt x="13674" y="227628"/>
                  </a:lnTo>
                  <a:lnTo>
                    <a:pt x="15854" y="232467"/>
                  </a:lnTo>
                  <a:lnTo>
                    <a:pt x="18187" y="237236"/>
                  </a:lnTo>
                  <a:lnTo>
                    <a:pt x="20670" y="241927"/>
                  </a:lnTo>
                  <a:lnTo>
                    <a:pt x="23300" y="246538"/>
                  </a:lnTo>
                  <a:lnTo>
                    <a:pt x="26076" y="251063"/>
                  </a:lnTo>
                  <a:lnTo>
                    <a:pt x="28993" y="255497"/>
                  </a:lnTo>
                  <a:lnTo>
                    <a:pt x="32050" y="259836"/>
                  </a:lnTo>
                  <a:lnTo>
                    <a:pt x="35244" y="264077"/>
                  </a:lnTo>
                  <a:lnTo>
                    <a:pt x="38570" y="268213"/>
                  </a:lnTo>
                  <a:lnTo>
                    <a:pt x="42026" y="272242"/>
                  </a:lnTo>
                  <a:lnTo>
                    <a:pt x="45608" y="276159"/>
                  </a:lnTo>
                  <a:lnTo>
                    <a:pt x="49313" y="279961"/>
                  </a:lnTo>
                  <a:lnTo>
                    <a:pt x="53137" y="283643"/>
                  </a:lnTo>
                  <a:lnTo>
                    <a:pt x="57075" y="287201"/>
                  </a:lnTo>
                  <a:lnTo>
                    <a:pt x="61125" y="290633"/>
                  </a:lnTo>
                  <a:lnTo>
                    <a:pt x="65281" y="293935"/>
                  </a:lnTo>
                  <a:lnTo>
                    <a:pt x="69540" y="297103"/>
                  </a:lnTo>
                  <a:lnTo>
                    <a:pt x="73898" y="300134"/>
                  </a:lnTo>
                  <a:lnTo>
                    <a:pt x="78350" y="303025"/>
                  </a:lnTo>
                  <a:lnTo>
                    <a:pt x="82891" y="305774"/>
                  </a:lnTo>
                  <a:lnTo>
                    <a:pt x="87517" y="308376"/>
                  </a:lnTo>
                  <a:lnTo>
                    <a:pt x="92223" y="310831"/>
                  </a:lnTo>
                  <a:lnTo>
                    <a:pt x="97005" y="313135"/>
                  </a:lnTo>
                  <a:lnTo>
                    <a:pt x="101858" y="315286"/>
                  </a:lnTo>
                  <a:lnTo>
                    <a:pt x="106777" y="317282"/>
                  </a:lnTo>
                  <a:lnTo>
                    <a:pt x="111756" y="319121"/>
                  </a:lnTo>
                  <a:lnTo>
                    <a:pt x="116792" y="320800"/>
                  </a:lnTo>
                  <a:lnTo>
                    <a:pt x="121878" y="322319"/>
                  </a:lnTo>
                  <a:lnTo>
                    <a:pt x="127010" y="323676"/>
                  </a:lnTo>
                  <a:lnTo>
                    <a:pt x="132182" y="324869"/>
                  </a:lnTo>
                  <a:lnTo>
                    <a:pt x="137390" y="325897"/>
                  </a:lnTo>
                  <a:lnTo>
                    <a:pt x="142627" y="326760"/>
                  </a:lnTo>
                  <a:lnTo>
                    <a:pt x="147890" y="327455"/>
                  </a:lnTo>
                  <a:lnTo>
                    <a:pt x="153171" y="327984"/>
                  </a:lnTo>
                  <a:lnTo>
                    <a:pt x="158467" y="328344"/>
                  </a:lnTo>
                  <a:lnTo>
                    <a:pt x="163772" y="328536"/>
                  </a:lnTo>
                  <a:lnTo>
                    <a:pt x="169080" y="328559"/>
                  </a:lnTo>
                  <a:lnTo>
                    <a:pt x="174386" y="328414"/>
                  </a:lnTo>
                  <a:lnTo>
                    <a:pt x="179685" y="328101"/>
                  </a:lnTo>
                  <a:lnTo>
                    <a:pt x="184971" y="327619"/>
                  </a:lnTo>
                  <a:lnTo>
                    <a:pt x="190240" y="326970"/>
                  </a:lnTo>
                  <a:lnTo>
                    <a:pt x="195485" y="326154"/>
                  </a:lnTo>
                  <a:lnTo>
                    <a:pt x="200701" y="325172"/>
                  </a:lnTo>
                  <a:lnTo>
                    <a:pt x="205884" y="324024"/>
                  </a:lnTo>
                  <a:lnTo>
                    <a:pt x="211028" y="322713"/>
                  </a:lnTo>
                  <a:lnTo>
                    <a:pt x="216127" y="321239"/>
                  </a:lnTo>
                  <a:lnTo>
                    <a:pt x="221177" y="319604"/>
                  </a:lnTo>
                  <a:lnTo>
                    <a:pt x="226173" y="317809"/>
                  </a:lnTo>
                  <a:lnTo>
                    <a:pt x="231109" y="315857"/>
                  </a:lnTo>
                  <a:lnTo>
                    <a:pt x="235980" y="313749"/>
                  </a:lnTo>
                  <a:lnTo>
                    <a:pt x="240782" y="311487"/>
                  </a:lnTo>
                  <a:lnTo>
                    <a:pt x="245510" y="309074"/>
                  </a:lnTo>
                  <a:lnTo>
                    <a:pt x="250159" y="306512"/>
                  </a:lnTo>
                  <a:lnTo>
                    <a:pt x="254725" y="303804"/>
                  </a:lnTo>
                  <a:lnTo>
                    <a:pt x="259202" y="300952"/>
                  </a:lnTo>
                  <a:lnTo>
                    <a:pt x="263586" y="297960"/>
                  </a:lnTo>
                  <a:lnTo>
                    <a:pt x="267873" y="294830"/>
                  </a:lnTo>
                  <a:lnTo>
                    <a:pt x="272058" y="291565"/>
                  </a:lnTo>
                  <a:lnTo>
                    <a:pt x="276138" y="288169"/>
                  </a:lnTo>
                  <a:lnTo>
                    <a:pt x="280108" y="284645"/>
                  </a:lnTo>
                  <a:lnTo>
                    <a:pt x="283964" y="280997"/>
                  </a:lnTo>
                  <a:lnTo>
                    <a:pt x="287702" y="277229"/>
                  </a:lnTo>
                  <a:lnTo>
                    <a:pt x="291319" y="273343"/>
                  </a:lnTo>
                  <a:lnTo>
                    <a:pt x="294810" y="269345"/>
                  </a:lnTo>
                  <a:lnTo>
                    <a:pt x="298173" y="265238"/>
                  </a:lnTo>
                  <a:lnTo>
                    <a:pt x="301404" y="261026"/>
                  </a:lnTo>
                  <a:lnTo>
                    <a:pt x="304499" y="256714"/>
                  </a:lnTo>
                  <a:lnTo>
                    <a:pt x="307456" y="252306"/>
                  </a:lnTo>
                  <a:lnTo>
                    <a:pt x="310271" y="247806"/>
                  </a:lnTo>
                  <a:lnTo>
                    <a:pt x="312942" y="243218"/>
                  </a:lnTo>
                  <a:lnTo>
                    <a:pt x="315466" y="238549"/>
                  </a:lnTo>
                  <a:lnTo>
                    <a:pt x="317841" y="233801"/>
                  </a:lnTo>
                  <a:lnTo>
                    <a:pt x="320064" y="228981"/>
                  </a:lnTo>
                  <a:lnTo>
                    <a:pt x="322132" y="224093"/>
                  </a:lnTo>
                  <a:lnTo>
                    <a:pt x="324044" y="219141"/>
                  </a:lnTo>
                  <a:lnTo>
                    <a:pt x="325798" y="214131"/>
                  </a:lnTo>
                  <a:lnTo>
                    <a:pt x="327392" y="209068"/>
                  </a:lnTo>
                  <a:lnTo>
                    <a:pt x="328825" y="203957"/>
                  </a:lnTo>
                  <a:lnTo>
                    <a:pt x="330095" y="198802"/>
                  </a:lnTo>
                  <a:lnTo>
                    <a:pt x="331200" y="193611"/>
                  </a:lnTo>
                  <a:lnTo>
                    <a:pt x="332140" y="188386"/>
                  </a:lnTo>
                  <a:lnTo>
                    <a:pt x="332913" y="183135"/>
                  </a:lnTo>
                  <a:lnTo>
                    <a:pt x="333520" y="177861"/>
                  </a:lnTo>
                  <a:lnTo>
                    <a:pt x="333958" y="172572"/>
                  </a:lnTo>
                  <a:lnTo>
                    <a:pt x="334229" y="167270"/>
                  </a:lnTo>
                  <a:lnTo>
                    <a:pt x="334331" y="161963"/>
                  </a:lnTo>
                  <a:lnTo>
                    <a:pt x="334264" y="156655"/>
                  </a:lnTo>
                  <a:lnTo>
                    <a:pt x="334029" y="151352"/>
                  </a:lnTo>
                  <a:lnTo>
                    <a:pt x="333626" y="146060"/>
                  </a:lnTo>
                  <a:lnTo>
                    <a:pt x="333055" y="140782"/>
                  </a:lnTo>
                  <a:lnTo>
                    <a:pt x="332317" y="135526"/>
                  </a:lnTo>
                  <a:lnTo>
                    <a:pt x="331412" y="130295"/>
                  </a:lnTo>
                  <a:lnTo>
                    <a:pt x="330342" y="125096"/>
                  </a:lnTo>
                  <a:lnTo>
                    <a:pt x="329107" y="119934"/>
                  </a:lnTo>
                  <a:lnTo>
                    <a:pt x="327708" y="114813"/>
                  </a:lnTo>
                  <a:lnTo>
                    <a:pt x="326148" y="109739"/>
                  </a:lnTo>
                  <a:lnTo>
                    <a:pt x="324428" y="104718"/>
                  </a:lnTo>
                  <a:lnTo>
                    <a:pt x="322549" y="99753"/>
                  </a:lnTo>
                  <a:lnTo>
                    <a:pt x="320513" y="94851"/>
                  </a:lnTo>
                  <a:lnTo>
                    <a:pt x="318323" y="90016"/>
                  </a:lnTo>
                  <a:lnTo>
                    <a:pt x="315980" y="85253"/>
                  </a:lnTo>
                  <a:lnTo>
                    <a:pt x="313487" y="80566"/>
                  </a:lnTo>
                  <a:lnTo>
                    <a:pt x="310847" y="75961"/>
                  </a:lnTo>
                  <a:lnTo>
                    <a:pt x="308062" y="71443"/>
                  </a:lnTo>
                  <a:lnTo>
                    <a:pt x="305135" y="67014"/>
                  </a:lnTo>
                  <a:lnTo>
                    <a:pt x="302068" y="62682"/>
                  </a:lnTo>
                  <a:lnTo>
                    <a:pt x="298866" y="58448"/>
                  </a:lnTo>
                  <a:lnTo>
                    <a:pt x="295531" y="54319"/>
                  </a:lnTo>
                  <a:lnTo>
                    <a:pt x="292066" y="50297"/>
                  </a:lnTo>
                  <a:lnTo>
                    <a:pt x="288476" y="46388"/>
                  </a:lnTo>
                  <a:lnTo>
                    <a:pt x="284763" y="42594"/>
                  </a:lnTo>
                  <a:lnTo>
                    <a:pt x="280932" y="38920"/>
                  </a:lnTo>
                  <a:lnTo>
                    <a:pt x="276985" y="35370"/>
                  </a:lnTo>
                  <a:lnTo>
                    <a:pt x="272929" y="31947"/>
                  </a:lnTo>
                  <a:lnTo>
                    <a:pt x="268765" y="28654"/>
                  </a:lnTo>
                  <a:lnTo>
                    <a:pt x="264499" y="25495"/>
                  </a:lnTo>
                  <a:lnTo>
                    <a:pt x="260135" y="22473"/>
                  </a:lnTo>
                  <a:lnTo>
                    <a:pt x="255677" y="19592"/>
                  </a:lnTo>
                  <a:lnTo>
                    <a:pt x="251130" y="16853"/>
                  </a:lnTo>
                  <a:lnTo>
                    <a:pt x="246498" y="14260"/>
                  </a:lnTo>
                  <a:lnTo>
                    <a:pt x="167164" y="1614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423235" y="1681503"/>
              <a:ext cx="79334" cy="167167"/>
            </a:xfrm>
            <a:custGeom>
              <a:avLst/>
              <a:pathLst>
                <a:path w="79334" h="167167">
                  <a:moveTo>
                    <a:pt x="79334" y="20024"/>
                  </a:moveTo>
                  <a:lnTo>
                    <a:pt x="74088" y="17314"/>
                  </a:lnTo>
                  <a:lnTo>
                    <a:pt x="68750" y="14791"/>
                  </a:lnTo>
                  <a:lnTo>
                    <a:pt x="63326" y="12459"/>
                  </a:lnTo>
                  <a:lnTo>
                    <a:pt x="57824" y="10319"/>
                  </a:lnTo>
                  <a:lnTo>
                    <a:pt x="52249" y="8375"/>
                  </a:lnTo>
                  <a:lnTo>
                    <a:pt x="46609" y="6629"/>
                  </a:lnTo>
                  <a:lnTo>
                    <a:pt x="40911" y="5083"/>
                  </a:lnTo>
                  <a:lnTo>
                    <a:pt x="35161" y="3739"/>
                  </a:lnTo>
                  <a:lnTo>
                    <a:pt x="29368" y="2600"/>
                  </a:lnTo>
                  <a:lnTo>
                    <a:pt x="23539" y="1665"/>
                  </a:lnTo>
                  <a:lnTo>
                    <a:pt x="17680" y="937"/>
                  </a:lnTo>
                  <a:lnTo>
                    <a:pt x="11799" y="416"/>
                  </a:lnTo>
                  <a:lnTo>
                    <a:pt x="5903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853892" y="1322571"/>
              <a:ext cx="334294" cy="334334"/>
            </a:xfrm>
            <a:custGeom>
              <a:avLst/>
              <a:pathLst>
                <a:path w="334294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5" y="757"/>
                  </a:lnTo>
                  <a:lnTo>
                    <a:pt x="145982" y="1345"/>
                  </a:lnTo>
                  <a:lnTo>
                    <a:pt x="140732" y="2100"/>
                  </a:lnTo>
                  <a:lnTo>
                    <a:pt x="135507" y="3021"/>
                  </a:lnTo>
                  <a:lnTo>
                    <a:pt x="130315" y="4107"/>
                  </a:lnTo>
                  <a:lnTo>
                    <a:pt x="125159" y="5358"/>
                  </a:lnTo>
                  <a:lnTo>
                    <a:pt x="120046" y="6772"/>
                  </a:lnTo>
                  <a:lnTo>
                    <a:pt x="114981" y="8347"/>
                  </a:lnTo>
                  <a:lnTo>
                    <a:pt x="109967" y="10082"/>
                  </a:lnTo>
                  <a:lnTo>
                    <a:pt x="105012" y="11976"/>
                  </a:lnTo>
                  <a:lnTo>
                    <a:pt x="100119" y="14026"/>
                  </a:lnTo>
                  <a:lnTo>
                    <a:pt x="95293" y="16229"/>
                  </a:lnTo>
                  <a:lnTo>
                    <a:pt x="90540" y="18585"/>
                  </a:lnTo>
                  <a:lnTo>
                    <a:pt x="85864" y="21091"/>
                  </a:lnTo>
                  <a:lnTo>
                    <a:pt x="81270" y="23744"/>
                  </a:lnTo>
                  <a:lnTo>
                    <a:pt x="76762" y="26541"/>
                  </a:lnTo>
                  <a:lnTo>
                    <a:pt x="72346" y="29479"/>
                  </a:lnTo>
                  <a:lnTo>
                    <a:pt x="68025" y="32557"/>
                  </a:lnTo>
                  <a:lnTo>
                    <a:pt x="63803" y="35770"/>
                  </a:lnTo>
                  <a:lnTo>
                    <a:pt x="59686" y="39115"/>
                  </a:lnTo>
                  <a:lnTo>
                    <a:pt x="55677" y="42589"/>
                  </a:lnTo>
                  <a:lnTo>
                    <a:pt x="51780" y="46189"/>
                  </a:lnTo>
                  <a:lnTo>
                    <a:pt x="48000" y="49910"/>
                  </a:lnTo>
                  <a:lnTo>
                    <a:pt x="44339" y="53750"/>
                  </a:lnTo>
                  <a:lnTo>
                    <a:pt x="40802" y="57704"/>
                  </a:lnTo>
                  <a:lnTo>
                    <a:pt x="37393" y="61768"/>
                  </a:lnTo>
                  <a:lnTo>
                    <a:pt x="34114" y="65938"/>
                  </a:lnTo>
                  <a:lnTo>
                    <a:pt x="30969" y="70210"/>
                  </a:lnTo>
                  <a:lnTo>
                    <a:pt x="27961" y="74580"/>
                  </a:lnTo>
                  <a:lnTo>
                    <a:pt x="25093" y="79043"/>
                  </a:lnTo>
                  <a:lnTo>
                    <a:pt x="22368" y="83595"/>
                  </a:lnTo>
                  <a:lnTo>
                    <a:pt x="19789" y="88231"/>
                  </a:lnTo>
                  <a:lnTo>
                    <a:pt x="17359" y="92946"/>
                  </a:lnTo>
                  <a:lnTo>
                    <a:pt x="15079" y="97736"/>
                  </a:lnTo>
                  <a:lnTo>
                    <a:pt x="12953" y="102597"/>
                  </a:lnTo>
                  <a:lnTo>
                    <a:pt x="10982" y="107522"/>
                  </a:lnTo>
                  <a:lnTo>
                    <a:pt x="9168" y="112507"/>
                  </a:lnTo>
                  <a:lnTo>
                    <a:pt x="7513" y="117547"/>
                  </a:lnTo>
                  <a:lnTo>
                    <a:pt x="6019" y="122637"/>
                  </a:lnTo>
                  <a:lnTo>
                    <a:pt x="4687" y="127772"/>
                  </a:lnTo>
                  <a:lnTo>
                    <a:pt x="3519" y="132947"/>
                  </a:lnTo>
                  <a:lnTo>
                    <a:pt x="2515" y="138156"/>
                  </a:lnTo>
                  <a:lnTo>
                    <a:pt x="1678" y="143395"/>
                  </a:lnTo>
                  <a:lnTo>
                    <a:pt x="1007" y="148657"/>
                  </a:lnTo>
                  <a:lnTo>
                    <a:pt x="503" y="153938"/>
                  </a:lnTo>
                  <a:lnTo>
                    <a:pt x="167" y="159232"/>
                  </a:lnTo>
                  <a:lnTo>
                    <a:pt x="0" y="164535"/>
                  </a:lnTo>
                  <a:lnTo>
                    <a:pt x="0" y="169840"/>
                  </a:lnTo>
                  <a:lnTo>
                    <a:pt x="169" y="175142"/>
                  </a:lnTo>
                  <a:lnTo>
                    <a:pt x="506" y="180436"/>
                  </a:lnTo>
                  <a:lnTo>
                    <a:pt x="1011" y="185717"/>
                  </a:lnTo>
                  <a:lnTo>
                    <a:pt x="1683" y="190979"/>
                  </a:lnTo>
                  <a:lnTo>
                    <a:pt x="2522" y="196217"/>
                  </a:lnTo>
                  <a:lnTo>
                    <a:pt x="3527" y="201426"/>
                  </a:lnTo>
                  <a:lnTo>
                    <a:pt x="4696" y="206601"/>
                  </a:lnTo>
                  <a:lnTo>
                    <a:pt x="6029" y="211735"/>
                  </a:lnTo>
                  <a:lnTo>
                    <a:pt x="7525" y="216825"/>
                  </a:lnTo>
                  <a:lnTo>
                    <a:pt x="9181" y="221865"/>
                  </a:lnTo>
                  <a:lnTo>
                    <a:pt x="10996" y="226850"/>
                  </a:lnTo>
                  <a:lnTo>
                    <a:pt x="12968" y="231775"/>
                  </a:lnTo>
                  <a:lnTo>
                    <a:pt x="15096" y="236634"/>
                  </a:lnTo>
                  <a:lnTo>
                    <a:pt x="17377" y="241424"/>
                  </a:lnTo>
                  <a:lnTo>
                    <a:pt x="19808" y="246139"/>
                  </a:lnTo>
                  <a:lnTo>
                    <a:pt x="22388" y="250774"/>
                  </a:lnTo>
                  <a:lnTo>
                    <a:pt x="25114" y="255325"/>
                  </a:lnTo>
                  <a:lnTo>
                    <a:pt x="27983" y="259787"/>
                  </a:lnTo>
                  <a:lnTo>
                    <a:pt x="30992" y="264156"/>
                  </a:lnTo>
                  <a:lnTo>
                    <a:pt x="34138" y="268428"/>
                  </a:lnTo>
                  <a:lnTo>
                    <a:pt x="37418" y="272597"/>
                  </a:lnTo>
                  <a:lnTo>
                    <a:pt x="40829" y="276661"/>
                  </a:lnTo>
                  <a:lnTo>
                    <a:pt x="44367" y="280613"/>
                  </a:lnTo>
                  <a:lnTo>
                    <a:pt x="48028" y="284452"/>
                  </a:lnTo>
                  <a:lnTo>
                    <a:pt x="51810" y="288173"/>
                  </a:lnTo>
                  <a:lnTo>
                    <a:pt x="55707" y="291772"/>
                  </a:lnTo>
                  <a:lnTo>
                    <a:pt x="59717" y="295245"/>
                  </a:lnTo>
                  <a:lnTo>
                    <a:pt x="63835" y="298589"/>
                  </a:lnTo>
                  <a:lnTo>
                    <a:pt x="68057" y="301801"/>
                  </a:lnTo>
                  <a:lnTo>
                    <a:pt x="72379" y="304877"/>
                  </a:lnTo>
                  <a:lnTo>
                    <a:pt x="76796" y="307815"/>
                  </a:lnTo>
                  <a:lnTo>
                    <a:pt x="81305" y="310611"/>
                  </a:lnTo>
                  <a:lnTo>
                    <a:pt x="85900" y="313263"/>
                  </a:lnTo>
                  <a:lnTo>
                    <a:pt x="90576" y="315767"/>
                  </a:lnTo>
                  <a:lnTo>
                    <a:pt x="95330" y="318122"/>
                  </a:lnTo>
                  <a:lnTo>
                    <a:pt x="100156" y="320325"/>
                  </a:lnTo>
                  <a:lnTo>
                    <a:pt x="105049" y="322373"/>
                  </a:lnTo>
                  <a:lnTo>
                    <a:pt x="110005" y="324265"/>
                  </a:lnTo>
                  <a:lnTo>
                    <a:pt x="115019" y="325999"/>
                  </a:lnTo>
                  <a:lnTo>
                    <a:pt x="120085" y="327573"/>
                  </a:lnTo>
                  <a:lnTo>
                    <a:pt x="125198" y="328986"/>
                  </a:lnTo>
                  <a:lnTo>
                    <a:pt x="130354" y="330235"/>
                  </a:lnTo>
                  <a:lnTo>
                    <a:pt x="135547" y="331321"/>
                  </a:lnTo>
                  <a:lnTo>
                    <a:pt x="140771" y="332241"/>
                  </a:lnTo>
                  <a:lnTo>
                    <a:pt x="146023" y="332994"/>
                  </a:lnTo>
                  <a:lnTo>
                    <a:pt x="151295" y="333581"/>
                  </a:lnTo>
                  <a:lnTo>
                    <a:pt x="156583" y="334000"/>
                  </a:lnTo>
                  <a:lnTo>
                    <a:pt x="161882" y="334251"/>
                  </a:lnTo>
                  <a:lnTo>
                    <a:pt x="167187" y="334334"/>
                  </a:lnTo>
                  <a:lnTo>
                    <a:pt x="172491" y="334249"/>
                  </a:lnTo>
                  <a:lnTo>
                    <a:pt x="177790" y="333995"/>
                  </a:lnTo>
                  <a:lnTo>
                    <a:pt x="183078" y="333573"/>
                  </a:lnTo>
                  <a:lnTo>
                    <a:pt x="188350" y="332984"/>
                  </a:lnTo>
                  <a:lnTo>
                    <a:pt x="193601" y="332228"/>
                  </a:lnTo>
                  <a:lnTo>
                    <a:pt x="198825" y="331305"/>
                  </a:lnTo>
                  <a:lnTo>
                    <a:pt x="204017" y="330218"/>
                  </a:lnTo>
                  <a:lnTo>
                    <a:pt x="209172" y="328965"/>
                  </a:lnTo>
                  <a:lnTo>
                    <a:pt x="214285" y="327551"/>
                  </a:lnTo>
                  <a:lnTo>
                    <a:pt x="219350" y="325974"/>
                  </a:lnTo>
                  <a:lnTo>
                    <a:pt x="224363" y="324238"/>
                  </a:lnTo>
                  <a:lnTo>
                    <a:pt x="229318" y="322343"/>
                  </a:lnTo>
                  <a:lnTo>
                    <a:pt x="234211" y="320292"/>
                  </a:lnTo>
                  <a:lnTo>
                    <a:pt x="239036" y="318087"/>
                  </a:lnTo>
                  <a:lnTo>
                    <a:pt x="243788" y="315730"/>
                  </a:lnTo>
                  <a:lnTo>
                    <a:pt x="248463" y="313223"/>
                  </a:lnTo>
                  <a:lnTo>
                    <a:pt x="253057" y="310570"/>
                  </a:lnTo>
                  <a:lnTo>
                    <a:pt x="257564" y="307771"/>
                  </a:lnTo>
                  <a:lnTo>
                    <a:pt x="261980" y="304832"/>
                  </a:lnTo>
                  <a:lnTo>
                    <a:pt x="266300" y="301753"/>
                  </a:lnTo>
                  <a:lnTo>
                    <a:pt x="270521" y="298539"/>
                  </a:lnTo>
                  <a:lnTo>
                    <a:pt x="274637" y="295193"/>
                  </a:lnTo>
                  <a:lnTo>
                    <a:pt x="278645" y="291718"/>
                  </a:lnTo>
                  <a:lnTo>
                    <a:pt x="282541" y="288117"/>
                  </a:lnTo>
                  <a:lnTo>
                    <a:pt x="286321" y="284395"/>
                  </a:lnTo>
                  <a:lnTo>
                    <a:pt x="289981" y="280554"/>
                  </a:lnTo>
                  <a:lnTo>
                    <a:pt x="293517" y="276599"/>
                  </a:lnTo>
                  <a:lnTo>
                    <a:pt x="296925" y="272535"/>
                  </a:lnTo>
                  <a:lnTo>
                    <a:pt x="300203" y="268364"/>
                  </a:lnTo>
                  <a:lnTo>
                    <a:pt x="303347" y="264091"/>
                  </a:lnTo>
                  <a:lnTo>
                    <a:pt x="306354" y="259720"/>
                  </a:lnTo>
                  <a:lnTo>
                    <a:pt x="309221" y="255256"/>
                  </a:lnTo>
                  <a:lnTo>
                    <a:pt x="311944" y="250704"/>
                  </a:lnTo>
                  <a:lnTo>
                    <a:pt x="314522" y="246067"/>
                  </a:lnTo>
                  <a:lnTo>
                    <a:pt x="316951" y="241351"/>
                  </a:lnTo>
                  <a:lnTo>
                    <a:pt x="319230" y="236561"/>
                  </a:lnTo>
                  <a:lnTo>
                    <a:pt x="321355" y="231700"/>
                  </a:lnTo>
                  <a:lnTo>
                    <a:pt x="323325" y="226774"/>
                  </a:lnTo>
                  <a:lnTo>
                    <a:pt x="325138" y="221789"/>
                  </a:lnTo>
                  <a:lnTo>
                    <a:pt x="326792" y="216748"/>
                  </a:lnTo>
                  <a:lnTo>
                    <a:pt x="328284" y="211658"/>
                  </a:lnTo>
                  <a:lnTo>
                    <a:pt x="329615" y="206522"/>
                  </a:lnTo>
                  <a:lnTo>
                    <a:pt x="330782" y="201347"/>
                  </a:lnTo>
                  <a:lnTo>
                    <a:pt x="331784" y="196138"/>
                  </a:lnTo>
                  <a:lnTo>
                    <a:pt x="332620" y="190899"/>
                  </a:lnTo>
                  <a:lnTo>
                    <a:pt x="333290" y="185637"/>
                  </a:lnTo>
                  <a:lnTo>
                    <a:pt x="333793" y="180356"/>
                  </a:lnTo>
                  <a:lnTo>
                    <a:pt x="334127" y="175061"/>
                  </a:lnTo>
                  <a:lnTo>
                    <a:pt x="334294" y="169759"/>
                  </a:lnTo>
                  <a:lnTo>
                    <a:pt x="334292" y="164454"/>
                  </a:lnTo>
                  <a:lnTo>
                    <a:pt x="334121" y="159152"/>
                  </a:lnTo>
                  <a:lnTo>
                    <a:pt x="333783" y="153858"/>
                  </a:lnTo>
                  <a:lnTo>
                    <a:pt x="333277" y="148577"/>
                  </a:lnTo>
                  <a:lnTo>
                    <a:pt x="332603" y="143315"/>
                  </a:lnTo>
                  <a:lnTo>
                    <a:pt x="331763" y="138077"/>
                  </a:lnTo>
                  <a:lnTo>
                    <a:pt x="330757" y="132868"/>
                  </a:lnTo>
                  <a:lnTo>
                    <a:pt x="329586" y="127694"/>
                  </a:lnTo>
                  <a:lnTo>
                    <a:pt x="328252" y="122559"/>
                  </a:lnTo>
                  <a:lnTo>
                    <a:pt x="326756" y="117470"/>
                  </a:lnTo>
                  <a:lnTo>
                    <a:pt x="325098" y="112431"/>
                  </a:lnTo>
                  <a:lnTo>
                    <a:pt x="323282" y="107446"/>
                  </a:lnTo>
                  <a:lnTo>
                    <a:pt x="321308" y="102522"/>
                  </a:lnTo>
                  <a:lnTo>
                    <a:pt x="319180" y="97663"/>
                  </a:lnTo>
                  <a:lnTo>
                    <a:pt x="316898" y="92874"/>
                  </a:lnTo>
                  <a:lnTo>
                    <a:pt x="314465" y="88160"/>
                  </a:lnTo>
                  <a:lnTo>
                    <a:pt x="311884" y="83525"/>
                  </a:lnTo>
                  <a:lnTo>
                    <a:pt x="309157" y="78974"/>
                  </a:lnTo>
                  <a:lnTo>
                    <a:pt x="306287" y="74513"/>
                  </a:lnTo>
                  <a:lnTo>
                    <a:pt x="303277" y="70144"/>
                  </a:lnTo>
                  <a:lnTo>
                    <a:pt x="300130" y="65874"/>
                  </a:lnTo>
                  <a:lnTo>
                    <a:pt x="296849" y="61705"/>
                  </a:lnTo>
                  <a:lnTo>
                    <a:pt x="293437" y="57643"/>
                  </a:lnTo>
                  <a:lnTo>
                    <a:pt x="289898" y="53691"/>
                  </a:lnTo>
                  <a:lnTo>
                    <a:pt x="286236" y="49853"/>
                  </a:lnTo>
                  <a:lnTo>
                    <a:pt x="282454" y="46133"/>
                  </a:lnTo>
                  <a:lnTo>
                    <a:pt x="278555" y="42535"/>
                  </a:lnTo>
                  <a:lnTo>
                    <a:pt x="274544" y="39063"/>
                  </a:lnTo>
                  <a:lnTo>
                    <a:pt x="270426" y="35720"/>
                  </a:lnTo>
                  <a:lnTo>
                    <a:pt x="266203" y="32509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55081"/>
              <a:ext cx="99056" cy="134658"/>
            </a:xfrm>
            <a:custGeom>
              <a:avLst/>
              <a:pathLst>
                <a:path w="99056" h="134658">
                  <a:moveTo>
                    <a:pt x="99056" y="0"/>
                  </a:moveTo>
                  <a:lnTo>
                    <a:pt x="0" y="1346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53501"/>
              <a:ext cx="99056" cy="136237"/>
            </a:xfrm>
            <a:custGeom>
              <a:avLst/>
              <a:pathLst>
                <a:path w="99056" h="136237">
                  <a:moveTo>
                    <a:pt x="99056" y="1579"/>
                  </a:moveTo>
                  <a:lnTo>
                    <a:pt x="96872" y="0"/>
                  </a:lnTo>
                  <a:lnTo>
                    <a:pt x="0" y="1362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22571"/>
              <a:ext cx="96872" cy="167167"/>
            </a:xfrm>
            <a:custGeom>
              <a:avLst/>
              <a:pathLst>
                <a:path w="96872" h="167167">
                  <a:moveTo>
                    <a:pt x="96872" y="30929"/>
                  </a:moveTo>
                  <a:lnTo>
                    <a:pt x="92137" y="27684"/>
                  </a:lnTo>
                  <a:lnTo>
                    <a:pt x="87294" y="24603"/>
                  </a:lnTo>
                  <a:lnTo>
                    <a:pt x="82348" y="21690"/>
                  </a:lnTo>
                  <a:lnTo>
                    <a:pt x="77305" y="18948"/>
                  </a:lnTo>
                  <a:lnTo>
                    <a:pt x="72171" y="16381"/>
                  </a:lnTo>
                  <a:lnTo>
                    <a:pt x="66951" y="13993"/>
                  </a:lnTo>
                  <a:lnTo>
                    <a:pt x="61653" y="11784"/>
                  </a:lnTo>
                  <a:lnTo>
                    <a:pt x="56282" y="9759"/>
                  </a:lnTo>
                  <a:lnTo>
                    <a:pt x="50845" y="7920"/>
                  </a:lnTo>
                  <a:lnTo>
                    <a:pt x="45347" y="6268"/>
                  </a:lnTo>
                  <a:lnTo>
                    <a:pt x="39796" y="4806"/>
                  </a:lnTo>
                  <a:lnTo>
                    <a:pt x="34199" y="3535"/>
                  </a:lnTo>
                  <a:lnTo>
                    <a:pt x="28561" y="2457"/>
                  </a:lnTo>
                  <a:lnTo>
                    <a:pt x="22889" y="1574"/>
                  </a:lnTo>
                  <a:lnTo>
                    <a:pt x="17190" y="886"/>
                  </a:lnTo>
                  <a:lnTo>
                    <a:pt x="11471" y="394"/>
                  </a:lnTo>
                  <a:lnTo>
                    <a:pt x="5739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378104" y="1071028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60" y="83"/>
                  </a:lnTo>
                  <a:lnTo>
                    <a:pt x="156572" y="335"/>
                  </a:lnTo>
                  <a:lnTo>
                    <a:pt x="151294" y="753"/>
                  </a:lnTo>
                  <a:lnTo>
                    <a:pt x="146033" y="1339"/>
                  </a:lnTo>
                  <a:lnTo>
                    <a:pt x="140792" y="2091"/>
                  </a:lnTo>
                  <a:lnTo>
                    <a:pt x="135578" y="3009"/>
                  </a:lnTo>
                  <a:lnTo>
                    <a:pt x="130396" y="4091"/>
                  </a:lnTo>
                  <a:lnTo>
                    <a:pt x="125251" y="5336"/>
                  </a:lnTo>
                  <a:lnTo>
                    <a:pt x="120147" y="6744"/>
                  </a:lnTo>
                  <a:lnTo>
                    <a:pt x="115091" y="8313"/>
                  </a:lnTo>
                  <a:lnTo>
                    <a:pt x="110087" y="10042"/>
                  </a:lnTo>
                  <a:lnTo>
                    <a:pt x="105140" y="11927"/>
                  </a:lnTo>
                  <a:lnTo>
                    <a:pt x="100255" y="13969"/>
                  </a:lnTo>
                  <a:lnTo>
                    <a:pt x="95438" y="16164"/>
                  </a:lnTo>
                  <a:lnTo>
                    <a:pt x="90692" y="18511"/>
                  </a:lnTo>
                  <a:lnTo>
                    <a:pt x="86023" y="21007"/>
                  </a:lnTo>
                  <a:lnTo>
                    <a:pt x="81436" y="23649"/>
                  </a:lnTo>
                  <a:lnTo>
                    <a:pt x="76934" y="26435"/>
                  </a:lnTo>
                  <a:lnTo>
                    <a:pt x="72523" y="29362"/>
                  </a:lnTo>
                  <a:lnTo>
                    <a:pt x="68207" y="32428"/>
                  </a:lnTo>
                  <a:lnTo>
                    <a:pt x="63990" y="35629"/>
                  </a:lnTo>
                  <a:lnTo>
                    <a:pt x="59877" y="38962"/>
                  </a:lnTo>
                  <a:lnTo>
                    <a:pt x="55871" y="42423"/>
                  </a:lnTo>
                  <a:lnTo>
                    <a:pt x="51976" y="46009"/>
                  </a:lnTo>
                  <a:lnTo>
                    <a:pt x="48198" y="49717"/>
                  </a:lnTo>
                  <a:lnTo>
                    <a:pt x="44538" y="53543"/>
                  </a:lnTo>
                  <a:lnTo>
                    <a:pt x="41002" y="57482"/>
                  </a:lnTo>
                  <a:lnTo>
                    <a:pt x="37592" y="61532"/>
                  </a:lnTo>
                  <a:lnTo>
                    <a:pt x="34312" y="65688"/>
                  </a:lnTo>
                  <a:lnTo>
                    <a:pt x="31165" y="69945"/>
                  </a:lnTo>
                  <a:lnTo>
                    <a:pt x="28155" y="74300"/>
                  </a:lnTo>
                  <a:lnTo>
                    <a:pt x="25284" y="78748"/>
                  </a:lnTo>
                  <a:lnTo>
                    <a:pt x="22555" y="83285"/>
                  </a:lnTo>
                  <a:lnTo>
                    <a:pt x="19971" y="87905"/>
                  </a:lnTo>
                  <a:lnTo>
                    <a:pt x="17535" y="92606"/>
                  </a:lnTo>
                  <a:lnTo>
                    <a:pt x="15249" y="97381"/>
                  </a:lnTo>
                  <a:lnTo>
                    <a:pt x="13116" y="102226"/>
                  </a:lnTo>
                  <a:lnTo>
                    <a:pt x="11136" y="107136"/>
                  </a:lnTo>
                  <a:lnTo>
                    <a:pt x="9314" y="112107"/>
                  </a:lnTo>
                  <a:lnTo>
                    <a:pt x="7649" y="117132"/>
                  </a:lnTo>
                  <a:lnTo>
                    <a:pt x="6145" y="122208"/>
                  </a:lnTo>
                  <a:lnTo>
                    <a:pt x="4802" y="127329"/>
                  </a:lnTo>
                  <a:lnTo>
                    <a:pt x="3622" y="132490"/>
                  </a:lnTo>
                  <a:lnTo>
                    <a:pt x="2606" y="137686"/>
                  </a:lnTo>
                  <a:lnTo>
                    <a:pt x="1755" y="142911"/>
                  </a:lnTo>
                  <a:lnTo>
                    <a:pt x="1070" y="148161"/>
                  </a:lnTo>
                  <a:lnTo>
                    <a:pt x="551" y="153429"/>
                  </a:lnTo>
                  <a:lnTo>
                    <a:pt x="200" y="158712"/>
                  </a:lnTo>
                  <a:lnTo>
                    <a:pt x="16" y="164002"/>
                  </a:lnTo>
                  <a:lnTo>
                    <a:pt x="0" y="169297"/>
                  </a:lnTo>
                  <a:lnTo>
                    <a:pt x="151" y="174588"/>
                  </a:lnTo>
                  <a:lnTo>
                    <a:pt x="470" y="179873"/>
                  </a:lnTo>
                  <a:lnTo>
                    <a:pt x="955" y="185145"/>
                  </a:lnTo>
                  <a:lnTo>
                    <a:pt x="1608" y="190398"/>
                  </a:lnTo>
                  <a:lnTo>
                    <a:pt x="2427" y="195629"/>
                  </a:lnTo>
                  <a:lnTo>
                    <a:pt x="3411" y="200831"/>
                  </a:lnTo>
                  <a:lnTo>
                    <a:pt x="4559" y="205999"/>
                  </a:lnTo>
                  <a:lnTo>
                    <a:pt x="5870" y="211128"/>
                  </a:lnTo>
                  <a:lnTo>
                    <a:pt x="7343" y="216213"/>
                  </a:lnTo>
                  <a:lnTo>
                    <a:pt x="8976" y="221249"/>
                  </a:lnTo>
                  <a:lnTo>
                    <a:pt x="10768" y="226231"/>
                  </a:lnTo>
                  <a:lnTo>
                    <a:pt x="12717" y="231153"/>
                  </a:lnTo>
                  <a:lnTo>
                    <a:pt x="14820" y="236011"/>
                  </a:lnTo>
                  <a:lnTo>
                    <a:pt x="17076" y="240800"/>
                  </a:lnTo>
                  <a:lnTo>
                    <a:pt x="19483" y="245516"/>
                  </a:lnTo>
                  <a:lnTo>
                    <a:pt x="22038" y="250152"/>
                  </a:lnTo>
                  <a:lnTo>
                    <a:pt x="24739" y="254706"/>
                  </a:lnTo>
                  <a:lnTo>
                    <a:pt x="27582" y="259172"/>
                  </a:lnTo>
                  <a:lnTo>
                    <a:pt x="30566" y="263545"/>
                  </a:lnTo>
                  <a:lnTo>
                    <a:pt x="33686" y="267822"/>
                  </a:lnTo>
                  <a:lnTo>
                    <a:pt x="36940" y="271998"/>
                  </a:lnTo>
                  <a:lnTo>
                    <a:pt x="40325" y="276068"/>
                  </a:lnTo>
                  <a:lnTo>
                    <a:pt x="43837" y="280030"/>
                  </a:lnTo>
                  <a:lnTo>
                    <a:pt x="47473" y="283878"/>
                  </a:lnTo>
                  <a:lnTo>
                    <a:pt x="51228" y="287609"/>
                  </a:lnTo>
                  <a:lnTo>
                    <a:pt x="55100" y="291220"/>
                  </a:lnTo>
                  <a:lnTo>
                    <a:pt x="59085" y="294706"/>
                  </a:lnTo>
                  <a:lnTo>
                    <a:pt x="63178" y="298064"/>
                  </a:lnTo>
                  <a:lnTo>
                    <a:pt x="67375" y="301291"/>
                  </a:lnTo>
                  <a:lnTo>
                    <a:pt x="71672" y="304383"/>
                  </a:lnTo>
                  <a:lnTo>
                    <a:pt x="76065" y="307338"/>
                  </a:lnTo>
                  <a:lnTo>
                    <a:pt x="80549" y="310152"/>
                  </a:lnTo>
                  <a:lnTo>
                    <a:pt x="85120" y="312822"/>
                  </a:lnTo>
                  <a:lnTo>
                    <a:pt x="89773" y="315347"/>
                  </a:lnTo>
                  <a:lnTo>
                    <a:pt x="94504" y="317723"/>
                  </a:lnTo>
                  <a:lnTo>
                    <a:pt x="99308" y="319948"/>
                  </a:lnTo>
                  <a:lnTo>
                    <a:pt x="104180" y="322020"/>
                  </a:lnTo>
                  <a:lnTo>
                    <a:pt x="109115" y="323936"/>
                  </a:lnTo>
                  <a:lnTo>
                    <a:pt x="114108" y="325695"/>
                  </a:lnTo>
                  <a:lnTo>
                    <a:pt x="119155" y="327295"/>
                  </a:lnTo>
                  <a:lnTo>
                    <a:pt x="124249" y="328735"/>
                  </a:lnTo>
                  <a:lnTo>
                    <a:pt x="129387" y="330012"/>
                  </a:lnTo>
                  <a:lnTo>
                    <a:pt x="134563" y="331127"/>
                  </a:lnTo>
                  <a:lnTo>
                    <a:pt x="139771" y="332076"/>
                  </a:lnTo>
                  <a:lnTo>
                    <a:pt x="145006" y="332861"/>
                  </a:lnTo>
                  <a:lnTo>
                    <a:pt x="150264" y="333479"/>
                  </a:lnTo>
                  <a:lnTo>
                    <a:pt x="155539" y="333930"/>
                  </a:lnTo>
                  <a:lnTo>
                    <a:pt x="160826" y="334215"/>
                  </a:lnTo>
                  <a:lnTo>
                    <a:pt x="166118" y="334331"/>
                  </a:lnTo>
                  <a:lnTo>
                    <a:pt x="171412" y="334280"/>
                  </a:lnTo>
                  <a:lnTo>
                    <a:pt x="176702" y="334061"/>
                  </a:lnTo>
                  <a:lnTo>
                    <a:pt x="181982" y="333675"/>
                  </a:lnTo>
                  <a:lnTo>
                    <a:pt x="187247" y="333122"/>
                  </a:lnTo>
                  <a:lnTo>
                    <a:pt x="192492" y="332403"/>
                  </a:lnTo>
                  <a:lnTo>
                    <a:pt x="197711" y="331518"/>
                  </a:lnTo>
                  <a:lnTo>
                    <a:pt x="202900" y="330468"/>
                  </a:lnTo>
                  <a:lnTo>
                    <a:pt x="208053" y="329254"/>
                  </a:lnTo>
                  <a:lnTo>
                    <a:pt x="213165" y="327877"/>
                  </a:lnTo>
                  <a:lnTo>
                    <a:pt x="218231" y="326340"/>
                  </a:lnTo>
                  <a:lnTo>
                    <a:pt x="223246" y="324643"/>
                  </a:lnTo>
                  <a:lnTo>
                    <a:pt x="228204" y="322787"/>
                  </a:lnTo>
                  <a:lnTo>
                    <a:pt x="233102" y="320776"/>
                  </a:lnTo>
                  <a:lnTo>
                    <a:pt x="237933" y="318611"/>
                  </a:lnTo>
                  <a:lnTo>
                    <a:pt x="242693" y="316294"/>
                  </a:lnTo>
                  <a:lnTo>
                    <a:pt x="247377" y="313827"/>
                  </a:lnTo>
                  <a:lnTo>
                    <a:pt x="251981" y="311213"/>
                  </a:lnTo>
                  <a:lnTo>
                    <a:pt x="256500" y="308455"/>
                  </a:lnTo>
                  <a:lnTo>
                    <a:pt x="260929" y="305555"/>
                  </a:lnTo>
                  <a:lnTo>
                    <a:pt x="265264" y="302516"/>
                  </a:lnTo>
                  <a:lnTo>
                    <a:pt x="269500" y="299341"/>
                  </a:lnTo>
                  <a:lnTo>
                    <a:pt x="273634" y="296034"/>
                  </a:lnTo>
                  <a:lnTo>
                    <a:pt x="277662" y="292598"/>
                  </a:lnTo>
                  <a:lnTo>
                    <a:pt x="281578" y="289035"/>
                  </a:lnTo>
                  <a:lnTo>
                    <a:pt x="285380" y="285351"/>
                  </a:lnTo>
                  <a:lnTo>
                    <a:pt x="289063" y="281548"/>
                  </a:lnTo>
                  <a:lnTo>
                    <a:pt x="292624" y="277630"/>
                  </a:lnTo>
                  <a:lnTo>
                    <a:pt x="296059" y="273602"/>
                  </a:lnTo>
                  <a:lnTo>
                    <a:pt x="299364" y="269467"/>
                  </a:lnTo>
                  <a:lnTo>
                    <a:pt x="302537" y="265229"/>
                  </a:lnTo>
                  <a:lnTo>
                    <a:pt x="305575" y="260893"/>
                  </a:lnTo>
                  <a:lnTo>
                    <a:pt x="308473" y="256463"/>
                  </a:lnTo>
                  <a:lnTo>
                    <a:pt x="311230" y="251943"/>
                  </a:lnTo>
                  <a:lnTo>
                    <a:pt x="313842" y="247338"/>
                  </a:lnTo>
                  <a:lnTo>
                    <a:pt x="316307" y="242653"/>
                  </a:lnTo>
                  <a:lnTo>
                    <a:pt x="318623" y="237892"/>
                  </a:lnTo>
                  <a:lnTo>
                    <a:pt x="320786" y="233060"/>
                  </a:lnTo>
                  <a:lnTo>
                    <a:pt x="322796" y="228162"/>
                  </a:lnTo>
                  <a:lnTo>
                    <a:pt x="324649" y="223203"/>
                  </a:lnTo>
                  <a:lnTo>
                    <a:pt x="326344" y="218188"/>
                  </a:lnTo>
                  <a:lnTo>
                    <a:pt x="327880" y="213122"/>
                  </a:lnTo>
                  <a:lnTo>
                    <a:pt x="329255" y="208009"/>
                  </a:lnTo>
                  <a:lnTo>
                    <a:pt x="330467" y="202856"/>
                  </a:lnTo>
                  <a:lnTo>
                    <a:pt x="331515" y="197666"/>
                  </a:lnTo>
                  <a:lnTo>
                    <a:pt x="332398" y="192446"/>
                  </a:lnTo>
                  <a:lnTo>
                    <a:pt x="333116" y="187201"/>
                  </a:lnTo>
                  <a:lnTo>
                    <a:pt x="333667" y="181936"/>
                  </a:lnTo>
                  <a:lnTo>
                    <a:pt x="334051" y="176656"/>
                  </a:lnTo>
                  <a:lnTo>
                    <a:pt x="334268" y="171366"/>
                  </a:lnTo>
                  <a:lnTo>
                    <a:pt x="334317" y="166072"/>
                  </a:lnTo>
                  <a:lnTo>
                    <a:pt x="334199" y="160779"/>
                  </a:lnTo>
                  <a:lnTo>
                    <a:pt x="333913" y="155493"/>
                  </a:lnTo>
                  <a:lnTo>
                    <a:pt x="333459" y="150218"/>
                  </a:lnTo>
                  <a:lnTo>
                    <a:pt x="332839" y="144961"/>
                  </a:lnTo>
                  <a:lnTo>
                    <a:pt x="332053" y="139725"/>
                  </a:lnTo>
                  <a:lnTo>
                    <a:pt x="331101" y="134518"/>
                  </a:lnTo>
                  <a:lnTo>
                    <a:pt x="329985" y="129342"/>
                  </a:lnTo>
                  <a:lnTo>
                    <a:pt x="328706" y="124205"/>
                  </a:lnTo>
                  <a:lnTo>
                    <a:pt x="327265" y="119111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90140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90140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90140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90140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90140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90140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90140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90140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90140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90140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90140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90140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90140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90140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90140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90140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90140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90140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90140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90140"/>
              <a:ext cx="160111" cy="48055"/>
            </a:xfrm>
            <a:custGeom>
              <a:avLst/>
              <a:pathLst>
                <a:path w="160111" h="48055">
                  <a:moveTo>
                    <a:pt x="160111" y="0"/>
                  </a:moveTo>
                  <a:lnTo>
                    <a:pt x="0" y="480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86709"/>
              <a:ext cx="160111" cy="51486"/>
            </a:xfrm>
            <a:custGeom>
              <a:avLst/>
              <a:pathLst>
                <a:path w="160111" h="51486">
                  <a:moveTo>
                    <a:pt x="160111" y="3430"/>
                  </a:moveTo>
                  <a:lnTo>
                    <a:pt x="159041" y="0"/>
                  </a:lnTo>
                  <a:lnTo>
                    <a:pt x="0" y="514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071028"/>
              <a:ext cx="159041" cy="167167"/>
            </a:xfrm>
            <a:custGeom>
              <a:avLst/>
              <a:pathLst>
                <a:path w="159041" h="167167">
                  <a:moveTo>
                    <a:pt x="159041" y="115680"/>
                  </a:moveTo>
                  <a:lnTo>
                    <a:pt x="157298" y="110579"/>
                  </a:lnTo>
                  <a:lnTo>
                    <a:pt x="155391" y="105537"/>
                  </a:lnTo>
                  <a:lnTo>
                    <a:pt x="153323" y="100558"/>
                  </a:lnTo>
                  <a:lnTo>
                    <a:pt x="151096" y="95649"/>
                  </a:lnTo>
                  <a:lnTo>
                    <a:pt x="148712" y="90815"/>
                  </a:lnTo>
                  <a:lnTo>
                    <a:pt x="146172" y="86059"/>
                  </a:lnTo>
                  <a:lnTo>
                    <a:pt x="143481" y="81388"/>
                  </a:lnTo>
                  <a:lnTo>
                    <a:pt x="140641" y="76807"/>
                  </a:lnTo>
                  <a:lnTo>
                    <a:pt x="137654" y="72319"/>
                  </a:lnTo>
                  <a:lnTo>
                    <a:pt x="134524" y="67930"/>
                  </a:lnTo>
                  <a:lnTo>
                    <a:pt x="131255" y="63644"/>
                  </a:lnTo>
                  <a:lnTo>
                    <a:pt x="127848" y="59465"/>
                  </a:lnTo>
                  <a:lnTo>
                    <a:pt x="124309" y="55399"/>
                  </a:lnTo>
                  <a:lnTo>
                    <a:pt x="120641" y="51449"/>
                  </a:lnTo>
                  <a:lnTo>
                    <a:pt x="116847" y="47619"/>
                  </a:lnTo>
                  <a:lnTo>
                    <a:pt x="112932" y="43914"/>
                  </a:lnTo>
                  <a:lnTo>
                    <a:pt x="108899" y="40337"/>
                  </a:lnTo>
                  <a:lnTo>
                    <a:pt x="104753" y="36891"/>
                  </a:lnTo>
                  <a:lnTo>
                    <a:pt x="100498" y="33582"/>
                  </a:lnTo>
                  <a:lnTo>
                    <a:pt x="96138" y="30411"/>
                  </a:lnTo>
                  <a:lnTo>
                    <a:pt x="91679" y="27382"/>
                  </a:lnTo>
                  <a:lnTo>
                    <a:pt x="87124" y="24498"/>
                  </a:lnTo>
                  <a:lnTo>
                    <a:pt x="82478" y="21763"/>
                  </a:lnTo>
                  <a:lnTo>
                    <a:pt x="77747" y="19180"/>
                  </a:lnTo>
                  <a:lnTo>
                    <a:pt x="72935" y="16750"/>
                  </a:lnTo>
                  <a:lnTo>
                    <a:pt x="68047" y="14476"/>
                  </a:lnTo>
                  <a:lnTo>
                    <a:pt x="63089" y="12362"/>
                  </a:lnTo>
                  <a:lnTo>
                    <a:pt x="58064" y="10408"/>
                  </a:lnTo>
                  <a:lnTo>
                    <a:pt x="52980" y="8617"/>
                  </a:lnTo>
                  <a:lnTo>
                    <a:pt x="47840" y="6991"/>
                  </a:lnTo>
                  <a:lnTo>
                    <a:pt x="42651" y="5532"/>
                  </a:lnTo>
                  <a:lnTo>
                    <a:pt x="37417" y="4241"/>
                  </a:lnTo>
                  <a:lnTo>
                    <a:pt x="32144" y="3119"/>
                  </a:lnTo>
                  <a:lnTo>
                    <a:pt x="26838" y="2168"/>
                  </a:lnTo>
                  <a:lnTo>
                    <a:pt x="21504" y="1388"/>
                  </a:lnTo>
                  <a:lnTo>
                    <a:pt x="16147" y="781"/>
                  </a:lnTo>
                  <a:lnTo>
                    <a:pt x="10774" y="347"/>
                  </a:lnTo>
                  <a:lnTo>
                    <a:pt x="5390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895118" y="941493"/>
              <a:ext cx="128425" cy="167167"/>
            </a:xfrm>
            <a:custGeom>
              <a:avLst/>
              <a:pathLst>
                <a:path w="128425" h="167167">
                  <a:moveTo>
                    <a:pt x="128425" y="0"/>
                  </a:moveTo>
                  <a:lnTo>
                    <a:pt x="122794" y="94"/>
                  </a:lnTo>
                  <a:lnTo>
                    <a:pt x="117168" y="379"/>
                  </a:lnTo>
                  <a:lnTo>
                    <a:pt x="111556" y="853"/>
                  </a:lnTo>
                  <a:lnTo>
                    <a:pt x="105962" y="1516"/>
                  </a:lnTo>
                  <a:lnTo>
                    <a:pt x="100394" y="2366"/>
                  </a:lnTo>
                  <a:lnTo>
                    <a:pt x="94858" y="3404"/>
                  </a:lnTo>
                  <a:lnTo>
                    <a:pt x="89360" y="4628"/>
                  </a:lnTo>
                  <a:lnTo>
                    <a:pt x="83906" y="6037"/>
                  </a:lnTo>
                  <a:lnTo>
                    <a:pt x="78503" y="7628"/>
                  </a:lnTo>
                  <a:lnTo>
                    <a:pt x="73156" y="9400"/>
                  </a:lnTo>
                  <a:lnTo>
                    <a:pt x="67873" y="11352"/>
                  </a:lnTo>
                  <a:lnTo>
                    <a:pt x="62658" y="13480"/>
                  </a:lnTo>
                  <a:lnTo>
                    <a:pt x="57517" y="15783"/>
                  </a:lnTo>
                  <a:lnTo>
                    <a:pt x="52458" y="18258"/>
                  </a:lnTo>
                  <a:lnTo>
                    <a:pt x="47484" y="20902"/>
                  </a:lnTo>
                  <a:lnTo>
                    <a:pt x="42602" y="23712"/>
                  </a:lnTo>
                  <a:lnTo>
                    <a:pt x="37818" y="26685"/>
                  </a:lnTo>
                  <a:lnTo>
                    <a:pt x="33137" y="29817"/>
                  </a:lnTo>
                  <a:lnTo>
                    <a:pt x="28564" y="33105"/>
                  </a:lnTo>
                  <a:lnTo>
                    <a:pt x="24104" y="36546"/>
                  </a:lnTo>
                  <a:lnTo>
                    <a:pt x="19762" y="40134"/>
                  </a:lnTo>
                  <a:lnTo>
                    <a:pt x="15544" y="43867"/>
                  </a:lnTo>
                  <a:lnTo>
                    <a:pt x="11454" y="47740"/>
                  </a:lnTo>
                  <a:lnTo>
                    <a:pt x="7497" y="51749"/>
                  </a:lnTo>
                  <a:lnTo>
                    <a:pt x="3678" y="55888"/>
                  </a:lnTo>
                  <a:lnTo>
                    <a:pt x="0" y="60154"/>
                  </a:lnTo>
                  <a:lnTo>
                    <a:pt x="12842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895118" y="1001647"/>
              <a:ext cx="128425" cy="107012"/>
            </a:xfrm>
            <a:custGeom>
              <a:avLst/>
              <a:pathLst>
                <a:path w="128425" h="107012">
                  <a:moveTo>
                    <a:pt x="0" y="0"/>
                  </a:moveTo>
                  <a:lnTo>
                    <a:pt x="128425" y="1070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856378" y="991652"/>
              <a:ext cx="334320" cy="284170"/>
            </a:xfrm>
            <a:custGeom>
              <a:avLst/>
              <a:pathLst>
                <a:path w="334320" h="284170">
                  <a:moveTo>
                    <a:pt x="38739" y="9995"/>
                  </a:moveTo>
                  <a:lnTo>
                    <a:pt x="35401" y="14133"/>
                  </a:lnTo>
                  <a:lnTo>
                    <a:pt x="32196" y="18375"/>
                  </a:lnTo>
                  <a:lnTo>
                    <a:pt x="29128" y="22716"/>
                  </a:lnTo>
                  <a:lnTo>
                    <a:pt x="26200" y="27153"/>
                  </a:lnTo>
                  <a:lnTo>
                    <a:pt x="23414" y="31681"/>
                  </a:lnTo>
                  <a:lnTo>
                    <a:pt x="20773" y="36296"/>
                  </a:lnTo>
                  <a:lnTo>
                    <a:pt x="18281" y="40992"/>
                  </a:lnTo>
                  <a:lnTo>
                    <a:pt x="15939" y="45764"/>
                  </a:lnTo>
                  <a:lnTo>
                    <a:pt x="13750" y="50609"/>
                  </a:lnTo>
                  <a:lnTo>
                    <a:pt x="11716" y="55521"/>
                  </a:lnTo>
                  <a:lnTo>
                    <a:pt x="9839" y="60495"/>
                  </a:lnTo>
                  <a:lnTo>
                    <a:pt x="8122" y="65527"/>
                  </a:lnTo>
                  <a:lnTo>
                    <a:pt x="6565" y="70610"/>
                  </a:lnTo>
                  <a:lnTo>
                    <a:pt x="5171" y="75741"/>
                  </a:lnTo>
                  <a:lnTo>
                    <a:pt x="3941" y="80913"/>
                  </a:lnTo>
                  <a:lnTo>
                    <a:pt x="2876" y="86121"/>
                  </a:lnTo>
                  <a:lnTo>
                    <a:pt x="1976" y="91361"/>
                  </a:lnTo>
                  <a:lnTo>
                    <a:pt x="1244" y="96627"/>
                  </a:lnTo>
                  <a:lnTo>
                    <a:pt x="680" y="101913"/>
                  </a:lnTo>
                  <a:lnTo>
                    <a:pt x="284" y="107215"/>
                  </a:lnTo>
                  <a:lnTo>
                    <a:pt x="57" y="112526"/>
                  </a:lnTo>
                  <a:lnTo>
                    <a:pt x="0" y="117842"/>
                  </a:lnTo>
                  <a:lnTo>
                    <a:pt x="111" y="123158"/>
                  </a:lnTo>
                  <a:lnTo>
                    <a:pt x="391" y="128467"/>
                  </a:lnTo>
                  <a:lnTo>
                    <a:pt x="839" y="133764"/>
                  </a:lnTo>
                  <a:lnTo>
                    <a:pt x="1456" y="139045"/>
                  </a:lnTo>
                  <a:lnTo>
                    <a:pt x="2241" y="144303"/>
                  </a:lnTo>
                  <a:lnTo>
                    <a:pt x="3192" y="149533"/>
                  </a:lnTo>
                  <a:lnTo>
                    <a:pt x="4309" y="154731"/>
                  </a:lnTo>
                  <a:lnTo>
                    <a:pt x="5591" y="159891"/>
                  </a:lnTo>
                  <a:lnTo>
                    <a:pt x="7037" y="165007"/>
                  </a:lnTo>
                  <a:lnTo>
                    <a:pt x="8644" y="170074"/>
                  </a:lnTo>
                  <a:lnTo>
                    <a:pt x="10412" y="175088"/>
                  </a:lnTo>
                  <a:lnTo>
                    <a:pt x="12338" y="180044"/>
                  </a:lnTo>
                  <a:lnTo>
                    <a:pt x="14421" y="184935"/>
                  </a:lnTo>
                  <a:lnTo>
                    <a:pt x="16658" y="189758"/>
                  </a:lnTo>
                  <a:lnTo>
                    <a:pt x="19047" y="194507"/>
                  </a:lnTo>
                  <a:lnTo>
                    <a:pt x="21587" y="199178"/>
                  </a:lnTo>
                  <a:lnTo>
                    <a:pt x="24273" y="203765"/>
                  </a:lnTo>
                  <a:lnTo>
                    <a:pt x="27104" y="208265"/>
                  </a:lnTo>
                  <a:lnTo>
                    <a:pt x="30077" y="212673"/>
                  </a:lnTo>
                  <a:lnTo>
                    <a:pt x="33188" y="216984"/>
                  </a:lnTo>
                  <a:lnTo>
                    <a:pt x="36435" y="221194"/>
                  </a:lnTo>
                  <a:lnTo>
                    <a:pt x="39814" y="225298"/>
                  </a:lnTo>
                  <a:lnTo>
                    <a:pt x="43322" y="229293"/>
                  </a:lnTo>
                  <a:lnTo>
                    <a:pt x="46955" y="233174"/>
                  </a:lnTo>
                  <a:lnTo>
                    <a:pt x="50710" y="236938"/>
                  </a:lnTo>
                  <a:lnTo>
                    <a:pt x="54583" y="240580"/>
                  </a:lnTo>
                  <a:lnTo>
                    <a:pt x="58569" y="244098"/>
                  </a:lnTo>
                  <a:lnTo>
                    <a:pt x="62665" y="247487"/>
                  </a:lnTo>
                  <a:lnTo>
                    <a:pt x="66867" y="250744"/>
                  </a:lnTo>
                  <a:lnTo>
                    <a:pt x="71171" y="253865"/>
                  </a:lnTo>
                  <a:lnTo>
                    <a:pt x="75571" y="256849"/>
                  </a:lnTo>
                  <a:lnTo>
                    <a:pt x="80064" y="259691"/>
                  </a:lnTo>
                  <a:lnTo>
                    <a:pt x="84645" y="262388"/>
                  </a:lnTo>
                  <a:lnTo>
                    <a:pt x="89310" y="264939"/>
                  </a:lnTo>
                  <a:lnTo>
                    <a:pt x="94054" y="267339"/>
                  </a:lnTo>
                  <a:lnTo>
                    <a:pt x="98871" y="269588"/>
                  </a:lnTo>
                  <a:lnTo>
                    <a:pt x="103757" y="271683"/>
                  </a:lnTo>
                  <a:lnTo>
                    <a:pt x="108708" y="273621"/>
                  </a:lnTo>
                  <a:lnTo>
                    <a:pt x="113718" y="275400"/>
                  </a:lnTo>
                  <a:lnTo>
                    <a:pt x="118781" y="277020"/>
                  </a:lnTo>
                  <a:lnTo>
                    <a:pt x="123894" y="278478"/>
                  </a:lnTo>
                  <a:lnTo>
                    <a:pt x="129050" y="279772"/>
                  </a:lnTo>
                  <a:lnTo>
                    <a:pt x="134245" y="280902"/>
                  </a:lnTo>
                  <a:lnTo>
                    <a:pt x="139474" y="281865"/>
                  </a:lnTo>
                  <a:lnTo>
                    <a:pt x="144730" y="282663"/>
                  </a:lnTo>
                  <a:lnTo>
                    <a:pt x="150009" y="283292"/>
                  </a:lnTo>
                  <a:lnTo>
                    <a:pt x="155305" y="283754"/>
                  </a:lnTo>
                  <a:lnTo>
                    <a:pt x="160614" y="284047"/>
                  </a:lnTo>
                  <a:lnTo>
                    <a:pt x="165929" y="284170"/>
                  </a:lnTo>
                  <a:lnTo>
                    <a:pt x="171245" y="284125"/>
                  </a:lnTo>
                  <a:lnTo>
                    <a:pt x="176557" y="283911"/>
                  </a:lnTo>
                  <a:lnTo>
                    <a:pt x="181860" y="283528"/>
                  </a:lnTo>
                  <a:lnTo>
                    <a:pt x="187147" y="282976"/>
                  </a:lnTo>
                  <a:lnTo>
                    <a:pt x="192415" y="282257"/>
                  </a:lnTo>
                  <a:lnTo>
                    <a:pt x="197657" y="281371"/>
                  </a:lnTo>
                  <a:lnTo>
                    <a:pt x="202868" y="280318"/>
                  </a:lnTo>
                  <a:lnTo>
                    <a:pt x="208043" y="279100"/>
                  </a:lnTo>
                  <a:lnTo>
                    <a:pt x="213177" y="277718"/>
                  </a:lnTo>
                  <a:lnTo>
                    <a:pt x="218264" y="276174"/>
                  </a:lnTo>
                  <a:lnTo>
                    <a:pt x="223299" y="274468"/>
                  </a:lnTo>
                  <a:lnTo>
                    <a:pt x="228278" y="272604"/>
                  </a:lnTo>
                  <a:lnTo>
                    <a:pt x="233195" y="270582"/>
                  </a:lnTo>
                  <a:lnTo>
                    <a:pt x="238045" y="268404"/>
                  </a:lnTo>
                  <a:lnTo>
                    <a:pt x="242823" y="266074"/>
                  </a:lnTo>
                  <a:lnTo>
                    <a:pt x="247525" y="263593"/>
                  </a:lnTo>
                  <a:lnTo>
                    <a:pt x="252146" y="260963"/>
                  </a:lnTo>
                  <a:lnTo>
                    <a:pt x="256680" y="258188"/>
                  </a:lnTo>
                  <a:lnTo>
                    <a:pt x="261124" y="255270"/>
                  </a:lnTo>
                  <a:lnTo>
                    <a:pt x="265474" y="252212"/>
                  </a:lnTo>
                  <a:lnTo>
                    <a:pt x="269723" y="249018"/>
                  </a:lnTo>
                  <a:lnTo>
                    <a:pt x="273869" y="245690"/>
                  </a:lnTo>
                  <a:lnTo>
                    <a:pt x="277907" y="242232"/>
                  </a:lnTo>
                  <a:lnTo>
                    <a:pt x="281833" y="238647"/>
                  </a:lnTo>
                  <a:lnTo>
                    <a:pt x="285643" y="234939"/>
                  </a:lnTo>
                  <a:lnTo>
                    <a:pt x="289333" y="231112"/>
                  </a:lnTo>
                  <a:lnTo>
                    <a:pt x="292900" y="227169"/>
                  </a:lnTo>
                  <a:lnTo>
                    <a:pt x="296339" y="223116"/>
                  </a:lnTo>
                  <a:lnTo>
                    <a:pt x="299648" y="218954"/>
                  </a:lnTo>
                  <a:lnTo>
                    <a:pt x="302823" y="214690"/>
                  </a:lnTo>
                  <a:lnTo>
                    <a:pt x="305860" y="210327"/>
                  </a:lnTo>
                  <a:lnTo>
                    <a:pt x="308758" y="205869"/>
                  </a:lnTo>
                  <a:lnTo>
                    <a:pt x="311512" y="201322"/>
                  </a:lnTo>
                  <a:lnTo>
                    <a:pt x="314120" y="196689"/>
                  </a:lnTo>
                  <a:lnTo>
                    <a:pt x="316579" y="191976"/>
                  </a:lnTo>
                  <a:lnTo>
                    <a:pt x="318888" y="187187"/>
                  </a:lnTo>
                  <a:lnTo>
                    <a:pt x="321043" y="182327"/>
                  </a:lnTo>
                  <a:lnTo>
                    <a:pt x="323042" y="177400"/>
                  </a:lnTo>
                  <a:lnTo>
                    <a:pt x="324884" y="172413"/>
                  </a:lnTo>
                  <a:lnTo>
                    <a:pt x="326566" y="167370"/>
                  </a:lnTo>
                  <a:lnTo>
                    <a:pt x="328086" y="162276"/>
                  </a:lnTo>
                  <a:lnTo>
                    <a:pt x="329445" y="157136"/>
                  </a:lnTo>
                  <a:lnTo>
                    <a:pt x="330638" y="151955"/>
                  </a:lnTo>
                  <a:lnTo>
                    <a:pt x="331667" y="146739"/>
                  </a:lnTo>
                  <a:lnTo>
                    <a:pt x="332529" y="141493"/>
                  </a:lnTo>
                  <a:lnTo>
                    <a:pt x="333224" y="136222"/>
                  </a:lnTo>
                  <a:lnTo>
                    <a:pt x="333751" y="130932"/>
                  </a:lnTo>
                  <a:lnTo>
                    <a:pt x="334110" y="125628"/>
                  </a:lnTo>
                  <a:lnTo>
                    <a:pt x="334300" y="120315"/>
                  </a:lnTo>
                  <a:lnTo>
                    <a:pt x="334320" y="114998"/>
                  </a:lnTo>
                  <a:lnTo>
                    <a:pt x="334172" y="109684"/>
                  </a:lnTo>
                  <a:lnTo>
                    <a:pt x="333854" y="104377"/>
                  </a:lnTo>
                  <a:lnTo>
                    <a:pt x="333369" y="99083"/>
                  </a:lnTo>
                  <a:lnTo>
                    <a:pt x="332715" y="93807"/>
                  </a:lnTo>
                  <a:lnTo>
                    <a:pt x="331893" y="88554"/>
                  </a:lnTo>
                  <a:lnTo>
                    <a:pt x="330905" y="83331"/>
                  </a:lnTo>
                  <a:lnTo>
                    <a:pt x="329751" y="78141"/>
                  </a:lnTo>
                  <a:lnTo>
                    <a:pt x="328433" y="72990"/>
                  </a:lnTo>
                  <a:lnTo>
                    <a:pt x="326952" y="67885"/>
                  </a:lnTo>
                  <a:lnTo>
                    <a:pt x="325309" y="62828"/>
                  </a:lnTo>
                  <a:lnTo>
                    <a:pt x="323506" y="57827"/>
                  </a:lnTo>
                  <a:lnTo>
                    <a:pt x="321545" y="52885"/>
                  </a:lnTo>
                  <a:lnTo>
                    <a:pt x="319428" y="48009"/>
                  </a:lnTo>
                  <a:lnTo>
                    <a:pt x="317157" y="43202"/>
                  </a:lnTo>
                  <a:lnTo>
                    <a:pt x="314734" y="38470"/>
                  </a:lnTo>
                  <a:lnTo>
                    <a:pt x="312162" y="33817"/>
                  </a:lnTo>
                  <a:lnTo>
                    <a:pt x="309444" y="29248"/>
                  </a:lnTo>
                  <a:lnTo>
                    <a:pt x="306581" y="24768"/>
                  </a:lnTo>
                  <a:lnTo>
                    <a:pt x="303577" y="20381"/>
                  </a:lnTo>
                  <a:lnTo>
                    <a:pt x="300436" y="16093"/>
                  </a:lnTo>
                  <a:lnTo>
                    <a:pt x="297159" y="11906"/>
                  </a:lnTo>
                  <a:lnTo>
                    <a:pt x="293752" y="7825"/>
                  </a:lnTo>
                  <a:lnTo>
                    <a:pt x="290216" y="3855"/>
                  </a:lnTo>
                  <a:lnTo>
                    <a:pt x="286555" y="0"/>
                  </a:lnTo>
                  <a:lnTo>
                    <a:pt x="167165" y="11700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5023544" y="941493"/>
              <a:ext cx="119390" cy="167167"/>
            </a:xfrm>
            <a:custGeom>
              <a:avLst/>
              <a:pathLst>
                <a:path w="119390" h="167167">
                  <a:moveTo>
                    <a:pt x="119390" y="50159"/>
                  </a:moveTo>
                  <a:lnTo>
                    <a:pt x="115447" y="46267"/>
                  </a:lnTo>
                  <a:lnTo>
                    <a:pt x="111377" y="42507"/>
                  </a:lnTo>
                  <a:lnTo>
                    <a:pt x="107185" y="38885"/>
                  </a:lnTo>
                  <a:lnTo>
                    <a:pt x="102875" y="35403"/>
                  </a:lnTo>
                  <a:lnTo>
                    <a:pt x="98452" y="32067"/>
                  </a:lnTo>
                  <a:lnTo>
                    <a:pt x="93921" y="28878"/>
                  </a:lnTo>
                  <a:lnTo>
                    <a:pt x="89286" y="25842"/>
                  </a:lnTo>
                  <a:lnTo>
                    <a:pt x="84554" y="22961"/>
                  </a:lnTo>
                  <a:lnTo>
                    <a:pt x="79729" y="20238"/>
                  </a:lnTo>
                  <a:lnTo>
                    <a:pt x="74816" y="17676"/>
                  </a:lnTo>
                  <a:lnTo>
                    <a:pt x="69821" y="15279"/>
                  </a:lnTo>
                  <a:lnTo>
                    <a:pt x="64749" y="13049"/>
                  </a:lnTo>
                  <a:lnTo>
                    <a:pt x="59606" y="10988"/>
                  </a:lnTo>
                  <a:lnTo>
                    <a:pt x="54398" y="9098"/>
                  </a:lnTo>
                  <a:lnTo>
                    <a:pt x="49130" y="7382"/>
                  </a:lnTo>
                  <a:lnTo>
                    <a:pt x="43808" y="5842"/>
                  </a:lnTo>
                  <a:lnTo>
                    <a:pt x="38438" y="4479"/>
                  </a:lnTo>
                  <a:lnTo>
                    <a:pt x="33025" y="3294"/>
                  </a:lnTo>
                  <a:lnTo>
                    <a:pt x="27577" y="2290"/>
                  </a:lnTo>
                  <a:lnTo>
                    <a:pt x="22098" y="1467"/>
                  </a:lnTo>
                  <a:lnTo>
                    <a:pt x="16594" y="825"/>
                  </a:lnTo>
                  <a:lnTo>
                    <a:pt x="11073" y="367"/>
                  </a:lnTo>
                  <a:lnTo>
                    <a:pt x="5539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69368" y="941493"/>
              <a:ext cx="116847" cy="167167"/>
            </a:xfrm>
            <a:custGeom>
              <a:avLst/>
              <a:pathLst>
                <a:path w="116847" h="167167">
                  <a:moveTo>
                    <a:pt x="116847" y="0"/>
                  </a:moveTo>
                  <a:lnTo>
                    <a:pt x="111223" y="94"/>
                  </a:lnTo>
                  <a:lnTo>
                    <a:pt x="105605" y="378"/>
                  </a:lnTo>
                  <a:lnTo>
                    <a:pt x="99999" y="851"/>
                  </a:lnTo>
                  <a:lnTo>
                    <a:pt x="94413" y="1512"/>
                  </a:lnTo>
                  <a:lnTo>
                    <a:pt x="88853" y="2360"/>
                  </a:lnTo>
                  <a:lnTo>
                    <a:pt x="83324" y="3395"/>
                  </a:lnTo>
                  <a:lnTo>
                    <a:pt x="77832" y="4616"/>
                  </a:lnTo>
                  <a:lnTo>
                    <a:pt x="72386" y="6021"/>
                  </a:lnTo>
                  <a:lnTo>
                    <a:pt x="66989" y="7608"/>
                  </a:lnTo>
                  <a:lnTo>
                    <a:pt x="61649" y="9376"/>
                  </a:lnTo>
                  <a:lnTo>
                    <a:pt x="56371" y="11322"/>
                  </a:lnTo>
                  <a:lnTo>
                    <a:pt x="51162" y="13445"/>
                  </a:lnTo>
                  <a:lnTo>
                    <a:pt x="46027" y="15742"/>
                  </a:lnTo>
                  <a:lnTo>
                    <a:pt x="40973" y="18210"/>
                  </a:lnTo>
                  <a:lnTo>
                    <a:pt x="36004" y="20847"/>
                  </a:lnTo>
                  <a:lnTo>
                    <a:pt x="31127" y="23650"/>
                  </a:lnTo>
                  <a:lnTo>
                    <a:pt x="26347" y="26616"/>
                  </a:lnTo>
                  <a:lnTo>
                    <a:pt x="21669" y="29740"/>
                  </a:lnTo>
                  <a:lnTo>
                    <a:pt x="17100" y="33020"/>
                  </a:lnTo>
                  <a:lnTo>
                    <a:pt x="12643" y="36452"/>
                  </a:lnTo>
                  <a:lnTo>
                    <a:pt x="8304" y="40032"/>
                  </a:lnTo>
                  <a:lnTo>
                    <a:pt x="4088" y="43756"/>
                  </a:lnTo>
                  <a:lnTo>
                    <a:pt x="0" y="47619"/>
                  </a:lnTo>
                  <a:lnTo>
                    <a:pt x="11684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69368" y="98911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69368" y="98911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69368" y="98911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69368" y="98911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69368" y="98911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69368" y="98911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69368" y="98911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69368" y="98911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69368" y="98911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69368" y="98911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69368" y="98911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69368" y="98911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69368" y="98911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69368" y="98911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69368" y="98911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69368" y="98911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69368" y="98911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69368" y="989113"/>
              <a:ext cx="116847" cy="119547"/>
            </a:xfrm>
            <a:custGeom>
              <a:avLst/>
              <a:pathLst>
                <a:path w="116847" h="119547">
                  <a:moveTo>
                    <a:pt x="0" y="0"/>
                  </a:moveTo>
                  <a:lnTo>
                    <a:pt x="116847" y="1195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19048" y="989113"/>
              <a:ext cx="167166" cy="265172"/>
            </a:xfrm>
            <a:custGeom>
              <a:avLst/>
              <a:pathLst>
                <a:path w="167166" h="265172">
                  <a:moveTo>
                    <a:pt x="50319" y="0"/>
                  </a:moveTo>
                  <a:lnTo>
                    <a:pt x="46557" y="3796"/>
                  </a:lnTo>
                  <a:lnTo>
                    <a:pt x="42919" y="7710"/>
                  </a:lnTo>
                  <a:lnTo>
                    <a:pt x="39407" y="11739"/>
                  </a:lnTo>
                  <a:lnTo>
                    <a:pt x="36027" y="15878"/>
                  </a:lnTo>
                  <a:lnTo>
                    <a:pt x="32780" y="20123"/>
                  </a:lnTo>
                  <a:lnTo>
                    <a:pt x="29670" y="24469"/>
                  </a:lnTo>
                  <a:lnTo>
                    <a:pt x="26701" y="28913"/>
                  </a:lnTo>
                  <a:lnTo>
                    <a:pt x="23876" y="33450"/>
                  </a:lnTo>
                  <a:lnTo>
                    <a:pt x="21197" y="38074"/>
                  </a:lnTo>
                  <a:lnTo>
                    <a:pt x="18667" y="42782"/>
                  </a:lnTo>
                  <a:lnTo>
                    <a:pt x="16289" y="47568"/>
                  </a:lnTo>
                  <a:lnTo>
                    <a:pt x="14066" y="52427"/>
                  </a:lnTo>
                  <a:lnTo>
                    <a:pt x="11998" y="57356"/>
                  </a:lnTo>
                  <a:lnTo>
                    <a:pt x="10090" y="62347"/>
                  </a:lnTo>
                  <a:lnTo>
                    <a:pt x="8341" y="67398"/>
                  </a:lnTo>
                  <a:lnTo>
                    <a:pt x="6756" y="72501"/>
                  </a:lnTo>
                  <a:lnTo>
                    <a:pt x="5334" y="77653"/>
                  </a:lnTo>
                  <a:lnTo>
                    <a:pt x="4077" y="82847"/>
                  </a:lnTo>
                  <a:lnTo>
                    <a:pt x="2987" y="88079"/>
                  </a:lnTo>
                  <a:lnTo>
                    <a:pt x="2065" y="93344"/>
                  </a:lnTo>
                  <a:lnTo>
                    <a:pt x="1312" y="98634"/>
                  </a:lnTo>
                  <a:lnTo>
                    <a:pt x="729" y="103947"/>
                  </a:lnTo>
                  <a:lnTo>
                    <a:pt x="315" y="109275"/>
                  </a:lnTo>
                  <a:lnTo>
                    <a:pt x="72" y="114614"/>
                  </a:lnTo>
                  <a:lnTo>
                    <a:pt x="0" y="119958"/>
                  </a:lnTo>
                  <a:lnTo>
                    <a:pt x="98" y="125301"/>
                  </a:lnTo>
                  <a:lnTo>
                    <a:pt x="367" y="130638"/>
                  </a:lnTo>
                  <a:lnTo>
                    <a:pt x="807" y="135965"/>
                  </a:lnTo>
                  <a:lnTo>
                    <a:pt x="1417" y="141274"/>
                  </a:lnTo>
                  <a:lnTo>
                    <a:pt x="2196" y="146561"/>
                  </a:lnTo>
                  <a:lnTo>
                    <a:pt x="3144" y="151821"/>
                  </a:lnTo>
                  <a:lnTo>
                    <a:pt x="4259" y="157047"/>
                  </a:lnTo>
                  <a:lnTo>
                    <a:pt x="5541" y="162236"/>
                  </a:lnTo>
                  <a:lnTo>
                    <a:pt x="6989" y="167380"/>
                  </a:lnTo>
                  <a:lnTo>
                    <a:pt x="8599" y="172476"/>
                  </a:lnTo>
                  <a:lnTo>
                    <a:pt x="10372" y="177518"/>
                  </a:lnTo>
                  <a:lnTo>
                    <a:pt x="12306" y="182500"/>
                  </a:lnTo>
                  <a:lnTo>
                    <a:pt x="14397" y="187418"/>
                  </a:lnTo>
                  <a:lnTo>
                    <a:pt x="16645" y="192267"/>
                  </a:lnTo>
                  <a:lnTo>
                    <a:pt x="19046" y="197041"/>
                  </a:lnTo>
                  <a:lnTo>
                    <a:pt x="21599" y="201736"/>
                  </a:lnTo>
                  <a:lnTo>
                    <a:pt x="24301" y="206347"/>
                  </a:lnTo>
                  <a:lnTo>
                    <a:pt x="27148" y="210870"/>
                  </a:lnTo>
                  <a:lnTo>
                    <a:pt x="30139" y="215299"/>
                  </a:lnTo>
                  <a:lnTo>
                    <a:pt x="33270" y="219630"/>
                  </a:lnTo>
                  <a:lnTo>
                    <a:pt x="36537" y="223859"/>
                  </a:lnTo>
                  <a:lnTo>
                    <a:pt x="39938" y="227981"/>
                  </a:lnTo>
                  <a:lnTo>
                    <a:pt x="43470" y="231993"/>
                  </a:lnTo>
                  <a:lnTo>
                    <a:pt x="47127" y="235889"/>
                  </a:lnTo>
                  <a:lnTo>
                    <a:pt x="50908" y="239667"/>
                  </a:lnTo>
                  <a:lnTo>
                    <a:pt x="54807" y="243322"/>
                  </a:lnTo>
                  <a:lnTo>
                    <a:pt x="58821" y="246850"/>
                  </a:lnTo>
                  <a:lnTo>
                    <a:pt x="62945" y="250249"/>
                  </a:lnTo>
                  <a:lnTo>
                    <a:pt x="67177" y="253513"/>
                  </a:lnTo>
                  <a:lnTo>
                    <a:pt x="71510" y="256641"/>
                  </a:lnTo>
                  <a:lnTo>
                    <a:pt x="75941" y="259629"/>
                  </a:lnTo>
                  <a:lnTo>
                    <a:pt x="80466" y="262473"/>
                  </a:lnTo>
                  <a:lnTo>
                    <a:pt x="85079" y="265172"/>
                  </a:lnTo>
                  <a:lnTo>
                    <a:pt x="167166" y="1195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404127" y="941493"/>
              <a:ext cx="249240" cy="334332"/>
            </a:xfrm>
            <a:custGeom>
              <a:avLst/>
              <a:pathLst>
                <a:path w="249240" h="334332">
                  <a:moveTo>
                    <a:pt x="0" y="312792"/>
                  </a:moveTo>
                  <a:lnTo>
                    <a:pt x="4668" y="315326"/>
                  </a:lnTo>
                  <a:lnTo>
                    <a:pt x="9415" y="317712"/>
                  </a:lnTo>
                  <a:lnTo>
                    <a:pt x="14236" y="319945"/>
                  </a:lnTo>
                  <a:lnTo>
                    <a:pt x="19125" y="322024"/>
                  </a:lnTo>
                  <a:lnTo>
                    <a:pt x="24077" y="323946"/>
                  </a:lnTo>
                  <a:lnTo>
                    <a:pt x="29089" y="325711"/>
                  </a:lnTo>
                  <a:lnTo>
                    <a:pt x="34153" y="327315"/>
                  </a:lnTo>
                  <a:lnTo>
                    <a:pt x="39266" y="328757"/>
                  </a:lnTo>
                  <a:lnTo>
                    <a:pt x="44423" y="330036"/>
                  </a:lnTo>
                  <a:lnTo>
                    <a:pt x="49617" y="331151"/>
                  </a:lnTo>
                  <a:lnTo>
                    <a:pt x="54844" y="332100"/>
                  </a:lnTo>
                  <a:lnTo>
                    <a:pt x="60099" y="332882"/>
                  </a:lnTo>
                  <a:lnTo>
                    <a:pt x="65376" y="333497"/>
                  </a:lnTo>
                  <a:lnTo>
                    <a:pt x="70670" y="333944"/>
                  </a:lnTo>
                  <a:lnTo>
                    <a:pt x="75975" y="334223"/>
                  </a:lnTo>
                  <a:lnTo>
                    <a:pt x="81287" y="334332"/>
                  </a:lnTo>
                  <a:lnTo>
                    <a:pt x="86599" y="334273"/>
                  </a:lnTo>
                  <a:lnTo>
                    <a:pt x="91907" y="334046"/>
                  </a:lnTo>
                  <a:lnTo>
                    <a:pt x="97204" y="333649"/>
                  </a:lnTo>
                  <a:lnTo>
                    <a:pt x="102487" y="333085"/>
                  </a:lnTo>
                  <a:lnTo>
                    <a:pt x="107749" y="332353"/>
                  </a:lnTo>
                  <a:lnTo>
                    <a:pt x="112985" y="331454"/>
                  </a:lnTo>
                  <a:lnTo>
                    <a:pt x="118190" y="330389"/>
                  </a:lnTo>
                  <a:lnTo>
                    <a:pt x="123358" y="329160"/>
                  </a:lnTo>
                  <a:lnTo>
                    <a:pt x="128485" y="327767"/>
                  </a:lnTo>
                  <a:lnTo>
                    <a:pt x="133565" y="326211"/>
                  </a:lnTo>
                  <a:lnTo>
                    <a:pt x="138593" y="324495"/>
                  </a:lnTo>
                  <a:lnTo>
                    <a:pt x="143563" y="322620"/>
                  </a:lnTo>
                  <a:lnTo>
                    <a:pt x="148472" y="320588"/>
                  </a:lnTo>
                  <a:lnTo>
                    <a:pt x="153314" y="318401"/>
                  </a:lnTo>
                  <a:lnTo>
                    <a:pt x="158083" y="316061"/>
                  </a:lnTo>
                  <a:lnTo>
                    <a:pt x="162776" y="313571"/>
                  </a:lnTo>
                  <a:lnTo>
                    <a:pt x="167388" y="310933"/>
                  </a:lnTo>
                  <a:lnTo>
                    <a:pt x="171913" y="308150"/>
                  </a:lnTo>
                  <a:lnTo>
                    <a:pt x="176348" y="305225"/>
                  </a:lnTo>
                  <a:lnTo>
                    <a:pt x="180687" y="302160"/>
                  </a:lnTo>
                  <a:lnTo>
                    <a:pt x="184927" y="298959"/>
                  </a:lnTo>
                  <a:lnTo>
                    <a:pt x="189063" y="295624"/>
                  </a:lnTo>
                  <a:lnTo>
                    <a:pt x="193091" y="292160"/>
                  </a:lnTo>
                  <a:lnTo>
                    <a:pt x="197006" y="288570"/>
                  </a:lnTo>
                  <a:lnTo>
                    <a:pt x="200806" y="284857"/>
                  </a:lnTo>
                  <a:lnTo>
                    <a:pt x="204486" y="281025"/>
                  </a:lnTo>
                  <a:lnTo>
                    <a:pt x="208042" y="277078"/>
                  </a:lnTo>
                  <a:lnTo>
                    <a:pt x="211471" y="273020"/>
                  </a:lnTo>
                  <a:lnTo>
                    <a:pt x="214769" y="268855"/>
                  </a:lnTo>
                  <a:lnTo>
                    <a:pt x="217933" y="264588"/>
                  </a:lnTo>
                  <a:lnTo>
                    <a:pt x="220961" y="260222"/>
                  </a:lnTo>
                  <a:lnTo>
                    <a:pt x="223847" y="255762"/>
                  </a:lnTo>
                  <a:lnTo>
                    <a:pt x="226591" y="251213"/>
                  </a:lnTo>
                  <a:lnTo>
                    <a:pt x="229189" y="246578"/>
                  </a:lnTo>
                  <a:lnTo>
                    <a:pt x="231638" y="241864"/>
                  </a:lnTo>
                  <a:lnTo>
                    <a:pt x="233936" y="237074"/>
                  </a:lnTo>
                  <a:lnTo>
                    <a:pt x="236081" y="232214"/>
                  </a:lnTo>
                  <a:lnTo>
                    <a:pt x="238070" y="227287"/>
                  </a:lnTo>
                  <a:lnTo>
                    <a:pt x="239901" y="222300"/>
                  </a:lnTo>
                  <a:lnTo>
                    <a:pt x="241574" y="217258"/>
                  </a:lnTo>
                  <a:lnTo>
                    <a:pt x="243085" y="212165"/>
                  </a:lnTo>
                  <a:lnTo>
                    <a:pt x="244433" y="207026"/>
                  </a:lnTo>
                  <a:lnTo>
                    <a:pt x="245618" y="201847"/>
                  </a:lnTo>
                  <a:lnTo>
                    <a:pt x="246637" y="196633"/>
                  </a:lnTo>
                  <a:lnTo>
                    <a:pt x="247491" y="191390"/>
                  </a:lnTo>
                  <a:lnTo>
                    <a:pt x="248177" y="186122"/>
                  </a:lnTo>
                  <a:lnTo>
                    <a:pt x="248695" y="180834"/>
                  </a:lnTo>
                  <a:lnTo>
                    <a:pt x="249045" y="175533"/>
                  </a:lnTo>
                  <a:lnTo>
                    <a:pt x="249227" y="170224"/>
                  </a:lnTo>
                  <a:lnTo>
                    <a:pt x="249240" y="164911"/>
                  </a:lnTo>
                  <a:lnTo>
                    <a:pt x="249084" y="159601"/>
                  </a:lnTo>
                  <a:lnTo>
                    <a:pt x="248759" y="154298"/>
                  </a:lnTo>
                  <a:lnTo>
                    <a:pt x="248266" y="149008"/>
                  </a:lnTo>
                  <a:lnTo>
                    <a:pt x="247605" y="143737"/>
                  </a:lnTo>
                  <a:lnTo>
                    <a:pt x="246777" y="138489"/>
                  </a:lnTo>
                  <a:lnTo>
                    <a:pt x="245782" y="133270"/>
                  </a:lnTo>
                  <a:lnTo>
                    <a:pt x="244622" y="128086"/>
                  </a:lnTo>
                  <a:lnTo>
                    <a:pt x="243299" y="122941"/>
                  </a:lnTo>
                  <a:lnTo>
                    <a:pt x="241812" y="117841"/>
                  </a:lnTo>
                  <a:lnTo>
                    <a:pt x="240164" y="112790"/>
                  </a:lnTo>
                  <a:lnTo>
                    <a:pt x="238356" y="107794"/>
                  </a:lnTo>
                  <a:lnTo>
                    <a:pt x="236390" y="102859"/>
                  </a:lnTo>
                  <a:lnTo>
                    <a:pt x="234269" y="97988"/>
                  </a:lnTo>
                  <a:lnTo>
                    <a:pt x="231994" y="93187"/>
                  </a:lnTo>
                  <a:lnTo>
                    <a:pt x="229567" y="88461"/>
                  </a:lnTo>
                  <a:lnTo>
                    <a:pt x="226992" y="83815"/>
                  </a:lnTo>
                  <a:lnTo>
                    <a:pt x="224270" y="79252"/>
                  </a:lnTo>
                  <a:lnTo>
                    <a:pt x="221405" y="74778"/>
                  </a:lnTo>
                  <a:lnTo>
                    <a:pt x="218399" y="70398"/>
                  </a:lnTo>
                  <a:lnTo>
                    <a:pt x="215255" y="66115"/>
                  </a:lnTo>
                  <a:lnTo>
                    <a:pt x="211977" y="61935"/>
                  </a:lnTo>
                  <a:lnTo>
                    <a:pt x="208567" y="57861"/>
                  </a:lnTo>
                  <a:lnTo>
                    <a:pt x="205030" y="53897"/>
                  </a:lnTo>
                  <a:lnTo>
                    <a:pt x="201368" y="50047"/>
                  </a:lnTo>
                  <a:lnTo>
                    <a:pt x="197587" y="46316"/>
                  </a:lnTo>
                  <a:lnTo>
                    <a:pt x="193688" y="42707"/>
                  </a:lnTo>
                  <a:lnTo>
                    <a:pt x="189677" y="39224"/>
                  </a:lnTo>
                  <a:lnTo>
                    <a:pt x="185557" y="35870"/>
                  </a:lnTo>
                  <a:lnTo>
                    <a:pt x="181333" y="32648"/>
                  </a:lnTo>
                  <a:lnTo>
                    <a:pt x="177008" y="29562"/>
                  </a:lnTo>
                  <a:lnTo>
                    <a:pt x="172587" y="26616"/>
                  </a:lnTo>
                  <a:lnTo>
                    <a:pt x="168076" y="23811"/>
                  </a:lnTo>
                  <a:lnTo>
                    <a:pt x="163477" y="21151"/>
                  </a:lnTo>
                  <a:lnTo>
                    <a:pt x="158796" y="18638"/>
                  </a:lnTo>
                  <a:lnTo>
                    <a:pt x="154037" y="16276"/>
                  </a:lnTo>
                  <a:lnTo>
                    <a:pt x="149206" y="14066"/>
                  </a:lnTo>
                  <a:lnTo>
                    <a:pt x="144307" y="12010"/>
                  </a:lnTo>
                  <a:lnTo>
                    <a:pt x="139346" y="10111"/>
                  </a:lnTo>
                  <a:lnTo>
                    <a:pt x="134326" y="8371"/>
                  </a:lnTo>
                  <a:lnTo>
                    <a:pt x="129254" y="6791"/>
                  </a:lnTo>
                  <a:lnTo>
                    <a:pt x="124134" y="5374"/>
                  </a:lnTo>
                  <a:lnTo>
                    <a:pt x="118971" y="4119"/>
                  </a:lnTo>
                  <a:lnTo>
                    <a:pt x="113772" y="3030"/>
                  </a:lnTo>
                  <a:lnTo>
                    <a:pt x="108540" y="2106"/>
                  </a:lnTo>
                  <a:lnTo>
                    <a:pt x="103282" y="1348"/>
                  </a:lnTo>
                  <a:lnTo>
                    <a:pt x="98002" y="759"/>
                  </a:lnTo>
                  <a:lnTo>
                    <a:pt x="92706" y="337"/>
                  </a:lnTo>
                  <a:lnTo>
                    <a:pt x="87399" y="84"/>
                  </a:lnTo>
                  <a:lnTo>
                    <a:pt x="82087" y="0"/>
                  </a:lnTo>
                  <a:lnTo>
                    <a:pt x="8208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797335" y="1071028"/>
              <a:ext cx="167165" cy="332767"/>
            </a:xfrm>
            <a:custGeom>
              <a:avLst/>
              <a:pathLst>
                <a:path w="167165" h="332767">
                  <a:moveTo>
                    <a:pt x="167165" y="0"/>
                  </a:moveTo>
                  <a:lnTo>
                    <a:pt x="161823" y="85"/>
                  </a:lnTo>
                  <a:lnTo>
                    <a:pt x="156486" y="341"/>
                  </a:lnTo>
                  <a:lnTo>
                    <a:pt x="151160" y="767"/>
                  </a:lnTo>
                  <a:lnTo>
                    <a:pt x="145851" y="1364"/>
                  </a:lnTo>
                  <a:lnTo>
                    <a:pt x="140563" y="2130"/>
                  </a:lnTo>
                  <a:lnTo>
                    <a:pt x="135302" y="3064"/>
                  </a:lnTo>
                  <a:lnTo>
                    <a:pt x="130074" y="4166"/>
                  </a:lnTo>
                  <a:lnTo>
                    <a:pt x="124884" y="5435"/>
                  </a:lnTo>
                  <a:lnTo>
                    <a:pt x="119737" y="6869"/>
                  </a:lnTo>
                  <a:lnTo>
                    <a:pt x="114638" y="8466"/>
                  </a:lnTo>
                  <a:lnTo>
                    <a:pt x="109594" y="10226"/>
                  </a:lnTo>
                  <a:lnTo>
                    <a:pt x="104607" y="12146"/>
                  </a:lnTo>
                  <a:lnTo>
                    <a:pt x="99685" y="14224"/>
                  </a:lnTo>
                  <a:lnTo>
                    <a:pt x="94832" y="16459"/>
                  </a:lnTo>
                  <a:lnTo>
                    <a:pt x="90053" y="18848"/>
                  </a:lnTo>
                  <a:lnTo>
                    <a:pt x="85352" y="21388"/>
                  </a:lnTo>
                  <a:lnTo>
                    <a:pt x="80735" y="24077"/>
                  </a:lnTo>
                  <a:lnTo>
                    <a:pt x="76207" y="26912"/>
                  </a:lnTo>
                  <a:lnTo>
                    <a:pt x="71771" y="29890"/>
                  </a:lnTo>
                  <a:lnTo>
                    <a:pt x="67432" y="33009"/>
                  </a:lnTo>
                  <a:lnTo>
                    <a:pt x="63196" y="36265"/>
                  </a:lnTo>
                  <a:lnTo>
                    <a:pt x="59066" y="39654"/>
                  </a:lnTo>
                  <a:lnTo>
                    <a:pt x="55046" y="43174"/>
                  </a:lnTo>
                  <a:lnTo>
                    <a:pt x="51141" y="46820"/>
                  </a:lnTo>
                  <a:lnTo>
                    <a:pt x="47354" y="50590"/>
                  </a:lnTo>
                  <a:lnTo>
                    <a:pt x="43690" y="54478"/>
                  </a:lnTo>
                  <a:lnTo>
                    <a:pt x="40151" y="58482"/>
                  </a:lnTo>
                  <a:lnTo>
                    <a:pt x="36743" y="62596"/>
                  </a:lnTo>
                  <a:lnTo>
                    <a:pt x="33468" y="66818"/>
                  </a:lnTo>
                  <a:lnTo>
                    <a:pt x="30329" y="71142"/>
                  </a:lnTo>
                  <a:lnTo>
                    <a:pt x="27330" y="75564"/>
                  </a:lnTo>
                  <a:lnTo>
                    <a:pt x="24474" y="80079"/>
                  </a:lnTo>
                  <a:lnTo>
                    <a:pt x="21764" y="84684"/>
                  </a:lnTo>
                  <a:lnTo>
                    <a:pt x="19202" y="89373"/>
                  </a:lnTo>
                  <a:lnTo>
                    <a:pt x="16792" y="94141"/>
                  </a:lnTo>
                  <a:lnTo>
                    <a:pt x="14535" y="98984"/>
                  </a:lnTo>
                  <a:lnTo>
                    <a:pt x="12434" y="103896"/>
                  </a:lnTo>
                  <a:lnTo>
                    <a:pt x="10491" y="108874"/>
                  </a:lnTo>
                  <a:lnTo>
                    <a:pt x="8708" y="113910"/>
                  </a:lnTo>
                  <a:lnTo>
                    <a:pt x="7087" y="119001"/>
                  </a:lnTo>
                  <a:lnTo>
                    <a:pt x="5629" y="124142"/>
                  </a:lnTo>
                  <a:lnTo>
                    <a:pt x="4337" y="129326"/>
                  </a:lnTo>
                  <a:lnTo>
                    <a:pt x="3211" y="134549"/>
                  </a:lnTo>
                  <a:lnTo>
                    <a:pt x="2252" y="139805"/>
                  </a:lnTo>
                  <a:lnTo>
                    <a:pt x="1462" y="145089"/>
                  </a:lnTo>
                  <a:lnTo>
                    <a:pt x="841" y="150396"/>
                  </a:lnTo>
                  <a:lnTo>
                    <a:pt x="390" y="155720"/>
                  </a:lnTo>
                  <a:lnTo>
                    <a:pt x="109" y="161056"/>
                  </a:lnTo>
                  <a:lnTo>
                    <a:pt x="0" y="166397"/>
                  </a:lnTo>
                  <a:lnTo>
                    <a:pt x="60" y="171740"/>
                  </a:lnTo>
                  <a:lnTo>
                    <a:pt x="292" y="177078"/>
                  </a:lnTo>
                  <a:lnTo>
                    <a:pt x="694" y="182406"/>
                  </a:lnTo>
                  <a:lnTo>
                    <a:pt x="1266" y="187718"/>
                  </a:lnTo>
                  <a:lnTo>
                    <a:pt x="2007" y="193009"/>
                  </a:lnTo>
                  <a:lnTo>
                    <a:pt x="2918" y="198274"/>
                  </a:lnTo>
                  <a:lnTo>
                    <a:pt x="3996" y="203507"/>
                  </a:lnTo>
                  <a:lnTo>
                    <a:pt x="5240" y="208703"/>
                  </a:lnTo>
                  <a:lnTo>
                    <a:pt x="6650" y="213857"/>
                  </a:lnTo>
                  <a:lnTo>
                    <a:pt x="8224" y="218963"/>
                  </a:lnTo>
                  <a:lnTo>
                    <a:pt x="9961" y="224016"/>
                  </a:lnTo>
                  <a:lnTo>
                    <a:pt x="11858" y="229010"/>
                  </a:lnTo>
                  <a:lnTo>
                    <a:pt x="13914" y="233942"/>
                  </a:lnTo>
                  <a:lnTo>
                    <a:pt x="16126" y="238806"/>
                  </a:lnTo>
                  <a:lnTo>
                    <a:pt x="18492" y="243596"/>
                  </a:lnTo>
                  <a:lnTo>
                    <a:pt x="21011" y="248308"/>
                  </a:lnTo>
                  <a:lnTo>
                    <a:pt x="23679" y="252937"/>
                  </a:lnTo>
                  <a:lnTo>
                    <a:pt x="26493" y="257479"/>
                  </a:lnTo>
                  <a:lnTo>
                    <a:pt x="29451" y="261928"/>
                  </a:lnTo>
                  <a:lnTo>
                    <a:pt x="32550" y="266281"/>
                  </a:lnTo>
                  <a:lnTo>
                    <a:pt x="35786" y="270532"/>
                  </a:lnTo>
                  <a:lnTo>
                    <a:pt x="39156" y="274678"/>
                  </a:lnTo>
                  <a:lnTo>
                    <a:pt x="42658" y="278714"/>
                  </a:lnTo>
                  <a:lnTo>
                    <a:pt x="46286" y="282636"/>
                  </a:lnTo>
                  <a:lnTo>
                    <a:pt x="50038" y="286440"/>
                  </a:lnTo>
                  <a:lnTo>
                    <a:pt x="53909" y="290122"/>
                  </a:lnTo>
                  <a:lnTo>
                    <a:pt x="57897" y="293679"/>
                  </a:lnTo>
                  <a:lnTo>
                    <a:pt x="61995" y="297106"/>
                  </a:lnTo>
                  <a:lnTo>
                    <a:pt x="66202" y="300401"/>
                  </a:lnTo>
                  <a:lnTo>
                    <a:pt x="70511" y="303560"/>
                  </a:lnTo>
                  <a:lnTo>
                    <a:pt x="74919" y="306579"/>
                  </a:lnTo>
                  <a:lnTo>
                    <a:pt x="79422" y="309455"/>
                  </a:lnTo>
                  <a:lnTo>
                    <a:pt x="84014" y="312187"/>
                  </a:lnTo>
                  <a:lnTo>
                    <a:pt x="88691" y="314770"/>
                  </a:lnTo>
                  <a:lnTo>
                    <a:pt x="93448" y="317203"/>
                  </a:lnTo>
                  <a:lnTo>
                    <a:pt x="98280" y="319482"/>
                  </a:lnTo>
                  <a:lnTo>
                    <a:pt x="103183" y="321605"/>
                  </a:lnTo>
                  <a:lnTo>
                    <a:pt x="108151" y="323571"/>
                  </a:lnTo>
                  <a:lnTo>
                    <a:pt x="113180" y="325377"/>
                  </a:lnTo>
                  <a:lnTo>
                    <a:pt x="118263" y="327022"/>
                  </a:lnTo>
                  <a:lnTo>
                    <a:pt x="123397" y="328503"/>
                  </a:lnTo>
                  <a:lnTo>
                    <a:pt x="128575" y="329819"/>
                  </a:lnTo>
                  <a:lnTo>
                    <a:pt x="133793" y="330969"/>
                  </a:lnTo>
                  <a:lnTo>
                    <a:pt x="139045" y="331952"/>
                  </a:lnTo>
                  <a:lnTo>
                    <a:pt x="144325" y="332767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41661" y="1238196"/>
              <a:ext cx="22840" cy="165599"/>
            </a:xfrm>
            <a:custGeom>
              <a:avLst/>
              <a:pathLst>
                <a:path w="22840" h="165599">
                  <a:moveTo>
                    <a:pt x="0" y="165599"/>
                  </a:moveTo>
                  <a:lnTo>
                    <a:pt x="2284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41661" y="1238196"/>
              <a:ext cx="22840" cy="165599"/>
            </a:xfrm>
            <a:custGeom>
              <a:avLst/>
              <a:pathLst>
                <a:path w="22840" h="165599">
                  <a:moveTo>
                    <a:pt x="0" y="165599"/>
                  </a:moveTo>
                  <a:lnTo>
                    <a:pt x="2284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41661" y="1238196"/>
              <a:ext cx="22840" cy="165599"/>
            </a:xfrm>
            <a:custGeom>
              <a:avLst/>
              <a:pathLst>
                <a:path w="22840" h="165599">
                  <a:moveTo>
                    <a:pt x="0" y="165599"/>
                  </a:moveTo>
                  <a:lnTo>
                    <a:pt x="2284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41661" y="1238196"/>
              <a:ext cx="22840" cy="165599"/>
            </a:xfrm>
            <a:custGeom>
              <a:avLst/>
              <a:pathLst>
                <a:path w="22840" h="165599">
                  <a:moveTo>
                    <a:pt x="0" y="165599"/>
                  </a:moveTo>
                  <a:lnTo>
                    <a:pt x="228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41661" y="1238196"/>
              <a:ext cx="22840" cy="165599"/>
            </a:xfrm>
            <a:custGeom>
              <a:avLst/>
              <a:pathLst>
                <a:path w="22840" h="165599">
                  <a:moveTo>
                    <a:pt x="0" y="165599"/>
                  </a:moveTo>
                  <a:lnTo>
                    <a:pt x="228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41661" y="1238196"/>
              <a:ext cx="22840" cy="165599"/>
            </a:xfrm>
            <a:custGeom>
              <a:avLst/>
              <a:pathLst>
                <a:path w="22840" h="165599">
                  <a:moveTo>
                    <a:pt x="0" y="165599"/>
                  </a:moveTo>
                  <a:lnTo>
                    <a:pt x="228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41661" y="1238196"/>
              <a:ext cx="22840" cy="165599"/>
            </a:xfrm>
            <a:custGeom>
              <a:avLst/>
              <a:pathLst>
                <a:path w="22840" h="165599">
                  <a:moveTo>
                    <a:pt x="0" y="165599"/>
                  </a:moveTo>
                  <a:lnTo>
                    <a:pt x="2284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41661" y="1238196"/>
              <a:ext cx="22840" cy="165599"/>
            </a:xfrm>
            <a:custGeom>
              <a:avLst/>
              <a:pathLst>
                <a:path w="22840" h="165599">
                  <a:moveTo>
                    <a:pt x="0" y="165599"/>
                  </a:moveTo>
                  <a:lnTo>
                    <a:pt x="2284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41661" y="1238196"/>
              <a:ext cx="22840" cy="165599"/>
            </a:xfrm>
            <a:custGeom>
              <a:avLst/>
              <a:pathLst>
                <a:path w="22840" h="165599">
                  <a:moveTo>
                    <a:pt x="0" y="165599"/>
                  </a:moveTo>
                  <a:lnTo>
                    <a:pt x="2284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41661" y="1238196"/>
              <a:ext cx="22840" cy="165599"/>
            </a:xfrm>
            <a:custGeom>
              <a:avLst/>
              <a:pathLst>
                <a:path w="22840" h="165599">
                  <a:moveTo>
                    <a:pt x="0" y="165599"/>
                  </a:moveTo>
                  <a:lnTo>
                    <a:pt x="2284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41661" y="1238196"/>
              <a:ext cx="22840" cy="165599"/>
            </a:xfrm>
            <a:custGeom>
              <a:avLst/>
              <a:pathLst>
                <a:path w="22840" h="165599">
                  <a:moveTo>
                    <a:pt x="0" y="165599"/>
                  </a:moveTo>
                  <a:lnTo>
                    <a:pt x="2284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41661" y="1238196"/>
              <a:ext cx="22840" cy="165599"/>
            </a:xfrm>
            <a:custGeom>
              <a:avLst/>
              <a:pathLst>
                <a:path w="22840" h="165599">
                  <a:moveTo>
                    <a:pt x="0" y="165599"/>
                  </a:moveTo>
                  <a:lnTo>
                    <a:pt x="228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41661" y="1238196"/>
              <a:ext cx="22840" cy="165599"/>
            </a:xfrm>
            <a:custGeom>
              <a:avLst/>
              <a:pathLst>
                <a:path w="22840" h="165599">
                  <a:moveTo>
                    <a:pt x="0" y="165599"/>
                  </a:moveTo>
                  <a:lnTo>
                    <a:pt x="228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41661" y="1238196"/>
              <a:ext cx="22840" cy="165599"/>
            </a:xfrm>
            <a:custGeom>
              <a:avLst/>
              <a:pathLst>
                <a:path w="22840" h="165599">
                  <a:moveTo>
                    <a:pt x="0" y="165599"/>
                  </a:moveTo>
                  <a:lnTo>
                    <a:pt x="228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41661" y="1238196"/>
              <a:ext cx="22840" cy="165599"/>
            </a:xfrm>
            <a:custGeom>
              <a:avLst/>
              <a:pathLst>
                <a:path w="22840" h="165599">
                  <a:moveTo>
                    <a:pt x="0" y="165599"/>
                  </a:moveTo>
                  <a:lnTo>
                    <a:pt x="2284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41661" y="1238196"/>
              <a:ext cx="22840" cy="165599"/>
            </a:xfrm>
            <a:custGeom>
              <a:avLst/>
              <a:pathLst>
                <a:path w="22840" h="165599">
                  <a:moveTo>
                    <a:pt x="0" y="165599"/>
                  </a:moveTo>
                  <a:lnTo>
                    <a:pt x="2284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41661" y="1238196"/>
              <a:ext cx="22840" cy="165599"/>
            </a:xfrm>
            <a:custGeom>
              <a:avLst/>
              <a:pathLst>
                <a:path w="22840" h="165599">
                  <a:moveTo>
                    <a:pt x="0" y="165599"/>
                  </a:moveTo>
                  <a:lnTo>
                    <a:pt x="2284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41661" y="1085142"/>
              <a:ext cx="189997" cy="320213"/>
            </a:xfrm>
            <a:custGeom>
              <a:avLst/>
              <a:pathLst>
                <a:path w="189997" h="320213">
                  <a:moveTo>
                    <a:pt x="0" y="318654"/>
                  </a:moveTo>
                  <a:lnTo>
                    <a:pt x="5281" y="319297"/>
                  </a:lnTo>
                  <a:lnTo>
                    <a:pt x="10581" y="319771"/>
                  </a:lnTo>
                  <a:lnTo>
                    <a:pt x="15893" y="320077"/>
                  </a:lnTo>
                  <a:lnTo>
                    <a:pt x="21212" y="320213"/>
                  </a:lnTo>
                  <a:lnTo>
                    <a:pt x="26533" y="320180"/>
                  </a:lnTo>
                  <a:lnTo>
                    <a:pt x="31850" y="319978"/>
                  </a:lnTo>
                  <a:lnTo>
                    <a:pt x="37158" y="319607"/>
                  </a:lnTo>
                  <a:lnTo>
                    <a:pt x="42451" y="319067"/>
                  </a:lnTo>
                  <a:lnTo>
                    <a:pt x="47725" y="318359"/>
                  </a:lnTo>
                  <a:lnTo>
                    <a:pt x="52973" y="317483"/>
                  </a:lnTo>
                  <a:lnTo>
                    <a:pt x="58191" y="316440"/>
                  </a:lnTo>
                  <a:lnTo>
                    <a:pt x="63373" y="315233"/>
                  </a:lnTo>
                  <a:lnTo>
                    <a:pt x="68514" y="313860"/>
                  </a:lnTo>
                  <a:lnTo>
                    <a:pt x="73609" y="312325"/>
                  </a:lnTo>
                  <a:lnTo>
                    <a:pt x="78652" y="310629"/>
                  </a:lnTo>
                  <a:lnTo>
                    <a:pt x="83638" y="308773"/>
                  </a:lnTo>
                  <a:lnTo>
                    <a:pt x="88563" y="306759"/>
                  </a:lnTo>
                  <a:lnTo>
                    <a:pt x="93422" y="304589"/>
                  </a:lnTo>
                  <a:lnTo>
                    <a:pt x="98209" y="302266"/>
                  </a:lnTo>
                  <a:lnTo>
                    <a:pt x="102920" y="299792"/>
                  </a:lnTo>
                  <a:lnTo>
                    <a:pt x="107549" y="297169"/>
                  </a:lnTo>
                  <a:lnTo>
                    <a:pt x="112093" y="294400"/>
                  </a:lnTo>
                  <a:lnTo>
                    <a:pt x="116546" y="291488"/>
                  </a:lnTo>
                  <a:lnTo>
                    <a:pt x="120904" y="288436"/>
                  </a:lnTo>
                  <a:lnTo>
                    <a:pt x="125163" y="285246"/>
                  </a:lnTo>
                  <a:lnTo>
                    <a:pt x="129318" y="281923"/>
                  </a:lnTo>
                  <a:lnTo>
                    <a:pt x="133366" y="278469"/>
                  </a:lnTo>
                  <a:lnTo>
                    <a:pt x="137301" y="274888"/>
                  </a:lnTo>
                  <a:lnTo>
                    <a:pt x="141121" y="271183"/>
                  </a:lnTo>
                  <a:lnTo>
                    <a:pt x="144820" y="267359"/>
                  </a:lnTo>
                  <a:lnTo>
                    <a:pt x="148396" y="263419"/>
                  </a:lnTo>
                  <a:lnTo>
                    <a:pt x="151845" y="259367"/>
                  </a:lnTo>
                  <a:lnTo>
                    <a:pt x="155163" y="255207"/>
                  </a:lnTo>
                  <a:lnTo>
                    <a:pt x="158347" y="250944"/>
                  </a:lnTo>
                  <a:lnTo>
                    <a:pt x="161394" y="246582"/>
                  </a:lnTo>
                  <a:lnTo>
                    <a:pt x="164301" y="242125"/>
                  </a:lnTo>
                  <a:lnTo>
                    <a:pt x="167064" y="237578"/>
                  </a:lnTo>
                  <a:lnTo>
                    <a:pt x="169681" y="232945"/>
                  </a:lnTo>
                  <a:lnTo>
                    <a:pt x="172149" y="228231"/>
                  </a:lnTo>
                  <a:lnTo>
                    <a:pt x="174466" y="223442"/>
                  </a:lnTo>
                  <a:lnTo>
                    <a:pt x="176629" y="218580"/>
                  </a:lnTo>
                  <a:lnTo>
                    <a:pt x="178637" y="213653"/>
                  </a:lnTo>
                  <a:lnTo>
                    <a:pt x="180486" y="208664"/>
                  </a:lnTo>
                  <a:lnTo>
                    <a:pt x="182176" y="203618"/>
                  </a:lnTo>
                  <a:lnTo>
                    <a:pt x="183705" y="198522"/>
                  </a:lnTo>
                  <a:lnTo>
                    <a:pt x="185070" y="193379"/>
                  </a:lnTo>
                  <a:lnTo>
                    <a:pt x="186272" y="188195"/>
                  </a:lnTo>
                  <a:lnTo>
                    <a:pt x="187307" y="182976"/>
                  </a:lnTo>
                  <a:lnTo>
                    <a:pt x="188176" y="177727"/>
                  </a:lnTo>
                  <a:lnTo>
                    <a:pt x="188878" y="172452"/>
                  </a:lnTo>
                  <a:lnTo>
                    <a:pt x="189411" y="167158"/>
                  </a:lnTo>
                  <a:lnTo>
                    <a:pt x="189775" y="161850"/>
                  </a:lnTo>
                  <a:lnTo>
                    <a:pt x="189971" y="156533"/>
                  </a:lnTo>
                  <a:lnTo>
                    <a:pt x="189997" y="151212"/>
                  </a:lnTo>
                  <a:lnTo>
                    <a:pt x="189854" y="145893"/>
                  </a:lnTo>
                  <a:lnTo>
                    <a:pt x="189541" y="140581"/>
                  </a:lnTo>
                  <a:lnTo>
                    <a:pt x="189060" y="135282"/>
                  </a:lnTo>
                  <a:lnTo>
                    <a:pt x="188410" y="130001"/>
                  </a:lnTo>
                  <a:lnTo>
                    <a:pt x="187592" y="124743"/>
                  </a:lnTo>
                  <a:lnTo>
                    <a:pt x="186608" y="119514"/>
                  </a:lnTo>
                  <a:lnTo>
                    <a:pt x="185457" y="114319"/>
                  </a:lnTo>
                  <a:lnTo>
                    <a:pt x="184142" y="109164"/>
                  </a:lnTo>
                  <a:lnTo>
                    <a:pt x="182664" y="104052"/>
                  </a:lnTo>
                  <a:lnTo>
                    <a:pt x="181023" y="98991"/>
                  </a:lnTo>
                  <a:lnTo>
                    <a:pt x="179223" y="93984"/>
                  </a:lnTo>
                  <a:lnTo>
                    <a:pt x="177263" y="89037"/>
                  </a:lnTo>
                  <a:lnTo>
                    <a:pt x="175148" y="84154"/>
                  </a:lnTo>
                  <a:lnTo>
                    <a:pt x="172878" y="79342"/>
                  </a:lnTo>
                  <a:lnTo>
                    <a:pt x="170456" y="74604"/>
                  </a:lnTo>
                  <a:lnTo>
                    <a:pt x="167885" y="69946"/>
                  </a:lnTo>
                  <a:lnTo>
                    <a:pt x="165166" y="65372"/>
                  </a:lnTo>
                  <a:lnTo>
                    <a:pt x="162303" y="60887"/>
                  </a:lnTo>
                  <a:lnTo>
                    <a:pt x="159300" y="56495"/>
                  </a:lnTo>
                  <a:lnTo>
                    <a:pt x="156157" y="52201"/>
                  </a:lnTo>
                  <a:lnTo>
                    <a:pt x="152880" y="48009"/>
                  </a:lnTo>
                  <a:lnTo>
                    <a:pt x="149471" y="43924"/>
                  </a:lnTo>
                  <a:lnTo>
                    <a:pt x="145934" y="39949"/>
                  </a:lnTo>
                  <a:lnTo>
                    <a:pt x="142272" y="36089"/>
                  </a:lnTo>
                  <a:lnTo>
                    <a:pt x="138489" y="32347"/>
                  </a:lnTo>
                  <a:lnTo>
                    <a:pt x="134589" y="28727"/>
                  </a:lnTo>
                  <a:lnTo>
                    <a:pt x="130575" y="25234"/>
                  </a:lnTo>
                  <a:lnTo>
                    <a:pt x="126453" y="21870"/>
                  </a:lnTo>
                  <a:lnTo>
                    <a:pt x="122225" y="18639"/>
                  </a:lnTo>
                  <a:lnTo>
                    <a:pt x="117897" y="15544"/>
                  </a:lnTo>
                  <a:lnTo>
                    <a:pt x="113473" y="12588"/>
                  </a:lnTo>
                  <a:lnTo>
                    <a:pt x="108956" y="9775"/>
                  </a:lnTo>
                  <a:lnTo>
                    <a:pt x="104353" y="7107"/>
                  </a:lnTo>
                  <a:lnTo>
                    <a:pt x="99667" y="4586"/>
                  </a:lnTo>
                  <a:lnTo>
                    <a:pt x="94903" y="2217"/>
                  </a:lnTo>
                  <a:lnTo>
                    <a:pt x="90066" y="0"/>
                  </a:lnTo>
                  <a:lnTo>
                    <a:pt x="22840" y="1530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071028"/>
              <a:ext cx="67226" cy="167167"/>
            </a:xfrm>
            <a:custGeom>
              <a:avLst/>
              <a:pathLst>
                <a:path w="67226" h="167167">
                  <a:moveTo>
                    <a:pt x="67226" y="14113"/>
                  </a:moveTo>
                  <a:lnTo>
                    <a:pt x="61908" y="11886"/>
                  </a:lnTo>
                  <a:lnTo>
                    <a:pt x="56517" y="9843"/>
                  </a:lnTo>
                  <a:lnTo>
                    <a:pt x="51059" y="7988"/>
                  </a:lnTo>
                  <a:lnTo>
                    <a:pt x="45539" y="6322"/>
                  </a:lnTo>
                  <a:lnTo>
                    <a:pt x="39966" y="4847"/>
                  </a:lnTo>
                  <a:lnTo>
                    <a:pt x="34345" y="3566"/>
                  </a:lnTo>
                  <a:lnTo>
                    <a:pt x="28684" y="2479"/>
                  </a:lnTo>
                  <a:lnTo>
                    <a:pt x="22988" y="1588"/>
                  </a:lnTo>
                  <a:lnTo>
                    <a:pt x="17265" y="893"/>
                  </a:lnTo>
                  <a:lnTo>
                    <a:pt x="11521" y="397"/>
                  </a:lnTo>
                  <a:lnTo>
                    <a:pt x="5764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67459" y="1322571"/>
              <a:ext cx="121261" cy="167167"/>
            </a:xfrm>
            <a:custGeom>
              <a:avLst/>
              <a:pathLst>
                <a:path w="121261" h="167167">
                  <a:moveTo>
                    <a:pt x="121261" y="0"/>
                  </a:moveTo>
                  <a:lnTo>
                    <a:pt x="115609" y="95"/>
                  </a:lnTo>
                  <a:lnTo>
                    <a:pt x="109964" y="382"/>
                  </a:lnTo>
                  <a:lnTo>
                    <a:pt x="104331" y="859"/>
                  </a:lnTo>
                  <a:lnTo>
                    <a:pt x="98718" y="1527"/>
                  </a:lnTo>
                  <a:lnTo>
                    <a:pt x="93130" y="2383"/>
                  </a:lnTo>
                  <a:lnTo>
                    <a:pt x="87575" y="3429"/>
                  </a:lnTo>
                  <a:lnTo>
                    <a:pt x="82058" y="4661"/>
                  </a:lnTo>
                  <a:lnTo>
                    <a:pt x="76586" y="6080"/>
                  </a:lnTo>
                  <a:lnTo>
                    <a:pt x="71165" y="7682"/>
                  </a:lnTo>
                  <a:lnTo>
                    <a:pt x="65802" y="9467"/>
                  </a:lnTo>
                  <a:lnTo>
                    <a:pt x="60502" y="11432"/>
                  </a:lnTo>
                  <a:lnTo>
                    <a:pt x="55271" y="13576"/>
                  </a:lnTo>
                  <a:lnTo>
                    <a:pt x="50116" y="15895"/>
                  </a:lnTo>
                  <a:lnTo>
                    <a:pt x="45042" y="18387"/>
                  </a:lnTo>
                  <a:lnTo>
                    <a:pt x="40055" y="21049"/>
                  </a:lnTo>
                  <a:lnTo>
                    <a:pt x="35161" y="23878"/>
                  </a:lnTo>
                  <a:lnTo>
                    <a:pt x="30366" y="26871"/>
                  </a:lnTo>
                  <a:lnTo>
                    <a:pt x="25674" y="30024"/>
                  </a:lnTo>
                  <a:lnTo>
                    <a:pt x="21092" y="33334"/>
                  </a:lnTo>
                  <a:lnTo>
                    <a:pt x="16625" y="36798"/>
                  </a:lnTo>
                  <a:lnTo>
                    <a:pt x="12277" y="40410"/>
                  </a:lnTo>
                  <a:lnTo>
                    <a:pt x="8053" y="44167"/>
                  </a:lnTo>
                  <a:lnTo>
                    <a:pt x="3959" y="48065"/>
                  </a:lnTo>
                  <a:lnTo>
                    <a:pt x="0" y="52099"/>
                  </a:lnTo>
                  <a:lnTo>
                    <a:pt x="12126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67459" y="1374671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67459" y="1374671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67459" y="1374671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67459" y="1374671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67459" y="1374671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67459" y="1374671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67459" y="1374671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67459" y="1374671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67459" y="1374671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67459" y="1374671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67459" y="1374671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67459" y="1374671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67459" y="1374671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67459" y="1374671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67459" y="1374671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67459" y="1374671"/>
              <a:ext cx="121261" cy="115067"/>
            </a:xfrm>
            <a:custGeom>
              <a:avLst/>
              <a:pathLst>
                <a:path w="121261" h="115067">
                  <a:moveTo>
                    <a:pt x="0" y="0"/>
                  </a:moveTo>
                  <a:lnTo>
                    <a:pt x="121261" y="1150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21553" y="1340517"/>
              <a:ext cx="334332" cy="316373"/>
            </a:xfrm>
            <a:custGeom>
              <a:avLst/>
              <a:pathLst>
                <a:path w="334332" h="316373">
                  <a:moveTo>
                    <a:pt x="45905" y="34153"/>
                  </a:moveTo>
                  <a:lnTo>
                    <a:pt x="42322" y="38051"/>
                  </a:lnTo>
                  <a:lnTo>
                    <a:pt x="38865" y="42060"/>
                  </a:lnTo>
                  <a:lnTo>
                    <a:pt x="35536" y="46176"/>
                  </a:lnTo>
                  <a:lnTo>
                    <a:pt x="32339" y="50396"/>
                  </a:lnTo>
                  <a:lnTo>
                    <a:pt x="29277" y="54715"/>
                  </a:lnTo>
                  <a:lnTo>
                    <a:pt x="26354" y="59129"/>
                  </a:lnTo>
                  <a:lnTo>
                    <a:pt x="23572" y="63633"/>
                  </a:lnTo>
                  <a:lnTo>
                    <a:pt x="20933" y="68223"/>
                  </a:lnTo>
                  <a:lnTo>
                    <a:pt x="18442" y="72894"/>
                  </a:lnTo>
                  <a:lnTo>
                    <a:pt x="16100" y="77642"/>
                  </a:lnTo>
                  <a:lnTo>
                    <a:pt x="13909" y="82461"/>
                  </a:lnTo>
                  <a:lnTo>
                    <a:pt x="11872" y="87348"/>
                  </a:lnTo>
                  <a:lnTo>
                    <a:pt x="9990" y="92296"/>
                  </a:lnTo>
                  <a:lnTo>
                    <a:pt x="8266" y="97302"/>
                  </a:lnTo>
                  <a:lnTo>
                    <a:pt x="6702" y="102360"/>
                  </a:lnTo>
                  <a:lnTo>
                    <a:pt x="5299" y="107464"/>
                  </a:lnTo>
                  <a:lnTo>
                    <a:pt x="4058" y="112611"/>
                  </a:lnTo>
                  <a:lnTo>
                    <a:pt x="2980" y="117794"/>
                  </a:lnTo>
                  <a:lnTo>
                    <a:pt x="2067" y="123009"/>
                  </a:lnTo>
                  <a:lnTo>
                    <a:pt x="1320" y="128250"/>
                  </a:lnTo>
                  <a:lnTo>
                    <a:pt x="739" y="133512"/>
                  </a:lnTo>
                  <a:lnTo>
                    <a:pt x="325" y="138790"/>
                  </a:lnTo>
                  <a:lnTo>
                    <a:pt x="79" y="144078"/>
                  </a:lnTo>
                  <a:lnTo>
                    <a:pt x="0" y="149372"/>
                  </a:lnTo>
                  <a:lnTo>
                    <a:pt x="88" y="154665"/>
                  </a:lnTo>
                  <a:lnTo>
                    <a:pt x="344" y="159953"/>
                  </a:lnTo>
                  <a:lnTo>
                    <a:pt x="768" y="165230"/>
                  </a:lnTo>
                  <a:lnTo>
                    <a:pt x="1358" y="170491"/>
                  </a:lnTo>
                  <a:lnTo>
                    <a:pt x="2115" y="175731"/>
                  </a:lnTo>
                  <a:lnTo>
                    <a:pt x="3037" y="180944"/>
                  </a:lnTo>
                  <a:lnTo>
                    <a:pt x="4124" y="186125"/>
                  </a:lnTo>
                  <a:lnTo>
                    <a:pt x="5374" y="191270"/>
                  </a:lnTo>
                  <a:lnTo>
                    <a:pt x="6787" y="196372"/>
                  </a:lnTo>
                  <a:lnTo>
                    <a:pt x="8360" y="201427"/>
                  </a:lnTo>
                  <a:lnTo>
                    <a:pt x="10093" y="206429"/>
                  </a:lnTo>
                  <a:lnTo>
                    <a:pt x="11983" y="211374"/>
                  </a:lnTo>
                  <a:lnTo>
                    <a:pt x="14029" y="216257"/>
                  </a:lnTo>
                  <a:lnTo>
                    <a:pt x="16229" y="221073"/>
                  </a:lnTo>
                  <a:lnTo>
                    <a:pt x="18580" y="225816"/>
                  </a:lnTo>
                  <a:lnTo>
                    <a:pt x="21080" y="230483"/>
                  </a:lnTo>
                  <a:lnTo>
                    <a:pt x="23726" y="235068"/>
                  </a:lnTo>
                  <a:lnTo>
                    <a:pt x="26516" y="239567"/>
                  </a:lnTo>
                  <a:lnTo>
                    <a:pt x="29448" y="243976"/>
                  </a:lnTo>
                  <a:lnTo>
                    <a:pt x="32517" y="248289"/>
                  </a:lnTo>
                  <a:lnTo>
                    <a:pt x="35722" y="252503"/>
                  </a:lnTo>
                  <a:lnTo>
                    <a:pt x="39058" y="256614"/>
                  </a:lnTo>
                  <a:lnTo>
                    <a:pt x="42523" y="260616"/>
                  </a:lnTo>
                  <a:lnTo>
                    <a:pt x="46113" y="264507"/>
                  </a:lnTo>
                  <a:lnTo>
                    <a:pt x="49824" y="268283"/>
                  </a:lnTo>
                  <a:lnTo>
                    <a:pt x="53653" y="271939"/>
                  </a:lnTo>
                  <a:lnTo>
                    <a:pt x="57596" y="275472"/>
                  </a:lnTo>
                  <a:lnTo>
                    <a:pt x="61649" y="278878"/>
                  </a:lnTo>
                  <a:lnTo>
                    <a:pt x="65807" y="282154"/>
                  </a:lnTo>
                  <a:lnTo>
                    <a:pt x="70068" y="285297"/>
                  </a:lnTo>
                  <a:lnTo>
                    <a:pt x="74425" y="288304"/>
                  </a:lnTo>
                  <a:lnTo>
                    <a:pt x="78876" y="291171"/>
                  </a:lnTo>
                  <a:lnTo>
                    <a:pt x="83415" y="293895"/>
                  </a:lnTo>
                  <a:lnTo>
                    <a:pt x="88038" y="296475"/>
                  </a:lnTo>
                  <a:lnTo>
                    <a:pt x="92741" y="298906"/>
                  </a:lnTo>
                  <a:lnTo>
                    <a:pt x="97518" y="301188"/>
                  </a:lnTo>
                  <a:lnTo>
                    <a:pt x="102365" y="303317"/>
                  </a:lnTo>
                  <a:lnTo>
                    <a:pt x="107277" y="305292"/>
                  </a:lnTo>
                  <a:lnTo>
                    <a:pt x="112249" y="307110"/>
                  </a:lnTo>
                  <a:lnTo>
                    <a:pt x="117276" y="308770"/>
                  </a:lnTo>
                  <a:lnTo>
                    <a:pt x="122353" y="310270"/>
                  </a:lnTo>
                  <a:lnTo>
                    <a:pt x="127475" y="311608"/>
                  </a:lnTo>
                  <a:lnTo>
                    <a:pt x="132637" y="312784"/>
                  </a:lnTo>
                  <a:lnTo>
                    <a:pt x="137834" y="313795"/>
                  </a:lnTo>
                  <a:lnTo>
                    <a:pt x="143060" y="314641"/>
                  </a:lnTo>
                  <a:lnTo>
                    <a:pt x="148310" y="315322"/>
                  </a:lnTo>
                  <a:lnTo>
                    <a:pt x="153579" y="315835"/>
                  </a:lnTo>
                  <a:lnTo>
                    <a:pt x="158862" y="316182"/>
                  </a:lnTo>
                  <a:lnTo>
                    <a:pt x="164153" y="316361"/>
                  </a:lnTo>
                  <a:lnTo>
                    <a:pt x="169447" y="316373"/>
                  </a:lnTo>
                  <a:lnTo>
                    <a:pt x="174739" y="316217"/>
                  </a:lnTo>
                  <a:lnTo>
                    <a:pt x="180023" y="315893"/>
                  </a:lnTo>
                  <a:lnTo>
                    <a:pt x="185294" y="315403"/>
                  </a:lnTo>
                  <a:lnTo>
                    <a:pt x="190548" y="314745"/>
                  </a:lnTo>
                  <a:lnTo>
                    <a:pt x="195777" y="313922"/>
                  </a:lnTo>
                  <a:lnTo>
                    <a:pt x="200978" y="312934"/>
                  </a:lnTo>
                  <a:lnTo>
                    <a:pt x="206145" y="311781"/>
                  </a:lnTo>
                  <a:lnTo>
                    <a:pt x="211273" y="310465"/>
                  </a:lnTo>
                  <a:lnTo>
                    <a:pt x="216357" y="308987"/>
                  </a:lnTo>
                  <a:lnTo>
                    <a:pt x="221391" y="307350"/>
                  </a:lnTo>
                  <a:lnTo>
                    <a:pt x="226371" y="305553"/>
                  </a:lnTo>
                  <a:lnTo>
                    <a:pt x="231292" y="303600"/>
                  </a:lnTo>
                  <a:lnTo>
                    <a:pt x="236148" y="301492"/>
                  </a:lnTo>
                  <a:lnTo>
                    <a:pt x="240936" y="299232"/>
                  </a:lnTo>
                  <a:lnTo>
                    <a:pt x="245649" y="296820"/>
                  </a:lnTo>
                  <a:lnTo>
                    <a:pt x="250283" y="294261"/>
                  </a:lnTo>
                  <a:lnTo>
                    <a:pt x="254834" y="291557"/>
                  </a:lnTo>
                  <a:lnTo>
                    <a:pt x="259297" y="288709"/>
                  </a:lnTo>
                  <a:lnTo>
                    <a:pt x="263668" y="285722"/>
                  </a:lnTo>
                  <a:lnTo>
                    <a:pt x="267942" y="282598"/>
                  </a:lnTo>
                  <a:lnTo>
                    <a:pt x="272115" y="279340"/>
                  </a:lnTo>
                  <a:lnTo>
                    <a:pt x="276183" y="275951"/>
                  </a:lnTo>
                  <a:lnTo>
                    <a:pt x="280141" y="272436"/>
                  </a:lnTo>
                  <a:lnTo>
                    <a:pt x="283986" y="268797"/>
                  </a:lnTo>
                  <a:lnTo>
                    <a:pt x="287714" y="265037"/>
                  </a:lnTo>
                  <a:lnTo>
                    <a:pt x="291321" y="261162"/>
                  </a:lnTo>
                  <a:lnTo>
                    <a:pt x="294803" y="257175"/>
                  </a:lnTo>
                  <a:lnTo>
                    <a:pt x="298157" y="253079"/>
                  </a:lnTo>
                  <a:lnTo>
                    <a:pt x="301380" y="248879"/>
                  </a:lnTo>
                  <a:lnTo>
                    <a:pt x="304469" y="244579"/>
                  </a:lnTo>
                  <a:lnTo>
                    <a:pt x="307420" y="240183"/>
                  </a:lnTo>
                  <a:lnTo>
                    <a:pt x="310230" y="235697"/>
                  </a:lnTo>
                  <a:lnTo>
                    <a:pt x="312896" y="231123"/>
                  </a:lnTo>
                  <a:lnTo>
                    <a:pt x="315416" y="226468"/>
                  </a:lnTo>
                  <a:lnTo>
                    <a:pt x="317788" y="221734"/>
                  </a:lnTo>
                  <a:lnTo>
                    <a:pt x="320009" y="216929"/>
                  </a:lnTo>
                  <a:lnTo>
                    <a:pt x="322076" y="212055"/>
                  </a:lnTo>
                  <a:lnTo>
                    <a:pt x="323988" y="207118"/>
                  </a:lnTo>
                  <a:lnTo>
                    <a:pt x="325743" y="202123"/>
                  </a:lnTo>
                  <a:lnTo>
                    <a:pt x="327338" y="197075"/>
                  </a:lnTo>
                  <a:lnTo>
                    <a:pt x="328773" y="191979"/>
                  </a:lnTo>
                  <a:lnTo>
                    <a:pt x="330046" y="186841"/>
                  </a:lnTo>
                  <a:lnTo>
                    <a:pt x="331156" y="181664"/>
                  </a:lnTo>
                  <a:lnTo>
                    <a:pt x="332101" y="176455"/>
                  </a:lnTo>
                  <a:lnTo>
                    <a:pt x="332881" y="171219"/>
                  </a:lnTo>
                  <a:lnTo>
                    <a:pt x="333494" y="165960"/>
                  </a:lnTo>
                  <a:lnTo>
                    <a:pt x="333941" y="160685"/>
                  </a:lnTo>
                  <a:lnTo>
                    <a:pt x="334220" y="155398"/>
                  </a:lnTo>
                  <a:lnTo>
                    <a:pt x="334332" y="150105"/>
                  </a:lnTo>
                  <a:lnTo>
                    <a:pt x="334276" y="144812"/>
                  </a:lnTo>
                  <a:lnTo>
                    <a:pt x="334053" y="139522"/>
                  </a:lnTo>
                  <a:lnTo>
                    <a:pt x="333662" y="134243"/>
                  </a:lnTo>
                  <a:lnTo>
                    <a:pt x="333104" y="128978"/>
                  </a:lnTo>
                  <a:lnTo>
                    <a:pt x="332380" y="123734"/>
                  </a:lnTo>
                  <a:lnTo>
                    <a:pt x="331490" y="118515"/>
                  </a:lnTo>
                  <a:lnTo>
                    <a:pt x="330435" y="113327"/>
                  </a:lnTo>
                  <a:lnTo>
                    <a:pt x="329217" y="108175"/>
                  </a:lnTo>
                  <a:lnTo>
                    <a:pt x="327836" y="103064"/>
                  </a:lnTo>
                  <a:lnTo>
                    <a:pt x="326294" y="98000"/>
                  </a:lnTo>
                  <a:lnTo>
                    <a:pt x="324592" y="92987"/>
                  </a:lnTo>
                  <a:lnTo>
                    <a:pt x="322732" y="88030"/>
                  </a:lnTo>
                  <a:lnTo>
                    <a:pt x="320717" y="83134"/>
                  </a:lnTo>
                  <a:lnTo>
                    <a:pt x="318547" y="78305"/>
                  </a:lnTo>
                  <a:lnTo>
                    <a:pt x="316225" y="73547"/>
                  </a:lnTo>
                  <a:lnTo>
                    <a:pt x="313754" y="68865"/>
                  </a:lnTo>
                  <a:lnTo>
                    <a:pt x="311136" y="64264"/>
                  </a:lnTo>
                  <a:lnTo>
                    <a:pt x="308374" y="59748"/>
                  </a:lnTo>
                  <a:lnTo>
                    <a:pt x="305470" y="55321"/>
                  </a:lnTo>
                  <a:lnTo>
                    <a:pt x="302427" y="50989"/>
                  </a:lnTo>
                  <a:lnTo>
                    <a:pt x="299249" y="46755"/>
                  </a:lnTo>
                  <a:lnTo>
                    <a:pt x="295938" y="42624"/>
                  </a:lnTo>
                  <a:lnTo>
                    <a:pt x="292498" y="38600"/>
                  </a:lnTo>
                  <a:lnTo>
                    <a:pt x="288932" y="34687"/>
                  </a:lnTo>
                  <a:lnTo>
                    <a:pt x="285244" y="30888"/>
                  </a:lnTo>
                  <a:lnTo>
                    <a:pt x="281438" y="27209"/>
                  </a:lnTo>
                  <a:lnTo>
                    <a:pt x="277517" y="23651"/>
                  </a:lnTo>
                  <a:lnTo>
                    <a:pt x="273486" y="20220"/>
                  </a:lnTo>
                  <a:lnTo>
                    <a:pt x="269347" y="16918"/>
                  </a:lnTo>
                  <a:lnTo>
                    <a:pt x="265107" y="13749"/>
                  </a:lnTo>
                  <a:lnTo>
                    <a:pt x="260768" y="10716"/>
                  </a:lnTo>
                  <a:lnTo>
                    <a:pt x="256335" y="7821"/>
                  </a:lnTo>
                  <a:lnTo>
                    <a:pt x="251813" y="5068"/>
                  </a:lnTo>
                  <a:lnTo>
                    <a:pt x="247206" y="2460"/>
                  </a:lnTo>
                  <a:lnTo>
                    <a:pt x="242518" y="0"/>
                  </a:lnTo>
                  <a:lnTo>
                    <a:pt x="167167" y="1492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488720" y="1322571"/>
              <a:ext cx="75351" cy="167167"/>
            </a:xfrm>
            <a:custGeom>
              <a:avLst/>
              <a:pathLst>
                <a:path w="75351" h="167167">
                  <a:moveTo>
                    <a:pt x="75351" y="17945"/>
                  </a:moveTo>
                  <a:lnTo>
                    <a:pt x="69936" y="15332"/>
                  </a:lnTo>
                  <a:lnTo>
                    <a:pt x="64430" y="12915"/>
                  </a:lnTo>
                  <a:lnTo>
                    <a:pt x="58841" y="10698"/>
                  </a:lnTo>
                  <a:lnTo>
                    <a:pt x="53176" y="8683"/>
                  </a:lnTo>
                  <a:lnTo>
                    <a:pt x="47443" y="6873"/>
                  </a:lnTo>
                  <a:lnTo>
                    <a:pt x="41647" y="5271"/>
                  </a:lnTo>
                  <a:lnTo>
                    <a:pt x="35798" y="3878"/>
                  </a:lnTo>
                  <a:lnTo>
                    <a:pt x="29903" y="2696"/>
                  </a:lnTo>
                  <a:lnTo>
                    <a:pt x="23969" y="1727"/>
                  </a:lnTo>
                  <a:lnTo>
                    <a:pt x="18004" y="972"/>
                  </a:lnTo>
                  <a:lnTo>
                    <a:pt x="12015" y="432"/>
                  </a:lnTo>
                  <a:lnTo>
                    <a:pt x="6011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974256" y="1681503"/>
              <a:ext cx="112267" cy="167167"/>
            </a:xfrm>
            <a:custGeom>
              <a:avLst/>
              <a:pathLst>
                <a:path w="112267" h="167167">
                  <a:moveTo>
                    <a:pt x="112267" y="0"/>
                  </a:moveTo>
                  <a:lnTo>
                    <a:pt x="106673" y="93"/>
                  </a:lnTo>
                  <a:lnTo>
                    <a:pt x="101085" y="374"/>
                  </a:lnTo>
                  <a:lnTo>
                    <a:pt x="95510" y="842"/>
                  </a:lnTo>
                  <a:lnTo>
                    <a:pt x="89954" y="1495"/>
                  </a:lnTo>
                  <a:lnTo>
                    <a:pt x="84422" y="2335"/>
                  </a:lnTo>
                  <a:lnTo>
                    <a:pt x="78922" y="3359"/>
                  </a:lnTo>
                  <a:lnTo>
                    <a:pt x="73459" y="4567"/>
                  </a:lnTo>
                  <a:lnTo>
                    <a:pt x="68039" y="5957"/>
                  </a:lnTo>
                  <a:lnTo>
                    <a:pt x="62669" y="7527"/>
                  </a:lnTo>
                  <a:lnTo>
                    <a:pt x="57354" y="9276"/>
                  </a:lnTo>
                  <a:lnTo>
                    <a:pt x="52101" y="11202"/>
                  </a:lnTo>
                  <a:lnTo>
                    <a:pt x="46916" y="13303"/>
                  </a:lnTo>
                  <a:lnTo>
                    <a:pt x="41804" y="15576"/>
                  </a:lnTo>
                  <a:lnTo>
                    <a:pt x="36770" y="18019"/>
                  </a:lnTo>
                  <a:lnTo>
                    <a:pt x="31821" y="20629"/>
                  </a:lnTo>
                  <a:lnTo>
                    <a:pt x="26963" y="23403"/>
                  </a:lnTo>
                  <a:lnTo>
                    <a:pt x="22199" y="26338"/>
                  </a:lnTo>
                  <a:lnTo>
                    <a:pt x="17537" y="29431"/>
                  </a:lnTo>
                  <a:lnTo>
                    <a:pt x="12981" y="32679"/>
                  </a:lnTo>
                  <a:lnTo>
                    <a:pt x="8536" y="36076"/>
                  </a:lnTo>
                  <a:lnTo>
                    <a:pt x="4207" y="39621"/>
                  </a:lnTo>
                  <a:lnTo>
                    <a:pt x="0" y="43309"/>
                  </a:lnTo>
                  <a:lnTo>
                    <a:pt x="112267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974256" y="172481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74256" y="172481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74256" y="172481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74256" y="172481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74256" y="172481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74256" y="172481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74256" y="172481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74256" y="172481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74256" y="172481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74256" y="172481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74256" y="172481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74256" y="172481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74256" y="172481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74256" y="172481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74256" y="1724812"/>
              <a:ext cx="112267" cy="123858"/>
            </a:xfrm>
            <a:custGeom>
              <a:avLst/>
              <a:pathLst>
                <a:path w="112267" h="123858">
                  <a:moveTo>
                    <a:pt x="0" y="0"/>
                  </a:moveTo>
                  <a:lnTo>
                    <a:pt x="112267" y="1238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73592" y="1724812"/>
              <a:ext cx="112932" cy="123858"/>
            </a:xfrm>
            <a:custGeom>
              <a:avLst/>
              <a:pathLst>
                <a:path w="112932" h="123858">
                  <a:moveTo>
                    <a:pt x="664" y="0"/>
                  </a:moveTo>
                  <a:lnTo>
                    <a:pt x="0" y="605"/>
                  </a:lnTo>
                  <a:lnTo>
                    <a:pt x="112932" y="1238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19360" y="1681503"/>
              <a:ext cx="334319" cy="334331"/>
            </a:xfrm>
            <a:custGeom>
              <a:avLst/>
              <a:pathLst>
                <a:path w="334319" h="334331">
                  <a:moveTo>
                    <a:pt x="54232" y="43914"/>
                  </a:moveTo>
                  <a:lnTo>
                    <a:pt x="50386" y="47551"/>
                  </a:lnTo>
                  <a:lnTo>
                    <a:pt x="46658" y="51308"/>
                  </a:lnTo>
                  <a:lnTo>
                    <a:pt x="43050" y="55182"/>
                  </a:lnTo>
                  <a:lnTo>
                    <a:pt x="39567" y="59167"/>
                  </a:lnTo>
                  <a:lnTo>
                    <a:pt x="36212" y="63261"/>
                  </a:lnTo>
                  <a:lnTo>
                    <a:pt x="32988" y="67459"/>
                  </a:lnTo>
                  <a:lnTo>
                    <a:pt x="29898" y="71757"/>
                  </a:lnTo>
                  <a:lnTo>
                    <a:pt x="26946" y="76151"/>
                  </a:lnTo>
                  <a:lnTo>
                    <a:pt x="24135" y="80636"/>
                  </a:lnTo>
                  <a:lnTo>
                    <a:pt x="21467" y="85208"/>
                  </a:lnTo>
                  <a:lnTo>
                    <a:pt x="18945" y="89862"/>
                  </a:lnTo>
                  <a:lnTo>
                    <a:pt x="16572" y="94593"/>
                  </a:lnTo>
                  <a:lnTo>
                    <a:pt x="14350" y="99397"/>
                  </a:lnTo>
                  <a:lnTo>
                    <a:pt x="12281" y="104269"/>
                  </a:lnTo>
                  <a:lnTo>
                    <a:pt x="10367" y="109204"/>
                  </a:lnTo>
                  <a:lnTo>
                    <a:pt x="8611" y="114198"/>
                  </a:lnTo>
                  <a:lnTo>
                    <a:pt x="7013" y="119244"/>
                  </a:lnTo>
                  <a:lnTo>
                    <a:pt x="5576" y="124338"/>
                  </a:lnTo>
                  <a:lnTo>
                    <a:pt x="4301" y="129476"/>
                  </a:lnTo>
                  <a:lnTo>
                    <a:pt x="3190" y="134651"/>
                  </a:lnTo>
                  <a:lnTo>
                    <a:pt x="2242" y="139859"/>
                  </a:lnTo>
                  <a:lnTo>
                    <a:pt x="1460" y="145094"/>
                  </a:lnTo>
                  <a:lnTo>
                    <a:pt x="845" y="150351"/>
                  </a:lnTo>
                  <a:lnTo>
                    <a:pt x="396" y="155625"/>
                  </a:lnTo>
                  <a:lnTo>
                    <a:pt x="114" y="160911"/>
                  </a:lnTo>
                  <a:lnTo>
                    <a:pt x="0" y="166203"/>
                  </a:lnTo>
                  <a:lnTo>
                    <a:pt x="53" y="171496"/>
                  </a:lnTo>
                  <a:lnTo>
                    <a:pt x="274" y="176785"/>
                  </a:lnTo>
                  <a:lnTo>
                    <a:pt x="662" y="182064"/>
                  </a:lnTo>
                  <a:lnTo>
                    <a:pt x="1217" y="187328"/>
                  </a:lnTo>
                  <a:lnTo>
                    <a:pt x="1938" y="192571"/>
                  </a:lnTo>
                  <a:lnTo>
                    <a:pt x="2825" y="197790"/>
                  </a:lnTo>
                  <a:lnTo>
                    <a:pt x="3877" y="202977"/>
                  </a:lnTo>
                  <a:lnTo>
                    <a:pt x="5093" y="208129"/>
                  </a:lnTo>
                  <a:lnTo>
                    <a:pt x="6471" y="213240"/>
                  </a:lnTo>
                  <a:lnTo>
                    <a:pt x="8010" y="218304"/>
                  </a:lnTo>
                  <a:lnTo>
                    <a:pt x="9709" y="223317"/>
                  </a:lnTo>
                  <a:lnTo>
                    <a:pt x="11566" y="228274"/>
                  </a:lnTo>
                  <a:lnTo>
                    <a:pt x="13578" y="233170"/>
                  </a:lnTo>
                  <a:lnTo>
                    <a:pt x="15745" y="237999"/>
                  </a:lnTo>
                  <a:lnTo>
                    <a:pt x="18064" y="242758"/>
                  </a:lnTo>
                  <a:lnTo>
                    <a:pt x="20532" y="247441"/>
                  </a:lnTo>
                  <a:lnTo>
                    <a:pt x="23147" y="252043"/>
                  </a:lnTo>
                  <a:lnTo>
                    <a:pt x="25906" y="256560"/>
                  </a:lnTo>
                  <a:lnTo>
                    <a:pt x="28807" y="260987"/>
                  </a:lnTo>
                  <a:lnTo>
                    <a:pt x="31847" y="265321"/>
                  </a:lnTo>
                  <a:lnTo>
                    <a:pt x="35022" y="269556"/>
                  </a:lnTo>
                  <a:lnTo>
                    <a:pt x="38330" y="273688"/>
                  </a:lnTo>
                  <a:lnTo>
                    <a:pt x="41767" y="277713"/>
                  </a:lnTo>
                  <a:lnTo>
                    <a:pt x="45330" y="281628"/>
                  </a:lnTo>
                  <a:lnTo>
                    <a:pt x="49015" y="285428"/>
                  </a:lnTo>
                  <a:lnTo>
                    <a:pt x="52818" y="289109"/>
                  </a:lnTo>
                  <a:lnTo>
                    <a:pt x="56736" y="292668"/>
                  </a:lnTo>
                  <a:lnTo>
                    <a:pt x="60765" y="296102"/>
                  </a:lnTo>
                  <a:lnTo>
                    <a:pt x="64900" y="299406"/>
                  </a:lnTo>
                  <a:lnTo>
                    <a:pt x="69138" y="302577"/>
                  </a:lnTo>
                  <a:lnTo>
                    <a:pt x="73475" y="305613"/>
                  </a:lnTo>
                  <a:lnTo>
                    <a:pt x="77905" y="308509"/>
                  </a:lnTo>
                  <a:lnTo>
                    <a:pt x="82424" y="311265"/>
                  </a:lnTo>
                  <a:lnTo>
                    <a:pt x="87029" y="313875"/>
                  </a:lnTo>
                  <a:lnTo>
                    <a:pt x="91714" y="316339"/>
                  </a:lnTo>
                  <a:lnTo>
                    <a:pt x="96475" y="318653"/>
                  </a:lnTo>
                  <a:lnTo>
                    <a:pt x="101306" y="320815"/>
                  </a:lnTo>
                  <a:lnTo>
                    <a:pt x="106204" y="322823"/>
                  </a:lnTo>
                  <a:lnTo>
                    <a:pt x="111162" y="324675"/>
                  </a:lnTo>
                  <a:lnTo>
                    <a:pt x="116177" y="326369"/>
                  </a:lnTo>
                  <a:lnTo>
                    <a:pt x="121243" y="327903"/>
                  </a:lnTo>
                  <a:lnTo>
                    <a:pt x="126355" y="329277"/>
                  </a:lnTo>
                  <a:lnTo>
                    <a:pt x="131508" y="330487"/>
                  </a:lnTo>
                  <a:lnTo>
                    <a:pt x="136697" y="331534"/>
                  </a:lnTo>
                  <a:lnTo>
                    <a:pt x="141916" y="332417"/>
                  </a:lnTo>
                  <a:lnTo>
                    <a:pt x="147160" y="333133"/>
                  </a:lnTo>
                  <a:lnTo>
                    <a:pt x="152425" y="333683"/>
                  </a:lnTo>
                  <a:lnTo>
                    <a:pt x="157704" y="334066"/>
                  </a:lnTo>
                  <a:lnTo>
                    <a:pt x="162993" y="334282"/>
                  </a:lnTo>
                  <a:lnTo>
                    <a:pt x="168286" y="334331"/>
                  </a:lnTo>
                  <a:lnTo>
                    <a:pt x="173578" y="334211"/>
                  </a:lnTo>
                  <a:lnTo>
                    <a:pt x="178863" y="333925"/>
                  </a:lnTo>
                  <a:lnTo>
                    <a:pt x="184137" y="333471"/>
                  </a:lnTo>
                  <a:lnTo>
                    <a:pt x="189394" y="332850"/>
                  </a:lnTo>
                  <a:lnTo>
                    <a:pt x="194628" y="332063"/>
                  </a:lnTo>
                  <a:lnTo>
                    <a:pt x="199835" y="331111"/>
                  </a:lnTo>
                  <a:lnTo>
                    <a:pt x="205009" y="329994"/>
                  </a:lnTo>
                  <a:lnTo>
                    <a:pt x="210145" y="328714"/>
                  </a:lnTo>
                  <a:lnTo>
                    <a:pt x="215238" y="327273"/>
                  </a:lnTo>
                  <a:lnTo>
                    <a:pt x="220283" y="325670"/>
                  </a:lnTo>
                  <a:lnTo>
                    <a:pt x="225275" y="323909"/>
                  </a:lnTo>
                  <a:lnTo>
                    <a:pt x="230208" y="321991"/>
                  </a:lnTo>
                  <a:lnTo>
                    <a:pt x="235078" y="319917"/>
                  </a:lnTo>
                  <a:lnTo>
                    <a:pt x="239880" y="317690"/>
                  </a:lnTo>
                  <a:lnTo>
                    <a:pt x="244610" y="315313"/>
                  </a:lnTo>
                  <a:lnTo>
                    <a:pt x="249261" y="312787"/>
                  </a:lnTo>
                  <a:lnTo>
                    <a:pt x="253830" y="310114"/>
                  </a:lnTo>
                  <a:lnTo>
                    <a:pt x="258312" y="307299"/>
                  </a:lnTo>
                  <a:lnTo>
                    <a:pt x="262703" y="304343"/>
                  </a:lnTo>
                  <a:lnTo>
                    <a:pt x="266999" y="301249"/>
                  </a:lnTo>
                  <a:lnTo>
                    <a:pt x="271194" y="298021"/>
                  </a:lnTo>
                  <a:lnTo>
                    <a:pt x="275284" y="294662"/>
                  </a:lnTo>
                  <a:lnTo>
                    <a:pt x="279267" y="291175"/>
                  </a:lnTo>
                  <a:lnTo>
                    <a:pt x="283136" y="287564"/>
                  </a:lnTo>
                  <a:lnTo>
                    <a:pt x="286890" y="283832"/>
                  </a:lnTo>
                  <a:lnTo>
                    <a:pt x="290524" y="279983"/>
                  </a:lnTo>
                  <a:lnTo>
                    <a:pt x="294034" y="276020"/>
                  </a:lnTo>
                  <a:lnTo>
                    <a:pt x="297416" y="271949"/>
                  </a:lnTo>
                  <a:lnTo>
                    <a:pt x="300669" y="267773"/>
                  </a:lnTo>
                  <a:lnTo>
                    <a:pt x="303787" y="263496"/>
                  </a:lnTo>
                  <a:lnTo>
                    <a:pt x="306768" y="259122"/>
                  </a:lnTo>
                  <a:lnTo>
                    <a:pt x="309609" y="254656"/>
                  </a:lnTo>
                  <a:lnTo>
                    <a:pt x="312308" y="250102"/>
                  </a:lnTo>
                  <a:lnTo>
                    <a:pt x="314861" y="245465"/>
                  </a:lnTo>
                  <a:lnTo>
                    <a:pt x="317266" y="240750"/>
                  </a:lnTo>
                  <a:lnTo>
                    <a:pt x="319520" y="235961"/>
                  </a:lnTo>
                  <a:lnTo>
                    <a:pt x="321622" y="231103"/>
                  </a:lnTo>
                  <a:lnTo>
                    <a:pt x="323569" y="226180"/>
                  </a:lnTo>
                  <a:lnTo>
                    <a:pt x="325359" y="221199"/>
                  </a:lnTo>
                  <a:lnTo>
                    <a:pt x="326990" y="216164"/>
                  </a:lnTo>
                  <a:lnTo>
                    <a:pt x="328461" y="211079"/>
                  </a:lnTo>
                  <a:lnTo>
                    <a:pt x="329770" y="205950"/>
                  </a:lnTo>
                  <a:lnTo>
                    <a:pt x="330917" y="200783"/>
                  </a:lnTo>
                  <a:lnTo>
                    <a:pt x="331899" y="195581"/>
                  </a:lnTo>
                  <a:lnTo>
                    <a:pt x="332716" y="190352"/>
                  </a:lnTo>
                  <a:lnTo>
                    <a:pt x="333367" y="185098"/>
                  </a:lnTo>
                  <a:lnTo>
                    <a:pt x="333851" y="179827"/>
                  </a:lnTo>
                  <a:lnTo>
                    <a:pt x="334169" y="174544"/>
                  </a:lnTo>
                  <a:lnTo>
                    <a:pt x="334319" y="169253"/>
                  </a:lnTo>
                  <a:lnTo>
                    <a:pt x="334301" y="163960"/>
                  </a:lnTo>
                  <a:lnTo>
                    <a:pt x="334115" y="158670"/>
                  </a:lnTo>
                  <a:lnTo>
                    <a:pt x="333763" y="153388"/>
                  </a:lnTo>
                  <a:lnTo>
                    <a:pt x="333243" y="148120"/>
                  </a:lnTo>
                  <a:lnTo>
                    <a:pt x="332557" y="142872"/>
                  </a:lnTo>
                  <a:lnTo>
                    <a:pt x="331705" y="137648"/>
                  </a:lnTo>
                  <a:lnTo>
                    <a:pt x="330688" y="132453"/>
                  </a:lnTo>
                  <a:lnTo>
                    <a:pt x="329507" y="127293"/>
                  </a:lnTo>
                  <a:lnTo>
                    <a:pt x="328163" y="122174"/>
                  </a:lnTo>
                  <a:lnTo>
                    <a:pt x="326658" y="117099"/>
                  </a:lnTo>
                  <a:lnTo>
                    <a:pt x="324992" y="112074"/>
                  </a:lnTo>
                  <a:lnTo>
                    <a:pt x="323169" y="107105"/>
                  </a:lnTo>
                  <a:lnTo>
                    <a:pt x="321189" y="102196"/>
                  </a:lnTo>
                  <a:lnTo>
                    <a:pt x="319055" y="97352"/>
                  </a:lnTo>
                  <a:lnTo>
                    <a:pt x="316769" y="92578"/>
                  </a:lnTo>
                  <a:lnTo>
                    <a:pt x="314332" y="87879"/>
                  </a:lnTo>
                  <a:lnTo>
                    <a:pt x="311748" y="83260"/>
                  </a:lnTo>
                  <a:lnTo>
                    <a:pt x="309019" y="78724"/>
                  </a:lnTo>
                  <a:lnTo>
                    <a:pt x="306148" y="74277"/>
                  </a:lnTo>
                  <a:lnTo>
                    <a:pt x="303137" y="69924"/>
                  </a:lnTo>
                  <a:lnTo>
                    <a:pt x="299990" y="65667"/>
                  </a:lnTo>
                  <a:lnTo>
                    <a:pt x="296710" y="61513"/>
                  </a:lnTo>
                  <a:lnTo>
                    <a:pt x="293300" y="57465"/>
                  </a:lnTo>
                  <a:lnTo>
                    <a:pt x="289764" y="53526"/>
                  </a:lnTo>
                  <a:lnTo>
                    <a:pt x="286105" y="49701"/>
                  </a:lnTo>
                  <a:lnTo>
                    <a:pt x="282326" y="45995"/>
                  </a:lnTo>
                  <a:lnTo>
                    <a:pt x="278432" y="42409"/>
                  </a:lnTo>
                  <a:lnTo>
                    <a:pt x="274426" y="38949"/>
                  </a:lnTo>
                  <a:lnTo>
                    <a:pt x="270313" y="35617"/>
                  </a:lnTo>
                  <a:lnTo>
                    <a:pt x="266096" y="32418"/>
                  </a:lnTo>
                  <a:lnTo>
                    <a:pt x="261781" y="29353"/>
                  </a:lnTo>
                  <a:lnTo>
                    <a:pt x="257370" y="26427"/>
                  </a:lnTo>
                  <a:lnTo>
                    <a:pt x="252869" y="23641"/>
                  </a:lnTo>
                  <a:lnTo>
                    <a:pt x="248282" y="21000"/>
                  </a:lnTo>
                  <a:lnTo>
                    <a:pt x="243614" y="18505"/>
                  </a:lnTo>
                  <a:lnTo>
                    <a:pt x="238869" y="16159"/>
                  </a:lnTo>
                  <a:lnTo>
                    <a:pt x="234052" y="13964"/>
                  </a:lnTo>
                  <a:lnTo>
                    <a:pt x="229168" y="11924"/>
                  </a:lnTo>
                  <a:lnTo>
                    <a:pt x="224222" y="10038"/>
                  </a:lnTo>
                  <a:lnTo>
                    <a:pt x="219218" y="8311"/>
                  </a:lnTo>
                  <a:lnTo>
                    <a:pt x="214163" y="6742"/>
                  </a:lnTo>
                  <a:lnTo>
                    <a:pt x="209060" y="5335"/>
                  </a:lnTo>
                  <a:lnTo>
                    <a:pt x="203916" y="4089"/>
                  </a:lnTo>
                  <a:lnTo>
                    <a:pt x="198734" y="3008"/>
                  </a:lnTo>
                  <a:lnTo>
                    <a:pt x="193521" y="2090"/>
                  </a:lnTo>
                  <a:lnTo>
                    <a:pt x="188281" y="1339"/>
                  </a:lnTo>
                  <a:lnTo>
                    <a:pt x="183021" y="753"/>
                  </a:lnTo>
                  <a:lnTo>
                    <a:pt x="177744" y="335"/>
                  </a:lnTo>
                  <a:lnTo>
                    <a:pt x="172457" y="83"/>
                  </a:lnTo>
                  <a:lnTo>
                    <a:pt x="167164" y="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74447" y="2126963"/>
              <a:ext cx="106840" cy="167167"/>
            </a:xfrm>
            <a:custGeom>
              <a:avLst/>
              <a:pathLst>
                <a:path w="106840" h="167167">
                  <a:moveTo>
                    <a:pt x="106840" y="0"/>
                  </a:moveTo>
                  <a:lnTo>
                    <a:pt x="101321" y="91"/>
                  </a:lnTo>
                  <a:lnTo>
                    <a:pt x="95809" y="364"/>
                  </a:lnTo>
                  <a:lnTo>
                    <a:pt x="90309" y="819"/>
                  </a:lnTo>
                  <a:lnTo>
                    <a:pt x="84826" y="1455"/>
                  </a:lnTo>
                  <a:lnTo>
                    <a:pt x="79368" y="2272"/>
                  </a:lnTo>
                  <a:lnTo>
                    <a:pt x="73940" y="3269"/>
                  </a:lnTo>
                  <a:lnTo>
                    <a:pt x="68547" y="4444"/>
                  </a:lnTo>
                  <a:lnTo>
                    <a:pt x="63197" y="5797"/>
                  </a:lnTo>
                  <a:lnTo>
                    <a:pt x="57893" y="7326"/>
                  </a:lnTo>
                  <a:lnTo>
                    <a:pt x="52644" y="9029"/>
                  </a:lnTo>
                  <a:lnTo>
                    <a:pt x="47453" y="10904"/>
                  </a:lnTo>
                  <a:lnTo>
                    <a:pt x="42327" y="12949"/>
                  </a:lnTo>
                  <a:lnTo>
                    <a:pt x="37271" y="15163"/>
                  </a:lnTo>
                  <a:lnTo>
                    <a:pt x="32291" y="17542"/>
                  </a:lnTo>
                  <a:lnTo>
                    <a:pt x="27393" y="20085"/>
                  </a:lnTo>
                  <a:lnTo>
                    <a:pt x="22581" y="22788"/>
                  </a:lnTo>
                  <a:lnTo>
                    <a:pt x="17860" y="25648"/>
                  </a:lnTo>
                  <a:lnTo>
                    <a:pt x="13237" y="28662"/>
                  </a:lnTo>
                  <a:lnTo>
                    <a:pt x="8716" y="31828"/>
                  </a:lnTo>
                  <a:lnTo>
                    <a:pt x="4302" y="35141"/>
                  </a:lnTo>
                  <a:lnTo>
                    <a:pt x="0" y="38597"/>
                  </a:lnTo>
                  <a:lnTo>
                    <a:pt x="10684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74447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74447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74447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74447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74447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74447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74447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74447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74447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74447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74447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74447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74447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74447" y="2165561"/>
              <a:ext cx="106840" cy="128569"/>
            </a:xfrm>
            <a:custGeom>
              <a:avLst/>
              <a:pathLst>
                <a:path w="106840" h="128569">
                  <a:moveTo>
                    <a:pt x="0" y="0"/>
                  </a:moveTo>
                  <a:lnTo>
                    <a:pt x="106840" y="1285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14130" y="2127081"/>
              <a:ext cx="334316" cy="334214"/>
            </a:xfrm>
            <a:custGeom>
              <a:avLst/>
              <a:pathLst>
                <a:path w="334316" h="334214">
                  <a:moveTo>
                    <a:pt x="60317" y="38479"/>
                  </a:moveTo>
                  <a:lnTo>
                    <a:pt x="56292" y="41933"/>
                  </a:lnTo>
                  <a:lnTo>
                    <a:pt x="52379" y="45513"/>
                  </a:lnTo>
                  <a:lnTo>
                    <a:pt x="48582" y="49215"/>
                  </a:lnTo>
                  <a:lnTo>
                    <a:pt x="44903" y="53035"/>
                  </a:lnTo>
                  <a:lnTo>
                    <a:pt x="41348" y="56971"/>
                  </a:lnTo>
                  <a:lnTo>
                    <a:pt x="37920" y="61017"/>
                  </a:lnTo>
                  <a:lnTo>
                    <a:pt x="34621" y="65170"/>
                  </a:lnTo>
                  <a:lnTo>
                    <a:pt x="31456" y="69426"/>
                  </a:lnTo>
                  <a:lnTo>
                    <a:pt x="28428" y="73779"/>
                  </a:lnTo>
                  <a:lnTo>
                    <a:pt x="25539" y="78227"/>
                  </a:lnTo>
                  <a:lnTo>
                    <a:pt x="22793" y="82764"/>
                  </a:lnTo>
                  <a:lnTo>
                    <a:pt x="20192" y="87386"/>
                  </a:lnTo>
                  <a:lnTo>
                    <a:pt x="17739" y="92088"/>
                  </a:lnTo>
                  <a:lnTo>
                    <a:pt x="15436" y="96866"/>
                  </a:lnTo>
                  <a:lnTo>
                    <a:pt x="13286" y="101714"/>
                  </a:lnTo>
                  <a:lnTo>
                    <a:pt x="11291" y="106628"/>
                  </a:lnTo>
                  <a:lnTo>
                    <a:pt x="9453" y="111602"/>
                  </a:lnTo>
                  <a:lnTo>
                    <a:pt x="7773" y="116633"/>
                  </a:lnTo>
                  <a:lnTo>
                    <a:pt x="6254" y="121714"/>
                  </a:lnTo>
                  <a:lnTo>
                    <a:pt x="4897" y="126841"/>
                  </a:lnTo>
                  <a:lnTo>
                    <a:pt x="3703" y="132008"/>
                  </a:lnTo>
                  <a:lnTo>
                    <a:pt x="2674" y="137211"/>
                  </a:lnTo>
                  <a:lnTo>
                    <a:pt x="1810" y="142444"/>
                  </a:lnTo>
                  <a:lnTo>
                    <a:pt x="1113" y="147701"/>
                  </a:lnTo>
                  <a:lnTo>
                    <a:pt x="583" y="152978"/>
                  </a:lnTo>
                  <a:lnTo>
                    <a:pt x="220" y="158269"/>
                  </a:lnTo>
                  <a:lnTo>
                    <a:pt x="26" y="163569"/>
                  </a:lnTo>
                  <a:lnTo>
                    <a:pt x="0" y="168873"/>
                  </a:lnTo>
                  <a:lnTo>
                    <a:pt x="141" y="174174"/>
                  </a:lnTo>
                  <a:lnTo>
                    <a:pt x="452" y="179469"/>
                  </a:lnTo>
                  <a:lnTo>
                    <a:pt x="929" y="184750"/>
                  </a:lnTo>
                  <a:lnTo>
                    <a:pt x="1575" y="190015"/>
                  </a:lnTo>
                  <a:lnTo>
                    <a:pt x="2386" y="195256"/>
                  </a:lnTo>
                  <a:lnTo>
                    <a:pt x="3364" y="200468"/>
                  </a:lnTo>
                  <a:lnTo>
                    <a:pt x="4507" y="205647"/>
                  </a:lnTo>
                  <a:lnTo>
                    <a:pt x="5813" y="210787"/>
                  </a:lnTo>
                  <a:lnTo>
                    <a:pt x="7282" y="215883"/>
                  </a:lnTo>
                  <a:lnTo>
                    <a:pt x="8911" y="220930"/>
                  </a:lnTo>
                  <a:lnTo>
                    <a:pt x="10700" y="225923"/>
                  </a:lnTo>
                  <a:lnTo>
                    <a:pt x="12646" y="230856"/>
                  </a:lnTo>
                  <a:lnTo>
                    <a:pt x="14748" y="235725"/>
                  </a:lnTo>
                  <a:lnTo>
                    <a:pt x="17003" y="240526"/>
                  </a:lnTo>
                  <a:lnTo>
                    <a:pt x="19410" y="245252"/>
                  </a:lnTo>
                  <a:lnTo>
                    <a:pt x="21965" y="249899"/>
                  </a:lnTo>
                  <a:lnTo>
                    <a:pt x="24666" y="254463"/>
                  </a:lnTo>
                  <a:lnTo>
                    <a:pt x="27511" y="258939"/>
                  </a:lnTo>
                  <a:lnTo>
                    <a:pt x="30496" y="263323"/>
                  </a:lnTo>
                  <a:lnTo>
                    <a:pt x="33619" y="267609"/>
                  </a:lnTo>
                  <a:lnTo>
                    <a:pt x="36876" y="271795"/>
                  </a:lnTo>
                  <a:lnTo>
                    <a:pt x="40264" y="275875"/>
                  </a:lnTo>
                  <a:lnTo>
                    <a:pt x="43780" y="279845"/>
                  </a:lnTo>
                  <a:lnTo>
                    <a:pt x="47420" y="283702"/>
                  </a:lnTo>
                  <a:lnTo>
                    <a:pt x="51181" y="287442"/>
                  </a:lnTo>
                  <a:lnTo>
                    <a:pt x="55058" y="291060"/>
                  </a:lnTo>
                  <a:lnTo>
                    <a:pt x="59049" y="294554"/>
                  </a:lnTo>
                  <a:lnTo>
                    <a:pt x="63148" y="297919"/>
                  </a:lnTo>
                  <a:lnTo>
                    <a:pt x="67351" y="301152"/>
                  </a:lnTo>
                  <a:lnTo>
                    <a:pt x="71656" y="304251"/>
                  </a:lnTo>
                  <a:lnTo>
                    <a:pt x="76056" y="307211"/>
                  </a:lnTo>
                  <a:lnTo>
                    <a:pt x="80548" y="310031"/>
                  </a:lnTo>
                  <a:lnTo>
                    <a:pt x="85127" y="312706"/>
                  </a:lnTo>
                  <a:lnTo>
                    <a:pt x="89789" y="315235"/>
                  </a:lnTo>
                  <a:lnTo>
                    <a:pt x="94529" y="317614"/>
                  </a:lnTo>
                  <a:lnTo>
                    <a:pt x="99341" y="319843"/>
                  </a:lnTo>
                  <a:lnTo>
                    <a:pt x="104222" y="321917"/>
                  </a:lnTo>
                  <a:lnTo>
                    <a:pt x="109167" y="323835"/>
                  </a:lnTo>
                  <a:lnTo>
                    <a:pt x="114169" y="325596"/>
                  </a:lnTo>
                  <a:lnTo>
                    <a:pt x="119225" y="327197"/>
                  </a:lnTo>
                  <a:lnTo>
                    <a:pt x="124330" y="328637"/>
                  </a:lnTo>
                  <a:lnTo>
                    <a:pt x="129477" y="329914"/>
                  </a:lnTo>
                  <a:lnTo>
                    <a:pt x="134662" y="331027"/>
                  </a:lnTo>
                  <a:lnTo>
                    <a:pt x="139880" y="331976"/>
                  </a:lnTo>
                  <a:lnTo>
                    <a:pt x="145126" y="332758"/>
                  </a:lnTo>
                  <a:lnTo>
                    <a:pt x="150394" y="333373"/>
                  </a:lnTo>
                  <a:lnTo>
                    <a:pt x="155678" y="333822"/>
                  </a:lnTo>
                  <a:lnTo>
                    <a:pt x="160974" y="334102"/>
                  </a:lnTo>
                  <a:lnTo>
                    <a:pt x="166276" y="334214"/>
                  </a:lnTo>
                  <a:lnTo>
                    <a:pt x="171580" y="334158"/>
                  </a:lnTo>
                  <a:lnTo>
                    <a:pt x="176878" y="333933"/>
                  </a:lnTo>
                  <a:lnTo>
                    <a:pt x="182167" y="333541"/>
                  </a:lnTo>
                  <a:lnTo>
                    <a:pt x="187441" y="332981"/>
                  </a:lnTo>
                  <a:lnTo>
                    <a:pt x="192695" y="332254"/>
                  </a:lnTo>
                  <a:lnTo>
                    <a:pt x="197922" y="331361"/>
                  </a:lnTo>
                  <a:lnTo>
                    <a:pt x="203119" y="330302"/>
                  </a:lnTo>
                  <a:lnTo>
                    <a:pt x="208280" y="329079"/>
                  </a:lnTo>
                  <a:lnTo>
                    <a:pt x="213399" y="327693"/>
                  </a:lnTo>
                  <a:lnTo>
                    <a:pt x="218471" y="326145"/>
                  </a:lnTo>
                  <a:lnTo>
                    <a:pt x="223492" y="324438"/>
                  </a:lnTo>
                  <a:lnTo>
                    <a:pt x="228457" y="322571"/>
                  </a:lnTo>
                  <a:lnTo>
                    <a:pt x="233359" y="320549"/>
                  </a:lnTo>
                  <a:lnTo>
                    <a:pt x="238195" y="318371"/>
                  </a:lnTo>
                  <a:lnTo>
                    <a:pt x="242960" y="316042"/>
                  </a:lnTo>
                  <a:lnTo>
                    <a:pt x="247648" y="313562"/>
                  </a:lnTo>
                  <a:lnTo>
                    <a:pt x="252255" y="310935"/>
                  </a:lnTo>
                  <a:lnTo>
                    <a:pt x="256776" y="308163"/>
                  </a:lnTo>
                  <a:lnTo>
                    <a:pt x="261208" y="305249"/>
                  </a:lnTo>
                  <a:lnTo>
                    <a:pt x="265544" y="302196"/>
                  </a:lnTo>
                  <a:lnTo>
                    <a:pt x="269782" y="299007"/>
                  </a:lnTo>
                  <a:lnTo>
                    <a:pt x="273916" y="295685"/>
                  </a:lnTo>
                  <a:lnTo>
                    <a:pt x="277943" y="292234"/>
                  </a:lnTo>
                  <a:lnTo>
                    <a:pt x="281858" y="288657"/>
                  </a:lnTo>
                  <a:lnTo>
                    <a:pt x="285658" y="284957"/>
                  </a:lnTo>
                  <a:lnTo>
                    <a:pt x="289339" y="281139"/>
                  </a:lnTo>
                  <a:lnTo>
                    <a:pt x="292896" y="277206"/>
                  </a:lnTo>
                  <a:lnTo>
                    <a:pt x="296327" y="273161"/>
                  </a:lnTo>
                  <a:lnTo>
                    <a:pt x="299629" y="269011"/>
                  </a:lnTo>
                  <a:lnTo>
                    <a:pt x="302796" y="264757"/>
                  </a:lnTo>
                  <a:lnTo>
                    <a:pt x="305827" y="260405"/>
                  </a:lnTo>
                  <a:lnTo>
                    <a:pt x="308719" y="255959"/>
                  </a:lnTo>
                  <a:lnTo>
                    <a:pt x="311468" y="251424"/>
                  </a:lnTo>
                  <a:lnTo>
                    <a:pt x="314072" y="246804"/>
                  </a:lnTo>
                  <a:lnTo>
                    <a:pt x="316528" y="242103"/>
                  </a:lnTo>
                  <a:lnTo>
                    <a:pt x="318834" y="237327"/>
                  </a:lnTo>
                  <a:lnTo>
                    <a:pt x="320987" y="232480"/>
                  </a:lnTo>
                  <a:lnTo>
                    <a:pt x="322985" y="227568"/>
                  </a:lnTo>
                  <a:lnTo>
                    <a:pt x="324826" y="222594"/>
                  </a:lnTo>
                  <a:lnTo>
                    <a:pt x="326509" y="217565"/>
                  </a:lnTo>
                  <a:lnTo>
                    <a:pt x="328031" y="212484"/>
                  </a:lnTo>
                  <a:lnTo>
                    <a:pt x="329392" y="207358"/>
                  </a:lnTo>
                  <a:lnTo>
                    <a:pt x="330589" y="202192"/>
                  </a:lnTo>
                  <a:lnTo>
                    <a:pt x="331621" y="196990"/>
                  </a:lnTo>
                  <a:lnTo>
                    <a:pt x="332488" y="191758"/>
                  </a:lnTo>
                  <a:lnTo>
                    <a:pt x="333189" y="186501"/>
                  </a:lnTo>
                  <a:lnTo>
                    <a:pt x="333722" y="181224"/>
                  </a:lnTo>
                  <a:lnTo>
                    <a:pt x="334088" y="175933"/>
                  </a:lnTo>
                  <a:lnTo>
                    <a:pt x="334286" y="170633"/>
                  </a:lnTo>
                  <a:lnTo>
                    <a:pt x="334316" y="165330"/>
                  </a:lnTo>
                  <a:lnTo>
                    <a:pt x="334177" y="160028"/>
                  </a:lnTo>
                  <a:lnTo>
                    <a:pt x="333870" y="154734"/>
                  </a:lnTo>
                  <a:lnTo>
                    <a:pt x="333396" y="149451"/>
                  </a:lnTo>
                  <a:lnTo>
                    <a:pt x="332754" y="144187"/>
                  </a:lnTo>
                  <a:lnTo>
                    <a:pt x="331945" y="138946"/>
                  </a:lnTo>
                  <a:lnTo>
                    <a:pt x="330971" y="133732"/>
                  </a:lnTo>
                  <a:lnTo>
                    <a:pt x="329832" y="128553"/>
                  </a:lnTo>
                  <a:lnTo>
                    <a:pt x="328529" y="123412"/>
                  </a:lnTo>
                  <a:lnTo>
                    <a:pt x="327063" y="118315"/>
                  </a:lnTo>
                  <a:lnTo>
                    <a:pt x="325437" y="113267"/>
                  </a:lnTo>
                  <a:lnTo>
                    <a:pt x="323651" y="108273"/>
                  </a:lnTo>
                  <a:lnTo>
                    <a:pt x="321708" y="103338"/>
                  </a:lnTo>
                  <a:lnTo>
                    <a:pt x="319609" y="98468"/>
                  </a:lnTo>
                  <a:lnTo>
                    <a:pt x="317357" y="93666"/>
                  </a:lnTo>
                  <a:lnTo>
                    <a:pt x="314953" y="88939"/>
                  </a:lnTo>
                  <a:lnTo>
                    <a:pt x="312401" y="84290"/>
                  </a:lnTo>
                  <a:lnTo>
                    <a:pt x="309703" y="79724"/>
                  </a:lnTo>
                  <a:lnTo>
                    <a:pt x="306861" y="75246"/>
                  </a:lnTo>
                  <a:lnTo>
                    <a:pt x="303879" y="70861"/>
                  </a:lnTo>
                  <a:lnTo>
                    <a:pt x="300759" y="66572"/>
                  </a:lnTo>
                  <a:lnTo>
                    <a:pt x="297504" y="62384"/>
                  </a:lnTo>
                  <a:lnTo>
                    <a:pt x="294118" y="58302"/>
                  </a:lnTo>
                  <a:lnTo>
                    <a:pt x="290605" y="54330"/>
                  </a:lnTo>
                  <a:lnTo>
                    <a:pt x="286967" y="50470"/>
                  </a:lnTo>
                  <a:lnTo>
                    <a:pt x="283209" y="46729"/>
                  </a:lnTo>
                  <a:lnTo>
                    <a:pt x="279334" y="43108"/>
                  </a:lnTo>
                  <a:lnTo>
                    <a:pt x="275346" y="39612"/>
                  </a:lnTo>
                  <a:lnTo>
                    <a:pt x="271249" y="36244"/>
                  </a:lnTo>
                  <a:lnTo>
                    <a:pt x="267047" y="33008"/>
                  </a:lnTo>
                  <a:lnTo>
                    <a:pt x="262745" y="29907"/>
                  </a:lnTo>
                  <a:lnTo>
                    <a:pt x="258346" y="26943"/>
                  </a:lnTo>
                  <a:lnTo>
                    <a:pt x="253856" y="24121"/>
                  </a:lnTo>
                  <a:lnTo>
                    <a:pt x="249278" y="21443"/>
                  </a:lnTo>
                  <a:lnTo>
                    <a:pt x="244618" y="18911"/>
                  </a:lnTo>
                  <a:lnTo>
                    <a:pt x="239880" y="16529"/>
                  </a:lnTo>
                  <a:lnTo>
                    <a:pt x="235069" y="14297"/>
                  </a:lnTo>
                  <a:lnTo>
                    <a:pt x="230189" y="12220"/>
                  </a:lnTo>
                  <a:lnTo>
                    <a:pt x="225246" y="10298"/>
                  </a:lnTo>
                  <a:lnTo>
                    <a:pt x="220244" y="8535"/>
                  </a:lnTo>
                  <a:lnTo>
                    <a:pt x="215189" y="6930"/>
                  </a:lnTo>
                  <a:lnTo>
                    <a:pt x="210086" y="5487"/>
                  </a:lnTo>
                  <a:lnTo>
                    <a:pt x="204939" y="4207"/>
                  </a:lnTo>
                  <a:lnTo>
                    <a:pt x="199755" y="3090"/>
                  </a:lnTo>
                  <a:lnTo>
                    <a:pt x="194537" y="2139"/>
                  </a:lnTo>
                  <a:lnTo>
                    <a:pt x="189292" y="1353"/>
                  </a:lnTo>
                  <a:lnTo>
                    <a:pt x="184025" y="734"/>
                  </a:lnTo>
                  <a:lnTo>
                    <a:pt x="178741" y="283"/>
                  </a:lnTo>
                  <a:lnTo>
                    <a:pt x="173445" y="0"/>
                  </a:lnTo>
                  <a:lnTo>
                    <a:pt x="167157" y="1670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781287" y="2126963"/>
              <a:ext cx="6288" cy="167167"/>
            </a:xfrm>
            <a:custGeom>
              <a:avLst/>
              <a:pathLst>
                <a:path w="6288" h="167167">
                  <a:moveTo>
                    <a:pt x="6288" y="11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423593" y="2633064"/>
              <a:ext cx="334320" cy="334330"/>
            </a:xfrm>
            <a:custGeom>
              <a:avLst/>
              <a:pathLst>
                <a:path w="334320" h="334330">
                  <a:moveTo>
                    <a:pt x="167155" y="0"/>
                  </a:moveTo>
                  <a:lnTo>
                    <a:pt x="161863" y="83"/>
                  </a:lnTo>
                  <a:lnTo>
                    <a:pt x="156577" y="335"/>
                  </a:lnTo>
                  <a:lnTo>
                    <a:pt x="151301" y="753"/>
                  </a:lnTo>
                  <a:lnTo>
                    <a:pt x="146041" y="1338"/>
                  </a:lnTo>
                  <a:lnTo>
                    <a:pt x="140803" y="2090"/>
                  </a:lnTo>
                  <a:lnTo>
                    <a:pt x="135591" y="3006"/>
                  </a:lnTo>
                  <a:lnTo>
                    <a:pt x="130410" y="4088"/>
                  </a:lnTo>
                  <a:lnTo>
                    <a:pt x="125266" y="5333"/>
                  </a:lnTo>
                  <a:lnTo>
                    <a:pt x="120164" y="6740"/>
                  </a:lnTo>
                  <a:lnTo>
                    <a:pt x="115110" y="8308"/>
                  </a:lnTo>
                  <a:lnTo>
                    <a:pt x="110107" y="10035"/>
                  </a:lnTo>
                  <a:lnTo>
                    <a:pt x="105162" y="11919"/>
                  </a:lnTo>
                  <a:lnTo>
                    <a:pt x="100279" y="13959"/>
                  </a:lnTo>
                  <a:lnTo>
                    <a:pt x="95463" y="16153"/>
                  </a:lnTo>
                  <a:lnTo>
                    <a:pt x="90718" y="18498"/>
                  </a:lnTo>
                  <a:lnTo>
                    <a:pt x="86051" y="20992"/>
                  </a:lnTo>
                  <a:lnTo>
                    <a:pt x="81464" y="23633"/>
                  </a:lnTo>
                  <a:lnTo>
                    <a:pt x="76964" y="26417"/>
                  </a:lnTo>
                  <a:lnTo>
                    <a:pt x="72554" y="29342"/>
                  </a:lnTo>
                  <a:lnTo>
                    <a:pt x="68238" y="32406"/>
                  </a:lnTo>
                  <a:lnTo>
                    <a:pt x="64022" y="35605"/>
                  </a:lnTo>
                  <a:lnTo>
                    <a:pt x="59909" y="38935"/>
                  </a:lnTo>
                  <a:lnTo>
                    <a:pt x="55904" y="42394"/>
                  </a:lnTo>
                  <a:lnTo>
                    <a:pt x="52010" y="45978"/>
                  </a:lnTo>
                  <a:lnTo>
                    <a:pt x="48232" y="49684"/>
                  </a:lnTo>
                  <a:lnTo>
                    <a:pt x="44572" y="53507"/>
                  </a:lnTo>
                  <a:lnTo>
                    <a:pt x="41036" y="57444"/>
                  </a:lnTo>
                  <a:lnTo>
                    <a:pt x="37626" y="61491"/>
                  </a:lnTo>
                  <a:lnTo>
                    <a:pt x="34346" y="65645"/>
                  </a:lnTo>
                  <a:lnTo>
                    <a:pt x="31199" y="69899"/>
                  </a:lnTo>
                  <a:lnTo>
                    <a:pt x="28188" y="74252"/>
                  </a:lnTo>
                  <a:lnTo>
                    <a:pt x="25316" y="78697"/>
                  </a:lnTo>
                  <a:lnTo>
                    <a:pt x="22587" y="83231"/>
                  </a:lnTo>
                  <a:lnTo>
                    <a:pt x="20003" y="87849"/>
                  </a:lnTo>
                  <a:lnTo>
                    <a:pt x="17566" y="92547"/>
                  </a:lnTo>
                  <a:lnTo>
                    <a:pt x="15279" y="97320"/>
                  </a:lnTo>
                  <a:lnTo>
                    <a:pt x="13144" y="102162"/>
                  </a:lnTo>
                  <a:lnTo>
                    <a:pt x="11163" y="107070"/>
                  </a:lnTo>
                  <a:lnTo>
                    <a:pt x="9339" y="112038"/>
                  </a:lnTo>
                  <a:lnTo>
                    <a:pt x="7673" y="117061"/>
                  </a:lnTo>
                  <a:lnTo>
                    <a:pt x="6167" y="122134"/>
                  </a:lnTo>
                  <a:lnTo>
                    <a:pt x="4822" y="127253"/>
                  </a:lnTo>
                  <a:lnTo>
                    <a:pt x="3640" y="132411"/>
                  </a:lnTo>
                  <a:lnTo>
                    <a:pt x="2622" y="137605"/>
                  </a:lnTo>
                  <a:lnTo>
                    <a:pt x="1768" y="142828"/>
                  </a:lnTo>
                  <a:lnTo>
                    <a:pt x="1081" y="148075"/>
                  </a:lnTo>
                  <a:lnTo>
                    <a:pt x="560" y="153342"/>
                  </a:lnTo>
                  <a:lnTo>
                    <a:pt x="206" y="158622"/>
                  </a:lnTo>
                  <a:lnTo>
                    <a:pt x="19" y="163911"/>
                  </a:lnTo>
                  <a:lnTo>
                    <a:pt x="0" y="169203"/>
                  </a:lnTo>
                  <a:lnTo>
                    <a:pt x="148" y="174493"/>
                  </a:lnTo>
                  <a:lnTo>
                    <a:pt x="463" y="179776"/>
                  </a:lnTo>
                  <a:lnTo>
                    <a:pt x="946" y="185046"/>
                  </a:lnTo>
                  <a:lnTo>
                    <a:pt x="1595" y="190298"/>
                  </a:lnTo>
                  <a:lnTo>
                    <a:pt x="2410" y="195527"/>
                  </a:lnTo>
                  <a:lnTo>
                    <a:pt x="3391" y="200728"/>
                  </a:lnTo>
                  <a:lnTo>
                    <a:pt x="4535" y="205895"/>
                  </a:lnTo>
                  <a:lnTo>
                    <a:pt x="5842" y="211023"/>
                  </a:lnTo>
                  <a:lnTo>
                    <a:pt x="7312" y="216107"/>
                  </a:lnTo>
                  <a:lnTo>
                    <a:pt x="8941" y="221143"/>
                  </a:lnTo>
                  <a:lnTo>
                    <a:pt x="10729" y="226124"/>
                  </a:lnTo>
                  <a:lnTo>
                    <a:pt x="12673" y="231046"/>
                  </a:lnTo>
                  <a:lnTo>
                    <a:pt x="14773" y="235904"/>
                  </a:lnTo>
                  <a:lnTo>
                    <a:pt x="17025" y="240693"/>
                  </a:lnTo>
                  <a:lnTo>
                    <a:pt x="19428" y="245408"/>
                  </a:lnTo>
                  <a:lnTo>
                    <a:pt x="21978" y="250045"/>
                  </a:lnTo>
                  <a:lnTo>
                    <a:pt x="24674" y="254599"/>
                  </a:lnTo>
                  <a:lnTo>
                    <a:pt x="27513" y="259065"/>
                  </a:lnTo>
                  <a:lnTo>
                    <a:pt x="30492" y="263440"/>
                  </a:lnTo>
                  <a:lnTo>
                    <a:pt x="33608" y="267717"/>
                  </a:lnTo>
                  <a:lnTo>
                    <a:pt x="36858" y="271894"/>
                  </a:lnTo>
                  <a:lnTo>
                    <a:pt x="40238" y="275966"/>
                  </a:lnTo>
                  <a:lnTo>
                    <a:pt x="43746" y="279929"/>
                  </a:lnTo>
                  <a:lnTo>
                    <a:pt x="47377" y="283779"/>
                  </a:lnTo>
                  <a:lnTo>
                    <a:pt x="51129" y="287512"/>
                  </a:lnTo>
                  <a:lnTo>
                    <a:pt x="54996" y="291124"/>
                  </a:lnTo>
                  <a:lnTo>
                    <a:pt x="58976" y="294613"/>
                  </a:lnTo>
                  <a:lnTo>
                    <a:pt x="63064" y="297973"/>
                  </a:lnTo>
                  <a:lnTo>
                    <a:pt x="67257" y="301202"/>
                  </a:lnTo>
                  <a:lnTo>
                    <a:pt x="71550" y="304297"/>
                  </a:lnTo>
                  <a:lnTo>
                    <a:pt x="75939" y="307255"/>
                  </a:lnTo>
                  <a:lnTo>
                    <a:pt x="80419" y="310072"/>
                  </a:lnTo>
                  <a:lnTo>
                    <a:pt x="84986" y="312746"/>
                  </a:lnTo>
                  <a:lnTo>
                    <a:pt x="89635" y="315274"/>
                  </a:lnTo>
                  <a:lnTo>
                    <a:pt x="94362" y="317654"/>
                  </a:lnTo>
                  <a:lnTo>
                    <a:pt x="99162" y="319882"/>
                  </a:lnTo>
                  <a:lnTo>
                    <a:pt x="104030" y="321958"/>
                  </a:lnTo>
                  <a:lnTo>
                    <a:pt x="108962" y="323879"/>
                  </a:lnTo>
                  <a:lnTo>
                    <a:pt x="113952" y="325642"/>
                  </a:lnTo>
                  <a:lnTo>
                    <a:pt x="118995" y="327247"/>
                  </a:lnTo>
                  <a:lnTo>
                    <a:pt x="124086" y="328691"/>
                  </a:lnTo>
                  <a:lnTo>
                    <a:pt x="129221" y="329973"/>
                  </a:lnTo>
                  <a:lnTo>
                    <a:pt x="134393" y="331093"/>
                  </a:lnTo>
                  <a:lnTo>
                    <a:pt x="139598" y="332048"/>
                  </a:lnTo>
                  <a:lnTo>
                    <a:pt x="144831" y="332837"/>
                  </a:lnTo>
                  <a:lnTo>
                    <a:pt x="150087" y="333461"/>
                  </a:lnTo>
                  <a:lnTo>
                    <a:pt x="155359" y="333918"/>
                  </a:lnTo>
                  <a:lnTo>
                    <a:pt x="160644" y="334208"/>
                  </a:lnTo>
                  <a:lnTo>
                    <a:pt x="165934" y="334330"/>
                  </a:lnTo>
                  <a:lnTo>
                    <a:pt x="171226" y="334285"/>
                  </a:lnTo>
                  <a:lnTo>
                    <a:pt x="176514" y="334072"/>
                  </a:lnTo>
                  <a:lnTo>
                    <a:pt x="181793" y="333692"/>
                  </a:lnTo>
                  <a:lnTo>
                    <a:pt x="187057" y="333145"/>
                  </a:lnTo>
                  <a:lnTo>
                    <a:pt x="192301" y="332432"/>
                  </a:lnTo>
                  <a:lnTo>
                    <a:pt x="197519" y="331553"/>
                  </a:lnTo>
                  <a:lnTo>
                    <a:pt x="202708" y="330510"/>
                  </a:lnTo>
                  <a:lnTo>
                    <a:pt x="207860" y="329303"/>
                  </a:lnTo>
                  <a:lnTo>
                    <a:pt x="212972" y="327933"/>
                  </a:lnTo>
                  <a:lnTo>
                    <a:pt x="218038" y="326402"/>
                  </a:lnTo>
                  <a:lnTo>
                    <a:pt x="223053" y="324711"/>
                  </a:lnTo>
                  <a:lnTo>
                    <a:pt x="228012" y="322863"/>
                  </a:lnTo>
                  <a:lnTo>
                    <a:pt x="232910" y="320859"/>
                  </a:lnTo>
                  <a:lnTo>
                    <a:pt x="237742" y="318700"/>
                  </a:lnTo>
                  <a:lnTo>
                    <a:pt x="242504" y="316390"/>
                  </a:lnTo>
                  <a:lnTo>
                    <a:pt x="247189" y="313930"/>
                  </a:lnTo>
                  <a:lnTo>
                    <a:pt x="251795" y="311323"/>
                  </a:lnTo>
                  <a:lnTo>
                    <a:pt x="256316" y="308572"/>
                  </a:lnTo>
                  <a:lnTo>
                    <a:pt x="260747" y="305678"/>
                  </a:lnTo>
                  <a:lnTo>
                    <a:pt x="265085" y="302646"/>
                  </a:lnTo>
                  <a:lnTo>
                    <a:pt x="269324" y="299479"/>
                  </a:lnTo>
                  <a:lnTo>
                    <a:pt x="273461" y="296178"/>
                  </a:lnTo>
                  <a:lnTo>
                    <a:pt x="277491" y="292748"/>
                  </a:lnTo>
                  <a:lnTo>
                    <a:pt x="281411" y="289193"/>
                  </a:lnTo>
                  <a:lnTo>
                    <a:pt x="285217" y="285515"/>
                  </a:lnTo>
                  <a:lnTo>
                    <a:pt x="288904" y="281719"/>
                  </a:lnTo>
                  <a:lnTo>
                    <a:pt x="292469" y="277807"/>
                  </a:lnTo>
                  <a:lnTo>
                    <a:pt x="295908" y="273785"/>
                  </a:lnTo>
                  <a:lnTo>
                    <a:pt x="299219" y="269656"/>
                  </a:lnTo>
                  <a:lnTo>
                    <a:pt x="302397" y="265424"/>
                  </a:lnTo>
                  <a:lnTo>
                    <a:pt x="305439" y="261094"/>
                  </a:lnTo>
                  <a:lnTo>
                    <a:pt x="308343" y="256670"/>
                  </a:lnTo>
                  <a:lnTo>
                    <a:pt x="311105" y="252156"/>
                  </a:lnTo>
                  <a:lnTo>
                    <a:pt x="313724" y="247556"/>
                  </a:lnTo>
                  <a:lnTo>
                    <a:pt x="316195" y="242877"/>
                  </a:lnTo>
                  <a:lnTo>
                    <a:pt x="318517" y="238121"/>
                  </a:lnTo>
                  <a:lnTo>
                    <a:pt x="320687" y="233294"/>
                  </a:lnTo>
                  <a:lnTo>
                    <a:pt x="322703" y="228401"/>
                  </a:lnTo>
                  <a:lnTo>
                    <a:pt x="324563" y="223447"/>
                  </a:lnTo>
                  <a:lnTo>
                    <a:pt x="326266" y="218436"/>
                  </a:lnTo>
                  <a:lnTo>
                    <a:pt x="327809" y="213373"/>
                  </a:lnTo>
                  <a:lnTo>
                    <a:pt x="329191" y="208265"/>
                  </a:lnTo>
                  <a:lnTo>
                    <a:pt x="330411" y="203115"/>
                  </a:lnTo>
                  <a:lnTo>
                    <a:pt x="331467" y="197929"/>
                  </a:lnTo>
                  <a:lnTo>
                    <a:pt x="332359" y="192713"/>
                  </a:lnTo>
                  <a:lnTo>
                    <a:pt x="333084" y="187471"/>
                  </a:lnTo>
                  <a:lnTo>
                    <a:pt x="333644" y="182208"/>
                  </a:lnTo>
                  <a:lnTo>
                    <a:pt x="334037" y="176930"/>
                  </a:lnTo>
                  <a:lnTo>
                    <a:pt x="334262" y="171643"/>
                  </a:lnTo>
                  <a:lnTo>
                    <a:pt x="334320" y="166351"/>
                  </a:lnTo>
                  <a:lnTo>
                    <a:pt x="334210" y="161060"/>
                  </a:lnTo>
                  <a:lnTo>
                    <a:pt x="333933" y="155775"/>
                  </a:lnTo>
                  <a:lnTo>
                    <a:pt x="333489" y="150501"/>
                  </a:lnTo>
                  <a:lnTo>
                    <a:pt x="332878" y="145245"/>
                  </a:lnTo>
                  <a:lnTo>
                    <a:pt x="332101" y="140010"/>
                  </a:lnTo>
                  <a:lnTo>
                    <a:pt x="331159" y="134802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67866"/>
              <a:ext cx="164004" cy="32364"/>
            </a:xfrm>
            <a:custGeom>
              <a:avLst/>
              <a:pathLst>
                <a:path w="164004" h="32364">
                  <a:moveTo>
                    <a:pt x="164004" y="0"/>
                  </a:moveTo>
                  <a:lnTo>
                    <a:pt x="0" y="323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67866"/>
              <a:ext cx="164004" cy="32364"/>
            </a:xfrm>
            <a:custGeom>
              <a:avLst/>
              <a:pathLst>
                <a:path w="164004" h="32364">
                  <a:moveTo>
                    <a:pt x="164004" y="0"/>
                  </a:moveTo>
                  <a:lnTo>
                    <a:pt x="0" y="323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67866"/>
              <a:ext cx="164004" cy="32364"/>
            </a:xfrm>
            <a:custGeom>
              <a:avLst/>
              <a:pathLst>
                <a:path w="164004" h="32364">
                  <a:moveTo>
                    <a:pt x="164004" y="0"/>
                  </a:moveTo>
                  <a:lnTo>
                    <a:pt x="0" y="323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67866"/>
              <a:ext cx="164004" cy="32364"/>
            </a:xfrm>
            <a:custGeom>
              <a:avLst/>
              <a:pathLst>
                <a:path w="164004" h="32364">
                  <a:moveTo>
                    <a:pt x="164004" y="0"/>
                  </a:moveTo>
                  <a:lnTo>
                    <a:pt x="0" y="323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67866"/>
              <a:ext cx="164004" cy="32364"/>
            </a:xfrm>
            <a:custGeom>
              <a:avLst/>
              <a:pathLst>
                <a:path w="164004" h="32364">
                  <a:moveTo>
                    <a:pt x="164004" y="0"/>
                  </a:moveTo>
                  <a:lnTo>
                    <a:pt x="0" y="323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67866"/>
              <a:ext cx="164004" cy="32364"/>
            </a:xfrm>
            <a:custGeom>
              <a:avLst/>
              <a:pathLst>
                <a:path w="164004" h="32364">
                  <a:moveTo>
                    <a:pt x="164004" y="0"/>
                  </a:moveTo>
                  <a:lnTo>
                    <a:pt x="0" y="323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67866"/>
              <a:ext cx="164004" cy="32364"/>
            </a:xfrm>
            <a:custGeom>
              <a:avLst/>
              <a:pathLst>
                <a:path w="164004" h="32364">
                  <a:moveTo>
                    <a:pt x="164004" y="0"/>
                  </a:moveTo>
                  <a:lnTo>
                    <a:pt x="0" y="323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67866"/>
              <a:ext cx="164004" cy="32364"/>
            </a:xfrm>
            <a:custGeom>
              <a:avLst/>
              <a:pathLst>
                <a:path w="164004" h="32364">
                  <a:moveTo>
                    <a:pt x="164004" y="0"/>
                  </a:moveTo>
                  <a:lnTo>
                    <a:pt x="0" y="323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67866"/>
              <a:ext cx="164004" cy="32364"/>
            </a:xfrm>
            <a:custGeom>
              <a:avLst/>
              <a:pathLst>
                <a:path w="164004" h="32364">
                  <a:moveTo>
                    <a:pt x="164004" y="0"/>
                  </a:moveTo>
                  <a:lnTo>
                    <a:pt x="0" y="323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67866"/>
              <a:ext cx="164004" cy="32364"/>
            </a:xfrm>
            <a:custGeom>
              <a:avLst/>
              <a:pathLst>
                <a:path w="164004" h="32364">
                  <a:moveTo>
                    <a:pt x="164004" y="0"/>
                  </a:moveTo>
                  <a:lnTo>
                    <a:pt x="0" y="323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67866"/>
              <a:ext cx="164004" cy="32364"/>
            </a:xfrm>
            <a:custGeom>
              <a:avLst/>
              <a:pathLst>
                <a:path w="164004" h="32364">
                  <a:moveTo>
                    <a:pt x="164004" y="0"/>
                  </a:moveTo>
                  <a:lnTo>
                    <a:pt x="0" y="323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67866"/>
              <a:ext cx="164004" cy="32364"/>
            </a:xfrm>
            <a:custGeom>
              <a:avLst/>
              <a:pathLst>
                <a:path w="164004" h="32364">
                  <a:moveTo>
                    <a:pt x="164004" y="0"/>
                  </a:moveTo>
                  <a:lnTo>
                    <a:pt x="0" y="323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67866"/>
              <a:ext cx="164004" cy="32364"/>
            </a:xfrm>
            <a:custGeom>
              <a:avLst/>
              <a:pathLst>
                <a:path w="164004" h="32364">
                  <a:moveTo>
                    <a:pt x="164004" y="0"/>
                  </a:moveTo>
                  <a:lnTo>
                    <a:pt x="0" y="323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657563"/>
              <a:ext cx="164004" cy="142668"/>
            </a:xfrm>
            <a:custGeom>
              <a:avLst/>
              <a:pathLst>
                <a:path w="164004" h="142668">
                  <a:moveTo>
                    <a:pt x="164004" y="110303"/>
                  </a:moveTo>
                  <a:lnTo>
                    <a:pt x="162843" y="104892"/>
                  </a:lnTo>
                  <a:lnTo>
                    <a:pt x="161503" y="99522"/>
                  </a:lnTo>
                  <a:lnTo>
                    <a:pt x="159986" y="94199"/>
                  </a:lnTo>
                  <a:lnTo>
                    <a:pt x="158294" y="88930"/>
                  </a:lnTo>
                  <a:lnTo>
                    <a:pt x="156428" y="83719"/>
                  </a:lnTo>
                  <a:lnTo>
                    <a:pt x="154391" y="78573"/>
                  </a:lnTo>
                  <a:lnTo>
                    <a:pt x="152185" y="73498"/>
                  </a:lnTo>
                  <a:lnTo>
                    <a:pt x="149812" y="68498"/>
                  </a:lnTo>
                  <a:lnTo>
                    <a:pt x="147274" y="63579"/>
                  </a:lnTo>
                  <a:lnTo>
                    <a:pt x="144576" y="58747"/>
                  </a:lnTo>
                  <a:lnTo>
                    <a:pt x="141718" y="54007"/>
                  </a:lnTo>
                  <a:lnTo>
                    <a:pt x="138706" y="49365"/>
                  </a:lnTo>
                  <a:lnTo>
                    <a:pt x="135541" y="44824"/>
                  </a:lnTo>
                  <a:lnTo>
                    <a:pt x="132228" y="40391"/>
                  </a:lnTo>
                  <a:lnTo>
                    <a:pt x="128770" y="36070"/>
                  </a:lnTo>
                  <a:lnTo>
                    <a:pt x="125171" y="31866"/>
                  </a:lnTo>
                  <a:lnTo>
                    <a:pt x="121434" y="27783"/>
                  </a:lnTo>
                  <a:lnTo>
                    <a:pt x="117564" y="23826"/>
                  </a:lnTo>
                  <a:lnTo>
                    <a:pt x="113566" y="19999"/>
                  </a:lnTo>
                  <a:lnTo>
                    <a:pt x="109443" y="16307"/>
                  </a:lnTo>
                  <a:lnTo>
                    <a:pt x="105200" y="12754"/>
                  </a:lnTo>
                  <a:lnTo>
                    <a:pt x="100842" y="9342"/>
                  </a:lnTo>
                  <a:lnTo>
                    <a:pt x="96373" y="6077"/>
                  </a:lnTo>
                  <a:lnTo>
                    <a:pt x="91799" y="2962"/>
                  </a:lnTo>
                  <a:lnTo>
                    <a:pt x="87124" y="0"/>
                  </a:lnTo>
                  <a:lnTo>
                    <a:pt x="0" y="14266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633064"/>
              <a:ext cx="87124" cy="167167"/>
            </a:xfrm>
            <a:custGeom>
              <a:avLst/>
              <a:pathLst>
                <a:path w="87124" h="167167">
                  <a:moveTo>
                    <a:pt x="87124" y="24498"/>
                  </a:moveTo>
                  <a:lnTo>
                    <a:pt x="82185" y="21598"/>
                  </a:lnTo>
                  <a:lnTo>
                    <a:pt x="77150" y="18867"/>
                  </a:lnTo>
                  <a:lnTo>
                    <a:pt x="72024" y="16311"/>
                  </a:lnTo>
                  <a:lnTo>
                    <a:pt x="66814" y="13933"/>
                  </a:lnTo>
                  <a:lnTo>
                    <a:pt x="61525" y="11734"/>
                  </a:lnTo>
                  <a:lnTo>
                    <a:pt x="56164" y="9717"/>
                  </a:lnTo>
                  <a:lnTo>
                    <a:pt x="50738" y="7885"/>
                  </a:lnTo>
                  <a:lnTo>
                    <a:pt x="45251" y="6241"/>
                  </a:lnTo>
                  <a:lnTo>
                    <a:pt x="39712" y="4785"/>
                  </a:lnTo>
                  <a:lnTo>
                    <a:pt x="34125" y="3520"/>
                  </a:lnTo>
                  <a:lnTo>
                    <a:pt x="28499" y="2447"/>
                  </a:lnTo>
                  <a:lnTo>
                    <a:pt x="22840" y="1567"/>
                  </a:lnTo>
                  <a:lnTo>
                    <a:pt x="17153" y="882"/>
                  </a:lnTo>
                  <a:lnTo>
                    <a:pt x="11446" y="392"/>
                  </a:lnTo>
                  <a:lnTo>
                    <a:pt x="5726" y="9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358829" y="3170392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0" y="335"/>
                  </a:lnTo>
                  <a:lnTo>
                    <a:pt x="151279" y="755"/>
                  </a:lnTo>
                  <a:lnTo>
                    <a:pt x="146013" y="1341"/>
                  </a:lnTo>
                  <a:lnTo>
                    <a:pt x="140768" y="2094"/>
                  </a:lnTo>
                  <a:lnTo>
                    <a:pt x="135550" y="3013"/>
                  </a:lnTo>
                  <a:lnTo>
                    <a:pt x="130364" y="4097"/>
                  </a:lnTo>
                  <a:lnTo>
                    <a:pt x="125215" y="5345"/>
                  </a:lnTo>
                  <a:lnTo>
                    <a:pt x="120108" y="6755"/>
                  </a:lnTo>
                  <a:lnTo>
                    <a:pt x="115048" y="8327"/>
                  </a:lnTo>
                  <a:lnTo>
                    <a:pt x="110040" y="10058"/>
                  </a:lnTo>
                  <a:lnTo>
                    <a:pt x="105090" y="11946"/>
                  </a:lnTo>
                  <a:lnTo>
                    <a:pt x="100202" y="13991"/>
                  </a:lnTo>
                  <a:lnTo>
                    <a:pt x="95381" y="16190"/>
                  </a:lnTo>
                  <a:lnTo>
                    <a:pt x="90633" y="18540"/>
                  </a:lnTo>
                  <a:lnTo>
                    <a:pt x="85961" y="21040"/>
                  </a:lnTo>
                  <a:lnTo>
                    <a:pt x="81371" y="23686"/>
                  </a:lnTo>
                  <a:lnTo>
                    <a:pt x="76867" y="26476"/>
                  </a:lnTo>
                  <a:lnTo>
                    <a:pt x="72454" y="29408"/>
                  </a:lnTo>
                  <a:lnTo>
                    <a:pt x="68135" y="32479"/>
                  </a:lnTo>
                  <a:lnTo>
                    <a:pt x="63917" y="35684"/>
                  </a:lnTo>
                  <a:lnTo>
                    <a:pt x="59802" y="39022"/>
                  </a:lnTo>
                  <a:lnTo>
                    <a:pt x="55795" y="42488"/>
                  </a:lnTo>
                  <a:lnTo>
                    <a:pt x="51899" y="46080"/>
                  </a:lnTo>
                  <a:lnTo>
                    <a:pt x="48120" y="49793"/>
                  </a:lnTo>
                  <a:lnTo>
                    <a:pt x="44460" y="53624"/>
                  </a:lnTo>
                  <a:lnTo>
                    <a:pt x="40923" y="57569"/>
                  </a:lnTo>
                  <a:lnTo>
                    <a:pt x="37514" y="61624"/>
                  </a:lnTo>
                  <a:lnTo>
                    <a:pt x="34234" y="65786"/>
                  </a:lnTo>
                  <a:lnTo>
                    <a:pt x="31088" y="70049"/>
                  </a:lnTo>
                  <a:lnTo>
                    <a:pt x="28078" y="74410"/>
                  </a:lnTo>
                  <a:lnTo>
                    <a:pt x="25209" y="78864"/>
                  </a:lnTo>
                  <a:lnTo>
                    <a:pt x="22482" y="83406"/>
                  </a:lnTo>
                  <a:lnTo>
                    <a:pt x="19900" y="88033"/>
                  </a:lnTo>
                  <a:lnTo>
                    <a:pt x="17466" y="92739"/>
                  </a:lnTo>
                  <a:lnTo>
                    <a:pt x="15182" y="97520"/>
                  </a:lnTo>
                  <a:lnTo>
                    <a:pt x="13052" y="102371"/>
                  </a:lnTo>
                  <a:lnTo>
                    <a:pt x="11076" y="107287"/>
                  </a:lnTo>
                  <a:lnTo>
                    <a:pt x="9256" y="112263"/>
                  </a:lnTo>
                  <a:lnTo>
                    <a:pt x="7596" y="117295"/>
                  </a:lnTo>
                  <a:lnTo>
                    <a:pt x="6095" y="122376"/>
                  </a:lnTo>
                  <a:lnTo>
                    <a:pt x="4757" y="127503"/>
                  </a:lnTo>
                  <a:lnTo>
                    <a:pt x="3581" y="132669"/>
                  </a:lnTo>
                  <a:lnTo>
                    <a:pt x="2570" y="137870"/>
                  </a:lnTo>
                  <a:lnTo>
                    <a:pt x="1725" y="143101"/>
                  </a:lnTo>
                  <a:lnTo>
                    <a:pt x="1045" y="148355"/>
                  </a:lnTo>
                  <a:lnTo>
                    <a:pt x="532" y="153629"/>
                  </a:lnTo>
                  <a:lnTo>
                    <a:pt x="187" y="158916"/>
                  </a:lnTo>
                  <a:lnTo>
                    <a:pt x="9" y="164211"/>
                  </a:lnTo>
                  <a:lnTo>
                    <a:pt x="0" y="169509"/>
                  </a:lnTo>
                  <a:lnTo>
                    <a:pt x="158" y="174805"/>
                  </a:lnTo>
                  <a:lnTo>
                    <a:pt x="484" y="180094"/>
                  </a:lnTo>
                  <a:lnTo>
                    <a:pt x="977" y="185369"/>
                  </a:lnTo>
                  <a:lnTo>
                    <a:pt x="1637" y="190626"/>
                  </a:lnTo>
                  <a:lnTo>
                    <a:pt x="2464" y="195860"/>
                  </a:lnTo>
                  <a:lnTo>
                    <a:pt x="3456" y="201064"/>
                  </a:lnTo>
                  <a:lnTo>
                    <a:pt x="4612" y="206235"/>
                  </a:lnTo>
                  <a:lnTo>
                    <a:pt x="5932" y="211366"/>
                  </a:lnTo>
                  <a:lnTo>
                    <a:pt x="7414" y="216453"/>
                  </a:lnTo>
                  <a:lnTo>
                    <a:pt x="9056" y="221491"/>
                  </a:lnTo>
                  <a:lnTo>
                    <a:pt x="10857" y="226473"/>
                  </a:lnTo>
                  <a:lnTo>
                    <a:pt x="12815" y="231397"/>
                  </a:lnTo>
                  <a:lnTo>
                    <a:pt x="14928" y="236255"/>
                  </a:lnTo>
                  <a:lnTo>
                    <a:pt x="17194" y="241045"/>
                  </a:lnTo>
                  <a:lnTo>
                    <a:pt x="19610" y="245760"/>
                  </a:lnTo>
                  <a:lnTo>
                    <a:pt x="22175" y="250396"/>
                  </a:lnTo>
                  <a:lnTo>
                    <a:pt x="24886" y="254949"/>
                  </a:lnTo>
                  <a:lnTo>
                    <a:pt x="27739" y="259413"/>
                  </a:lnTo>
                  <a:lnTo>
                    <a:pt x="30732" y="263785"/>
                  </a:lnTo>
                  <a:lnTo>
                    <a:pt x="33863" y="268060"/>
                  </a:lnTo>
                  <a:lnTo>
                    <a:pt x="37127" y="272233"/>
                  </a:lnTo>
                  <a:lnTo>
                    <a:pt x="40522" y="276301"/>
                  </a:lnTo>
                  <a:lnTo>
                    <a:pt x="44044" y="280259"/>
                  </a:lnTo>
                  <a:lnTo>
                    <a:pt x="47690" y="284103"/>
                  </a:lnTo>
                  <a:lnTo>
                    <a:pt x="51456" y="287830"/>
                  </a:lnTo>
                  <a:lnTo>
                    <a:pt x="55338" y="291436"/>
                  </a:lnTo>
                  <a:lnTo>
                    <a:pt x="59332" y="294917"/>
                  </a:lnTo>
                  <a:lnTo>
                    <a:pt x="63435" y="298270"/>
                  </a:lnTo>
                  <a:lnTo>
                    <a:pt x="67642" y="301491"/>
                  </a:lnTo>
                  <a:lnTo>
                    <a:pt x="71949" y="304577"/>
                  </a:lnTo>
                  <a:lnTo>
                    <a:pt x="76351" y="307525"/>
                  </a:lnTo>
                  <a:lnTo>
                    <a:pt x="80845" y="310332"/>
                  </a:lnTo>
                  <a:lnTo>
                    <a:pt x="85425" y="312995"/>
                  </a:lnTo>
                  <a:lnTo>
                    <a:pt x="90088" y="315512"/>
                  </a:lnTo>
                  <a:lnTo>
                    <a:pt x="94828" y="317880"/>
                  </a:lnTo>
                  <a:lnTo>
                    <a:pt x="99640" y="320096"/>
                  </a:lnTo>
                  <a:lnTo>
                    <a:pt x="104520" y="322159"/>
                  </a:lnTo>
                  <a:lnTo>
                    <a:pt x="109464" y="324066"/>
                  </a:lnTo>
                  <a:lnTo>
                    <a:pt x="114465" y="325815"/>
                  </a:lnTo>
                  <a:lnTo>
                    <a:pt x="119519" y="327405"/>
                  </a:lnTo>
                  <a:lnTo>
                    <a:pt x="124621" y="328834"/>
                  </a:lnTo>
                  <a:lnTo>
                    <a:pt x="129766" y="330100"/>
                  </a:lnTo>
                  <a:lnTo>
                    <a:pt x="134948" y="331203"/>
                  </a:lnTo>
                  <a:lnTo>
                    <a:pt x="140163" y="332142"/>
                  </a:lnTo>
                  <a:lnTo>
                    <a:pt x="145405" y="332914"/>
                  </a:lnTo>
                  <a:lnTo>
                    <a:pt x="150668" y="333520"/>
                  </a:lnTo>
                  <a:lnTo>
                    <a:pt x="155948" y="333959"/>
                  </a:lnTo>
                  <a:lnTo>
                    <a:pt x="161240" y="334230"/>
                  </a:lnTo>
                  <a:lnTo>
                    <a:pt x="166537" y="334333"/>
                  </a:lnTo>
                  <a:lnTo>
                    <a:pt x="171835" y="334269"/>
                  </a:lnTo>
                  <a:lnTo>
                    <a:pt x="177128" y="334036"/>
                  </a:lnTo>
                  <a:lnTo>
                    <a:pt x="182411" y="333636"/>
                  </a:lnTo>
                  <a:lnTo>
                    <a:pt x="187679" y="333069"/>
                  </a:lnTo>
                  <a:lnTo>
                    <a:pt x="192927" y="332335"/>
                  </a:lnTo>
                  <a:lnTo>
                    <a:pt x="198148" y="331435"/>
                  </a:lnTo>
                  <a:lnTo>
                    <a:pt x="203338" y="330371"/>
                  </a:lnTo>
                  <a:lnTo>
                    <a:pt x="208492" y="329142"/>
                  </a:lnTo>
                  <a:lnTo>
                    <a:pt x="213604" y="327750"/>
                  </a:lnTo>
                  <a:lnTo>
                    <a:pt x="218670" y="326197"/>
                  </a:lnTo>
                  <a:lnTo>
                    <a:pt x="223684" y="324485"/>
                  </a:lnTo>
                  <a:lnTo>
                    <a:pt x="228641" y="322614"/>
                  </a:lnTo>
                  <a:lnTo>
                    <a:pt x="233537" y="320587"/>
                  </a:lnTo>
                  <a:lnTo>
                    <a:pt x="238365" y="318407"/>
                  </a:lnTo>
                  <a:lnTo>
                    <a:pt x="243122" y="316074"/>
                  </a:lnTo>
                  <a:lnTo>
                    <a:pt x="247803" y="313591"/>
                  </a:lnTo>
                  <a:lnTo>
                    <a:pt x="252403" y="310962"/>
                  </a:lnTo>
                  <a:lnTo>
                    <a:pt x="256917" y="308188"/>
                  </a:lnTo>
                  <a:lnTo>
                    <a:pt x="261341" y="305272"/>
                  </a:lnTo>
                  <a:lnTo>
                    <a:pt x="265671" y="302218"/>
                  </a:lnTo>
                  <a:lnTo>
                    <a:pt x="269901" y="299028"/>
                  </a:lnTo>
                  <a:lnTo>
                    <a:pt x="274028" y="295705"/>
                  </a:lnTo>
                  <a:lnTo>
                    <a:pt x="278048" y="292254"/>
                  </a:lnTo>
                  <a:lnTo>
                    <a:pt x="281956" y="288676"/>
                  </a:lnTo>
                  <a:lnTo>
                    <a:pt x="285749" y="284977"/>
                  </a:lnTo>
                  <a:lnTo>
                    <a:pt x="289423" y="281159"/>
                  </a:lnTo>
                  <a:lnTo>
                    <a:pt x="292975" y="277227"/>
                  </a:lnTo>
                  <a:lnTo>
                    <a:pt x="296399" y="273185"/>
                  </a:lnTo>
                  <a:lnTo>
                    <a:pt x="299694" y="269035"/>
                  </a:lnTo>
                  <a:lnTo>
                    <a:pt x="302856" y="264784"/>
                  </a:lnTo>
                  <a:lnTo>
                    <a:pt x="305881" y="260434"/>
                  </a:lnTo>
                  <a:lnTo>
                    <a:pt x="308767" y="255991"/>
                  </a:lnTo>
                  <a:lnTo>
                    <a:pt x="311511" y="251458"/>
                  </a:lnTo>
                  <a:lnTo>
                    <a:pt x="314110" y="246841"/>
                  </a:lnTo>
                  <a:lnTo>
                    <a:pt x="316561" y="242144"/>
                  </a:lnTo>
                  <a:lnTo>
                    <a:pt x="318862" y="237371"/>
                  </a:lnTo>
                  <a:lnTo>
                    <a:pt x="321011" y="232528"/>
                  </a:lnTo>
                  <a:lnTo>
                    <a:pt x="323005" y="227619"/>
                  </a:lnTo>
                  <a:lnTo>
                    <a:pt x="324842" y="222650"/>
                  </a:lnTo>
                  <a:lnTo>
                    <a:pt x="326521" y="217624"/>
                  </a:lnTo>
                  <a:lnTo>
                    <a:pt x="328040" y="212548"/>
                  </a:lnTo>
                  <a:lnTo>
                    <a:pt x="329398" y="207427"/>
                  </a:lnTo>
                  <a:lnTo>
                    <a:pt x="330592" y="202265"/>
                  </a:lnTo>
                  <a:lnTo>
                    <a:pt x="331622" y="197068"/>
                  </a:lnTo>
                  <a:lnTo>
                    <a:pt x="332487" y="191840"/>
                  </a:lnTo>
                  <a:lnTo>
                    <a:pt x="333186" y="186588"/>
                  </a:lnTo>
                  <a:lnTo>
                    <a:pt x="333718" y="181317"/>
                  </a:lnTo>
                  <a:lnTo>
                    <a:pt x="334083" y="176031"/>
                  </a:lnTo>
                  <a:lnTo>
                    <a:pt x="334280" y="170736"/>
                  </a:lnTo>
                  <a:lnTo>
                    <a:pt x="334309" y="165438"/>
                  </a:lnTo>
                  <a:lnTo>
                    <a:pt x="334170" y="160141"/>
                  </a:lnTo>
                  <a:lnTo>
                    <a:pt x="333864" y="154852"/>
                  </a:lnTo>
                  <a:lnTo>
                    <a:pt x="333390" y="149575"/>
                  </a:lnTo>
                  <a:lnTo>
                    <a:pt x="332749" y="144315"/>
                  </a:lnTo>
                  <a:lnTo>
                    <a:pt x="331941" y="139079"/>
                  </a:lnTo>
                  <a:lnTo>
                    <a:pt x="330968" y="133871"/>
                  </a:lnTo>
                  <a:lnTo>
                    <a:pt x="329831" y="128696"/>
                  </a:lnTo>
                  <a:lnTo>
                    <a:pt x="328530" y="123560"/>
                  </a:lnTo>
                  <a:lnTo>
                    <a:pt x="327067" y="118467"/>
                  </a:lnTo>
                  <a:lnTo>
                    <a:pt x="325443" y="113424"/>
                  </a:lnTo>
                  <a:lnTo>
                    <a:pt x="323661" y="108435"/>
                  </a:lnTo>
                  <a:lnTo>
                    <a:pt x="321721" y="103504"/>
                  </a:lnTo>
                  <a:lnTo>
                    <a:pt x="319626" y="98638"/>
                  </a:lnTo>
                  <a:lnTo>
                    <a:pt x="317377" y="93840"/>
                  </a:lnTo>
                  <a:lnTo>
                    <a:pt x="314978" y="89116"/>
                  </a:lnTo>
                  <a:lnTo>
                    <a:pt x="312430" y="84470"/>
                  </a:lnTo>
                  <a:lnTo>
                    <a:pt x="309737" y="79908"/>
                  </a:lnTo>
                  <a:lnTo>
                    <a:pt x="306900" y="75433"/>
                  </a:lnTo>
                  <a:lnTo>
                    <a:pt x="303922" y="71050"/>
                  </a:lnTo>
                  <a:lnTo>
                    <a:pt x="300808" y="66764"/>
                  </a:lnTo>
                  <a:lnTo>
                    <a:pt x="297559" y="62579"/>
                  </a:lnTo>
                  <a:lnTo>
                    <a:pt x="294179" y="58499"/>
                  </a:lnTo>
                  <a:lnTo>
                    <a:pt x="290671" y="54528"/>
                  </a:lnTo>
                  <a:lnTo>
                    <a:pt x="287039" y="50670"/>
                  </a:lnTo>
                  <a:lnTo>
                    <a:pt x="283287" y="46929"/>
                  </a:lnTo>
                  <a:lnTo>
                    <a:pt x="279419" y="43309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213701"/>
              <a:ext cx="112267" cy="123858"/>
            </a:xfrm>
            <a:custGeom>
              <a:avLst/>
              <a:pathLst>
                <a:path w="112267" h="123858">
                  <a:moveTo>
                    <a:pt x="112267" y="0"/>
                  </a:moveTo>
                  <a:lnTo>
                    <a:pt x="0" y="1238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213701"/>
              <a:ext cx="112267" cy="123858"/>
            </a:xfrm>
            <a:custGeom>
              <a:avLst/>
              <a:pathLst>
                <a:path w="112267" h="123858">
                  <a:moveTo>
                    <a:pt x="112267" y="0"/>
                  </a:moveTo>
                  <a:lnTo>
                    <a:pt x="0" y="1238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13701"/>
              <a:ext cx="112267" cy="123858"/>
            </a:xfrm>
            <a:custGeom>
              <a:avLst/>
              <a:pathLst>
                <a:path w="112267" h="123858">
                  <a:moveTo>
                    <a:pt x="112267" y="0"/>
                  </a:moveTo>
                  <a:lnTo>
                    <a:pt x="0" y="1238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13701"/>
              <a:ext cx="112267" cy="123858"/>
            </a:xfrm>
            <a:custGeom>
              <a:avLst/>
              <a:pathLst>
                <a:path w="112267" h="123858">
                  <a:moveTo>
                    <a:pt x="112267" y="0"/>
                  </a:moveTo>
                  <a:lnTo>
                    <a:pt x="0" y="1238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13701"/>
              <a:ext cx="112267" cy="123858"/>
            </a:xfrm>
            <a:custGeom>
              <a:avLst/>
              <a:pathLst>
                <a:path w="112267" h="123858">
                  <a:moveTo>
                    <a:pt x="112267" y="0"/>
                  </a:moveTo>
                  <a:lnTo>
                    <a:pt x="0" y="1238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13701"/>
              <a:ext cx="112267" cy="123858"/>
            </a:xfrm>
            <a:custGeom>
              <a:avLst/>
              <a:pathLst>
                <a:path w="112267" h="123858">
                  <a:moveTo>
                    <a:pt x="112267" y="0"/>
                  </a:moveTo>
                  <a:lnTo>
                    <a:pt x="0" y="1238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13701"/>
              <a:ext cx="112267" cy="123858"/>
            </a:xfrm>
            <a:custGeom>
              <a:avLst/>
              <a:pathLst>
                <a:path w="112267" h="123858">
                  <a:moveTo>
                    <a:pt x="112267" y="0"/>
                  </a:moveTo>
                  <a:lnTo>
                    <a:pt x="0" y="1238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13701"/>
              <a:ext cx="112267" cy="123858"/>
            </a:xfrm>
            <a:custGeom>
              <a:avLst/>
              <a:pathLst>
                <a:path w="112267" h="123858">
                  <a:moveTo>
                    <a:pt x="112267" y="0"/>
                  </a:moveTo>
                  <a:lnTo>
                    <a:pt x="0" y="1238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13701"/>
              <a:ext cx="112267" cy="123858"/>
            </a:xfrm>
            <a:custGeom>
              <a:avLst/>
              <a:pathLst>
                <a:path w="112267" h="123858">
                  <a:moveTo>
                    <a:pt x="112267" y="0"/>
                  </a:moveTo>
                  <a:lnTo>
                    <a:pt x="0" y="1238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13701"/>
              <a:ext cx="112267" cy="123858"/>
            </a:xfrm>
            <a:custGeom>
              <a:avLst/>
              <a:pathLst>
                <a:path w="112267" h="123858">
                  <a:moveTo>
                    <a:pt x="112267" y="0"/>
                  </a:moveTo>
                  <a:lnTo>
                    <a:pt x="0" y="1238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13701"/>
              <a:ext cx="112267" cy="123858"/>
            </a:xfrm>
            <a:custGeom>
              <a:avLst/>
              <a:pathLst>
                <a:path w="112267" h="123858">
                  <a:moveTo>
                    <a:pt x="112267" y="0"/>
                  </a:moveTo>
                  <a:lnTo>
                    <a:pt x="0" y="1238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13701"/>
              <a:ext cx="112267" cy="123858"/>
            </a:xfrm>
            <a:custGeom>
              <a:avLst/>
              <a:pathLst>
                <a:path w="112267" h="123858">
                  <a:moveTo>
                    <a:pt x="112267" y="0"/>
                  </a:moveTo>
                  <a:lnTo>
                    <a:pt x="0" y="1238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06165"/>
              <a:ext cx="112267" cy="131394"/>
            </a:xfrm>
            <a:custGeom>
              <a:avLst/>
              <a:pathLst>
                <a:path w="112267" h="131394">
                  <a:moveTo>
                    <a:pt x="112267" y="7535"/>
                  </a:moveTo>
                  <a:lnTo>
                    <a:pt x="103346" y="0"/>
                  </a:lnTo>
                  <a:lnTo>
                    <a:pt x="0" y="13139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170392"/>
              <a:ext cx="103346" cy="167167"/>
            </a:xfrm>
            <a:custGeom>
              <a:avLst/>
              <a:pathLst>
                <a:path w="103346" h="167167">
                  <a:moveTo>
                    <a:pt x="103346" y="35773"/>
                  </a:moveTo>
                  <a:lnTo>
                    <a:pt x="98911" y="32403"/>
                  </a:lnTo>
                  <a:lnTo>
                    <a:pt x="94366" y="29182"/>
                  </a:lnTo>
                  <a:lnTo>
                    <a:pt x="89716" y="26114"/>
                  </a:lnTo>
                  <a:lnTo>
                    <a:pt x="84967" y="23203"/>
                  </a:lnTo>
                  <a:lnTo>
                    <a:pt x="80123" y="20452"/>
                  </a:lnTo>
                  <a:lnTo>
                    <a:pt x="75191" y="17864"/>
                  </a:lnTo>
                  <a:lnTo>
                    <a:pt x="70174" y="15442"/>
                  </a:lnTo>
                  <a:lnTo>
                    <a:pt x="65080" y="13188"/>
                  </a:lnTo>
                  <a:lnTo>
                    <a:pt x="59914" y="11105"/>
                  </a:lnTo>
                  <a:lnTo>
                    <a:pt x="54681" y="9196"/>
                  </a:lnTo>
                  <a:lnTo>
                    <a:pt x="49387" y="7462"/>
                  </a:lnTo>
                  <a:lnTo>
                    <a:pt x="44039" y="5905"/>
                  </a:lnTo>
                  <a:lnTo>
                    <a:pt x="38642" y="4527"/>
                  </a:lnTo>
                  <a:lnTo>
                    <a:pt x="33201" y="3330"/>
                  </a:lnTo>
                  <a:lnTo>
                    <a:pt x="27724" y="2315"/>
                  </a:lnTo>
                  <a:lnTo>
                    <a:pt x="22216" y="1482"/>
                  </a:lnTo>
                  <a:lnTo>
                    <a:pt x="16684" y="834"/>
                  </a:lnTo>
                  <a:lnTo>
                    <a:pt x="11133" y="371"/>
                  </a:lnTo>
                  <a:lnTo>
                    <a:pt x="556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423595" y="3707720"/>
              <a:ext cx="334316" cy="334332"/>
            </a:xfrm>
            <a:custGeom>
              <a:avLst/>
              <a:pathLst>
                <a:path w="334316" h="334332">
                  <a:moveTo>
                    <a:pt x="167153" y="0"/>
                  </a:moveTo>
                  <a:lnTo>
                    <a:pt x="161858" y="83"/>
                  </a:lnTo>
                  <a:lnTo>
                    <a:pt x="156569" y="335"/>
                  </a:lnTo>
                  <a:lnTo>
                    <a:pt x="151291" y="754"/>
                  </a:lnTo>
                  <a:lnTo>
                    <a:pt x="146029" y="1340"/>
                  </a:lnTo>
                  <a:lnTo>
                    <a:pt x="140787" y="2092"/>
                  </a:lnTo>
                  <a:lnTo>
                    <a:pt x="135572" y="3010"/>
                  </a:lnTo>
                  <a:lnTo>
                    <a:pt x="130389" y="4092"/>
                  </a:lnTo>
                  <a:lnTo>
                    <a:pt x="125243" y="5338"/>
                  </a:lnTo>
                  <a:lnTo>
                    <a:pt x="120139" y="6747"/>
                  </a:lnTo>
                  <a:lnTo>
                    <a:pt x="115082" y="8316"/>
                  </a:lnTo>
                  <a:lnTo>
                    <a:pt x="110077" y="10045"/>
                  </a:lnTo>
                  <a:lnTo>
                    <a:pt x="105129" y="11931"/>
                  </a:lnTo>
                  <a:lnTo>
                    <a:pt x="100244" y="13974"/>
                  </a:lnTo>
                  <a:lnTo>
                    <a:pt x="95426" y="16170"/>
                  </a:lnTo>
                  <a:lnTo>
                    <a:pt x="90680" y="18517"/>
                  </a:lnTo>
                  <a:lnTo>
                    <a:pt x="86010" y="21013"/>
                  </a:lnTo>
                  <a:lnTo>
                    <a:pt x="81422" y="23657"/>
                  </a:lnTo>
                  <a:lnTo>
                    <a:pt x="76920" y="26444"/>
                  </a:lnTo>
                  <a:lnTo>
                    <a:pt x="72509" y="29372"/>
                  </a:lnTo>
                  <a:lnTo>
                    <a:pt x="68192" y="32439"/>
                  </a:lnTo>
                  <a:lnTo>
                    <a:pt x="63975" y="35640"/>
                  </a:lnTo>
                  <a:lnTo>
                    <a:pt x="59861" y="38974"/>
                  </a:lnTo>
                  <a:lnTo>
                    <a:pt x="55855" y="42436"/>
                  </a:lnTo>
                  <a:lnTo>
                    <a:pt x="51960" y="46024"/>
                  </a:lnTo>
                  <a:lnTo>
                    <a:pt x="48181" y="49733"/>
                  </a:lnTo>
                  <a:lnTo>
                    <a:pt x="44522" y="53560"/>
                  </a:lnTo>
                  <a:lnTo>
                    <a:pt x="40985" y="57501"/>
                  </a:lnTo>
                  <a:lnTo>
                    <a:pt x="37575" y="61551"/>
                  </a:lnTo>
                  <a:lnTo>
                    <a:pt x="34295" y="65708"/>
                  </a:lnTo>
                  <a:lnTo>
                    <a:pt x="31149" y="69967"/>
                  </a:lnTo>
                  <a:lnTo>
                    <a:pt x="28139" y="74323"/>
                  </a:lnTo>
                  <a:lnTo>
                    <a:pt x="25268" y="78772"/>
                  </a:lnTo>
                  <a:lnTo>
                    <a:pt x="22540" y="83310"/>
                  </a:lnTo>
                  <a:lnTo>
                    <a:pt x="19956" y="87932"/>
                  </a:lnTo>
                  <a:lnTo>
                    <a:pt x="17521" y="92634"/>
                  </a:lnTo>
                  <a:lnTo>
                    <a:pt x="15235" y="97410"/>
                  </a:lnTo>
                  <a:lnTo>
                    <a:pt x="13102" y="102257"/>
                  </a:lnTo>
                  <a:lnTo>
                    <a:pt x="11124" y="107168"/>
                  </a:lnTo>
                  <a:lnTo>
                    <a:pt x="9302" y="112140"/>
                  </a:lnTo>
                  <a:lnTo>
                    <a:pt x="7638" y="117167"/>
                  </a:lnTo>
                  <a:lnTo>
                    <a:pt x="6135" y="122244"/>
                  </a:lnTo>
                  <a:lnTo>
                    <a:pt x="4793" y="127366"/>
                  </a:lnTo>
                  <a:lnTo>
                    <a:pt x="3614" y="132528"/>
                  </a:lnTo>
                  <a:lnTo>
                    <a:pt x="2599" y="137724"/>
                  </a:lnTo>
                  <a:lnTo>
                    <a:pt x="1749" y="142951"/>
                  </a:lnTo>
                  <a:lnTo>
                    <a:pt x="1065" y="148201"/>
                  </a:lnTo>
                  <a:lnTo>
                    <a:pt x="547" y="153471"/>
                  </a:lnTo>
                  <a:lnTo>
                    <a:pt x="197" y="158754"/>
                  </a:lnTo>
                  <a:lnTo>
                    <a:pt x="14" y="164046"/>
                  </a:lnTo>
                  <a:lnTo>
                    <a:pt x="0" y="169341"/>
                  </a:lnTo>
                  <a:lnTo>
                    <a:pt x="152" y="174634"/>
                  </a:lnTo>
                  <a:lnTo>
                    <a:pt x="472" y="179919"/>
                  </a:lnTo>
                  <a:lnTo>
                    <a:pt x="960" y="185192"/>
                  </a:lnTo>
                  <a:lnTo>
                    <a:pt x="1614" y="190446"/>
                  </a:lnTo>
                  <a:lnTo>
                    <a:pt x="2435" y="195677"/>
                  </a:lnTo>
                  <a:lnTo>
                    <a:pt x="3420" y="200880"/>
                  </a:lnTo>
                  <a:lnTo>
                    <a:pt x="4570" y="206048"/>
                  </a:lnTo>
                  <a:lnTo>
                    <a:pt x="5883" y="211178"/>
                  </a:lnTo>
                  <a:lnTo>
                    <a:pt x="7358" y="216264"/>
                  </a:lnTo>
                  <a:lnTo>
                    <a:pt x="8993" y="221300"/>
                  </a:lnTo>
                  <a:lnTo>
                    <a:pt x="10787" y="226282"/>
                  </a:lnTo>
                  <a:lnTo>
                    <a:pt x="12737" y="231204"/>
                  </a:lnTo>
                  <a:lnTo>
                    <a:pt x="14843" y="236063"/>
                  </a:lnTo>
                  <a:lnTo>
                    <a:pt x="17101" y="240852"/>
                  </a:lnTo>
                  <a:lnTo>
                    <a:pt x="19510" y="245567"/>
                  </a:lnTo>
                  <a:lnTo>
                    <a:pt x="22067" y="250204"/>
                  </a:lnTo>
                  <a:lnTo>
                    <a:pt x="24770" y="254757"/>
                  </a:lnTo>
                  <a:lnTo>
                    <a:pt x="27615" y="259222"/>
                  </a:lnTo>
                  <a:lnTo>
                    <a:pt x="30601" y="263596"/>
                  </a:lnTo>
                  <a:lnTo>
                    <a:pt x="33723" y="267872"/>
                  </a:lnTo>
                  <a:lnTo>
                    <a:pt x="36979" y="272047"/>
                  </a:lnTo>
                  <a:lnTo>
                    <a:pt x="40366" y="276117"/>
                  </a:lnTo>
                  <a:lnTo>
                    <a:pt x="43881" y="280078"/>
                  </a:lnTo>
                  <a:lnTo>
                    <a:pt x="47518" y="283925"/>
                  </a:lnTo>
                  <a:lnTo>
                    <a:pt x="51276" y="287656"/>
                  </a:lnTo>
                  <a:lnTo>
                    <a:pt x="55150" y="291265"/>
                  </a:lnTo>
                  <a:lnTo>
                    <a:pt x="59137" y="294750"/>
                  </a:lnTo>
                  <a:lnTo>
                    <a:pt x="63232" y="298107"/>
                  </a:lnTo>
                  <a:lnTo>
                    <a:pt x="67431" y="301333"/>
                  </a:lnTo>
                  <a:lnTo>
                    <a:pt x="71730" y="304424"/>
                  </a:lnTo>
                  <a:lnTo>
                    <a:pt x="76125" y="307377"/>
                  </a:lnTo>
                  <a:lnTo>
                    <a:pt x="80611" y="310190"/>
                  </a:lnTo>
                  <a:lnTo>
                    <a:pt x="85184" y="312859"/>
                  </a:lnTo>
                  <a:lnTo>
                    <a:pt x="89839" y="315382"/>
                  </a:lnTo>
                  <a:lnTo>
                    <a:pt x="94572" y="317756"/>
                  </a:lnTo>
                  <a:lnTo>
                    <a:pt x="99378" y="319979"/>
                  </a:lnTo>
                  <a:lnTo>
                    <a:pt x="104252" y="322049"/>
                  </a:lnTo>
                  <a:lnTo>
                    <a:pt x="109188" y="323963"/>
                  </a:lnTo>
                  <a:lnTo>
                    <a:pt x="114183" y="325720"/>
                  </a:lnTo>
                  <a:lnTo>
                    <a:pt x="119231" y="327318"/>
                  </a:lnTo>
                  <a:lnTo>
                    <a:pt x="124328" y="328756"/>
                  </a:lnTo>
                  <a:lnTo>
                    <a:pt x="129467" y="330031"/>
                  </a:lnTo>
                  <a:lnTo>
                    <a:pt x="134644" y="331143"/>
                  </a:lnTo>
                  <a:lnTo>
                    <a:pt x="139853" y="332090"/>
                  </a:lnTo>
                  <a:lnTo>
                    <a:pt x="145090" y="332872"/>
                  </a:lnTo>
                  <a:lnTo>
                    <a:pt x="150349" y="333488"/>
                  </a:lnTo>
                  <a:lnTo>
                    <a:pt x="155625" y="333936"/>
                  </a:lnTo>
                  <a:lnTo>
                    <a:pt x="160913" y="334218"/>
                  </a:lnTo>
                  <a:lnTo>
                    <a:pt x="166206" y="334332"/>
                  </a:lnTo>
                  <a:lnTo>
                    <a:pt x="171501" y="334278"/>
                  </a:lnTo>
                  <a:lnTo>
                    <a:pt x="176791" y="334056"/>
                  </a:lnTo>
                  <a:lnTo>
                    <a:pt x="182072" y="333667"/>
                  </a:lnTo>
                  <a:lnTo>
                    <a:pt x="187338" y="333111"/>
                  </a:lnTo>
                  <a:lnTo>
                    <a:pt x="192583" y="332389"/>
                  </a:lnTo>
                  <a:lnTo>
                    <a:pt x="197803" y="331500"/>
                  </a:lnTo>
                  <a:lnTo>
                    <a:pt x="202992" y="330447"/>
                  </a:lnTo>
                  <a:lnTo>
                    <a:pt x="208146" y="329230"/>
                  </a:lnTo>
                  <a:lnTo>
                    <a:pt x="213258" y="327851"/>
                  </a:lnTo>
                  <a:lnTo>
                    <a:pt x="218324" y="326310"/>
                  </a:lnTo>
                  <a:lnTo>
                    <a:pt x="223338" y="324609"/>
                  </a:lnTo>
                  <a:lnTo>
                    <a:pt x="228296" y="322751"/>
                  </a:lnTo>
                  <a:lnTo>
                    <a:pt x="233193" y="320737"/>
                  </a:lnTo>
                  <a:lnTo>
                    <a:pt x="238024" y="318568"/>
                  </a:lnTo>
                  <a:lnTo>
                    <a:pt x="242783" y="316247"/>
                  </a:lnTo>
                  <a:lnTo>
                    <a:pt x="247467" y="313777"/>
                  </a:lnTo>
                  <a:lnTo>
                    <a:pt x="252070" y="311160"/>
                  </a:lnTo>
                  <a:lnTo>
                    <a:pt x="256587" y="308399"/>
                  </a:lnTo>
                  <a:lnTo>
                    <a:pt x="261015" y="305495"/>
                  </a:lnTo>
                  <a:lnTo>
                    <a:pt x="265349" y="302453"/>
                  </a:lnTo>
                  <a:lnTo>
                    <a:pt x="269585" y="299275"/>
                  </a:lnTo>
                  <a:lnTo>
                    <a:pt x="273717" y="295965"/>
                  </a:lnTo>
                  <a:lnTo>
                    <a:pt x="277743" y="292525"/>
                  </a:lnTo>
                  <a:lnTo>
                    <a:pt x="281658" y="288960"/>
                  </a:lnTo>
                  <a:lnTo>
                    <a:pt x="285458" y="285273"/>
                  </a:lnTo>
                  <a:lnTo>
                    <a:pt x="289139" y="281467"/>
                  </a:lnTo>
                  <a:lnTo>
                    <a:pt x="292697" y="277546"/>
                  </a:lnTo>
                  <a:lnTo>
                    <a:pt x="296130" y="273514"/>
                  </a:lnTo>
                  <a:lnTo>
                    <a:pt x="299434" y="269376"/>
                  </a:lnTo>
                  <a:lnTo>
                    <a:pt x="302604" y="265135"/>
                  </a:lnTo>
                  <a:lnTo>
                    <a:pt x="305639" y="260796"/>
                  </a:lnTo>
                  <a:lnTo>
                    <a:pt x="308535" y="256363"/>
                  </a:lnTo>
                  <a:lnTo>
                    <a:pt x="311289" y="251841"/>
                  </a:lnTo>
                  <a:lnTo>
                    <a:pt x="313898" y="247234"/>
                  </a:lnTo>
                  <a:lnTo>
                    <a:pt x="316361" y="242546"/>
                  </a:lnTo>
                  <a:lnTo>
                    <a:pt x="318673" y="237783"/>
                  </a:lnTo>
                  <a:lnTo>
                    <a:pt x="320833" y="232948"/>
                  </a:lnTo>
                  <a:lnTo>
                    <a:pt x="322840" y="228048"/>
                  </a:lnTo>
                  <a:lnTo>
                    <a:pt x="324690" y="223087"/>
                  </a:lnTo>
                  <a:lnTo>
                    <a:pt x="326382" y="218070"/>
                  </a:lnTo>
                  <a:lnTo>
                    <a:pt x="327914" y="213001"/>
                  </a:lnTo>
                  <a:lnTo>
                    <a:pt x="329285" y="207887"/>
                  </a:lnTo>
                  <a:lnTo>
                    <a:pt x="330493" y="202731"/>
                  </a:lnTo>
                  <a:lnTo>
                    <a:pt x="331538" y="197541"/>
                  </a:lnTo>
                  <a:lnTo>
                    <a:pt x="332417" y="192319"/>
                  </a:lnTo>
                  <a:lnTo>
                    <a:pt x="333131" y="187072"/>
                  </a:lnTo>
                  <a:lnTo>
                    <a:pt x="333678" y="181806"/>
                  </a:lnTo>
                  <a:lnTo>
                    <a:pt x="334058" y="176524"/>
                  </a:lnTo>
                  <a:lnTo>
                    <a:pt x="334271" y="171234"/>
                  </a:lnTo>
                  <a:lnTo>
                    <a:pt x="334316" y="165939"/>
                  </a:lnTo>
                  <a:lnTo>
                    <a:pt x="334193" y="160645"/>
                  </a:lnTo>
                  <a:lnTo>
                    <a:pt x="333903" y="155358"/>
                  </a:lnTo>
                  <a:lnTo>
                    <a:pt x="333445" y="150083"/>
                  </a:lnTo>
                  <a:lnTo>
                    <a:pt x="332821" y="144825"/>
                  </a:lnTo>
                  <a:lnTo>
                    <a:pt x="332030" y="139590"/>
                  </a:lnTo>
                  <a:lnTo>
                    <a:pt x="331074" y="134382"/>
                  </a:lnTo>
                  <a:lnTo>
                    <a:pt x="329953" y="129207"/>
                  </a:lnTo>
                  <a:lnTo>
                    <a:pt x="328669" y="124070"/>
                  </a:lnTo>
                  <a:lnTo>
                    <a:pt x="327223" y="118976"/>
                  </a:lnTo>
                  <a:lnTo>
                    <a:pt x="325617" y="113930"/>
                  </a:lnTo>
                  <a:lnTo>
                    <a:pt x="323851" y="108938"/>
                  </a:lnTo>
                  <a:lnTo>
                    <a:pt x="321928" y="104005"/>
                  </a:lnTo>
                  <a:lnTo>
                    <a:pt x="319850" y="99135"/>
                  </a:lnTo>
                  <a:lnTo>
                    <a:pt x="317619" y="94333"/>
                  </a:lnTo>
                  <a:lnTo>
                    <a:pt x="315237" y="89604"/>
                  </a:lnTo>
                  <a:lnTo>
                    <a:pt x="312706" y="84953"/>
                  </a:lnTo>
                  <a:lnTo>
                    <a:pt x="310029" y="80384"/>
                  </a:lnTo>
                  <a:lnTo>
                    <a:pt x="307209" y="75903"/>
                  </a:lnTo>
                  <a:lnTo>
                    <a:pt x="304249" y="71513"/>
                  </a:lnTo>
                  <a:lnTo>
                    <a:pt x="301150" y="67219"/>
                  </a:lnTo>
                  <a:lnTo>
                    <a:pt x="297918" y="63025"/>
                  </a:lnTo>
                  <a:lnTo>
                    <a:pt x="294554" y="58936"/>
                  </a:lnTo>
                  <a:lnTo>
                    <a:pt x="291062" y="54956"/>
                  </a:lnTo>
                  <a:lnTo>
                    <a:pt x="287446" y="51088"/>
                  </a:lnTo>
                  <a:lnTo>
                    <a:pt x="283710" y="47336"/>
                  </a:lnTo>
                  <a:lnTo>
                    <a:pt x="279856" y="43705"/>
                  </a:lnTo>
                  <a:lnTo>
                    <a:pt x="275889" y="40197"/>
                  </a:lnTo>
                  <a:lnTo>
                    <a:pt x="271814" y="36817"/>
                  </a:lnTo>
                  <a:lnTo>
                    <a:pt x="267633" y="33568"/>
                  </a:lnTo>
                  <a:lnTo>
                    <a:pt x="263351" y="30453"/>
                  </a:lnTo>
                  <a:lnTo>
                    <a:pt x="258973" y="27474"/>
                  </a:lnTo>
                  <a:lnTo>
                    <a:pt x="254503" y="24637"/>
                  </a:lnTo>
                  <a:lnTo>
                    <a:pt x="249945" y="21942"/>
                  </a:lnTo>
                  <a:lnTo>
                    <a:pt x="245304" y="19392"/>
                  </a:lnTo>
                  <a:lnTo>
                    <a:pt x="240585" y="16991"/>
                  </a:lnTo>
                  <a:lnTo>
                    <a:pt x="235792" y="14741"/>
                  </a:lnTo>
                  <a:lnTo>
                    <a:pt x="230930" y="12644"/>
                  </a:lnTo>
                  <a:lnTo>
                    <a:pt x="226004" y="10701"/>
                  </a:lnTo>
                  <a:lnTo>
                    <a:pt x="221019" y="8916"/>
                  </a:lnTo>
                  <a:lnTo>
                    <a:pt x="215980" y="7289"/>
                  </a:lnTo>
                  <a:lnTo>
                    <a:pt x="210892" y="5823"/>
                  </a:lnTo>
                  <a:lnTo>
                    <a:pt x="205760" y="4519"/>
                  </a:lnTo>
                  <a:lnTo>
                    <a:pt x="200590" y="3378"/>
                  </a:lnTo>
                  <a:lnTo>
                    <a:pt x="195386" y="2401"/>
                  </a:lnTo>
                  <a:lnTo>
                    <a:pt x="190153" y="1589"/>
                  </a:lnTo>
                  <a:lnTo>
                    <a:pt x="184898" y="944"/>
                  </a:lnTo>
                  <a:lnTo>
                    <a:pt x="179624" y="465"/>
                  </a:lnTo>
                  <a:lnTo>
                    <a:pt x="174339" y="154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875"/>
              <a:ext cx="7185" cy="167012"/>
            </a:xfrm>
            <a:custGeom>
              <a:avLst/>
              <a:pathLst>
                <a:path w="7185" h="167012">
                  <a:moveTo>
                    <a:pt x="7185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875"/>
              <a:ext cx="7185" cy="167012"/>
            </a:xfrm>
            <a:custGeom>
              <a:avLst/>
              <a:pathLst>
                <a:path w="7185" h="167012">
                  <a:moveTo>
                    <a:pt x="7185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875"/>
              <a:ext cx="7185" cy="167012"/>
            </a:xfrm>
            <a:custGeom>
              <a:avLst/>
              <a:pathLst>
                <a:path w="7185" h="167012">
                  <a:moveTo>
                    <a:pt x="7185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875"/>
              <a:ext cx="7185" cy="167012"/>
            </a:xfrm>
            <a:custGeom>
              <a:avLst/>
              <a:pathLst>
                <a:path w="7185" h="167012">
                  <a:moveTo>
                    <a:pt x="7185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875"/>
              <a:ext cx="7185" cy="167012"/>
            </a:xfrm>
            <a:custGeom>
              <a:avLst/>
              <a:pathLst>
                <a:path w="7185" h="167012">
                  <a:moveTo>
                    <a:pt x="7185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875"/>
              <a:ext cx="7185" cy="167012"/>
            </a:xfrm>
            <a:custGeom>
              <a:avLst/>
              <a:pathLst>
                <a:path w="7185" h="167012">
                  <a:moveTo>
                    <a:pt x="7185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875"/>
              <a:ext cx="7185" cy="167012"/>
            </a:xfrm>
            <a:custGeom>
              <a:avLst/>
              <a:pathLst>
                <a:path w="7185" h="167012">
                  <a:moveTo>
                    <a:pt x="7185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875"/>
              <a:ext cx="7185" cy="167012"/>
            </a:xfrm>
            <a:custGeom>
              <a:avLst/>
              <a:pathLst>
                <a:path w="7185" h="167012">
                  <a:moveTo>
                    <a:pt x="7185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875"/>
              <a:ext cx="7185" cy="167012"/>
            </a:xfrm>
            <a:custGeom>
              <a:avLst/>
              <a:pathLst>
                <a:path w="7185" h="167012">
                  <a:moveTo>
                    <a:pt x="7185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875"/>
              <a:ext cx="7185" cy="167012"/>
            </a:xfrm>
            <a:custGeom>
              <a:avLst/>
              <a:pathLst>
                <a:path w="7185" h="167012">
                  <a:moveTo>
                    <a:pt x="7185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875"/>
              <a:ext cx="7185" cy="167012"/>
            </a:xfrm>
            <a:custGeom>
              <a:avLst/>
              <a:pathLst>
                <a:path w="7185" h="167012">
                  <a:moveTo>
                    <a:pt x="7185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875"/>
              <a:ext cx="7185" cy="167012"/>
            </a:xfrm>
            <a:custGeom>
              <a:avLst/>
              <a:pathLst>
                <a:path w="7185" h="167012">
                  <a:moveTo>
                    <a:pt x="7185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07720"/>
              <a:ext cx="7185" cy="167167"/>
            </a:xfrm>
            <a:custGeom>
              <a:avLst/>
              <a:pathLst>
                <a:path w="7185" h="167167">
                  <a:moveTo>
                    <a:pt x="7185" y="15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614134" y="4213821"/>
              <a:ext cx="334316" cy="334332"/>
            </a:xfrm>
            <a:custGeom>
              <a:avLst/>
              <a:pathLst>
                <a:path w="334316" h="334332">
                  <a:moveTo>
                    <a:pt x="167153" y="0"/>
                  </a:moveTo>
                  <a:lnTo>
                    <a:pt x="161858" y="83"/>
                  </a:lnTo>
                  <a:lnTo>
                    <a:pt x="156569" y="335"/>
                  </a:lnTo>
                  <a:lnTo>
                    <a:pt x="151291" y="754"/>
                  </a:lnTo>
                  <a:lnTo>
                    <a:pt x="146029" y="1340"/>
                  </a:lnTo>
                  <a:lnTo>
                    <a:pt x="140787" y="2092"/>
                  </a:lnTo>
                  <a:lnTo>
                    <a:pt x="135572" y="3010"/>
                  </a:lnTo>
                  <a:lnTo>
                    <a:pt x="130389" y="4092"/>
                  </a:lnTo>
                  <a:lnTo>
                    <a:pt x="125243" y="5338"/>
                  </a:lnTo>
                  <a:lnTo>
                    <a:pt x="120139" y="6747"/>
                  </a:lnTo>
                  <a:lnTo>
                    <a:pt x="115082" y="8316"/>
                  </a:lnTo>
                  <a:lnTo>
                    <a:pt x="110077" y="10045"/>
                  </a:lnTo>
                  <a:lnTo>
                    <a:pt x="105129" y="11931"/>
                  </a:lnTo>
                  <a:lnTo>
                    <a:pt x="100244" y="13974"/>
                  </a:lnTo>
                  <a:lnTo>
                    <a:pt x="95426" y="16170"/>
                  </a:lnTo>
                  <a:lnTo>
                    <a:pt x="90680" y="18517"/>
                  </a:lnTo>
                  <a:lnTo>
                    <a:pt x="86010" y="21013"/>
                  </a:lnTo>
                  <a:lnTo>
                    <a:pt x="81422" y="23657"/>
                  </a:lnTo>
                  <a:lnTo>
                    <a:pt x="76920" y="26444"/>
                  </a:lnTo>
                  <a:lnTo>
                    <a:pt x="72509" y="29372"/>
                  </a:lnTo>
                  <a:lnTo>
                    <a:pt x="68192" y="32439"/>
                  </a:lnTo>
                  <a:lnTo>
                    <a:pt x="63975" y="35640"/>
                  </a:lnTo>
                  <a:lnTo>
                    <a:pt x="59861" y="38974"/>
                  </a:lnTo>
                  <a:lnTo>
                    <a:pt x="55855" y="42436"/>
                  </a:lnTo>
                  <a:lnTo>
                    <a:pt x="51960" y="46024"/>
                  </a:lnTo>
                  <a:lnTo>
                    <a:pt x="48181" y="49733"/>
                  </a:lnTo>
                  <a:lnTo>
                    <a:pt x="44522" y="53560"/>
                  </a:lnTo>
                  <a:lnTo>
                    <a:pt x="40985" y="57501"/>
                  </a:lnTo>
                  <a:lnTo>
                    <a:pt x="37575" y="61551"/>
                  </a:lnTo>
                  <a:lnTo>
                    <a:pt x="34295" y="65708"/>
                  </a:lnTo>
                  <a:lnTo>
                    <a:pt x="31149" y="69967"/>
                  </a:lnTo>
                  <a:lnTo>
                    <a:pt x="28139" y="74323"/>
                  </a:lnTo>
                  <a:lnTo>
                    <a:pt x="25268" y="78772"/>
                  </a:lnTo>
                  <a:lnTo>
                    <a:pt x="22540" y="83310"/>
                  </a:lnTo>
                  <a:lnTo>
                    <a:pt x="19956" y="87932"/>
                  </a:lnTo>
                  <a:lnTo>
                    <a:pt x="17521" y="92634"/>
                  </a:lnTo>
                  <a:lnTo>
                    <a:pt x="15235" y="97410"/>
                  </a:lnTo>
                  <a:lnTo>
                    <a:pt x="13102" y="102257"/>
                  </a:lnTo>
                  <a:lnTo>
                    <a:pt x="11124" y="107168"/>
                  </a:lnTo>
                  <a:lnTo>
                    <a:pt x="9302" y="112140"/>
                  </a:lnTo>
                  <a:lnTo>
                    <a:pt x="7638" y="117167"/>
                  </a:lnTo>
                  <a:lnTo>
                    <a:pt x="6135" y="122244"/>
                  </a:lnTo>
                  <a:lnTo>
                    <a:pt x="4793" y="127366"/>
                  </a:lnTo>
                  <a:lnTo>
                    <a:pt x="3614" y="132528"/>
                  </a:lnTo>
                  <a:lnTo>
                    <a:pt x="2599" y="137724"/>
                  </a:lnTo>
                  <a:lnTo>
                    <a:pt x="1749" y="142951"/>
                  </a:lnTo>
                  <a:lnTo>
                    <a:pt x="1065" y="148201"/>
                  </a:lnTo>
                  <a:lnTo>
                    <a:pt x="547" y="153471"/>
                  </a:lnTo>
                  <a:lnTo>
                    <a:pt x="197" y="158754"/>
                  </a:lnTo>
                  <a:lnTo>
                    <a:pt x="14" y="164046"/>
                  </a:lnTo>
                  <a:lnTo>
                    <a:pt x="0" y="169341"/>
                  </a:lnTo>
                  <a:lnTo>
                    <a:pt x="152" y="174634"/>
                  </a:lnTo>
                  <a:lnTo>
                    <a:pt x="472" y="179919"/>
                  </a:lnTo>
                  <a:lnTo>
                    <a:pt x="960" y="185192"/>
                  </a:lnTo>
                  <a:lnTo>
                    <a:pt x="1614" y="190446"/>
                  </a:lnTo>
                  <a:lnTo>
                    <a:pt x="2435" y="195677"/>
                  </a:lnTo>
                  <a:lnTo>
                    <a:pt x="3420" y="200880"/>
                  </a:lnTo>
                  <a:lnTo>
                    <a:pt x="4570" y="206048"/>
                  </a:lnTo>
                  <a:lnTo>
                    <a:pt x="5883" y="211178"/>
                  </a:lnTo>
                  <a:lnTo>
                    <a:pt x="7358" y="216264"/>
                  </a:lnTo>
                  <a:lnTo>
                    <a:pt x="8993" y="221300"/>
                  </a:lnTo>
                  <a:lnTo>
                    <a:pt x="10787" y="226282"/>
                  </a:lnTo>
                  <a:lnTo>
                    <a:pt x="12737" y="231204"/>
                  </a:lnTo>
                  <a:lnTo>
                    <a:pt x="14843" y="236063"/>
                  </a:lnTo>
                  <a:lnTo>
                    <a:pt x="17101" y="240852"/>
                  </a:lnTo>
                  <a:lnTo>
                    <a:pt x="19510" y="245567"/>
                  </a:lnTo>
                  <a:lnTo>
                    <a:pt x="22067" y="250204"/>
                  </a:lnTo>
                  <a:lnTo>
                    <a:pt x="24770" y="254757"/>
                  </a:lnTo>
                  <a:lnTo>
                    <a:pt x="27615" y="259222"/>
                  </a:lnTo>
                  <a:lnTo>
                    <a:pt x="30601" y="263596"/>
                  </a:lnTo>
                  <a:lnTo>
                    <a:pt x="33723" y="267872"/>
                  </a:lnTo>
                  <a:lnTo>
                    <a:pt x="36979" y="272047"/>
                  </a:lnTo>
                  <a:lnTo>
                    <a:pt x="40366" y="276117"/>
                  </a:lnTo>
                  <a:lnTo>
                    <a:pt x="43881" y="280078"/>
                  </a:lnTo>
                  <a:lnTo>
                    <a:pt x="47518" y="283925"/>
                  </a:lnTo>
                  <a:lnTo>
                    <a:pt x="51276" y="287656"/>
                  </a:lnTo>
                  <a:lnTo>
                    <a:pt x="55150" y="291265"/>
                  </a:lnTo>
                  <a:lnTo>
                    <a:pt x="59137" y="294750"/>
                  </a:lnTo>
                  <a:lnTo>
                    <a:pt x="63232" y="298107"/>
                  </a:lnTo>
                  <a:lnTo>
                    <a:pt x="67431" y="301333"/>
                  </a:lnTo>
                  <a:lnTo>
                    <a:pt x="71730" y="304424"/>
                  </a:lnTo>
                  <a:lnTo>
                    <a:pt x="76125" y="307377"/>
                  </a:lnTo>
                  <a:lnTo>
                    <a:pt x="80611" y="310190"/>
                  </a:lnTo>
                  <a:lnTo>
                    <a:pt x="85184" y="312859"/>
                  </a:lnTo>
                  <a:lnTo>
                    <a:pt x="89839" y="315382"/>
                  </a:lnTo>
                  <a:lnTo>
                    <a:pt x="94572" y="317756"/>
                  </a:lnTo>
                  <a:lnTo>
                    <a:pt x="99378" y="319979"/>
                  </a:lnTo>
                  <a:lnTo>
                    <a:pt x="104252" y="322049"/>
                  </a:lnTo>
                  <a:lnTo>
                    <a:pt x="109188" y="323963"/>
                  </a:lnTo>
                  <a:lnTo>
                    <a:pt x="114183" y="325720"/>
                  </a:lnTo>
                  <a:lnTo>
                    <a:pt x="119231" y="327318"/>
                  </a:lnTo>
                  <a:lnTo>
                    <a:pt x="124328" y="328756"/>
                  </a:lnTo>
                  <a:lnTo>
                    <a:pt x="129467" y="330031"/>
                  </a:lnTo>
                  <a:lnTo>
                    <a:pt x="134644" y="331143"/>
                  </a:lnTo>
                  <a:lnTo>
                    <a:pt x="139853" y="332090"/>
                  </a:lnTo>
                  <a:lnTo>
                    <a:pt x="145090" y="332872"/>
                  </a:lnTo>
                  <a:lnTo>
                    <a:pt x="150349" y="333488"/>
                  </a:lnTo>
                  <a:lnTo>
                    <a:pt x="155625" y="333936"/>
                  </a:lnTo>
                  <a:lnTo>
                    <a:pt x="160913" y="334218"/>
                  </a:lnTo>
                  <a:lnTo>
                    <a:pt x="166206" y="334332"/>
                  </a:lnTo>
                  <a:lnTo>
                    <a:pt x="171501" y="334278"/>
                  </a:lnTo>
                  <a:lnTo>
                    <a:pt x="176791" y="334056"/>
                  </a:lnTo>
                  <a:lnTo>
                    <a:pt x="182072" y="333667"/>
                  </a:lnTo>
                  <a:lnTo>
                    <a:pt x="187338" y="333111"/>
                  </a:lnTo>
                  <a:lnTo>
                    <a:pt x="192583" y="332389"/>
                  </a:lnTo>
                  <a:lnTo>
                    <a:pt x="197803" y="331500"/>
                  </a:lnTo>
                  <a:lnTo>
                    <a:pt x="202992" y="330447"/>
                  </a:lnTo>
                  <a:lnTo>
                    <a:pt x="208146" y="329230"/>
                  </a:lnTo>
                  <a:lnTo>
                    <a:pt x="213258" y="327851"/>
                  </a:lnTo>
                  <a:lnTo>
                    <a:pt x="218324" y="326310"/>
                  </a:lnTo>
                  <a:lnTo>
                    <a:pt x="223338" y="324609"/>
                  </a:lnTo>
                  <a:lnTo>
                    <a:pt x="228296" y="322751"/>
                  </a:lnTo>
                  <a:lnTo>
                    <a:pt x="233193" y="320737"/>
                  </a:lnTo>
                  <a:lnTo>
                    <a:pt x="238024" y="318568"/>
                  </a:lnTo>
                  <a:lnTo>
                    <a:pt x="242783" y="316247"/>
                  </a:lnTo>
                  <a:lnTo>
                    <a:pt x="247467" y="313777"/>
                  </a:lnTo>
                  <a:lnTo>
                    <a:pt x="252070" y="311160"/>
                  </a:lnTo>
                  <a:lnTo>
                    <a:pt x="256587" y="308399"/>
                  </a:lnTo>
                  <a:lnTo>
                    <a:pt x="261015" y="305495"/>
                  </a:lnTo>
                  <a:lnTo>
                    <a:pt x="265349" y="302453"/>
                  </a:lnTo>
                  <a:lnTo>
                    <a:pt x="269585" y="299275"/>
                  </a:lnTo>
                  <a:lnTo>
                    <a:pt x="273717" y="295965"/>
                  </a:lnTo>
                  <a:lnTo>
                    <a:pt x="277743" y="292525"/>
                  </a:lnTo>
                  <a:lnTo>
                    <a:pt x="281658" y="288960"/>
                  </a:lnTo>
                  <a:lnTo>
                    <a:pt x="285458" y="285273"/>
                  </a:lnTo>
                  <a:lnTo>
                    <a:pt x="289139" y="281467"/>
                  </a:lnTo>
                  <a:lnTo>
                    <a:pt x="292697" y="277546"/>
                  </a:lnTo>
                  <a:lnTo>
                    <a:pt x="296130" y="273514"/>
                  </a:lnTo>
                  <a:lnTo>
                    <a:pt x="299434" y="269376"/>
                  </a:lnTo>
                  <a:lnTo>
                    <a:pt x="302604" y="265135"/>
                  </a:lnTo>
                  <a:lnTo>
                    <a:pt x="305639" y="260796"/>
                  </a:lnTo>
                  <a:lnTo>
                    <a:pt x="308535" y="256363"/>
                  </a:lnTo>
                  <a:lnTo>
                    <a:pt x="311289" y="251841"/>
                  </a:lnTo>
                  <a:lnTo>
                    <a:pt x="313898" y="247234"/>
                  </a:lnTo>
                  <a:lnTo>
                    <a:pt x="316361" y="242546"/>
                  </a:lnTo>
                  <a:lnTo>
                    <a:pt x="318673" y="237783"/>
                  </a:lnTo>
                  <a:lnTo>
                    <a:pt x="320833" y="232948"/>
                  </a:lnTo>
                  <a:lnTo>
                    <a:pt x="322840" y="228048"/>
                  </a:lnTo>
                  <a:lnTo>
                    <a:pt x="324690" y="223087"/>
                  </a:lnTo>
                  <a:lnTo>
                    <a:pt x="326382" y="218070"/>
                  </a:lnTo>
                  <a:lnTo>
                    <a:pt x="327914" y="213001"/>
                  </a:lnTo>
                  <a:lnTo>
                    <a:pt x="329285" y="207887"/>
                  </a:lnTo>
                  <a:lnTo>
                    <a:pt x="330493" y="202731"/>
                  </a:lnTo>
                  <a:lnTo>
                    <a:pt x="331538" y="197541"/>
                  </a:lnTo>
                  <a:lnTo>
                    <a:pt x="332417" y="192319"/>
                  </a:lnTo>
                  <a:lnTo>
                    <a:pt x="333131" y="187072"/>
                  </a:lnTo>
                  <a:lnTo>
                    <a:pt x="333678" y="181806"/>
                  </a:lnTo>
                  <a:lnTo>
                    <a:pt x="334058" y="176524"/>
                  </a:lnTo>
                  <a:lnTo>
                    <a:pt x="334271" y="171234"/>
                  </a:lnTo>
                  <a:lnTo>
                    <a:pt x="334316" y="165939"/>
                  </a:lnTo>
                  <a:lnTo>
                    <a:pt x="334193" y="160645"/>
                  </a:lnTo>
                  <a:lnTo>
                    <a:pt x="333903" y="155358"/>
                  </a:lnTo>
                  <a:lnTo>
                    <a:pt x="333445" y="150083"/>
                  </a:lnTo>
                  <a:lnTo>
                    <a:pt x="332821" y="144825"/>
                  </a:lnTo>
                  <a:lnTo>
                    <a:pt x="332030" y="139590"/>
                  </a:lnTo>
                  <a:lnTo>
                    <a:pt x="331074" y="134382"/>
                  </a:lnTo>
                  <a:lnTo>
                    <a:pt x="329953" y="129207"/>
                  </a:lnTo>
                  <a:lnTo>
                    <a:pt x="328669" y="124070"/>
                  </a:lnTo>
                  <a:lnTo>
                    <a:pt x="327223" y="118976"/>
                  </a:lnTo>
                  <a:lnTo>
                    <a:pt x="325617" y="113930"/>
                  </a:lnTo>
                  <a:lnTo>
                    <a:pt x="323851" y="108938"/>
                  </a:lnTo>
                  <a:lnTo>
                    <a:pt x="321928" y="104005"/>
                  </a:lnTo>
                  <a:lnTo>
                    <a:pt x="319850" y="99135"/>
                  </a:lnTo>
                  <a:lnTo>
                    <a:pt x="317619" y="94333"/>
                  </a:lnTo>
                  <a:lnTo>
                    <a:pt x="315237" y="89604"/>
                  </a:lnTo>
                  <a:lnTo>
                    <a:pt x="312706" y="84953"/>
                  </a:lnTo>
                  <a:lnTo>
                    <a:pt x="310029" y="80384"/>
                  </a:lnTo>
                  <a:lnTo>
                    <a:pt x="307209" y="75903"/>
                  </a:lnTo>
                  <a:lnTo>
                    <a:pt x="304249" y="71513"/>
                  </a:lnTo>
                  <a:lnTo>
                    <a:pt x="301150" y="67219"/>
                  </a:lnTo>
                  <a:lnTo>
                    <a:pt x="297918" y="63025"/>
                  </a:lnTo>
                  <a:lnTo>
                    <a:pt x="294554" y="58936"/>
                  </a:lnTo>
                  <a:lnTo>
                    <a:pt x="291062" y="54956"/>
                  </a:lnTo>
                  <a:lnTo>
                    <a:pt x="287446" y="51088"/>
                  </a:lnTo>
                  <a:lnTo>
                    <a:pt x="283710" y="47336"/>
                  </a:lnTo>
                  <a:lnTo>
                    <a:pt x="279856" y="43705"/>
                  </a:lnTo>
                  <a:lnTo>
                    <a:pt x="275889" y="40197"/>
                  </a:lnTo>
                  <a:lnTo>
                    <a:pt x="271814" y="36817"/>
                  </a:lnTo>
                  <a:lnTo>
                    <a:pt x="267633" y="33568"/>
                  </a:lnTo>
                  <a:lnTo>
                    <a:pt x="263351" y="30453"/>
                  </a:lnTo>
                  <a:lnTo>
                    <a:pt x="258973" y="27474"/>
                  </a:lnTo>
                  <a:lnTo>
                    <a:pt x="254503" y="24637"/>
                  </a:lnTo>
                  <a:lnTo>
                    <a:pt x="249945" y="21942"/>
                  </a:lnTo>
                  <a:lnTo>
                    <a:pt x="245304" y="19392"/>
                  </a:lnTo>
                  <a:lnTo>
                    <a:pt x="240585" y="16991"/>
                  </a:lnTo>
                  <a:lnTo>
                    <a:pt x="235792" y="14741"/>
                  </a:lnTo>
                  <a:lnTo>
                    <a:pt x="230930" y="12644"/>
                  </a:lnTo>
                  <a:lnTo>
                    <a:pt x="226004" y="10701"/>
                  </a:lnTo>
                  <a:lnTo>
                    <a:pt x="221019" y="8916"/>
                  </a:lnTo>
                  <a:lnTo>
                    <a:pt x="215980" y="7289"/>
                  </a:lnTo>
                  <a:lnTo>
                    <a:pt x="210892" y="5823"/>
                  </a:lnTo>
                  <a:lnTo>
                    <a:pt x="205760" y="4519"/>
                  </a:lnTo>
                  <a:lnTo>
                    <a:pt x="200590" y="3378"/>
                  </a:lnTo>
                  <a:lnTo>
                    <a:pt x="195386" y="2401"/>
                  </a:lnTo>
                  <a:lnTo>
                    <a:pt x="190153" y="1589"/>
                  </a:lnTo>
                  <a:lnTo>
                    <a:pt x="184898" y="944"/>
                  </a:lnTo>
                  <a:lnTo>
                    <a:pt x="179624" y="465"/>
                  </a:lnTo>
                  <a:lnTo>
                    <a:pt x="174339" y="154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975"/>
              <a:ext cx="7185" cy="167012"/>
            </a:xfrm>
            <a:custGeom>
              <a:avLst/>
              <a:pathLst>
                <a:path w="7185" h="167012">
                  <a:moveTo>
                    <a:pt x="7185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975"/>
              <a:ext cx="7185" cy="167012"/>
            </a:xfrm>
            <a:custGeom>
              <a:avLst/>
              <a:pathLst>
                <a:path w="7185" h="167012">
                  <a:moveTo>
                    <a:pt x="7185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975"/>
              <a:ext cx="7185" cy="167012"/>
            </a:xfrm>
            <a:custGeom>
              <a:avLst/>
              <a:pathLst>
                <a:path w="7185" h="167012">
                  <a:moveTo>
                    <a:pt x="7185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975"/>
              <a:ext cx="7185" cy="167012"/>
            </a:xfrm>
            <a:custGeom>
              <a:avLst/>
              <a:pathLst>
                <a:path w="7185" h="167012">
                  <a:moveTo>
                    <a:pt x="7185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975"/>
              <a:ext cx="7185" cy="167012"/>
            </a:xfrm>
            <a:custGeom>
              <a:avLst/>
              <a:pathLst>
                <a:path w="7185" h="167012">
                  <a:moveTo>
                    <a:pt x="7185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975"/>
              <a:ext cx="7185" cy="167012"/>
            </a:xfrm>
            <a:custGeom>
              <a:avLst/>
              <a:pathLst>
                <a:path w="7185" h="167012">
                  <a:moveTo>
                    <a:pt x="7185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975"/>
              <a:ext cx="7185" cy="167012"/>
            </a:xfrm>
            <a:custGeom>
              <a:avLst/>
              <a:pathLst>
                <a:path w="7185" h="167012">
                  <a:moveTo>
                    <a:pt x="7185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975"/>
              <a:ext cx="7185" cy="167012"/>
            </a:xfrm>
            <a:custGeom>
              <a:avLst/>
              <a:pathLst>
                <a:path w="7185" h="167012">
                  <a:moveTo>
                    <a:pt x="7185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975"/>
              <a:ext cx="7185" cy="167012"/>
            </a:xfrm>
            <a:custGeom>
              <a:avLst/>
              <a:pathLst>
                <a:path w="7185" h="167012">
                  <a:moveTo>
                    <a:pt x="7185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975"/>
              <a:ext cx="7185" cy="167012"/>
            </a:xfrm>
            <a:custGeom>
              <a:avLst/>
              <a:pathLst>
                <a:path w="7185" h="167012">
                  <a:moveTo>
                    <a:pt x="7185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975"/>
              <a:ext cx="7185" cy="167012"/>
            </a:xfrm>
            <a:custGeom>
              <a:avLst/>
              <a:pathLst>
                <a:path w="7185" h="167012">
                  <a:moveTo>
                    <a:pt x="7185" y="0"/>
                  </a:moveTo>
                  <a:lnTo>
                    <a:pt x="0" y="16701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3821"/>
              <a:ext cx="7185" cy="167167"/>
            </a:xfrm>
            <a:custGeom>
              <a:avLst/>
              <a:pathLst>
                <a:path w="7185" h="167167">
                  <a:moveTo>
                    <a:pt x="7185" y="15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19358" y="4659281"/>
              <a:ext cx="167166" cy="253331"/>
            </a:xfrm>
            <a:custGeom>
              <a:avLst/>
              <a:pathLst>
                <a:path w="167166" h="253331">
                  <a:moveTo>
                    <a:pt x="167166" y="0"/>
                  </a:moveTo>
                  <a:lnTo>
                    <a:pt x="161817" y="85"/>
                  </a:lnTo>
                  <a:lnTo>
                    <a:pt x="156473" y="342"/>
                  </a:lnTo>
                  <a:lnTo>
                    <a:pt x="151141" y="769"/>
                  </a:lnTo>
                  <a:lnTo>
                    <a:pt x="145824" y="1367"/>
                  </a:lnTo>
                  <a:lnTo>
                    <a:pt x="140530" y="2135"/>
                  </a:lnTo>
                  <a:lnTo>
                    <a:pt x="135262" y="3072"/>
                  </a:lnTo>
                  <a:lnTo>
                    <a:pt x="130028" y="4177"/>
                  </a:lnTo>
                  <a:lnTo>
                    <a:pt x="124831" y="5449"/>
                  </a:lnTo>
                  <a:lnTo>
                    <a:pt x="119678" y="6886"/>
                  </a:lnTo>
                  <a:lnTo>
                    <a:pt x="114574" y="8488"/>
                  </a:lnTo>
                  <a:lnTo>
                    <a:pt x="109523" y="10252"/>
                  </a:lnTo>
                  <a:lnTo>
                    <a:pt x="104531" y="12177"/>
                  </a:lnTo>
                  <a:lnTo>
                    <a:pt x="99604" y="14261"/>
                  </a:lnTo>
                  <a:lnTo>
                    <a:pt x="94746" y="16501"/>
                  </a:lnTo>
                  <a:lnTo>
                    <a:pt x="89961" y="18896"/>
                  </a:lnTo>
                  <a:lnTo>
                    <a:pt x="85256" y="21442"/>
                  </a:lnTo>
                  <a:lnTo>
                    <a:pt x="80635" y="24138"/>
                  </a:lnTo>
                  <a:lnTo>
                    <a:pt x="76103" y="26980"/>
                  </a:lnTo>
                  <a:lnTo>
                    <a:pt x="71664" y="29966"/>
                  </a:lnTo>
                  <a:lnTo>
                    <a:pt x="67322" y="33092"/>
                  </a:lnTo>
                  <a:lnTo>
                    <a:pt x="63083" y="36356"/>
                  </a:lnTo>
                  <a:lnTo>
                    <a:pt x="58950" y="39753"/>
                  </a:lnTo>
                  <a:lnTo>
                    <a:pt x="54929" y="43281"/>
                  </a:lnTo>
                  <a:lnTo>
                    <a:pt x="51022" y="46936"/>
                  </a:lnTo>
                  <a:lnTo>
                    <a:pt x="47234" y="50714"/>
                  </a:lnTo>
                  <a:lnTo>
                    <a:pt x="43569" y="54612"/>
                  </a:lnTo>
                  <a:lnTo>
                    <a:pt x="40031" y="58624"/>
                  </a:lnTo>
                  <a:lnTo>
                    <a:pt x="36623" y="62748"/>
                  </a:lnTo>
                  <a:lnTo>
                    <a:pt x="33348" y="66979"/>
                  </a:lnTo>
                  <a:lnTo>
                    <a:pt x="30211" y="71312"/>
                  </a:lnTo>
                  <a:lnTo>
                    <a:pt x="27214" y="75744"/>
                  </a:lnTo>
                  <a:lnTo>
                    <a:pt x="24360" y="80269"/>
                  </a:lnTo>
                  <a:lnTo>
                    <a:pt x="21652" y="84883"/>
                  </a:lnTo>
                  <a:lnTo>
                    <a:pt x="19094" y="89582"/>
                  </a:lnTo>
                  <a:lnTo>
                    <a:pt x="16687" y="94360"/>
                  </a:lnTo>
                  <a:lnTo>
                    <a:pt x="14434" y="99212"/>
                  </a:lnTo>
                  <a:lnTo>
                    <a:pt x="12338" y="104134"/>
                  </a:lnTo>
                  <a:lnTo>
                    <a:pt x="10400" y="109121"/>
                  </a:lnTo>
                  <a:lnTo>
                    <a:pt x="8623" y="114167"/>
                  </a:lnTo>
                  <a:lnTo>
                    <a:pt x="7008" y="119268"/>
                  </a:lnTo>
                  <a:lnTo>
                    <a:pt x="5558" y="124417"/>
                  </a:lnTo>
                  <a:lnTo>
                    <a:pt x="4272" y="129610"/>
                  </a:lnTo>
                  <a:lnTo>
                    <a:pt x="3154" y="134842"/>
                  </a:lnTo>
                  <a:lnTo>
                    <a:pt x="2204" y="140107"/>
                  </a:lnTo>
                  <a:lnTo>
                    <a:pt x="1422" y="145400"/>
                  </a:lnTo>
                  <a:lnTo>
                    <a:pt x="811" y="150714"/>
                  </a:lnTo>
                  <a:lnTo>
                    <a:pt x="369" y="156046"/>
                  </a:lnTo>
                  <a:lnTo>
                    <a:pt x="99" y="161389"/>
                  </a:lnTo>
                  <a:lnTo>
                    <a:pt x="0" y="166738"/>
                  </a:lnTo>
                  <a:lnTo>
                    <a:pt x="71" y="172088"/>
                  </a:lnTo>
                  <a:lnTo>
                    <a:pt x="314" y="177432"/>
                  </a:lnTo>
                  <a:lnTo>
                    <a:pt x="728" y="182766"/>
                  </a:lnTo>
                  <a:lnTo>
                    <a:pt x="1313" y="188084"/>
                  </a:lnTo>
                  <a:lnTo>
                    <a:pt x="2067" y="193380"/>
                  </a:lnTo>
                  <a:lnTo>
                    <a:pt x="2990" y="198650"/>
                  </a:lnTo>
                  <a:lnTo>
                    <a:pt x="4082" y="203887"/>
                  </a:lnTo>
                  <a:lnTo>
                    <a:pt x="5340" y="209087"/>
                  </a:lnTo>
                  <a:lnTo>
                    <a:pt x="6765" y="214244"/>
                  </a:lnTo>
                  <a:lnTo>
                    <a:pt x="8353" y="219352"/>
                  </a:lnTo>
                  <a:lnTo>
                    <a:pt x="10104" y="224408"/>
                  </a:lnTo>
                  <a:lnTo>
                    <a:pt x="12017" y="229404"/>
                  </a:lnTo>
                  <a:lnTo>
                    <a:pt x="14088" y="234337"/>
                  </a:lnTo>
                  <a:lnTo>
                    <a:pt x="16315" y="239201"/>
                  </a:lnTo>
                  <a:lnTo>
                    <a:pt x="18698" y="243991"/>
                  </a:lnTo>
                  <a:lnTo>
                    <a:pt x="21232" y="248703"/>
                  </a:lnTo>
                  <a:lnTo>
                    <a:pt x="23916" y="253331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43274" y="4826449"/>
              <a:ext cx="143250" cy="86163"/>
            </a:xfrm>
            <a:custGeom>
              <a:avLst/>
              <a:pathLst>
                <a:path w="143250" h="86163">
                  <a:moveTo>
                    <a:pt x="0" y="86163"/>
                  </a:moveTo>
                  <a:lnTo>
                    <a:pt x="14325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43274" y="4826449"/>
              <a:ext cx="143250" cy="86163"/>
            </a:xfrm>
            <a:custGeom>
              <a:avLst/>
              <a:pathLst>
                <a:path w="143250" h="86163">
                  <a:moveTo>
                    <a:pt x="0" y="86163"/>
                  </a:moveTo>
                  <a:lnTo>
                    <a:pt x="14325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43274" y="4826449"/>
              <a:ext cx="143250" cy="86163"/>
            </a:xfrm>
            <a:custGeom>
              <a:avLst/>
              <a:pathLst>
                <a:path w="143250" h="86163">
                  <a:moveTo>
                    <a:pt x="0" y="86163"/>
                  </a:moveTo>
                  <a:lnTo>
                    <a:pt x="14325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43274" y="4826449"/>
              <a:ext cx="143250" cy="86163"/>
            </a:xfrm>
            <a:custGeom>
              <a:avLst/>
              <a:pathLst>
                <a:path w="143250" h="86163">
                  <a:moveTo>
                    <a:pt x="0" y="86163"/>
                  </a:moveTo>
                  <a:lnTo>
                    <a:pt x="1432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43274" y="4826449"/>
              <a:ext cx="143250" cy="86163"/>
            </a:xfrm>
            <a:custGeom>
              <a:avLst/>
              <a:pathLst>
                <a:path w="143250" h="86163">
                  <a:moveTo>
                    <a:pt x="0" y="86163"/>
                  </a:moveTo>
                  <a:lnTo>
                    <a:pt x="1432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43274" y="4826449"/>
              <a:ext cx="143250" cy="86163"/>
            </a:xfrm>
            <a:custGeom>
              <a:avLst/>
              <a:pathLst>
                <a:path w="143250" h="86163">
                  <a:moveTo>
                    <a:pt x="0" y="86163"/>
                  </a:moveTo>
                  <a:lnTo>
                    <a:pt x="1432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43274" y="4826449"/>
              <a:ext cx="143250" cy="86163"/>
            </a:xfrm>
            <a:custGeom>
              <a:avLst/>
              <a:pathLst>
                <a:path w="143250" h="86163">
                  <a:moveTo>
                    <a:pt x="0" y="86163"/>
                  </a:moveTo>
                  <a:lnTo>
                    <a:pt x="1432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43274" y="4826449"/>
              <a:ext cx="143250" cy="86163"/>
            </a:xfrm>
            <a:custGeom>
              <a:avLst/>
              <a:pathLst>
                <a:path w="143250" h="86163">
                  <a:moveTo>
                    <a:pt x="0" y="86163"/>
                  </a:moveTo>
                  <a:lnTo>
                    <a:pt x="14325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43274" y="4826449"/>
              <a:ext cx="143250" cy="86163"/>
            </a:xfrm>
            <a:custGeom>
              <a:avLst/>
              <a:pathLst>
                <a:path w="143250" h="86163">
                  <a:moveTo>
                    <a:pt x="0" y="86163"/>
                  </a:moveTo>
                  <a:lnTo>
                    <a:pt x="14325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43274" y="4826449"/>
              <a:ext cx="143250" cy="114086"/>
            </a:xfrm>
            <a:custGeom>
              <a:avLst/>
              <a:pathLst>
                <a:path w="143250" h="114086">
                  <a:moveTo>
                    <a:pt x="0" y="86163"/>
                  </a:moveTo>
                  <a:lnTo>
                    <a:pt x="3737" y="92092"/>
                  </a:lnTo>
                  <a:lnTo>
                    <a:pt x="7719" y="97858"/>
                  </a:lnTo>
                  <a:lnTo>
                    <a:pt x="11939" y="103452"/>
                  </a:lnTo>
                  <a:lnTo>
                    <a:pt x="16391" y="108865"/>
                  </a:lnTo>
                  <a:lnTo>
                    <a:pt x="21065" y="114086"/>
                  </a:lnTo>
                  <a:lnTo>
                    <a:pt x="14325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64339" y="4659281"/>
              <a:ext cx="289337" cy="334333"/>
            </a:xfrm>
            <a:custGeom>
              <a:avLst/>
              <a:pathLst>
                <a:path w="289337" h="334333">
                  <a:moveTo>
                    <a:pt x="0" y="281253"/>
                  </a:moveTo>
                  <a:lnTo>
                    <a:pt x="3676" y="285067"/>
                  </a:lnTo>
                  <a:lnTo>
                    <a:pt x="7471" y="288763"/>
                  </a:lnTo>
                  <a:lnTo>
                    <a:pt x="11381" y="292337"/>
                  </a:lnTo>
                  <a:lnTo>
                    <a:pt x="15403" y="295785"/>
                  </a:lnTo>
                  <a:lnTo>
                    <a:pt x="19532" y="299104"/>
                  </a:lnTo>
                  <a:lnTo>
                    <a:pt x="23763" y="302290"/>
                  </a:lnTo>
                  <a:lnTo>
                    <a:pt x="28094" y="305340"/>
                  </a:lnTo>
                  <a:lnTo>
                    <a:pt x="32519" y="308252"/>
                  </a:lnTo>
                  <a:lnTo>
                    <a:pt x="37035" y="311023"/>
                  </a:lnTo>
                  <a:lnTo>
                    <a:pt x="41636" y="313648"/>
                  </a:lnTo>
                  <a:lnTo>
                    <a:pt x="46317" y="316127"/>
                  </a:lnTo>
                  <a:lnTo>
                    <a:pt x="51075" y="318456"/>
                  </a:lnTo>
                  <a:lnTo>
                    <a:pt x="55904" y="320633"/>
                  </a:lnTo>
                  <a:lnTo>
                    <a:pt x="60800" y="322656"/>
                  </a:lnTo>
                  <a:lnTo>
                    <a:pt x="65758" y="324523"/>
                  </a:lnTo>
                  <a:lnTo>
                    <a:pt x="70772" y="326232"/>
                  </a:lnTo>
                  <a:lnTo>
                    <a:pt x="75837" y="327781"/>
                  </a:lnTo>
                  <a:lnTo>
                    <a:pt x="80950" y="329169"/>
                  </a:lnTo>
                  <a:lnTo>
                    <a:pt x="86103" y="330394"/>
                  </a:lnTo>
                  <a:lnTo>
                    <a:pt x="91293" y="331455"/>
                  </a:lnTo>
                  <a:lnTo>
                    <a:pt x="96514" y="332352"/>
                  </a:lnTo>
                  <a:lnTo>
                    <a:pt x="101761" y="333082"/>
                  </a:lnTo>
                  <a:lnTo>
                    <a:pt x="107028" y="333646"/>
                  </a:lnTo>
                  <a:lnTo>
                    <a:pt x="112311" y="334043"/>
                  </a:lnTo>
                  <a:lnTo>
                    <a:pt x="117603" y="334272"/>
                  </a:lnTo>
                  <a:lnTo>
                    <a:pt x="122900" y="334333"/>
                  </a:lnTo>
                  <a:lnTo>
                    <a:pt x="128196" y="334226"/>
                  </a:lnTo>
                  <a:lnTo>
                    <a:pt x="133486" y="333952"/>
                  </a:lnTo>
                  <a:lnTo>
                    <a:pt x="138765" y="333510"/>
                  </a:lnTo>
                  <a:lnTo>
                    <a:pt x="144028" y="332901"/>
                  </a:lnTo>
                  <a:lnTo>
                    <a:pt x="149268" y="332126"/>
                  </a:lnTo>
                  <a:lnTo>
                    <a:pt x="154481" y="331185"/>
                  </a:lnTo>
                  <a:lnTo>
                    <a:pt x="159662" y="330079"/>
                  </a:lnTo>
                  <a:lnTo>
                    <a:pt x="164805" y="328810"/>
                  </a:lnTo>
                  <a:lnTo>
                    <a:pt x="169905" y="327379"/>
                  </a:lnTo>
                  <a:lnTo>
                    <a:pt x="174957" y="325786"/>
                  </a:lnTo>
                  <a:lnTo>
                    <a:pt x="179956" y="324034"/>
                  </a:lnTo>
                  <a:lnTo>
                    <a:pt x="184898" y="322125"/>
                  </a:lnTo>
                  <a:lnTo>
                    <a:pt x="189776" y="320060"/>
                  </a:lnTo>
                  <a:lnTo>
                    <a:pt x="194586" y="317842"/>
                  </a:lnTo>
                  <a:lnTo>
                    <a:pt x="199324" y="315472"/>
                  </a:lnTo>
                  <a:lnTo>
                    <a:pt x="203985" y="312954"/>
                  </a:lnTo>
                  <a:lnTo>
                    <a:pt x="208563" y="310289"/>
                  </a:lnTo>
                  <a:lnTo>
                    <a:pt x="213054" y="307480"/>
                  </a:lnTo>
                  <a:lnTo>
                    <a:pt x="217454" y="304530"/>
                  </a:lnTo>
                  <a:lnTo>
                    <a:pt x="221759" y="301443"/>
                  </a:lnTo>
                  <a:lnTo>
                    <a:pt x="225963" y="298220"/>
                  </a:lnTo>
                  <a:lnTo>
                    <a:pt x="230064" y="294866"/>
                  </a:lnTo>
                  <a:lnTo>
                    <a:pt x="234055" y="291384"/>
                  </a:lnTo>
                  <a:lnTo>
                    <a:pt x="237935" y="287777"/>
                  </a:lnTo>
                  <a:lnTo>
                    <a:pt x="241698" y="284049"/>
                  </a:lnTo>
                  <a:lnTo>
                    <a:pt x="245342" y="280204"/>
                  </a:lnTo>
                  <a:lnTo>
                    <a:pt x="248862" y="276245"/>
                  </a:lnTo>
                  <a:lnTo>
                    <a:pt x="252254" y="272176"/>
                  </a:lnTo>
                  <a:lnTo>
                    <a:pt x="255516" y="268002"/>
                  </a:lnTo>
                  <a:lnTo>
                    <a:pt x="258644" y="263727"/>
                  </a:lnTo>
                  <a:lnTo>
                    <a:pt x="261635" y="259355"/>
                  </a:lnTo>
                  <a:lnTo>
                    <a:pt x="264486" y="254890"/>
                  </a:lnTo>
                  <a:lnTo>
                    <a:pt x="267194" y="250337"/>
                  </a:lnTo>
                  <a:lnTo>
                    <a:pt x="269756" y="245701"/>
                  </a:lnTo>
                  <a:lnTo>
                    <a:pt x="272171" y="240986"/>
                  </a:lnTo>
                  <a:lnTo>
                    <a:pt x="274434" y="236197"/>
                  </a:lnTo>
                  <a:lnTo>
                    <a:pt x="276545" y="231338"/>
                  </a:lnTo>
                  <a:lnTo>
                    <a:pt x="278501" y="226415"/>
                  </a:lnTo>
                  <a:lnTo>
                    <a:pt x="280299" y="221432"/>
                  </a:lnTo>
                  <a:lnTo>
                    <a:pt x="281939" y="216395"/>
                  </a:lnTo>
                  <a:lnTo>
                    <a:pt x="283419" y="211309"/>
                  </a:lnTo>
                  <a:lnTo>
                    <a:pt x="284737" y="206178"/>
                  </a:lnTo>
                  <a:lnTo>
                    <a:pt x="285891" y="201008"/>
                  </a:lnTo>
                  <a:lnTo>
                    <a:pt x="286881" y="195804"/>
                  </a:lnTo>
                  <a:lnTo>
                    <a:pt x="287706" y="190571"/>
                  </a:lnTo>
                  <a:lnTo>
                    <a:pt x="288364" y="185315"/>
                  </a:lnTo>
                  <a:lnTo>
                    <a:pt x="288856" y="180040"/>
                  </a:lnTo>
                  <a:lnTo>
                    <a:pt x="289180" y="174753"/>
                  </a:lnTo>
                  <a:lnTo>
                    <a:pt x="289337" y="169458"/>
                  </a:lnTo>
                  <a:lnTo>
                    <a:pt x="289325" y="164161"/>
                  </a:lnTo>
                  <a:lnTo>
                    <a:pt x="289146" y="158866"/>
                  </a:lnTo>
                  <a:lnTo>
                    <a:pt x="288799" y="153580"/>
                  </a:lnTo>
                  <a:lnTo>
                    <a:pt x="288285" y="148308"/>
                  </a:lnTo>
                  <a:lnTo>
                    <a:pt x="287604" y="143055"/>
                  </a:lnTo>
                  <a:lnTo>
                    <a:pt x="286757" y="137826"/>
                  </a:lnTo>
                  <a:lnTo>
                    <a:pt x="285745" y="132626"/>
                  </a:lnTo>
                  <a:lnTo>
                    <a:pt x="284568" y="127461"/>
                  </a:lnTo>
                  <a:lnTo>
                    <a:pt x="283229" y="122336"/>
                  </a:lnTo>
                  <a:lnTo>
                    <a:pt x="281727" y="117256"/>
                  </a:lnTo>
                  <a:lnTo>
                    <a:pt x="280066" y="112226"/>
                  </a:lnTo>
                  <a:lnTo>
                    <a:pt x="278246" y="107251"/>
                  </a:lnTo>
                  <a:lnTo>
                    <a:pt x="276269" y="102336"/>
                  </a:lnTo>
                  <a:lnTo>
                    <a:pt x="274137" y="97487"/>
                  </a:lnTo>
                  <a:lnTo>
                    <a:pt x="271853" y="92707"/>
                  </a:lnTo>
                  <a:lnTo>
                    <a:pt x="269419" y="88002"/>
                  </a:lnTo>
                  <a:lnTo>
                    <a:pt x="266837" y="83377"/>
                  </a:lnTo>
                  <a:lnTo>
                    <a:pt x="264109" y="78836"/>
                  </a:lnTo>
                  <a:lnTo>
                    <a:pt x="261239" y="74383"/>
                  </a:lnTo>
                  <a:lnTo>
                    <a:pt x="258230" y="70024"/>
                  </a:lnTo>
                  <a:lnTo>
                    <a:pt x="255083" y="65762"/>
                  </a:lnTo>
                  <a:lnTo>
                    <a:pt x="251804" y="61602"/>
                  </a:lnTo>
                  <a:lnTo>
                    <a:pt x="248394" y="57548"/>
                  </a:lnTo>
                  <a:lnTo>
                    <a:pt x="244857" y="53604"/>
                  </a:lnTo>
                  <a:lnTo>
                    <a:pt x="241197" y="49775"/>
                  </a:lnTo>
                  <a:lnTo>
                    <a:pt x="237418" y="46063"/>
                  </a:lnTo>
                  <a:lnTo>
                    <a:pt x="233523" y="42472"/>
                  </a:lnTo>
                  <a:lnTo>
                    <a:pt x="229516" y="39007"/>
                  </a:lnTo>
                  <a:lnTo>
                    <a:pt x="225402" y="35671"/>
                  </a:lnTo>
                  <a:lnTo>
                    <a:pt x="221183" y="32466"/>
                  </a:lnTo>
                  <a:lnTo>
                    <a:pt x="216866" y="29397"/>
                  </a:lnTo>
                  <a:lnTo>
                    <a:pt x="212453" y="26466"/>
                  </a:lnTo>
                  <a:lnTo>
                    <a:pt x="207950" y="23677"/>
                  </a:lnTo>
                  <a:lnTo>
                    <a:pt x="203360" y="21032"/>
                  </a:lnTo>
                  <a:lnTo>
                    <a:pt x="198689" y="18533"/>
                  </a:lnTo>
                  <a:lnTo>
                    <a:pt x="193941" y="16184"/>
                  </a:lnTo>
                  <a:lnTo>
                    <a:pt x="189121" y="13986"/>
                  </a:lnTo>
                  <a:lnTo>
                    <a:pt x="184234" y="11942"/>
                  </a:lnTo>
                  <a:lnTo>
                    <a:pt x="179285" y="10054"/>
                  </a:lnTo>
                  <a:lnTo>
                    <a:pt x="174278" y="8323"/>
                  </a:lnTo>
                  <a:lnTo>
                    <a:pt x="169219" y="6753"/>
                  </a:lnTo>
                  <a:lnTo>
                    <a:pt x="164113" y="5343"/>
                  </a:lnTo>
                  <a:lnTo>
                    <a:pt x="158964" y="4096"/>
                  </a:lnTo>
                  <a:lnTo>
                    <a:pt x="153779" y="3012"/>
                  </a:lnTo>
                  <a:lnTo>
                    <a:pt x="148562" y="2094"/>
                  </a:lnTo>
                  <a:lnTo>
                    <a:pt x="143318" y="1341"/>
                  </a:lnTo>
                  <a:lnTo>
                    <a:pt x="138054" y="754"/>
                  </a:lnTo>
                  <a:lnTo>
                    <a:pt x="132773" y="335"/>
                  </a:lnTo>
                  <a:lnTo>
                    <a:pt x="127481" y="83"/>
                  </a:lnTo>
                  <a:lnTo>
                    <a:pt x="122185" y="0"/>
                  </a:lnTo>
                  <a:lnTo>
                    <a:pt x="12218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7822" y="5018213"/>
              <a:ext cx="898" cy="167167"/>
            </a:xfrm>
            <a:custGeom>
              <a:avLst/>
              <a:pathLst>
                <a:path w="898" h="167167">
                  <a:moveTo>
                    <a:pt x="898" y="0"/>
                  </a:moveTo>
                  <a:lnTo>
                    <a:pt x="0" y="2"/>
                  </a:lnTo>
                  <a:lnTo>
                    <a:pt x="89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7822" y="5018215"/>
              <a:ext cx="898" cy="167165"/>
            </a:xfrm>
            <a:custGeom>
              <a:avLst/>
              <a:pathLst>
                <a:path w="898" h="167165">
                  <a:moveTo>
                    <a:pt x="0" y="0"/>
                  </a:moveTo>
                  <a:lnTo>
                    <a:pt x="898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321568" y="5018215"/>
              <a:ext cx="334306" cy="334332"/>
            </a:xfrm>
            <a:custGeom>
              <a:avLst/>
              <a:pathLst>
                <a:path w="334306" h="334332">
                  <a:moveTo>
                    <a:pt x="166254" y="0"/>
                  </a:moveTo>
                  <a:lnTo>
                    <a:pt x="160960" y="112"/>
                  </a:lnTo>
                  <a:lnTo>
                    <a:pt x="155672" y="392"/>
                  </a:lnTo>
                  <a:lnTo>
                    <a:pt x="150396" y="839"/>
                  </a:lnTo>
                  <a:lnTo>
                    <a:pt x="145137" y="1453"/>
                  </a:lnTo>
                  <a:lnTo>
                    <a:pt x="139900" y="2233"/>
                  </a:lnTo>
                  <a:lnTo>
                    <a:pt x="134690" y="3179"/>
                  </a:lnTo>
                  <a:lnTo>
                    <a:pt x="129513" y="4290"/>
                  </a:lnTo>
                  <a:lnTo>
                    <a:pt x="124373" y="5563"/>
                  </a:lnTo>
                  <a:lnTo>
                    <a:pt x="119277" y="6999"/>
                  </a:lnTo>
                  <a:lnTo>
                    <a:pt x="114228" y="8596"/>
                  </a:lnTo>
                  <a:lnTo>
                    <a:pt x="109233" y="10352"/>
                  </a:lnTo>
                  <a:lnTo>
                    <a:pt x="104295" y="12265"/>
                  </a:lnTo>
                  <a:lnTo>
                    <a:pt x="99421" y="14333"/>
                  </a:lnTo>
                  <a:lnTo>
                    <a:pt x="94615" y="16555"/>
                  </a:lnTo>
                  <a:lnTo>
                    <a:pt x="89881" y="18928"/>
                  </a:lnTo>
                  <a:lnTo>
                    <a:pt x="85225" y="21449"/>
                  </a:lnTo>
                  <a:lnTo>
                    <a:pt x="80651" y="24117"/>
                  </a:lnTo>
                  <a:lnTo>
                    <a:pt x="76164" y="26928"/>
                  </a:lnTo>
                  <a:lnTo>
                    <a:pt x="71769" y="29880"/>
                  </a:lnTo>
                  <a:lnTo>
                    <a:pt x="67469" y="32970"/>
                  </a:lnTo>
                  <a:lnTo>
                    <a:pt x="63269" y="36195"/>
                  </a:lnTo>
                  <a:lnTo>
                    <a:pt x="59173" y="39550"/>
                  </a:lnTo>
                  <a:lnTo>
                    <a:pt x="55185" y="43034"/>
                  </a:lnTo>
                  <a:lnTo>
                    <a:pt x="51310" y="46642"/>
                  </a:lnTo>
                  <a:lnTo>
                    <a:pt x="47551" y="50372"/>
                  </a:lnTo>
                  <a:lnTo>
                    <a:pt x="43912" y="54218"/>
                  </a:lnTo>
                  <a:lnTo>
                    <a:pt x="40397" y="58178"/>
                  </a:lnTo>
                  <a:lnTo>
                    <a:pt x="37009" y="62247"/>
                  </a:lnTo>
                  <a:lnTo>
                    <a:pt x="33751" y="66421"/>
                  </a:lnTo>
                  <a:lnTo>
                    <a:pt x="30628" y="70697"/>
                  </a:lnTo>
                  <a:lnTo>
                    <a:pt x="27641" y="75069"/>
                  </a:lnTo>
                  <a:lnTo>
                    <a:pt x="24794" y="79534"/>
                  </a:lnTo>
                  <a:lnTo>
                    <a:pt x="22090" y="84086"/>
                  </a:lnTo>
                  <a:lnTo>
                    <a:pt x="19532" y="88722"/>
                  </a:lnTo>
                  <a:lnTo>
                    <a:pt x="17122" y="93437"/>
                  </a:lnTo>
                  <a:lnTo>
                    <a:pt x="14862" y="98225"/>
                  </a:lnTo>
                  <a:lnTo>
                    <a:pt x="12755" y="103083"/>
                  </a:lnTo>
                  <a:lnTo>
                    <a:pt x="10803" y="108005"/>
                  </a:lnTo>
                  <a:lnTo>
                    <a:pt x="9008" y="112986"/>
                  </a:lnTo>
                  <a:lnTo>
                    <a:pt x="7371" y="118022"/>
                  </a:lnTo>
                  <a:lnTo>
                    <a:pt x="5895" y="123107"/>
                  </a:lnTo>
                  <a:lnTo>
                    <a:pt x="4580" y="128236"/>
                  </a:lnTo>
                  <a:lnTo>
                    <a:pt x="3429" y="133405"/>
                  </a:lnTo>
                  <a:lnTo>
                    <a:pt x="2442" y="138607"/>
                  </a:lnTo>
                  <a:lnTo>
                    <a:pt x="1620" y="143838"/>
                  </a:lnTo>
                  <a:lnTo>
                    <a:pt x="965" y="149092"/>
                  </a:lnTo>
                  <a:lnTo>
                    <a:pt x="476" y="154364"/>
                  </a:lnTo>
                  <a:lnTo>
                    <a:pt x="154" y="159650"/>
                  </a:lnTo>
                  <a:lnTo>
                    <a:pt x="0" y="164942"/>
                  </a:lnTo>
                  <a:lnTo>
                    <a:pt x="13" y="170237"/>
                  </a:lnTo>
                  <a:lnTo>
                    <a:pt x="194" y="175529"/>
                  </a:lnTo>
                  <a:lnTo>
                    <a:pt x="543" y="180813"/>
                  </a:lnTo>
                  <a:lnTo>
                    <a:pt x="1059" y="186082"/>
                  </a:lnTo>
                  <a:lnTo>
                    <a:pt x="1741" y="191333"/>
                  </a:lnTo>
                  <a:lnTo>
                    <a:pt x="2590" y="196560"/>
                  </a:lnTo>
                  <a:lnTo>
                    <a:pt x="3603" y="201757"/>
                  </a:lnTo>
                  <a:lnTo>
                    <a:pt x="4781" y="206919"/>
                  </a:lnTo>
                  <a:lnTo>
                    <a:pt x="6121" y="212042"/>
                  </a:lnTo>
                  <a:lnTo>
                    <a:pt x="7623" y="217119"/>
                  </a:lnTo>
                  <a:lnTo>
                    <a:pt x="9285" y="222147"/>
                  </a:lnTo>
                  <a:lnTo>
                    <a:pt x="11106" y="227119"/>
                  </a:lnTo>
                  <a:lnTo>
                    <a:pt x="13083" y="232031"/>
                  </a:lnTo>
                  <a:lnTo>
                    <a:pt x="15215" y="236878"/>
                  </a:lnTo>
                  <a:lnTo>
                    <a:pt x="17499" y="241655"/>
                  </a:lnTo>
                  <a:lnTo>
                    <a:pt x="19933" y="246357"/>
                  </a:lnTo>
                  <a:lnTo>
                    <a:pt x="22515" y="250980"/>
                  </a:lnTo>
                  <a:lnTo>
                    <a:pt x="25242" y="255519"/>
                  </a:lnTo>
                  <a:lnTo>
                    <a:pt x="28111" y="259969"/>
                  </a:lnTo>
                  <a:lnTo>
                    <a:pt x="31120" y="264326"/>
                  </a:lnTo>
                  <a:lnTo>
                    <a:pt x="34266" y="268585"/>
                  </a:lnTo>
                  <a:lnTo>
                    <a:pt x="37544" y="272743"/>
                  </a:lnTo>
                  <a:lnTo>
                    <a:pt x="40953" y="276795"/>
                  </a:lnTo>
                  <a:lnTo>
                    <a:pt x="44489" y="280737"/>
                  </a:lnTo>
                  <a:lnTo>
                    <a:pt x="48147" y="284564"/>
                  </a:lnTo>
                  <a:lnTo>
                    <a:pt x="51925" y="288274"/>
                  </a:lnTo>
                  <a:lnTo>
                    <a:pt x="55818" y="291863"/>
                  </a:lnTo>
                  <a:lnTo>
                    <a:pt x="59823" y="295327"/>
                  </a:lnTo>
                  <a:lnTo>
                    <a:pt x="63936" y="298661"/>
                  </a:lnTo>
                  <a:lnTo>
                    <a:pt x="68153" y="301864"/>
                  </a:lnTo>
                  <a:lnTo>
                    <a:pt x="72468" y="304932"/>
                  </a:lnTo>
                  <a:lnTo>
                    <a:pt x="76879" y="307862"/>
                  </a:lnTo>
                  <a:lnTo>
                    <a:pt x="81380" y="310650"/>
                  </a:lnTo>
                  <a:lnTo>
                    <a:pt x="85968" y="313295"/>
                  </a:lnTo>
                  <a:lnTo>
                    <a:pt x="90637" y="315793"/>
                  </a:lnTo>
                  <a:lnTo>
                    <a:pt x="95382" y="318141"/>
                  </a:lnTo>
                  <a:lnTo>
                    <a:pt x="100200" y="320339"/>
                  </a:lnTo>
                  <a:lnTo>
                    <a:pt x="105084" y="322382"/>
                  </a:lnTo>
                  <a:lnTo>
                    <a:pt x="110031" y="324270"/>
                  </a:lnTo>
                  <a:lnTo>
                    <a:pt x="115036" y="326000"/>
                  </a:lnTo>
                  <a:lnTo>
                    <a:pt x="120092" y="327571"/>
                  </a:lnTo>
                  <a:lnTo>
                    <a:pt x="125196" y="328981"/>
                  </a:lnTo>
                  <a:lnTo>
                    <a:pt x="130342" y="330229"/>
                  </a:lnTo>
                  <a:lnTo>
                    <a:pt x="135525" y="331313"/>
                  </a:lnTo>
                  <a:lnTo>
                    <a:pt x="140739" y="332232"/>
                  </a:lnTo>
                  <a:lnTo>
                    <a:pt x="145980" y="332986"/>
                  </a:lnTo>
                  <a:lnTo>
                    <a:pt x="151243" y="333573"/>
                  </a:lnTo>
                  <a:lnTo>
                    <a:pt x="156521" y="333994"/>
                  </a:lnTo>
                  <a:lnTo>
                    <a:pt x="161810" y="334247"/>
                  </a:lnTo>
                  <a:lnTo>
                    <a:pt x="167104" y="334332"/>
                  </a:lnTo>
                  <a:lnTo>
                    <a:pt x="172399" y="334250"/>
                  </a:lnTo>
                  <a:lnTo>
                    <a:pt x="177688" y="334000"/>
                  </a:lnTo>
                  <a:lnTo>
                    <a:pt x="182966" y="333582"/>
                  </a:lnTo>
                  <a:lnTo>
                    <a:pt x="188229" y="332998"/>
                  </a:lnTo>
                  <a:lnTo>
                    <a:pt x="193470" y="332247"/>
                  </a:lnTo>
                  <a:lnTo>
                    <a:pt x="198685" y="331331"/>
                  </a:lnTo>
                  <a:lnTo>
                    <a:pt x="203869" y="330250"/>
                  </a:lnTo>
                  <a:lnTo>
                    <a:pt x="209016" y="329005"/>
                  </a:lnTo>
                  <a:lnTo>
                    <a:pt x="214120" y="327598"/>
                  </a:lnTo>
                  <a:lnTo>
                    <a:pt x="219178" y="326030"/>
                  </a:lnTo>
                  <a:lnTo>
                    <a:pt x="224183" y="324303"/>
                  </a:lnTo>
                  <a:lnTo>
                    <a:pt x="229131" y="322418"/>
                  </a:lnTo>
                  <a:lnTo>
                    <a:pt x="234017" y="320377"/>
                  </a:lnTo>
                  <a:lnTo>
                    <a:pt x="238836" y="318182"/>
                  </a:lnTo>
                  <a:lnTo>
                    <a:pt x="243583" y="315836"/>
                  </a:lnTo>
                  <a:lnTo>
                    <a:pt x="248253" y="313341"/>
                  </a:lnTo>
                  <a:lnTo>
                    <a:pt x="252842" y="310699"/>
                  </a:lnTo>
                  <a:lnTo>
                    <a:pt x="257345" y="307914"/>
                  </a:lnTo>
                  <a:lnTo>
                    <a:pt x="261757" y="304986"/>
                  </a:lnTo>
                  <a:lnTo>
                    <a:pt x="266074" y="301921"/>
                  </a:lnTo>
                  <a:lnTo>
                    <a:pt x="270293" y="298721"/>
                  </a:lnTo>
                  <a:lnTo>
                    <a:pt x="274407" y="295388"/>
                  </a:lnTo>
                  <a:lnTo>
                    <a:pt x="278415" y="291927"/>
                  </a:lnTo>
                  <a:lnTo>
                    <a:pt x="282310" y="288340"/>
                  </a:lnTo>
                  <a:lnTo>
                    <a:pt x="286090" y="284633"/>
                  </a:lnTo>
                  <a:lnTo>
                    <a:pt x="289751" y="280807"/>
                  </a:lnTo>
                  <a:lnTo>
                    <a:pt x="293288" y="276867"/>
                  </a:lnTo>
                  <a:lnTo>
                    <a:pt x="296699" y="272817"/>
                  </a:lnTo>
                  <a:lnTo>
                    <a:pt x="299980" y="268661"/>
                  </a:lnTo>
                  <a:lnTo>
                    <a:pt x="303128" y="264404"/>
                  </a:lnTo>
                  <a:lnTo>
                    <a:pt x="306140" y="260048"/>
                  </a:lnTo>
                  <a:lnTo>
                    <a:pt x="309012" y="255600"/>
                  </a:lnTo>
                  <a:lnTo>
                    <a:pt x="311741" y="251063"/>
                  </a:lnTo>
                  <a:lnTo>
                    <a:pt x="314326" y="246441"/>
                  </a:lnTo>
                  <a:lnTo>
                    <a:pt x="316763" y="241741"/>
                  </a:lnTo>
                  <a:lnTo>
                    <a:pt x="319050" y="236965"/>
                  </a:lnTo>
                  <a:lnTo>
                    <a:pt x="321184" y="232119"/>
                  </a:lnTo>
                  <a:lnTo>
                    <a:pt x="323164" y="227208"/>
                  </a:lnTo>
                  <a:lnTo>
                    <a:pt x="324987" y="222237"/>
                  </a:lnTo>
                  <a:lnTo>
                    <a:pt x="326652" y="217211"/>
                  </a:lnTo>
                  <a:lnTo>
                    <a:pt x="328157" y="212134"/>
                  </a:lnTo>
                  <a:lnTo>
                    <a:pt x="329501" y="207012"/>
                  </a:lnTo>
                  <a:lnTo>
                    <a:pt x="330681" y="201851"/>
                  </a:lnTo>
                  <a:lnTo>
                    <a:pt x="331698" y="196654"/>
                  </a:lnTo>
                  <a:lnTo>
                    <a:pt x="332549" y="191428"/>
                  </a:lnTo>
                  <a:lnTo>
                    <a:pt x="333235" y="186178"/>
                  </a:lnTo>
                  <a:lnTo>
                    <a:pt x="333754" y="180908"/>
                  </a:lnTo>
                  <a:lnTo>
                    <a:pt x="334105" y="175625"/>
                  </a:lnTo>
                  <a:lnTo>
                    <a:pt x="334290" y="170333"/>
                  </a:lnTo>
                  <a:lnTo>
                    <a:pt x="334306" y="165038"/>
                  </a:lnTo>
                  <a:lnTo>
                    <a:pt x="334155" y="159745"/>
                  </a:lnTo>
                  <a:lnTo>
                    <a:pt x="333836" y="154460"/>
                  </a:lnTo>
                  <a:lnTo>
                    <a:pt x="333350" y="149187"/>
                  </a:lnTo>
                  <a:lnTo>
                    <a:pt x="332697" y="143933"/>
                  </a:lnTo>
                  <a:lnTo>
                    <a:pt x="331879" y="138701"/>
                  </a:lnTo>
                  <a:lnTo>
                    <a:pt x="330895" y="133499"/>
                  </a:lnTo>
                  <a:lnTo>
                    <a:pt x="329746" y="128330"/>
                  </a:lnTo>
                  <a:lnTo>
                    <a:pt x="328435" y="123200"/>
                  </a:lnTo>
                  <a:lnTo>
                    <a:pt x="326961" y="118114"/>
                  </a:lnTo>
                  <a:lnTo>
                    <a:pt x="325328" y="113077"/>
                  </a:lnTo>
                  <a:lnTo>
                    <a:pt x="323535" y="108095"/>
                  </a:lnTo>
                  <a:lnTo>
                    <a:pt x="321586" y="103172"/>
                  </a:lnTo>
                  <a:lnTo>
                    <a:pt x="319482" y="98313"/>
                  </a:lnTo>
                  <a:lnTo>
                    <a:pt x="317225" y="93523"/>
                  </a:lnTo>
                  <a:lnTo>
                    <a:pt x="314817" y="88807"/>
                  </a:lnTo>
                  <a:lnTo>
                    <a:pt x="312262" y="84169"/>
                  </a:lnTo>
                  <a:lnTo>
                    <a:pt x="309560" y="79615"/>
                  </a:lnTo>
                  <a:lnTo>
                    <a:pt x="306716" y="75149"/>
                  </a:lnTo>
                  <a:lnTo>
                    <a:pt x="303732" y="70775"/>
                  </a:lnTo>
                  <a:lnTo>
                    <a:pt x="300611" y="66498"/>
                  </a:lnTo>
                  <a:lnTo>
                    <a:pt x="297356" y="62322"/>
                  </a:lnTo>
                  <a:lnTo>
                    <a:pt x="293970" y="58251"/>
                  </a:lnTo>
                  <a:lnTo>
                    <a:pt x="290457" y="54289"/>
                  </a:lnTo>
                  <a:lnTo>
                    <a:pt x="286820" y="50440"/>
                  </a:lnTo>
                  <a:lnTo>
                    <a:pt x="283063" y="46709"/>
                  </a:lnTo>
                  <a:lnTo>
                    <a:pt x="279190" y="43098"/>
                  </a:lnTo>
                  <a:lnTo>
                    <a:pt x="275205" y="39612"/>
                  </a:lnTo>
                  <a:lnTo>
                    <a:pt x="271111" y="36254"/>
                  </a:lnTo>
                  <a:lnTo>
                    <a:pt x="266913" y="33027"/>
                  </a:lnTo>
                  <a:lnTo>
                    <a:pt x="262614" y="29935"/>
                  </a:lnTo>
                  <a:lnTo>
                    <a:pt x="258220" y="26981"/>
                  </a:lnTo>
                  <a:lnTo>
                    <a:pt x="253735" y="24167"/>
                  </a:lnTo>
                  <a:lnTo>
                    <a:pt x="249163" y="21496"/>
                  </a:lnTo>
                  <a:lnTo>
                    <a:pt x="244508" y="18972"/>
                  </a:lnTo>
                  <a:lnTo>
                    <a:pt x="239776" y="16596"/>
                  </a:lnTo>
                  <a:lnTo>
                    <a:pt x="234971" y="14372"/>
                  </a:lnTo>
                  <a:lnTo>
                    <a:pt x="230098" y="12301"/>
                  </a:lnTo>
                  <a:lnTo>
                    <a:pt x="225161" y="10385"/>
                  </a:lnTo>
                  <a:lnTo>
                    <a:pt x="220167" y="8626"/>
                  </a:lnTo>
                  <a:lnTo>
                    <a:pt x="215119" y="7027"/>
                  </a:lnTo>
                  <a:lnTo>
                    <a:pt x="210024" y="5588"/>
                  </a:lnTo>
                  <a:lnTo>
                    <a:pt x="204885" y="4311"/>
                  </a:lnTo>
                  <a:lnTo>
                    <a:pt x="199708" y="3198"/>
                  </a:lnTo>
                  <a:lnTo>
                    <a:pt x="194499" y="2249"/>
                  </a:lnTo>
                  <a:lnTo>
                    <a:pt x="189262" y="1466"/>
                  </a:lnTo>
                  <a:lnTo>
                    <a:pt x="184003" y="849"/>
                  </a:lnTo>
                  <a:lnTo>
                    <a:pt x="178728" y="398"/>
                  </a:lnTo>
                  <a:lnTo>
                    <a:pt x="173440" y="115"/>
                  </a:lnTo>
                  <a:lnTo>
                    <a:pt x="167152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8720" y="5018213"/>
              <a:ext cx="6288" cy="167167"/>
            </a:xfrm>
            <a:custGeom>
              <a:avLst/>
              <a:pathLst>
                <a:path w="6288" h="167167">
                  <a:moveTo>
                    <a:pt x="6288" y="11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797336" y="5269756"/>
              <a:ext cx="167164" cy="276577"/>
            </a:xfrm>
            <a:custGeom>
              <a:avLst/>
              <a:pathLst>
                <a:path w="167164" h="276577">
                  <a:moveTo>
                    <a:pt x="167164" y="0"/>
                  </a:moveTo>
                  <a:lnTo>
                    <a:pt x="161787" y="86"/>
                  </a:lnTo>
                  <a:lnTo>
                    <a:pt x="156415" y="345"/>
                  </a:lnTo>
                  <a:lnTo>
                    <a:pt x="151054" y="778"/>
                  </a:lnTo>
                  <a:lnTo>
                    <a:pt x="145710" y="1382"/>
                  </a:lnTo>
                  <a:lnTo>
                    <a:pt x="140388" y="2158"/>
                  </a:lnTo>
                  <a:lnTo>
                    <a:pt x="135094" y="3105"/>
                  </a:lnTo>
                  <a:lnTo>
                    <a:pt x="129833" y="4221"/>
                  </a:lnTo>
                  <a:lnTo>
                    <a:pt x="124611" y="5506"/>
                  </a:lnTo>
                  <a:lnTo>
                    <a:pt x="119433" y="6959"/>
                  </a:lnTo>
                  <a:lnTo>
                    <a:pt x="114304" y="8577"/>
                  </a:lnTo>
                  <a:lnTo>
                    <a:pt x="109230" y="10360"/>
                  </a:lnTo>
                  <a:lnTo>
                    <a:pt x="104216" y="12304"/>
                  </a:lnTo>
                  <a:lnTo>
                    <a:pt x="99267" y="14409"/>
                  </a:lnTo>
                  <a:lnTo>
                    <a:pt x="94388" y="16673"/>
                  </a:lnTo>
                  <a:lnTo>
                    <a:pt x="89585" y="19091"/>
                  </a:lnTo>
                  <a:lnTo>
                    <a:pt x="84861" y="21664"/>
                  </a:lnTo>
                  <a:lnTo>
                    <a:pt x="80224" y="24386"/>
                  </a:lnTo>
                  <a:lnTo>
                    <a:pt x="75676" y="27257"/>
                  </a:lnTo>
                  <a:lnTo>
                    <a:pt x="71222" y="30272"/>
                  </a:lnTo>
                  <a:lnTo>
                    <a:pt x="66868" y="33430"/>
                  </a:lnTo>
                  <a:lnTo>
                    <a:pt x="62618" y="36725"/>
                  </a:lnTo>
                  <a:lnTo>
                    <a:pt x="58476" y="40156"/>
                  </a:lnTo>
                  <a:lnTo>
                    <a:pt x="54447" y="43718"/>
                  </a:lnTo>
                  <a:lnTo>
                    <a:pt x="50534" y="47407"/>
                  </a:lnTo>
                  <a:lnTo>
                    <a:pt x="46742" y="51221"/>
                  </a:lnTo>
                  <a:lnTo>
                    <a:pt x="43075" y="55155"/>
                  </a:lnTo>
                  <a:lnTo>
                    <a:pt x="39536" y="59204"/>
                  </a:lnTo>
                  <a:lnTo>
                    <a:pt x="36129" y="63366"/>
                  </a:lnTo>
                  <a:lnTo>
                    <a:pt x="32858" y="67635"/>
                  </a:lnTo>
                  <a:lnTo>
                    <a:pt x="29725" y="72006"/>
                  </a:lnTo>
                  <a:lnTo>
                    <a:pt x="26735" y="76477"/>
                  </a:lnTo>
                  <a:lnTo>
                    <a:pt x="23891" y="81041"/>
                  </a:lnTo>
                  <a:lnTo>
                    <a:pt x="21194" y="85694"/>
                  </a:lnTo>
                  <a:lnTo>
                    <a:pt x="18649" y="90432"/>
                  </a:lnTo>
                  <a:lnTo>
                    <a:pt x="16258" y="95249"/>
                  </a:lnTo>
                  <a:lnTo>
                    <a:pt x="14022" y="100141"/>
                  </a:lnTo>
                  <a:lnTo>
                    <a:pt x="11946" y="105102"/>
                  </a:lnTo>
                  <a:lnTo>
                    <a:pt x="10029" y="110127"/>
                  </a:lnTo>
                  <a:lnTo>
                    <a:pt x="8276" y="115211"/>
                  </a:lnTo>
                  <a:lnTo>
                    <a:pt x="6687" y="120349"/>
                  </a:lnTo>
                  <a:lnTo>
                    <a:pt x="5264" y="125535"/>
                  </a:lnTo>
                  <a:lnTo>
                    <a:pt x="4008" y="130765"/>
                  </a:lnTo>
                  <a:lnTo>
                    <a:pt x="2922" y="136032"/>
                  </a:lnTo>
                  <a:lnTo>
                    <a:pt x="2005" y="141332"/>
                  </a:lnTo>
                  <a:lnTo>
                    <a:pt x="1260" y="146658"/>
                  </a:lnTo>
                  <a:lnTo>
                    <a:pt x="686" y="152005"/>
                  </a:lnTo>
                  <a:lnTo>
                    <a:pt x="284" y="157368"/>
                  </a:lnTo>
                  <a:lnTo>
                    <a:pt x="55" y="162741"/>
                  </a:lnTo>
                  <a:lnTo>
                    <a:pt x="0" y="168119"/>
                  </a:lnTo>
                  <a:lnTo>
                    <a:pt x="117" y="173496"/>
                  </a:lnTo>
                  <a:lnTo>
                    <a:pt x="407" y="178866"/>
                  </a:lnTo>
                  <a:lnTo>
                    <a:pt x="869" y="184224"/>
                  </a:lnTo>
                  <a:lnTo>
                    <a:pt x="1504" y="189565"/>
                  </a:lnTo>
                  <a:lnTo>
                    <a:pt x="2310" y="194882"/>
                  </a:lnTo>
                  <a:lnTo>
                    <a:pt x="3287" y="200171"/>
                  </a:lnTo>
                  <a:lnTo>
                    <a:pt x="4434" y="205425"/>
                  </a:lnTo>
                  <a:lnTo>
                    <a:pt x="5749" y="210640"/>
                  </a:lnTo>
                  <a:lnTo>
                    <a:pt x="7231" y="215810"/>
                  </a:lnTo>
                  <a:lnTo>
                    <a:pt x="8878" y="220930"/>
                  </a:lnTo>
                  <a:lnTo>
                    <a:pt x="10689" y="225994"/>
                  </a:lnTo>
                  <a:lnTo>
                    <a:pt x="12663" y="230997"/>
                  </a:lnTo>
                  <a:lnTo>
                    <a:pt x="14796" y="235934"/>
                  </a:lnTo>
                  <a:lnTo>
                    <a:pt x="17087" y="240799"/>
                  </a:lnTo>
                  <a:lnTo>
                    <a:pt x="19533" y="245589"/>
                  </a:lnTo>
                  <a:lnTo>
                    <a:pt x="22132" y="250297"/>
                  </a:lnTo>
                  <a:lnTo>
                    <a:pt x="24881" y="254920"/>
                  </a:lnTo>
                  <a:lnTo>
                    <a:pt x="27778" y="259451"/>
                  </a:lnTo>
                  <a:lnTo>
                    <a:pt x="30818" y="263887"/>
                  </a:lnTo>
                  <a:lnTo>
                    <a:pt x="34000" y="268223"/>
                  </a:lnTo>
                  <a:lnTo>
                    <a:pt x="37320" y="272454"/>
                  </a:lnTo>
                  <a:lnTo>
                    <a:pt x="40774" y="276577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838111" y="5269756"/>
              <a:ext cx="293537" cy="334334"/>
            </a:xfrm>
            <a:custGeom>
              <a:avLst/>
              <a:pathLst>
                <a:path w="293537" h="334334">
                  <a:moveTo>
                    <a:pt x="0" y="276577"/>
                  </a:moveTo>
                  <a:lnTo>
                    <a:pt x="3535" y="280532"/>
                  </a:lnTo>
                  <a:lnTo>
                    <a:pt x="7194" y="284373"/>
                  </a:lnTo>
                  <a:lnTo>
                    <a:pt x="10973" y="288097"/>
                  </a:lnTo>
                  <a:lnTo>
                    <a:pt x="14869" y="291698"/>
                  </a:lnTo>
                  <a:lnTo>
                    <a:pt x="18876" y="295174"/>
                  </a:lnTo>
                  <a:lnTo>
                    <a:pt x="22993" y="298521"/>
                  </a:lnTo>
                  <a:lnTo>
                    <a:pt x="27213" y="301736"/>
                  </a:lnTo>
                  <a:lnTo>
                    <a:pt x="31533" y="304815"/>
                  </a:lnTo>
                  <a:lnTo>
                    <a:pt x="35948" y="307756"/>
                  </a:lnTo>
                  <a:lnTo>
                    <a:pt x="40455" y="310555"/>
                  </a:lnTo>
                  <a:lnTo>
                    <a:pt x="45048" y="313210"/>
                  </a:lnTo>
                  <a:lnTo>
                    <a:pt x="49723" y="315717"/>
                  </a:lnTo>
                  <a:lnTo>
                    <a:pt x="54476" y="318075"/>
                  </a:lnTo>
                  <a:lnTo>
                    <a:pt x="59301" y="320281"/>
                  </a:lnTo>
                  <a:lnTo>
                    <a:pt x="64193" y="322333"/>
                  </a:lnTo>
                  <a:lnTo>
                    <a:pt x="69148" y="324229"/>
                  </a:lnTo>
                  <a:lnTo>
                    <a:pt x="74161" y="325966"/>
                  </a:lnTo>
                  <a:lnTo>
                    <a:pt x="79226" y="327543"/>
                  </a:lnTo>
                  <a:lnTo>
                    <a:pt x="84339" y="328959"/>
                  </a:lnTo>
                  <a:lnTo>
                    <a:pt x="89494" y="330212"/>
                  </a:lnTo>
                  <a:lnTo>
                    <a:pt x="94686" y="331301"/>
                  </a:lnTo>
                  <a:lnTo>
                    <a:pt x="99910" y="332224"/>
                  </a:lnTo>
                  <a:lnTo>
                    <a:pt x="105161" y="332981"/>
                  </a:lnTo>
                  <a:lnTo>
                    <a:pt x="110434" y="333571"/>
                  </a:lnTo>
                  <a:lnTo>
                    <a:pt x="115722" y="333994"/>
                  </a:lnTo>
                  <a:lnTo>
                    <a:pt x="121021" y="334248"/>
                  </a:lnTo>
                  <a:lnTo>
                    <a:pt x="126326" y="334334"/>
                  </a:lnTo>
                  <a:lnTo>
                    <a:pt x="131630" y="334252"/>
                  </a:lnTo>
                  <a:lnTo>
                    <a:pt x="136929" y="334002"/>
                  </a:lnTo>
                  <a:lnTo>
                    <a:pt x="142218" y="333583"/>
                  </a:lnTo>
                  <a:lnTo>
                    <a:pt x="147491" y="332997"/>
                  </a:lnTo>
                  <a:lnTo>
                    <a:pt x="152742" y="332244"/>
                  </a:lnTo>
                  <a:lnTo>
                    <a:pt x="157967" y="331325"/>
                  </a:lnTo>
                  <a:lnTo>
                    <a:pt x="163160" y="330240"/>
                  </a:lnTo>
                  <a:lnTo>
                    <a:pt x="168316" y="328991"/>
                  </a:lnTo>
                  <a:lnTo>
                    <a:pt x="173430" y="327579"/>
                  </a:lnTo>
                  <a:lnTo>
                    <a:pt x="178497" y="326006"/>
                  </a:lnTo>
                  <a:lnTo>
                    <a:pt x="183511" y="324272"/>
                  </a:lnTo>
                  <a:lnTo>
                    <a:pt x="188467" y="322381"/>
                  </a:lnTo>
                  <a:lnTo>
                    <a:pt x="193361" y="320333"/>
                  </a:lnTo>
                  <a:lnTo>
                    <a:pt x="198188" y="318131"/>
                  </a:lnTo>
                  <a:lnTo>
                    <a:pt x="202942" y="315776"/>
                  </a:lnTo>
                  <a:lnTo>
                    <a:pt x="207619" y="313272"/>
                  </a:lnTo>
                  <a:lnTo>
                    <a:pt x="212214" y="310621"/>
                  </a:lnTo>
                  <a:lnTo>
                    <a:pt x="216723" y="307826"/>
                  </a:lnTo>
                  <a:lnTo>
                    <a:pt x="221141" y="304888"/>
                  </a:lnTo>
                  <a:lnTo>
                    <a:pt x="225463" y="301812"/>
                  </a:lnTo>
                  <a:lnTo>
                    <a:pt x="229686" y="298601"/>
                  </a:lnTo>
                  <a:lnTo>
                    <a:pt x="233805" y="295257"/>
                  </a:lnTo>
                  <a:lnTo>
                    <a:pt x="237815" y="291784"/>
                  </a:lnTo>
                  <a:lnTo>
                    <a:pt x="241713" y="288185"/>
                  </a:lnTo>
                  <a:lnTo>
                    <a:pt x="245495" y="284465"/>
                  </a:lnTo>
                  <a:lnTo>
                    <a:pt x="249157" y="280626"/>
                  </a:lnTo>
                  <a:lnTo>
                    <a:pt x="252696" y="276674"/>
                  </a:lnTo>
                  <a:lnTo>
                    <a:pt x="256107" y="272611"/>
                  </a:lnTo>
                  <a:lnTo>
                    <a:pt x="259388" y="268441"/>
                  </a:lnTo>
                  <a:lnTo>
                    <a:pt x="262534" y="264170"/>
                  </a:lnTo>
                  <a:lnTo>
                    <a:pt x="265544" y="259801"/>
                  </a:lnTo>
                  <a:lnTo>
                    <a:pt x="268413" y="255339"/>
                  </a:lnTo>
                  <a:lnTo>
                    <a:pt x="271140" y="250788"/>
                  </a:lnTo>
                  <a:lnTo>
                    <a:pt x="273720" y="246152"/>
                  </a:lnTo>
                  <a:lnTo>
                    <a:pt x="276152" y="241438"/>
                  </a:lnTo>
                  <a:lnTo>
                    <a:pt x="278434" y="236648"/>
                  </a:lnTo>
                  <a:lnTo>
                    <a:pt x="280562" y="231788"/>
                  </a:lnTo>
                  <a:lnTo>
                    <a:pt x="282535" y="226864"/>
                  </a:lnTo>
                  <a:lnTo>
                    <a:pt x="284350" y="221879"/>
                  </a:lnTo>
                  <a:lnTo>
                    <a:pt x="286007" y="216839"/>
                  </a:lnTo>
                  <a:lnTo>
                    <a:pt x="287503" y="211749"/>
                  </a:lnTo>
                  <a:lnTo>
                    <a:pt x="288836" y="206614"/>
                  </a:lnTo>
                  <a:lnTo>
                    <a:pt x="290006" y="201439"/>
                  </a:lnTo>
                  <a:lnTo>
                    <a:pt x="291011" y="196230"/>
                  </a:lnTo>
                  <a:lnTo>
                    <a:pt x="291851" y="190992"/>
                  </a:lnTo>
                  <a:lnTo>
                    <a:pt x="292523" y="185730"/>
                  </a:lnTo>
                  <a:lnTo>
                    <a:pt x="293029" y="180449"/>
                  </a:lnTo>
                  <a:lnTo>
                    <a:pt x="293366" y="175154"/>
                  </a:lnTo>
                  <a:lnTo>
                    <a:pt x="293536" y="169852"/>
                  </a:lnTo>
                  <a:lnTo>
                    <a:pt x="293537" y="164546"/>
                  </a:lnTo>
                  <a:lnTo>
                    <a:pt x="293369" y="159244"/>
                  </a:lnTo>
                  <a:lnTo>
                    <a:pt x="293034" y="153949"/>
                  </a:lnTo>
                  <a:lnTo>
                    <a:pt x="292530" y="148668"/>
                  </a:lnTo>
                  <a:lnTo>
                    <a:pt x="291860" y="143405"/>
                  </a:lnTo>
                  <a:lnTo>
                    <a:pt x="291022" y="138167"/>
                  </a:lnTo>
                  <a:lnTo>
                    <a:pt x="290019" y="132957"/>
                  </a:lnTo>
                  <a:lnTo>
                    <a:pt x="288851" y="127782"/>
                  </a:lnTo>
                  <a:lnTo>
                    <a:pt x="287520" y="122647"/>
                  </a:lnTo>
                  <a:lnTo>
                    <a:pt x="286026" y="117556"/>
                  </a:lnTo>
                  <a:lnTo>
                    <a:pt x="284371" y="112516"/>
                  </a:lnTo>
                  <a:lnTo>
                    <a:pt x="282558" y="107530"/>
                  </a:lnTo>
                  <a:lnTo>
                    <a:pt x="280587" y="102605"/>
                  </a:lnTo>
                  <a:lnTo>
                    <a:pt x="278460" y="97744"/>
                  </a:lnTo>
                  <a:lnTo>
                    <a:pt x="276181" y="92954"/>
                  </a:lnTo>
                  <a:lnTo>
                    <a:pt x="273750" y="88238"/>
                  </a:lnTo>
                  <a:lnTo>
                    <a:pt x="271172" y="83602"/>
                  </a:lnTo>
                  <a:lnTo>
                    <a:pt x="268447" y="79050"/>
                  </a:lnTo>
                  <a:lnTo>
                    <a:pt x="265579" y="74586"/>
                  </a:lnTo>
                  <a:lnTo>
                    <a:pt x="262572" y="70216"/>
                  </a:lnTo>
                  <a:lnTo>
                    <a:pt x="259427" y="65944"/>
                  </a:lnTo>
                  <a:lnTo>
                    <a:pt x="256148" y="61773"/>
                  </a:lnTo>
                  <a:lnTo>
                    <a:pt x="252738" y="57709"/>
                  </a:lnTo>
                  <a:lnTo>
                    <a:pt x="249201" y="53755"/>
                  </a:lnTo>
                  <a:lnTo>
                    <a:pt x="245540" y="49915"/>
                  </a:lnTo>
                  <a:lnTo>
                    <a:pt x="241760" y="46193"/>
                  </a:lnTo>
                  <a:lnTo>
                    <a:pt x="237863" y="42593"/>
                  </a:lnTo>
                  <a:lnTo>
                    <a:pt x="233854" y="39118"/>
                  </a:lnTo>
                  <a:lnTo>
                    <a:pt x="229736" y="35773"/>
                  </a:lnTo>
                  <a:lnTo>
                    <a:pt x="225515" y="32560"/>
                  </a:lnTo>
                  <a:lnTo>
                    <a:pt x="221194" y="29482"/>
                  </a:lnTo>
                  <a:lnTo>
                    <a:pt x="216777" y="26543"/>
                  </a:lnTo>
                  <a:lnTo>
                    <a:pt x="212269" y="23746"/>
                  </a:lnTo>
                  <a:lnTo>
                    <a:pt x="207675" y="21093"/>
                  </a:lnTo>
                  <a:lnTo>
                    <a:pt x="202999" y="18587"/>
                  </a:lnTo>
                  <a:lnTo>
                    <a:pt x="198246" y="16231"/>
                  </a:lnTo>
                  <a:lnTo>
                    <a:pt x="193420" y="14027"/>
                  </a:lnTo>
                  <a:lnTo>
                    <a:pt x="188527" y="11977"/>
                  </a:lnTo>
                  <a:lnTo>
                    <a:pt x="183571" y="10083"/>
                  </a:lnTo>
                  <a:lnTo>
                    <a:pt x="178558" y="8348"/>
                  </a:lnTo>
                  <a:lnTo>
                    <a:pt x="173492" y="6773"/>
                  </a:lnTo>
                  <a:lnTo>
                    <a:pt x="168378" y="5359"/>
                  </a:lnTo>
                  <a:lnTo>
                    <a:pt x="163223" y="4108"/>
                  </a:lnTo>
                  <a:lnTo>
                    <a:pt x="158030" y="3021"/>
                  </a:lnTo>
                  <a:lnTo>
                    <a:pt x="152806" y="2100"/>
                  </a:lnTo>
                  <a:lnTo>
                    <a:pt x="147554" y="1345"/>
                  </a:lnTo>
                  <a:lnTo>
                    <a:pt x="142282" y="757"/>
                  </a:lnTo>
                  <a:lnTo>
                    <a:pt x="136993" y="336"/>
                  </a:lnTo>
                  <a:lnTo>
                    <a:pt x="131694" y="84"/>
                  </a:lnTo>
                  <a:lnTo>
                    <a:pt x="126390" y="0"/>
                  </a:lnTo>
                  <a:lnTo>
                    <a:pt x="12639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53190" y="5399291"/>
              <a:ext cx="33025" cy="167167"/>
            </a:xfrm>
            <a:custGeom>
              <a:avLst/>
              <a:pathLst>
                <a:path w="33025" h="167167">
                  <a:moveTo>
                    <a:pt x="33025" y="0"/>
                  </a:moveTo>
                  <a:lnTo>
                    <a:pt x="26378" y="132"/>
                  </a:lnTo>
                  <a:lnTo>
                    <a:pt x="19741" y="528"/>
                  </a:lnTo>
                  <a:lnTo>
                    <a:pt x="13126" y="1188"/>
                  </a:lnTo>
                  <a:lnTo>
                    <a:pt x="6542" y="2111"/>
                  </a:lnTo>
                  <a:lnTo>
                    <a:pt x="0" y="3294"/>
                  </a:lnTo>
                  <a:lnTo>
                    <a:pt x="3302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53190" y="5402586"/>
              <a:ext cx="33025" cy="163872"/>
            </a:xfrm>
            <a:custGeom>
              <a:avLst/>
              <a:pathLst>
                <a:path w="33025" h="163872">
                  <a:moveTo>
                    <a:pt x="0" y="0"/>
                  </a:moveTo>
                  <a:lnTo>
                    <a:pt x="33025" y="1638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53190" y="5402586"/>
              <a:ext cx="33025" cy="163872"/>
            </a:xfrm>
            <a:custGeom>
              <a:avLst/>
              <a:pathLst>
                <a:path w="33025" h="163872">
                  <a:moveTo>
                    <a:pt x="0" y="0"/>
                  </a:moveTo>
                  <a:lnTo>
                    <a:pt x="33025" y="1638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53190" y="5402586"/>
              <a:ext cx="33025" cy="163872"/>
            </a:xfrm>
            <a:custGeom>
              <a:avLst/>
              <a:pathLst>
                <a:path w="33025" h="163872">
                  <a:moveTo>
                    <a:pt x="0" y="0"/>
                  </a:moveTo>
                  <a:lnTo>
                    <a:pt x="33025" y="1638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53190" y="5402586"/>
              <a:ext cx="33025" cy="163872"/>
            </a:xfrm>
            <a:custGeom>
              <a:avLst/>
              <a:pathLst>
                <a:path w="33025" h="163872">
                  <a:moveTo>
                    <a:pt x="0" y="0"/>
                  </a:moveTo>
                  <a:lnTo>
                    <a:pt x="33025" y="16387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53190" y="5402586"/>
              <a:ext cx="33025" cy="163872"/>
            </a:xfrm>
            <a:custGeom>
              <a:avLst/>
              <a:pathLst>
                <a:path w="33025" h="163872">
                  <a:moveTo>
                    <a:pt x="0" y="0"/>
                  </a:moveTo>
                  <a:lnTo>
                    <a:pt x="33025" y="16387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53190" y="5402586"/>
              <a:ext cx="33025" cy="163872"/>
            </a:xfrm>
            <a:custGeom>
              <a:avLst/>
              <a:pathLst>
                <a:path w="33025" h="163872">
                  <a:moveTo>
                    <a:pt x="0" y="0"/>
                  </a:moveTo>
                  <a:lnTo>
                    <a:pt x="33025" y="16387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319056" y="5400680"/>
              <a:ext cx="334307" cy="332945"/>
            </a:xfrm>
            <a:custGeom>
              <a:avLst/>
              <a:pathLst>
                <a:path w="334307" h="332945">
                  <a:moveTo>
                    <a:pt x="134133" y="1905"/>
                  </a:moveTo>
                  <a:lnTo>
                    <a:pt x="128960" y="3034"/>
                  </a:lnTo>
                  <a:lnTo>
                    <a:pt x="123824" y="4325"/>
                  </a:lnTo>
                  <a:lnTo>
                    <a:pt x="118733" y="5779"/>
                  </a:lnTo>
                  <a:lnTo>
                    <a:pt x="113689" y="7393"/>
                  </a:lnTo>
                  <a:lnTo>
                    <a:pt x="108700" y="9166"/>
                  </a:lnTo>
                  <a:lnTo>
                    <a:pt x="103769" y="11096"/>
                  </a:lnTo>
                  <a:lnTo>
                    <a:pt x="98902" y="13181"/>
                  </a:lnTo>
                  <a:lnTo>
                    <a:pt x="94103" y="15419"/>
                  </a:lnTo>
                  <a:lnTo>
                    <a:pt x="89377" y="17809"/>
                  </a:lnTo>
                  <a:lnTo>
                    <a:pt x="84730" y="20346"/>
                  </a:lnTo>
                  <a:lnTo>
                    <a:pt x="80165" y="23030"/>
                  </a:lnTo>
                  <a:lnTo>
                    <a:pt x="75688" y="25857"/>
                  </a:lnTo>
                  <a:lnTo>
                    <a:pt x="71302" y="28824"/>
                  </a:lnTo>
                  <a:lnTo>
                    <a:pt x="67012" y="31929"/>
                  </a:lnTo>
                  <a:lnTo>
                    <a:pt x="62823" y="35168"/>
                  </a:lnTo>
                  <a:lnTo>
                    <a:pt x="58739" y="38538"/>
                  </a:lnTo>
                  <a:lnTo>
                    <a:pt x="54763" y="42035"/>
                  </a:lnTo>
                  <a:lnTo>
                    <a:pt x="50901" y="45657"/>
                  </a:lnTo>
                  <a:lnTo>
                    <a:pt x="47155" y="49400"/>
                  </a:lnTo>
                  <a:lnTo>
                    <a:pt x="43529" y="53259"/>
                  </a:lnTo>
                  <a:lnTo>
                    <a:pt x="40027" y="57231"/>
                  </a:lnTo>
                  <a:lnTo>
                    <a:pt x="36653" y="61312"/>
                  </a:lnTo>
                  <a:lnTo>
                    <a:pt x="33410" y="65498"/>
                  </a:lnTo>
                  <a:lnTo>
                    <a:pt x="30301" y="69784"/>
                  </a:lnTo>
                  <a:lnTo>
                    <a:pt x="27329" y="74167"/>
                  </a:lnTo>
                  <a:lnTo>
                    <a:pt x="24498" y="78641"/>
                  </a:lnTo>
                  <a:lnTo>
                    <a:pt x="21810" y="83203"/>
                  </a:lnTo>
                  <a:lnTo>
                    <a:pt x="19267" y="87848"/>
                  </a:lnTo>
                  <a:lnTo>
                    <a:pt x="16873" y="92572"/>
                  </a:lnTo>
                  <a:lnTo>
                    <a:pt x="14630" y="97368"/>
                  </a:lnTo>
                  <a:lnTo>
                    <a:pt x="12540" y="102233"/>
                  </a:lnTo>
                  <a:lnTo>
                    <a:pt x="10605" y="107162"/>
                  </a:lnTo>
                  <a:lnTo>
                    <a:pt x="8827" y="112150"/>
                  </a:lnTo>
                  <a:lnTo>
                    <a:pt x="7208" y="117192"/>
                  </a:lnTo>
                  <a:lnTo>
                    <a:pt x="5749" y="122282"/>
                  </a:lnTo>
                  <a:lnTo>
                    <a:pt x="4453" y="127416"/>
                  </a:lnTo>
                  <a:lnTo>
                    <a:pt x="3319" y="132588"/>
                  </a:lnTo>
                  <a:lnTo>
                    <a:pt x="2350" y="137794"/>
                  </a:lnTo>
                  <a:lnTo>
                    <a:pt x="1547" y="143028"/>
                  </a:lnTo>
                  <a:lnTo>
                    <a:pt x="909" y="148285"/>
                  </a:lnTo>
                  <a:lnTo>
                    <a:pt x="439" y="153559"/>
                  </a:lnTo>
                  <a:lnTo>
                    <a:pt x="135" y="158845"/>
                  </a:lnTo>
                  <a:lnTo>
                    <a:pt x="0" y="164139"/>
                  </a:lnTo>
                  <a:lnTo>
                    <a:pt x="31" y="169434"/>
                  </a:lnTo>
                  <a:lnTo>
                    <a:pt x="231" y="174725"/>
                  </a:lnTo>
                  <a:lnTo>
                    <a:pt x="598" y="180008"/>
                  </a:lnTo>
                  <a:lnTo>
                    <a:pt x="1132" y="185276"/>
                  </a:lnTo>
                  <a:lnTo>
                    <a:pt x="1833" y="190524"/>
                  </a:lnTo>
                  <a:lnTo>
                    <a:pt x="2700" y="195748"/>
                  </a:lnTo>
                  <a:lnTo>
                    <a:pt x="3732" y="200942"/>
                  </a:lnTo>
                  <a:lnTo>
                    <a:pt x="4927" y="206100"/>
                  </a:lnTo>
                  <a:lnTo>
                    <a:pt x="6286" y="211218"/>
                  </a:lnTo>
                  <a:lnTo>
                    <a:pt x="7806" y="216291"/>
                  </a:lnTo>
                  <a:lnTo>
                    <a:pt x="9486" y="221312"/>
                  </a:lnTo>
                  <a:lnTo>
                    <a:pt x="11324" y="226278"/>
                  </a:lnTo>
                  <a:lnTo>
                    <a:pt x="13318" y="231184"/>
                  </a:lnTo>
                  <a:lnTo>
                    <a:pt x="15467" y="236023"/>
                  </a:lnTo>
                  <a:lnTo>
                    <a:pt x="17767" y="240792"/>
                  </a:lnTo>
                  <a:lnTo>
                    <a:pt x="20218" y="245486"/>
                  </a:lnTo>
                  <a:lnTo>
                    <a:pt x="22816" y="250100"/>
                  </a:lnTo>
                  <a:lnTo>
                    <a:pt x="25560" y="254629"/>
                  </a:lnTo>
                  <a:lnTo>
                    <a:pt x="28445" y="259070"/>
                  </a:lnTo>
                  <a:lnTo>
                    <a:pt x="31469" y="263416"/>
                  </a:lnTo>
                  <a:lnTo>
                    <a:pt x="34629" y="267665"/>
                  </a:lnTo>
                  <a:lnTo>
                    <a:pt x="37923" y="271811"/>
                  </a:lnTo>
                  <a:lnTo>
                    <a:pt x="41346" y="275851"/>
                  </a:lnTo>
                  <a:lnTo>
                    <a:pt x="44895" y="279781"/>
                  </a:lnTo>
                  <a:lnTo>
                    <a:pt x="48567" y="283596"/>
                  </a:lnTo>
                  <a:lnTo>
                    <a:pt x="52358" y="287293"/>
                  </a:lnTo>
                  <a:lnTo>
                    <a:pt x="56265" y="290868"/>
                  </a:lnTo>
                  <a:lnTo>
                    <a:pt x="60282" y="294317"/>
                  </a:lnTo>
                  <a:lnTo>
                    <a:pt x="64407" y="297638"/>
                  </a:lnTo>
                  <a:lnTo>
                    <a:pt x="68635" y="300826"/>
                  </a:lnTo>
                  <a:lnTo>
                    <a:pt x="72961" y="303879"/>
                  </a:lnTo>
                  <a:lnTo>
                    <a:pt x="77382" y="306793"/>
                  </a:lnTo>
                  <a:lnTo>
                    <a:pt x="81894" y="309565"/>
                  </a:lnTo>
                  <a:lnTo>
                    <a:pt x="86490" y="312194"/>
                  </a:lnTo>
                  <a:lnTo>
                    <a:pt x="91168" y="314675"/>
                  </a:lnTo>
                  <a:lnTo>
                    <a:pt x="95922" y="317007"/>
                  </a:lnTo>
                  <a:lnTo>
                    <a:pt x="100748" y="319188"/>
                  </a:lnTo>
                  <a:lnTo>
                    <a:pt x="105640" y="321214"/>
                  </a:lnTo>
                  <a:lnTo>
                    <a:pt x="110593" y="323084"/>
                  </a:lnTo>
                  <a:lnTo>
                    <a:pt x="115604" y="324797"/>
                  </a:lnTo>
                  <a:lnTo>
                    <a:pt x="120666" y="326350"/>
                  </a:lnTo>
                  <a:lnTo>
                    <a:pt x="125775" y="327742"/>
                  </a:lnTo>
                  <a:lnTo>
                    <a:pt x="130926" y="328972"/>
                  </a:lnTo>
                  <a:lnTo>
                    <a:pt x="136113" y="330037"/>
                  </a:lnTo>
                  <a:lnTo>
                    <a:pt x="141331" y="330938"/>
                  </a:lnTo>
                  <a:lnTo>
                    <a:pt x="146575" y="331673"/>
                  </a:lnTo>
                  <a:lnTo>
                    <a:pt x="151839" y="332242"/>
                  </a:lnTo>
                  <a:lnTo>
                    <a:pt x="157119" y="332644"/>
                  </a:lnTo>
                  <a:lnTo>
                    <a:pt x="162409" y="332878"/>
                  </a:lnTo>
                  <a:lnTo>
                    <a:pt x="167704" y="332945"/>
                  </a:lnTo>
                  <a:lnTo>
                    <a:pt x="172998" y="332843"/>
                  </a:lnTo>
                  <a:lnTo>
                    <a:pt x="178286" y="332575"/>
                  </a:lnTo>
                  <a:lnTo>
                    <a:pt x="183564" y="332139"/>
                  </a:lnTo>
                  <a:lnTo>
                    <a:pt x="188824" y="331536"/>
                  </a:lnTo>
                  <a:lnTo>
                    <a:pt x="194063" y="330766"/>
                  </a:lnTo>
                  <a:lnTo>
                    <a:pt x="199275" y="329831"/>
                  </a:lnTo>
                  <a:lnTo>
                    <a:pt x="204455" y="328732"/>
                  </a:lnTo>
                  <a:lnTo>
                    <a:pt x="209597" y="327469"/>
                  </a:lnTo>
                  <a:lnTo>
                    <a:pt x="214697" y="326044"/>
                  </a:lnTo>
                  <a:lnTo>
                    <a:pt x="219749" y="324458"/>
                  </a:lnTo>
                  <a:lnTo>
                    <a:pt x="224749" y="322712"/>
                  </a:lnTo>
                  <a:lnTo>
                    <a:pt x="229690" y="320810"/>
                  </a:lnTo>
                  <a:lnTo>
                    <a:pt x="234569" y="318751"/>
                  </a:lnTo>
                  <a:lnTo>
                    <a:pt x="239380" y="316540"/>
                  </a:lnTo>
                  <a:lnTo>
                    <a:pt x="244119" y="314177"/>
                  </a:lnTo>
                  <a:lnTo>
                    <a:pt x="248780" y="311665"/>
                  </a:lnTo>
                  <a:lnTo>
                    <a:pt x="253360" y="309006"/>
                  </a:lnTo>
                  <a:lnTo>
                    <a:pt x="257853" y="306204"/>
                  </a:lnTo>
                  <a:lnTo>
                    <a:pt x="262255" y="303262"/>
                  </a:lnTo>
                  <a:lnTo>
                    <a:pt x="266561" y="300181"/>
                  </a:lnTo>
                  <a:lnTo>
                    <a:pt x="270768" y="296965"/>
                  </a:lnTo>
                  <a:lnTo>
                    <a:pt x="274871" y="293618"/>
                  </a:lnTo>
                  <a:lnTo>
                    <a:pt x="278866" y="290142"/>
                  </a:lnTo>
                  <a:lnTo>
                    <a:pt x="282749" y="286542"/>
                  </a:lnTo>
                  <a:lnTo>
                    <a:pt x="286516" y="282820"/>
                  </a:lnTo>
                  <a:lnTo>
                    <a:pt x="290163" y="278981"/>
                  </a:lnTo>
                  <a:lnTo>
                    <a:pt x="293687" y="275029"/>
                  </a:lnTo>
                  <a:lnTo>
                    <a:pt x="297083" y="270966"/>
                  </a:lnTo>
                  <a:lnTo>
                    <a:pt x="300350" y="266799"/>
                  </a:lnTo>
                  <a:lnTo>
                    <a:pt x="303482" y="262530"/>
                  </a:lnTo>
                  <a:lnTo>
                    <a:pt x="306478" y="258163"/>
                  </a:lnTo>
                  <a:lnTo>
                    <a:pt x="309334" y="253705"/>
                  </a:lnTo>
                  <a:lnTo>
                    <a:pt x="312048" y="249157"/>
                  </a:lnTo>
                  <a:lnTo>
                    <a:pt x="314616" y="244527"/>
                  </a:lnTo>
                  <a:lnTo>
                    <a:pt x="317036" y="239817"/>
                  </a:lnTo>
                  <a:lnTo>
                    <a:pt x="319306" y="235033"/>
                  </a:lnTo>
                  <a:lnTo>
                    <a:pt x="321423" y="230179"/>
                  </a:lnTo>
                  <a:lnTo>
                    <a:pt x="323385" y="225261"/>
                  </a:lnTo>
                  <a:lnTo>
                    <a:pt x="325191" y="220283"/>
                  </a:lnTo>
                  <a:lnTo>
                    <a:pt x="326838" y="215251"/>
                  </a:lnTo>
                  <a:lnTo>
                    <a:pt x="328325" y="210169"/>
                  </a:lnTo>
                  <a:lnTo>
                    <a:pt x="329650" y="205042"/>
                  </a:lnTo>
                  <a:lnTo>
                    <a:pt x="330812" y="199876"/>
                  </a:lnTo>
                  <a:lnTo>
                    <a:pt x="331810" y="194676"/>
                  </a:lnTo>
                  <a:lnTo>
                    <a:pt x="332642" y="189446"/>
                  </a:lnTo>
                  <a:lnTo>
                    <a:pt x="333309" y="184193"/>
                  </a:lnTo>
                  <a:lnTo>
                    <a:pt x="333809" y="178922"/>
                  </a:lnTo>
                  <a:lnTo>
                    <a:pt x="334142" y="173637"/>
                  </a:lnTo>
                  <a:lnTo>
                    <a:pt x="334307" y="168344"/>
                  </a:lnTo>
                  <a:lnTo>
                    <a:pt x="334304" y="163049"/>
                  </a:lnTo>
                  <a:lnTo>
                    <a:pt x="334134" y="157757"/>
                  </a:lnTo>
                  <a:lnTo>
                    <a:pt x="333796" y="152472"/>
                  </a:lnTo>
                  <a:lnTo>
                    <a:pt x="333291" y="147201"/>
                  </a:lnTo>
                  <a:lnTo>
                    <a:pt x="332619" y="141949"/>
                  </a:lnTo>
                  <a:lnTo>
                    <a:pt x="331782" y="136720"/>
                  </a:lnTo>
                  <a:lnTo>
                    <a:pt x="330779" y="131521"/>
                  </a:lnTo>
                  <a:lnTo>
                    <a:pt x="329612" y="126356"/>
                  </a:lnTo>
                  <a:lnTo>
                    <a:pt x="328281" y="121231"/>
                  </a:lnTo>
                  <a:lnTo>
                    <a:pt x="326790" y="116150"/>
                  </a:lnTo>
                  <a:lnTo>
                    <a:pt x="325138" y="111119"/>
                  </a:lnTo>
                  <a:lnTo>
                    <a:pt x="323327" y="106143"/>
                  </a:lnTo>
                  <a:lnTo>
                    <a:pt x="321360" y="101227"/>
                  </a:lnTo>
                  <a:lnTo>
                    <a:pt x="319239" y="96375"/>
                  </a:lnTo>
                  <a:lnTo>
                    <a:pt x="316964" y="91593"/>
                  </a:lnTo>
                  <a:lnTo>
                    <a:pt x="314539" y="86886"/>
                  </a:lnTo>
                  <a:lnTo>
                    <a:pt x="311967" y="82258"/>
                  </a:lnTo>
                  <a:lnTo>
                    <a:pt x="309249" y="77713"/>
                  </a:lnTo>
                  <a:lnTo>
                    <a:pt x="306388" y="73257"/>
                  </a:lnTo>
                  <a:lnTo>
                    <a:pt x="303388" y="68894"/>
                  </a:lnTo>
                  <a:lnTo>
                    <a:pt x="300251" y="64628"/>
                  </a:lnTo>
                  <a:lnTo>
                    <a:pt x="296981" y="60463"/>
                  </a:lnTo>
                  <a:lnTo>
                    <a:pt x="293580" y="56405"/>
                  </a:lnTo>
                  <a:lnTo>
                    <a:pt x="290053" y="52455"/>
                  </a:lnTo>
                  <a:lnTo>
                    <a:pt x="286402" y="48620"/>
                  </a:lnTo>
                  <a:lnTo>
                    <a:pt x="282632" y="44902"/>
                  </a:lnTo>
                  <a:lnTo>
                    <a:pt x="278745" y="41305"/>
                  </a:lnTo>
                  <a:lnTo>
                    <a:pt x="274747" y="37834"/>
                  </a:lnTo>
                  <a:lnTo>
                    <a:pt x="270641" y="34490"/>
                  </a:lnTo>
                  <a:lnTo>
                    <a:pt x="266431" y="31279"/>
                  </a:lnTo>
                  <a:lnTo>
                    <a:pt x="262121" y="28202"/>
                  </a:lnTo>
                  <a:lnTo>
                    <a:pt x="257716" y="25264"/>
                  </a:lnTo>
                  <a:lnTo>
                    <a:pt x="253220" y="22466"/>
                  </a:lnTo>
                  <a:lnTo>
                    <a:pt x="248638" y="19812"/>
                  </a:lnTo>
                  <a:lnTo>
                    <a:pt x="243974" y="17305"/>
                  </a:lnTo>
                  <a:lnTo>
                    <a:pt x="239233" y="14946"/>
                  </a:lnTo>
                  <a:lnTo>
                    <a:pt x="234420" y="12739"/>
                  </a:lnTo>
                  <a:lnTo>
                    <a:pt x="229539" y="10686"/>
                  </a:lnTo>
                  <a:lnTo>
                    <a:pt x="224596" y="8788"/>
                  </a:lnTo>
                  <a:lnTo>
                    <a:pt x="219595" y="7047"/>
                  </a:lnTo>
                  <a:lnTo>
                    <a:pt x="214541" y="5466"/>
                  </a:lnTo>
                  <a:lnTo>
                    <a:pt x="209440" y="4046"/>
                  </a:lnTo>
                  <a:lnTo>
                    <a:pt x="204297" y="2788"/>
                  </a:lnTo>
                  <a:lnTo>
                    <a:pt x="199116" y="1694"/>
                  </a:lnTo>
                  <a:lnTo>
                    <a:pt x="193903" y="764"/>
                  </a:lnTo>
                  <a:lnTo>
                    <a:pt x="188663" y="0"/>
                  </a:lnTo>
                  <a:lnTo>
                    <a:pt x="167159" y="1657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86215" y="5399291"/>
              <a:ext cx="21504" cy="167167"/>
            </a:xfrm>
            <a:custGeom>
              <a:avLst/>
              <a:pathLst>
                <a:path w="21504" h="167167">
                  <a:moveTo>
                    <a:pt x="21504" y="1388"/>
                  </a:moveTo>
                  <a:lnTo>
                    <a:pt x="14358" y="617"/>
                  </a:lnTo>
                  <a:lnTo>
                    <a:pt x="7185" y="15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856389" y="5399291"/>
              <a:ext cx="167154" cy="316186"/>
            </a:xfrm>
            <a:custGeom>
              <a:avLst/>
              <a:pathLst>
                <a:path w="167154" h="316186">
                  <a:moveTo>
                    <a:pt x="167154" y="0"/>
                  </a:moveTo>
                  <a:lnTo>
                    <a:pt x="161839" y="84"/>
                  </a:lnTo>
                  <a:lnTo>
                    <a:pt x="156529" y="338"/>
                  </a:lnTo>
                  <a:lnTo>
                    <a:pt x="151230" y="760"/>
                  </a:lnTo>
                  <a:lnTo>
                    <a:pt x="145947" y="1350"/>
                  </a:lnTo>
                  <a:lnTo>
                    <a:pt x="140685" y="2108"/>
                  </a:lnTo>
                  <a:lnTo>
                    <a:pt x="135450" y="3033"/>
                  </a:lnTo>
                  <a:lnTo>
                    <a:pt x="130248" y="4124"/>
                  </a:lnTo>
                  <a:lnTo>
                    <a:pt x="125082" y="5380"/>
                  </a:lnTo>
                  <a:lnTo>
                    <a:pt x="119959" y="6800"/>
                  </a:lnTo>
                  <a:lnTo>
                    <a:pt x="114884" y="8381"/>
                  </a:lnTo>
                  <a:lnTo>
                    <a:pt x="109862" y="10124"/>
                  </a:lnTo>
                  <a:lnTo>
                    <a:pt x="104898" y="12025"/>
                  </a:lnTo>
                  <a:lnTo>
                    <a:pt x="99996" y="14083"/>
                  </a:lnTo>
                  <a:lnTo>
                    <a:pt x="95163" y="16295"/>
                  </a:lnTo>
                  <a:lnTo>
                    <a:pt x="90402" y="18661"/>
                  </a:lnTo>
                  <a:lnTo>
                    <a:pt x="85719" y="21176"/>
                  </a:lnTo>
                  <a:lnTo>
                    <a:pt x="81118" y="23839"/>
                  </a:lnTo>
                  <a:lnTo>
                    <a:pt x="76605" y="26647"/>
                  </a:lnTo>
                  <a:lnTo>
                    <a:pt x="72182" y="29597"/>
                  </a:lnTo>
                  <a:lnTo>
                    <a:pt x="67856" y="32687"/>
                  </a:lnTo>
                  <a:lnTo>
                    <a:pt x="63631" y="35912"/>
                  </a:lnTo>
                  <a:lnTo>
                    <a:pt x="59510" y="39270"/>
                  </a:lnTo>
                  <a:lnTo>
                    <a:pt x="55497" y="42757"/>
                  </a:lnTo>
                  <a:lnTo>
                    <a:pt x="51598" y="46370"/>
                  </a:lnTo>
                  <a:lnTo>
                    <a:pt x="47816" y="50105"/>
                  </a:lnTo>
                  <a:lnTo>
                    <a:pt x="44154" y="53959"/>
                  </a:lnTo>
                  <a:lnTo>
                    <a:pt x="40617" y="57927"/>
                  </a:lnTo>
                  <a:lnTo>
                    <a:pt x="37207" y="62006"/>
                  </a:lnTo>
                  <a:lnTo>
                    <a:pt x="33929" y="66191"/>
                  </a:lnTo>
                  <a:lnTo>
                    <a:pt x="30786" y="70478"/>
                  </a:lnTo>
                  <a:lnTo>
                    <a:pt x="27781" y="74863"/>
                  </a:lnTo>
                  <a:lnTo>
                    <a:pt x="24916" y="79341"/>
                  </a:lnTo>
                  <a:lnTo>
                    <a:pt x="22196" y="83908"/>
                  </a:lnTo>
                  <a:lnTo>
                    <a:pt x="19622" y="88559"/>
                  </a:lnTo>
                  <a:lnTo>
                    <a:pt x="17197" y="93289"/>
                  </a:lnTo>
                  <a:lnTo>
                    <a:pt x="14924" y="98095"/>
                  </a:lnTo>
                  <a:lnTo>
                    <a:pt x="12805" y="102970"/>
                  </a:lnTo>
                  <a:lnTo>
                    <a:pt x="10841" y="107910"/>
                  </a:lnTo>
                  <a:lnTo>
                    <a:pt x="9036" y="112910"/>
                  </a:lnTo>
                  <a:lnTo>
                    <a:pt x="7391" y="117965"/>
                  </a:lnTo>
                  <a:lnTo>
                    <a:pt x="5907" y="123070"/>
                  </a:lnTo>
                  <a:lnTo>
                    <a:pt x="4587" y="128219"/>
                  </a:lnTo>
                  <a:lnTo>
                    <a:pt x="3431" y="133408"/>
                  </a:lnTo>
                  <a:lnTo>
                    <a:pt x="2440" y="138630"/>
                  </a:lnTo>
                  <a:lnTo>
                    <a:pt x="1616" y="143882"/>
                  </a:lnTo>
                  <a:lnTo>
                    <a:pt x="959" y="149157"/>
                  </a:lnTo>
                  <a:lnTo>
                    <a:pt x="471" y="154451"/>
                  </a:lnTo>
                  <a:lnTo>
                    <a:pt x="151" y="159757"/>
                  </a:lnTo>
                  <a:lnTo>
                    <a:pt x="0" y="165071"/>
                  </a:lnTo>
                  <a:lnTo>
                    <a:pt x="17" y="170386"/>
                  </a:lnTo>
                  <a:lnTo>
                    <a:pt x="204" y="175699"/>
                  </a:lnTo>
                  <a:lnTo>
                    <a:pt x="560" y="181003"/>
                  </a:lnTo>
                  <a:lnTo>
                    <a:pt x="1084" y="186293"/>
                  </a:lnTo>
                  <a:lnTo>
                    <a:pt x="1776" y="191564"/>
                  </a:lnTo>
                  <a:lnTo>
                    <a:pt x="2635" y="196810"/>
                  </a:lnTo>
                  <a:lnTo>
                    <a:pt x="3661" y="202026"/>
                  </a:lnTo>
                  <a:lnTo>
                    <a:pt x="4852" y="207206"/>
                  </a:lnTo>
                  <a:lnTo>
                    <a:pt x="6207" y="212347"/>
                  </a:lnTo>
                  <a:lnTo>
                    <a:pt x="7725" y="217441"/>
                  </a:lnTo>
                  <a:lnTo>
                    <a:pt x="9404" y="222485"/>
                  </a:lnTo>
                  <a:lnTo>
                    <a:pt x="11243" y="227473"/>
                  </a:lnTo>
                  <a:lnTo>
                    <a:pt x="13239" y="232399"/>
                  </a:lnTo>
                  <a:lnTo>
                    <a:pt x="15391" y="237260"/>
                  </a:lnTo>
                  <a:lnTo>
                    <a:pt x="17697" y="242050"/>
                  </a:lnTo>
                  <a:lnTo>
                    <a:pt x="20153" y="246765"/>
                  </a:lnTo>
                  <a:lnTo>
                    <a:pt x="22758" y="251398"/>
                  </a:lnTo>
                  <a:lnTo>
                    <a:pt x="25510" y="255947"/>
                  </a:lnTo>
                  <a:lnTo>
                    <a:pt x="28404" y="260406"/>
                  </a:lnTo>
                  <a:lnTo>
                    <a:pt x="31439" y="264770"/>
                  </a:lnTo>
                  <a:lnTo>
                    <a:pt x="34611" y="269036"/>
                  </a:lnTo>
                  <a:lnTo>
                    <a:pt x="37917" y="273199"/>
                  </a:lnTo>
                  <a:lnTo>
                    <a:pt x="41353" y="277254"/>
                  </a:lnTo>
                  <a:lnTo>
                    <a:pt x="44917" y="281199"/>
                  </a:lnTo>
                  <a:lnTo>
                    <a:pt x="48605" y="285028"/>
                  </a:lnTo>
                  <a:lnTo>
                    <a:pt x="52412" y="288737"/>
                  </a:lnTo>
                  <a:lnTo>
                    <a:pt x="56336" y="292324"/>
                  </a:lnTo>
                  <a:lnTo>
                    <a:pt x="60371" y="295784"/>
                  </a:lnTo>
                  <a:lnTo>
                    <a:pt x="64515" y="299115"/>
                  </a:lnTo>
                  <a:lnTo>
                    <a:pt x="68762" y="302311"/>
                  </a:lnTo>
                  <a:lnTo>
                    <a:pt x="73109" y="305371"/>
                  </a:lnTo>
                  <a:lnTo>
                    <a:pt x="77551" y="308292"/>
                  </a:lnTo>
                  <a:lnTo>
                    <a:pt x="82083" y="311069"/>
                  </a:lnTo>
                  <a:lnTo>
                    <a:pt x="86702" y="313702"/>
                  </a:lnTo>
                  <a:lnTo>
                    <a:pt x="91401" y="316186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947791" y="5566459"/>
              <a:ext cx="75752" cy="149018"/>
            </a:xfrm>
            <a:custGeom>
              <a:avLst/>
              <a:pathLst>
                <a:path w="75752" h="149018">
                  <a:moveTo>
                    <a:pt x="0" y="149018"/>
                  </a:moveTo>
                  <a:lnTo>
                    <a:pt x="7575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947791" y="5566459"/>
              <a:ext cx="75752" cy="149018"/>
            </a:xfrm>
            <a:custGeom>
              <a:avLst/>
              <a:pathLst>
                <a:path w="75752" h="149018">
                  <a:moveTo>
                    <a:pt x="0" y="149018"/>
                  </a:moveTo>
                  <a:lnTo>
                    <a:pt x="7575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47791" y="5566459"/>
              <a:ext cx="75752" cy="149018"/>
            </a:xfrm>
            <a:custGeom>
              <a:avLst/>
              <a:pathLst>
                <a:path w="75752" h="149018">
                  <a:moveTo>
                    <a:pt x="0" y="149018"/>
                  </a:moveTo>
                  <a:lnTo>
                    <a:pt x="7575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47791" y="5566459"/>
              <a:ext cx="75752" cy="149018"/>
            </a:xfrm>
            <a:custGeom>
              <a:avLst/>
              <a:pathLst>
                <a:path w="75752" h="149018">
                  <a:moveTo>
                    <a:pt x="0" y="149018"/>
                  </a:moveTo>
                  <a:lnTo>
                    <a:pt x="7575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47791" y="5566459"/>
              <a:ext cx="75752" cy="149018"/>
            </a:xfrm>
            <a:custGeom>
              <a:avLst/>
              <a:pathLst>
                <a:path w="75752" h="149018">
                  <a:moveTo>
                    <a:pt x="0" y="149018"/>
                  </a:moveTo>
                  <a:lnTo>
                    <a:pt x="7575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47791" y="5566459"/>
              <a:ext cx="158621" cy="167161"/>
            </a:xfrm>
            <a:custGeom>
              <a:avLst/>
              <a:pathLst>
                <a:path w="158621" h="167161">
                  <a:moveTo>
                    <a:pt x="0" y="149018"/>
                  </a:moveTo>
                  <a:lnTo>
                    <a:pt x="4952" y="151434"/>
                  </a:lnTo>
                  <a:lnTo>
                    <a:pt x="9982" y="153685"/>
                  </a:lnTo>
                  <a:lnTo>
                    <a:pt x="15083" y="155769"/>
                  </a:lnTo>
                  <a:lnTo>
                    <a:pt x="20250" y="157684"/>
                  </a:lnTo>
                  <a:lnTo>
                    <a:pt x="25478" y="159428"/>
                  </a:lnTo>
                  <a:lnTo>
                    <a:pt x="30760" y="160998"/>
                  </a:lnTo>
                  <a:lnTo>
                    <a:pt x="36091" y="162394"/>
                  </a:lnTo>
                  <a:lnTo>
                    <a:pt x="41465" y="163613"/>
                  </a:lnTo>
                  <a:lnTo>
                    <a:pt x="46876" y="164654"/>
                  </a:lnTo>
                  <a:lnTo>
                    <a:pt x="52319" y="165516"/>
                  </a:lnTo>
                  <a:lnTo>
                    <a:pt x="57787" y="166199"/>
                  </a:lnTo>
                  <a:lnTo>
                    <a:pt x="63274" y="166701"/>
                  </a:lnTo>
                  <a:lnTo>
                    <a:pt x="68775" y="167021"/>
                  </a:lnTo>
                  <a:lnTo>
                    <a:pt x="74284" y="167161"/>
                  </a:lnTo>
                  <a:lnTo>
                    <a:pt x="79795" y="167118"/>
                  </a:lnTo>
                  <a:lnTo>
                    <a:pt x="85301" y="166894"/>
                  </a:lnTo>
                  <a:lnTo>
                    <a:pt x="90796" y="166489"/>
                  </a:lnTo>
                  <a:lnTo>
                    <a:pt x="96275" y="165902"/>
                  </a:lnTo>
                  <a:lnTo>
                    <a:pt x="101732" y="165136"/>
                  </a:lnTo>
                  <a:lnTo>
                    <a:pt x="107161" y="164190"/>
                  </a:lnTo>
                  <a:lnTo>
                    <a:pt x="112556" y="163065"/>
                  </a:lnTo>
                  <a:lnTo>
                    <a:pt x="117910" y="161764"/>
                  </a:lnTo>
                  <a:lnTo>
                    <a:pt x="123219" y="160286"/>
                  </a:lnTo>
                  <a:lnTo>
                    <a:pt x="128476" y="158635"/>
                  </a:lnTo>
                  <a:lnTo>
                    <a:pt x="133676" y="156811"/>
                  </a:lnTo>
                  <a:lnTo>
                    <a:pt x="138813" y="154816"/>
                  </a:lnTo>
                  <a:lnTo>
                    <a:pt x="143882" y="152654"/>
                  </a:lnTo>
                  <a:lnTo>
                    <a:pt x="148876" y="150325"/>
                  </a:lnTo>
                  <a:lnTo>
                    <a:pt x="153791" y="147833"/>
                  </a:lnTo>
                  <a:lnTo>
                    <a:pt x="158621" y="145181"/>
                  </a:lnTo>
                  <a:lnTo>
                    <a:pt x="7575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023544" y="5399291"/>
              <a:ext cx="167166" cy="312348"/>
            </a:xfrm>
            <a:custGeom>
              <a:avLst/>
              <a:pathLst>
                <a:path w="167166" h="312348">
                  <a:moveTo>
                    <a:pt x="82869" y="312348"/>
                  </a:moveTo>
                  <a:lnTo>
                    <a:pt x="87470" y="309624"/>
                  </a:lnTo>
                  <a:lnTo>
                    <a:pt x="91981" y="306753"/>
                  </a:lnTo>
                  <a:lnTo>
                    <a:pt x="96398" y="303740"/>
                  </a:lnTo>
                  <a:lnTo>
                    <a:pt x="100716" y="300587"/>
                  </a:lnTo>
                  <a:lnTo>
                    <a:pt x="104932" y="297298"/>
                  </a:lnTo>
                  <a:lnTo>
                    <a:pt x="109040" y="293876"/>
                  </a:lnTo>
                  <a:lnTo>
                    <a:pt x="113037" y="290324"/>
                  </a:lnTo>
                  <a:lnTo>
                    <a:pt x="116917" y="286646"/>
                  </a:lnTo>
                  <a:lnTo>
                    <a:pt x="120679" y="282845"/>
                  </a:lnTo>
                  <a:lnTo>
                    <a:pt x="124317" y="278927"/>
                  </a:lnTo>
                  <a:lnTo>
                    <a:pt x="127827" y="274894"/>
                  </a:lnTo>
                  <a:lnTo>
                    <a:pt x="131207" y="270750"/>
                  </a:lnTo>
                  <a:lnTo>
                    <a:pt x="134453" y="266501"/>
                  </a:lnTo>
                  <a:lnTo>
                    <a:pt x="137561" y="262150"/>
                  </a:lnTo>
                  <a:lnTo>
                    <a:pt x="140528" y="257702"/>
                  </a:lnTo>
                  <a:lnTo>
                    <a:pt x="143352" y="253162"/>
                  </a:lnTo>
                  <a:lnTo>
                    <a:pt x="146029" y="248533"/>
                  </a:lnTo>
                  <a:lnTo>
                    <a:pt x="148556" y="243821"/>
                  </a:lnTo>
                  <a:lnTo>
                    <a:pt x="150932" y="239031"/>
                  </a:lnTo>
                  <a:lnTo>
                    <a:pt x="153153" y="234167"/>
                  </a:lnTo>
                  <a:lnTo>
                    <a:pt x="155217" y="229235"/>
                  </a:lnTo>
                  <a:lnTo>
                    <a:pt x="157123" y="224239"/>
                  </a:lnTo>
                  <a:lnTo>
                    <a:pt x="158868" y="219185"/>
                  </a:lnTo>
                  <a:lnTo>
                    <a:pt x="160450" y="214078"/>
                  </a:lnTo>
                  <a:lnTo>
                    <a:pt x="161868" y="208922"/>
                  </a:lnTo>
                  <a:lnTo>
                    <a:pt x="163121" y="203724"/>
                  </a:lnTo>
                  <a:lnTo>
                    <a:pt x="164206" y="198488"/>
                  </a:lnTo>
                  <a:lnTo>
                    <a:pt x="165124" y="193221"/>
                  </a:lnTo>
                  <a:lnTo>
                    <a:pt x="165873" y="187927"/>
                  </a:lnTo>
                  <a:lnTo>
                    <a:pt x="166452" y="182611"/>
                  </a:lnTo>
                  <a:lnTo>
                    <a:pt x="166861" y="177280"/>
                  </a:lnTo>
                  <a:lnTo>
                    <a:pt x="167099" y="171938"/>
                  </a:lnTo>
                  <a:lnTo>
                    <a:pt x="167166" y="166592"/>
                  </a:lnTo>
                  <a:lnTo>
                    <a:pt x="167062" y="161246"/>
                  </a:lnTo>
                  <a:lnTo>
                    <a:pt x="166787" y="155906"/>
                  </a:lnTo>
                  <a:lnTo>
                    <a:pt x="166342" y="150578"/>
                  </a:lnTo>
                  <a:lnTo>
                    <a:pt x="165726" y="145266"/>
                  </a:lnTo>
                  <a:lnTo>
                    <a:pt x="164941" y="139977"/>
                  </a:lnTo>
                  <a:lnTo>
                    <a:pt x="163987" y="134716"/>
                  </a:lnTo>
                  <a:lnTo>
                    <a:pt x="162865" y="129488"/>
                  </a:lnTo>
                  <a:lnTo>
                    <a:pt x="161577" y="124299"/>
                  </a:lnTo>
                  <a:lnTo>
                    <a:pt x="160123" y="119153"/>
                  </a:lnTo>
                  <a:lnTo>
                    <a:pt x="158506" y="114057"/>
                  </a:lnTo>
                  <a:lnTo>
                    <a:pt x="156726" y="109015"/>
                  </a:lnTo>
                  <a:lnTo>
                    <a:pt x="154786" y="104032"/>
                  </a:lnTo>
                  <a:lnTo>
                    <a:pt x="152688" y="99114"/>
                  </a:lnTo>
                  <a:lnTo>
                    <a:pt x="150433" y="94266"/>
                  </a:lnTo>
                  <a:lnTo>
                    <a:pt x="148025" y="89492"/>
                  </a:lnTo>
                  <a:lnTo>
                    <a:pt x="145465" y="84798"/>
                  </a:lnTo>
                  <a:lnTo>
                    <a:pt x="142756" y="80188"/>
                  </a:lnTo>
                  <a:lnTo>
                    <a:pt x="139902" y="75666"/>
                  </a:lnTo>
                  <a:lnTo>
                    <a:pt x="136904" y="71239"/>
                  </a:lnTo>
                  <a:lnTo>
                    <a:pt x="133766" y="66910"/>
                  </a:lnTo>
                  <a:lnTo>
                    <a:pt x="130491" y="62683"/>
                  </a:lnTo>
                  <a:lnTo>
                    <a:pt x="127083" y="58563"/>
                  </a:lnTo>
                  <a:lnTo>
                    <a:pt x="123544" y="54554"/>
                  </a:lnTo>
                  <a:lnTo>
                    <a:pt x="119880" y="50661"/>
                  </a:lnTo>
                  <a:lnTo>
                    <a:pt x="116092" y="46886"/>
                  </a:lnTo>
                  <a:lnTo>
                    <a:pt x="112186" y="43235"/>
                  </a:lnTo>
                  <a:lnTo>
                    <a:pt x="108165" y="39711"/>
                  </a:lnTo>
                  <a:lnTo>
                    <a:pt x="104034" y="36317"/>
                  </a:lnTo>
                  <a:lnTo>
                    <a:pt x="99796" y="33056"/>
                  </a:lnTo>
                  <a:lnTo>
                    <a:pt x="95456" y="29933"/>
                  </a:lnTo>
                  <a:lnTo>
                    <a:pt x="91018" y="26951"/>
                  </a:lnTo>
                  <a:lnTo>
                    <a:pt x="86487" y="24112"/>
                  </a:lnTo>
                  <a:lnTo>
                    <a:pt x="81868" y="21419"/>
                  </a:lnTo>
                  <a:lnTo>
                    <a:pt x="77165" y="18875"/>
                  </a:lnTo>
                  <a:lnTo>
                    <a:pt x="72383" y="16483"/>
                  </a:lnTo>
                  <a:lnTo>
                    <a:pt x="67527" y="14245"/>
                  </a:lnTo>
                  <a:lnTo>
                    <a:pt x="62601" y="12164"/>
                  </a:lnTo>
                  <a:lnTo>
                    <a:pt x="57612" y="10241"/>
                  </a:lnTo>
                  <a:lnTo>
                    <a:pt x="52564" y="8479"/>
                  </a:lnTo>
                  <a:lnTo>
                    <a:pt x="47462" y="6879"/>
                  </a:lnTo>
                  <a:lnTo>
                    <a:pt x="42311" y="5443"/>
                  </a:lnTo>
                  <a:lnTo>
                    <a:pt x="37118" y="4172"/>
                  </a:lnTo>
                  <a:lnTo>
                    <a:pt x="31886" y="3069"/>
                  </a:lnTo>
                  <a:lnTo>
                    <a:pt x="26621" y="2133"/>
                  </a:lnTo>
                  <a:lnTo>
                    <a:pt x="21330" y="1366"/>
                  </a:lnTo>
                  <a:lnTo>
                    <a:pt x="16016" y="769"/>
                  </a:lnTo>
                  <a:lnTo>
                    <a:pt x="10687" y="341"/>
                  </a:lnTo>
                  <a:lnTo>
                    <a:pt x="534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398222" y="5269756"/>
              <a:ext cx="147036" cy="167167"/>
            </a:xfrm>
            <a:custGeom>
              <a:avLst/>
              <a:pathLst>
                <a:path w="147036" h="167167">
                  <a:moveTo>
                    <a:pt x="147036" y="0"/>
                  </a:moveTo>
                  <a:lnTo>
                    <a:pt x="141591" y="88"/>
                  </a:lnTo>
                  <a:lnTo>
                    <a:pt x="136153" y="354"/>
                  </a:lnTo>
                  <a:lnTo>
                    <a:pt x="130725" y="797"/>
                  </a:lnTo>
                  <a:lnTo>
                    <a:pt x="125316" y="1417"/>
                  </a:lnTo>
                  <a:lnTo>
                    <a:pt x="119929" y="2212"/>
                  </a:lnTo>
                  <a:lnTo>
                    <a:pt x="114571" y="3182"/>
                  </a:lnTo>
                  <a:lnTo>
                    <a:pt x="109247" y="4327"/>
                  </a:lnTo>
                  <a:lnTo>
                    <a:pt x="103964" y="5644"/>
                  </a:lnTo>
                  <a:lnTo>
                    <a:pt x="98726" y="7132"/>
                  </a:lnTo>
                  <a:lnTo>
                    <a:pt x="93539" y="8791"/>
                  </a:lnTo>
                  <a:lnTo>
                    <a:pt x="88409" y="10617"/>
                  </a:lnTo>
                  <a:lnTo>
                    <a:pt x="83342" y="12609"/>
                  </a:lnTo>
                  <a:lnTo>
                    <a:pt x="78342" y="14766"/>
                  </a:lnTo>
                  <a:lnTo>
                    <a:pt x="73415" y="17084"/>
                  </a:lnTo>
                  <a:lnTo>
                    <a:pt x="68566" y="19561"/>
                  </a:lnTo>
                  <a:lnTo>
                    <a:pt x="63800" y="22195"/>
                  </a:lnTo>
                  <a:lnTo>
                    <a:pt x="59123" y="24983"/>
                  </a:lnTo>
                  <a:lnTo>
                    <a:pt x="54538" y="27922"/>
                  </a:lnTo>
                  <a:lnTo>
                    <a:pt x="50052" y="31008"/>
                  </a:lnTo>
                  <a:lnTo>
                    <a:pt x="45669" y="34239"/>
                  </a:lnTo>
                  <a:lnTo>
                    <a:pt x="41394" y="37611"/>
                  </a:lnTo>
                  <a:lnTo>
                    <a:pt x="37230" y="41120"/>
                  </a:lnTo>
                  <a:lnTo>
                    <a:pt x="33183" y="44764"/>
                  </a:lnTo>
                  <a:lnTo>
                    <a:pt x="29257" y="48537"/>
                  </a:lnTo>
                  <a:lnTo>
                    <a:pt x="25456" y="52435"/>
                  </a:lnTo>
                  <a:lnTo>
                    <a:pt x="21784" y="56456"/>
                  </a:lnTo>
                  <a:lnTo>
                    <a:pt x="18245" y="60594"/>
                  </a:lnTo>
                  <a:lnTo>
                    <a:pt x="14842" y="64845"/>
                  </a:lnTo>
                  <a:lnTo>
                    <a:pt x="11580" y="69205"/>
                  </a:lnTo>
                  <a:lnTo>
                    <a:pt x="8461" y="73669"/>
                  </a:lnTo>
                  <a:lnTo>
                    <a:pt x="5489" y="78231"/>
                  </a:lnTo>
                  <a:lnTo>
                    <a:pt x="2668" y="82889"/>
                  </a:lnTo>
                  <a:lnTo>
                    <a:pt x="0" y="87635"/>
                  </a:lnTo>
                  <a:lnTo>
                    <a:pt x="14703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398222" y="5357391"/>
              <a:ext cx="147036" cy="79531"/>
            </a:xfrm>
            <a:custGeom>
              <a:avLst/>
              <a:pathLst>
                <a:path w="147036" h="79531">
                  <a:moveTo>
                    <a:pt x="0" y="0"/>
                  </a:moveTo>
                  <a:lnTo>
                    <a:pt x="147036" y="795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398222" y="5357391"/>
              <a:ext cx="147036" cy="79531"/>
            </a:xfrm>
            <a:custGeom>
              <a:avLst/>
              <a:pathLst>
                <a:path w="147036" h="79531">
                  <a:moveTo>
                    <a:pt x="0" y="0"/>
                  </a:moveTo>
                  <a:lnTo>
                    <a:pt x="147036" y="7953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398222" y="5357391"/>
              <a:ext cx="147036" cy="79531"/>
            </a:xfrm>
            <a:custGeom>
              <a:avLst/>
              <a:pathLst>
                <a:path w="147036" h="79531">
                  <a:moveTo>
                    <a:pt x="0" y="0"/>
                  </a:moveTo>
                  <a:lnTo>
                    <a:pt x="147036" y="7953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398222" y="5357391"/>
              <a:ext cx="147036" cy="79531"/>
            </a:xfrm>
            <a:custGeom>
              <a:avLst/>
              <a:pathLst>
                <a:path w="147036" h="79531">
                  <a:moveTo>
                    <a:pt x="0" y="0"/>
                  </a:moveTo>
                  <a:lnTo>
                    <a:pt x="147036" y="7953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378809" y="5357391"/>
              <a:ext cx="166449" cy="79531"/>
            </a:xfrm>
            <a:custGeom>
              <a:avLst/>
              <a:pathLst>
                <a:path w="166449" h="79531">
                  <a:moveTo>
                    <a:pt x="19413" y="0"/>
                  </a:moveTo>
                  <a:lnTo>
                    <a:pt x="16598" y="5440"/>
                  </a:lnTo>
                  <a:lnTo>
                    <a:pt x="13984" y="10980"/>
                  </a:lnTo>
                  <a:lnTo>
                    <a:pt x="11574" y="16612"/>
                  </a:lnTo>
                  <a:lnTo>
                    <a:pt x="9373" y="22329"/>
                  </a:lnTo>
                  <a:lnTo>
                    <a:pt x="7383" y="28122"/>
                  </a:lnTo>
                  <a:lnTo>
                    <a:pt x="5606" y="33985"/>
                  </a:lnTo>
                  <a:lnTo>
                    <a:pt x="4045" y="39908"/>
                  </a:lnTo>
                  <a:lnTo>
                    <a:pt x="2703" y="45885"/>
                  </a:lnTo>
                  <a:lnTo>
                    <a:pt x="1580" y="51907"/>
                  </a:lnTo>
                  <a:lnTo>
                    <a:pt x="678" y="57966"/>
                  </a:lnTo>
                  <a:lnTo>
                    <a:pt x="0" y="64054"/>
                  </a:lnTo>
                  <a:lnTo>
                    <a:pt x="166449" y="7953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378091" y="5269756"/>
              <a:ext cx="334323" cy="334328"/>
            </a:xfrm>
            <a:custGeom>
              <a:avLst/>
              <a:pathLst>
                <a:path w="334323" h="334328">
                  <a:moveTo>
                    <a:pt x="717" y="151690"/>
                  </a:moveTo>
                  <a:lnTo>
                    <a:pt x="309" y="156994"/>
                  </a:lnTo>
                  <a:lnTo>
                    <a:pt x="70" y="162308"/>
                  </a:lnTo>
                  <a:lnTo>
                    <a:pt x="0" y="167627"/>
                  </a:lnTo>
                  <a:lnTo>
                    <a:pt x="99" y="172945"/>
                  </a:lnTo>
                  <a:lnTo>
                    <a:pt x="367" y="178258"/>
                  </a:lnTo>
                  <a:lnTo>
                    <a:pt x="804" y="183559"/>
                  </a:lnTo>
                  <a:lnTo>
                    <a:pt x="1410" y="188844"/>
                  </a:lnTo>
                  <a:lnTo>
                    <a:pt x="2184" y="194107"/>
                  </a:lnTo>
                  <a:lnTo>
                    <a:pt x="3124" y="199342"/>
                  </a:lnTo>
                  <a:lnTo>
                    <a:pt x="4231" y="204545"/>
                  </a:lnTo>
                  <a:lnTo>
                    <a:pt x="5503" y="209710"/>
                  </a:lnTo>
                  <a:lnTo>
                    <a:pt x="6938" y="214832"/>
                  </a:lnTo>
                  <a:lnTo>
                    <a:pt x="8536" y="219906"/>
                  </a:lnTo>
                  <a:lnTo>
                    <a:pt x="10294" y="224926"/>
                  </a:lnTo>
                  <a:lnTo>
                    <a:pt x="12211" y="229888"/>
                  </a:lnTo>
                  <a:lnTo>
                    <a:pt x="14285" y="234787"/>
                  </a:lnTo>
                  <a:lnTo>
                    <a:pt x="16514" y="239616"/>
                  </a:lnTo>
                  <a:lnTo>
                    <a:pt x="18896" y="244373"/>
                  </a:lnTo>
                  <a:lnTo>
                    <a:pt x="21427" y="249051"/>
                  </a:lnTo>
                  <a:lnTo>
                    <a:pt x="24106" y="253647"/>
                  </a:lnTo>
                  <a:lnTo>
                    <a:pt x="26930" y="258155"/>
                  </a:lnTo>
                  <a:lnTo>
                    <a:pt x="29896" y="262570"/>
                  </a:lnTo>
                  <a:lnTo>
                    <a:pt x="33001" y="266890"/>
                  </a:lnTo>
                  <a:lnTo>
                    <a:pt x="36242" y="271108"/>
                  </a:lnTo>
                  <a:lnTo>
                    <a:pt x="39615" y="275221"/>
                  </a:lnTo>
                  <a:lnTo>
                    <a:pt x="43117" y="279224"/>
                  </a:lnTo>
                  <a:lnTo>
                    <a:pt x="46746" y="283114"/>
                  </a:lnTo>
                  <a:lnTo>
                    <a:pt x="50496" y="286887"/>
                  </a:lnTo>
                  <a:lnTo>
                    <a:pt x="54364" y="290538"/>
                  </a:lnTo>
                  <a:lnTo>
                    <a:pt x="58346" y="294065"/>
                  </a:lnTo>
                  <a:lnTo>
                    <a:pt x="62439" y="297463"/>
                  </a:lnTo>
                  <a:lnTo>
                    <a:pt x="66637" y="300729"/>
                  </a:lnTo>
                  <a:lnTo>
                    <a:pt x="70938" y="303860"/>
                  </a:lnTo>
                  <a:lnTo>
                    <a:pt x="75335" y="306852"/>
                  </a:lnTo>
                  <a:lnTo>
                    <a:pt x="79826" y="309703"/>
                  </a:lnTo>
                  <a:lnTo>
                    <a:pt x="84405" y="312410"/>
                  </a:lnTo>
                  <a:lnTo>
                    <a:pt x="89068" y="314970"/>
                  </a:lnTo>
                  <a:lnTo>
                    <a:pt x="93811" y="317380"/>
                  </a:lnTo>
                  <a:lnTo>
                    <a:pt x="98627" y="319638"/>
                  </a:lnTo>
                  <a:lnTo>
                    <a:pt x="103513" y="321741"/>
                  </a:lnTo>
                  <a:lnTo>
                    <a:pt x="108463" y="323688"/>
                  </a:lnTo>
                  <a:lnTo>
                    <a:pt x="113473" y="325477"/>
                  </a:lnTo>
                  <a:lnTo>
                    <a:pt x="118537" y="327105"/>
                  </a:lnTo>
                  <a:lnTo>
                    <a:pt x="123650" y="328571"/>
                  </a:lnTo>
                  <a:lnTo>
                    <a:pt x="128807" y="329874"/>
                  </a:lnTo>
                  <a:lnTo>
                    <a:pt x="134004" y="331012"/>
                  </a:lnTo>
                  <a:lnTo>
                    <a:pt x="139233" y="331984"/>
                  </a:lnTo>
                  <a:lnTo>
                    <a:pt x="144491" y="332789"/>
                  </a:lnTo>
                  <a:lnTo>
                    <a:pt x="149772" y="333427"/>
                  </a:lnTo>
                  <a:lnTo>
                    <a:pt x="155071" y="333896"/>
                  </a:lnTo>
                  <a:lnTo>
                    <a:pt x="160382" y="334197"/>
                  </a:lnTo>
                  <a:lnTo>
                    <a:pt x="165700" y="334328"/>
                  </a:lnTo>
                  <a:lnTo>
                    <a:pt x="171019" y="334290"/>
                  </a:lnTo>
                  <a:lnTo>
                    <a:pt x="176334" y="334083"/>
                  </a:lnTo>
                  <a:lnTo>
                    <a:pt x="181640" y="333707"/>
                  </a:lnTo>
                  <a:lnTo>
                    <a:pt x="186932" y="333162"/>
                  </a:lnTo>
                  <a:lnTo>
                    <a:pt x="192203" y="332449"/>
                  </a:lnTo>
                  <a:lnTo>
                    <a:pt x="197449" y="331569"/>
                  </a:lnTo>
                  <a:lnTo>
                    <a:pt x="202664" y="330522"/>
                  </a:lnTo>
                  <a:lnTo>
                    <a:pt x="207844" y="329310"/>
                  </a:lnTo>
                  <a:lnTo>
                    <a:pt x="212982" y="327933"/>
                  </a:lnTo>
                  <a:lnTo>
                    <a:pt x="218074" y="326394"/>
                  </a:lnTo>
                  <a:lnTo>
                    <a:pt x="223114" y="324694"/>
                  </a:lnTo>
                  <a:lnTo>
                    <a:pt x="228098" y="322834"/>
                  </a:lnTo>
                  <a:lnTo>
                    <a:pt x="233020" y="320817"/>
                  </a:lnTo>
                  <a:lnTo>
                    <a:pt x="237875" y="318644"/>
                  </a:lnTo>
                  <a:lnTo>
                    <a:pt x="242659" y="316317"/>
                  </a:lnTo>
                  <a:lnTo>
                    <a:pt x="247366" y="313840"/>
                  </a:lnTo>
                  <a:lnTo>
                    <a:pt x="251992" y="311214"/>
                  </a:lnTo>
                  <a:lnTo>
                    <a:pt x="256532" y="308442"/>
                  </a:lnTo>
                  <a:lnTo>
                    <a:pt x="260982" y="305527"/>
                  </a:lnTo>
                  <a:lnTo>
                    <a:pt x="265336" y="302473"/>
                  </a:lnTo>
                  <a:lnTo>
                    <a:pt x="269592" y="299281"/>
                  </a:lnTo>
                  <a:lnTo>
                    <a:pt x="273743" y="295955"/>
                  </a:lnTo>
                  <a:lnTo>
                    <a:pt x="277787" y="292499"/>
                  </a:lnTo>
                  <a:lnTo>
                    <a:pt x="281718" y="288916"/>
                  </a:lnTo>
                  <a:lnTo>
                    <a:pt x="285534" y="285210"/>
                  </a:lnTo>
                  <a:lnTo>
                    <a:pt x="289230" y="281384"/>
                  </a:lnTo>
                  <a:lnTo>
                    <a:pt x="292802" y="277442"/>
                  </a:lnTo>
                  <a:lnTo>
                    <a:pt x="296247" y="273389"/>
                  </a:lnTo>
                  <a:lnTo>
                    <a:pt x="299561" y="269228"/>
                  </a:lnTo>
                  <a:lnTo>
                    <a:pt x="302741" y="264964"/>
                  </a:lnTo>
                  <a:lnTo>
                    <a:pt x="305784" y="260601"/>
                  </a:lnTo>
                  <a:lnTo>
                    <a:pt x="308687" y="256144"/>
                  </a:lnTo>
                  <a:lnTo>
                    <a:pt x="311446" y="251596"/>
                  </a:lnTo>
                  <a:lnTo>
                    <a:pt x="314059" y="246963"/>
                  </a:lnTo>
                  <a:lnTo>
                    <a:pt x="316524" y="242249"/>
                  </a:lnTo>
                  <a:lnTo>
                    <a:pt x="318837" y="237459"/>
                  </a:lnTo>
                  <a:lnTo>
                    <a:pt x="320997" y="232598"/>
                  </a:lnTo>
                  <a:lnTo>
                    <a:pt x="323001" y="227670"/>
                  </a:lnTo>
                  <a:lnTo>
                    <a:pt x="324847" y="222681"/>
                  </a:lnTo>
                  <a:lnTo>
                    <a:pt x="326533" y="217636"/>
                  </a:lnTo>
                  <a:lnTo>
                    <a:pt x="328058" y="212540"/>
                  </a:lnTo>
                  <a:lnTo>
                    <a:pt x="329420" y="207398"/>
                  </a:lnTo>
                  <a:lnTo>
                    <a:pt x="330618" y="202216"/>
                  </a:lnTo>
                  <a:lnTo>
                    <a:pt x="331651" y="196997"/>
                  </a:lnTo>
                  <a:lnTo>
                    <a:pt x="332516" y="191749"/>
                  </a:lnTo>
                  <a:lnTo>
                    <a:pt x="333215" y="186476"/>
                  </a:lnTo>
                  <a:lnTo>
                    <a:pt x="333745" y="181183"/>
                  </a:lnTo>
                  <a:lnTo>
                    <a:pt x="334107" y="175876"/>
                  </a:lnTo>
                  <a:lnTo>
                    <a:pt x="334299" y="170560"/>
                  </a:lnTo>
                  <a:lnTo>
                    <a:pt x="334323" y="165241"/>
                  </a:lnTo>
                  <a:lnTo>
                    <a:pt x="334177" y="159923"/>
                  </a:lnTo>
                  <a:lnTo>
                    <a:pt x="333862" y="154613"/>
                  </a:lnTo>
                  <a:lnTo>
                    <a:pt x="333378" y="149316"/>
                  </a:lnTo>
                  <a:lnTo>
                    <a:pt x="332726" y="144037"/>
                  </a:lnTo>
                  <a:lnTo>
                    <a:pt x="331906" y="138781"/>
                  </a:lnTo>
                  <a:lnTo>
                    <a:pt x="330919" y="133554"/>
                  </a:lnTo>
                  <a:lnTo>
                    <a:pt x="329767" y="128361"/>
                  </a:lnTo>
                  <a:lnTo>
                    <a:pt x="328450" y="123207"/>
                  </a:lnTo>
                  <a:lnTo>
                    <a:pt x="326970" y="118098"/>
                  </a:lnTo>
                  <a:lnTo>
                    <a:pt x="325328" y="113038"/>
                  </a:lnTo>
                  <a:lnTo>
                    <a:pt x="323525" y="108033"/>
                  </a:lnTo>
                  <a:lnTo>
                    <a:pt x="321565" y="103089"/>
                  </a:lnTo>
                  <a:lnTo>
                    <a:pt x="319448" y="98209"/>
                  </a:lnTo>
                  <a:lnTo>
                    <a:pt x="317177" y="93398"/>
                  </a:lnTo>
                  <a:lnTo>
                    <a:pt x="314754" y="88663"/>
                  </a:lnTo>
                  <a:lnTo>
                    <a:pt x="312181" y="84007"/>
                  </a:lnTo>
                  <a:lnTo>
                    <a:pt x="309462" y="79435"/>
                  </a:lnTo>
                  <a:lnTo>
                    <a:pt x="306599" y="74952"/>
                  </a:lnTo>
                  <a:lnTo>
                    <a:pt x="303594" y="70563"/>
                  </a:lnTo>
                  <a:lnTo>
                    <a:pt x="300452" y="66271"/>
                  </a:lnTo>
                  <a:lnTo>
                    <a:pt x="297174" y="62081"/>
                  </a:lnTo>
                  <a:lnTo>
                    <a:pt x="293765" y="57998"/>
                  </a:lnTo>
                  <a:lnTo>
                    <a:pt x="290227" y="54026"/>
                  </a:lnTo>
                  <a:lnTo>
                    <a:pt x="286565" y="50167"/>
                  </a:lnTo>
                  <a:lnTo>
                    <a:pt x="282782" y="46428"/>
                  </a:lnTo>
                  <a:lnTo>
                    <a:pt x="278882" y="42810"/>
                  </a:lnTo>
                  <a:lnTo>
                    <a:pt x="274869" y="39319"/>
                  </a:lnTo>
                  <a:lnTo>
                    <a:pt x="270747" y="35957"/>
                  </a:lnTo>
                  <a:lnTo>
                    <a:pt x="266520" y="32728"/>
                  </a:lnTo>
                  <a:lnTo>
                    <a:pt x="262192" y="29635"/>
                  </a:lnTo>
                  <a:lnTo>
                    <a:pt x="257768" y="26681"/>
                  </a:lnTo>
                  <a:lnTo>
                    <a:pt x="253252" y="23870"/>
                  </a:lnTo>
                  <a:lnTo>
                    <a:pt x="248650" y="21203"/>
                  </a:lnTo>
                  <a:lnTo>
                    <a:pt x="243964" y="18685"/>
                  </a:lnTo>
                  <a:lnTo>
                    <a:pt x="239201" y="16316"/>
                  </a:lnTo>
                  <a:lnTo>
                    <a:pt x="234365" y="14101"/>
                  </a:lnTo>
                  <a:lnTo>
                    <a:pt x="229461" y="12040"/>
                  </a:lnTo>
                  <a:lnTo>
                    <a:pt x="224494" y="10137"/>
                  </a:lnTo>
                  <a:lnTo>
                    <a:pt x="219469" y="8392"/>
                  </a:lnTo>
                  <a:lnTo>
                    <a:pt x="214391" y="6809"/>
                  </a:lnTo>
                  <a:lnTo>
                    <a:pt x="209265" y="5387"/>
                  </a:lnTo>
                  <a:lnTo>
                    <a:pt x="204096" y="4130"/>
                  </a:lnTo>
                  <a:lnTo>
                    <a:pt x="198890" y="3037"/>
                  </a:lnTo>
                  <a:lnTo>
                    <a:pt x="193652" y="2111"/>
                  </a:lnTo>
                  <a:lnTo>
                    <a:pt x="188387" y="1352"/>
                  </a:lnTo>
                  <a:lnTo>
                    <a:pt x="183101" y="761"/>
                  </a:lnTo>
                  <a:lnTo>
                    <a:pt x="177798" y="338"/>
                  </a:lnTo>
                  <a:lnTo>
                    <a:pt x="172485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857577" y="5018213"/>
              <a:ext cx="163461" cy="167167"/>
            </a:xfrm>
            <a:custGeom>
              <a:avLst/>
              <a:pathLst>
                <a:path w="163461" h="167167">
                  <a:moveTo>
                    <a:pt x="163461" y="0"/>
                  </a:moveTo>
                  <a:lnTo>
                    <a:pt x="158049" y="87"/>
                  </a:lnTo>
                  <a:lnTo>
                    <a:pt x="152644" y="350"/>
                  </a:lnTo>
                  <a:lnTo>
                    <a:pt x="147249" y="787"/>
                  </a:lnTo>
                  <a:lnTo>
                    <a:pt x="141872" y="1399"/>
                  </a:lnTo>
                  <a:lnTo>
                    <a:pt x="136517" y="2185"/>
                  </a:lnTo>
                  <a:lnTo>
                    <a:pt x="131190" y="3144"/>
                  </a:lnTo>
                  <a:lnTo>
                    <a:pt x="125898" y="4274"/>
                  </a:lnTo>
                  <a:lnTo>
                    <a:pt x="120644" y="5576"/>
                  </a:lnTo>
                  <a:lnTo>
                    <a:pt x="115436" y="7047"/>
                  </a:lnTo>
                  <a:lnTo>
                    <a:pt x="110278" y="8685"/>
                  </a:lnTo>
                  <a:lnTo>
                    <a:pt x="105175" y="10490"/>
                  </a:lnTo>
                  <a:lnTo>
                    <a:pt x="100134" y="12459"/>
                  </a:lnTo>
                  <a:lnTo>
                    <a:pt x="95159" y="14590"/>
                  </a:lnTo>
                  <a:lnTo>
                    <a:pt x="90256" y="16881"/>
                  </a:lnTo>
                  <a:lnTo>
                    <a:pt x="85429" y="19329"/>
                  </a:lnTo>
                  <a:lnTo>
                    <a:pt x="80684" y="21933"/>
                  </a:lnTo>
                  <a:lnTo>
                    <a:pt x="76026" y="24688"/>
                  </a:lnTo>
                  <a:lnTo>
                    <a:pt x="71460" y="27593"/>
                  </a:lnTo>
                  <a:lnTo>
                    <a:pt x="66990" y="30645"/>
                  </a:lnTo>
                  <a:lnTo>
                    <a:pt x="62621" y="33839"/>
                  </a:lnTo>
                  <a:lnTo>
                    <a:pt x="58358" y="37173"/>
                  </a:lnTo>
                  <a:lnTo>
                    <a:pt x="54205" y="40644"/>
                  </a:lnTo>
                  <a:lnTo>
                    <a:pt x="50166" y="44247"/>
                  </a:lnTo>
                  <a:lnTo>
                    <a:pt x="46247" y="47979"/>
                  </a:lnTo>
                  <a:lnTo>
                    <a:pt x="42450" y="51836"/>
                  </a:lnTo>
                  <a:lnTo>
                    <a:pt x="38780" y="55813"/>
                  </a:lnTo>
                  <a:lnTo>
                    <a:pt x="35241" y="59908"/>
                  </a:lnTo>
                  <a:lnTo>
                    <a:pt x="31836" y="64115"/>
                  </a:lnTo>
                  <a:lnTo>
                    <a:pt x="28569" y="68430"/>
                  </a:lnTo>
                  <a:lnTo>
                    <a:pt x="25443" y="72848"/>
                  </a:lnTo>
                  <a:lnTo>
                    <a:pt x="22462" y="77365"/>
                  </a:lnTo>
                  <a:lnTo>
                    <a:pt x="19629" y="81977"/>
                  </a:lnTo>
                  <a:lnTo>
                    <a:pt x="16947" y="86677"/>
                  </a:lnTo>
                  <a:lnTo>
                    <a:pt x="14418" y="91462"/>
                  </a:lnTo>
                  <a:lnTo>
                    <a:pt x="12045" y="96327"/>
                  </a:lnTo>
                  <a:lnTo>
                    <a:pt x="9832" y="101265"/>
                  </a:lnTo>
                  <a:lnTo>
                    <a:pt x="7779" y="106273"/>
                  </a:lnTo>
                  <a:lnTo>
                    <a:pt x="5889" y="111345"/>
                  </a:lnTo>
                  <a:lnTo>
                    <a:pt x="4165" y="116475"/>
                  </a:lnTo>
                  <a:lnTo>
                    <a:pt x="2607" y="121658"/>
                  </a:lnTo>
                  <a:lnTo>
                    <a:pt x="1218" y="126889"/>
                  </a:lnTo>
                  <a:lnTo>
                    <a:pt x="0" y="132162"/>
                  </a:lnTo>
                  <a:lnTo>
                    <a:pt x="16346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57577" y="5150375"/>
              <a:ext cx="163461" cy="35005"/>
            </a:xfrm>
            <a:custGeom>
              <a:avLst/>
              <a:pathLst>
                <a:path w="163461" h="35005">
                  <a:moveTo>
                    <a:pt x="0" y="0"/>
                  </a:moveTo>
                  <a:lnTo>
                    <a:pt x="163461" y="350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57577" y="5150375"/>
              <a:ext cx="163461" cy="35005"/>
            </a:xfrm>
            <a:custGeom>
              <a:avLst/>
              <a:pathLst>
                <a:path w="163461" h="35005">
                  <a:moveTo>
                    <a:pt x="0" y="0"/>
                  </a:moveTo>
                  <a:lnTo>
                    <a:pt x="163461" y="350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7577" y="5150375"/>
              <a:ext cx="163461" cy="35005"/>
            </a:xfrm>
            <a:custGeom>
              <a:avLst/>
              <a:pathLst>
                <a:path w="163461" h="35005">
                  <a:moveTo>
                    <a:pt x="0" y="0"/>
                  </a:moveTo>
                  <a:lnTo>
                    <a:pt x="163461" y="350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53879" y="5150375"/>
              <a:ext cx="167160" cy="109352"/>
            </a:xfrm>
            <a:custGeom>
              <a:avLst/>
              <a:pathLst>
                <a:path w="167160" h="109352">
                  <a:moveTo>
                    <a:pt x="3698" y="0"/>
                  </a:moveTo>
                  <a:lnTo>
                    <a:pt x="2615" y="5509"/>
                  </a:lnTo>
                  <a:lnTo>
                    <a:pt x="1717" y="11052"/>
                  </a:lnTo>
                  <a:lnTo>
                    <a:pt x="1006" y="16623"/>
                  </a:lnTo>
                  <a:lnTo>
                    <a:pt x="482" y="22213"/>
                  </a:lnTo>
                  <a:lnTo>
                    <a:pt x="147" y="27819"/>
                  </a:lnTo>
                  <a:lnTo>
                    <a:pt x="0" y="33432"/>
                  </a:lnTo>
                  <a:lnTo>
                    <a:pt x="41" y="39047"/>
                  </a:lnTo>
                  <a:lnTo>
                    <a:pt x="271" y="44658"/>
                  </a:lnTo>
                  <a:lnTo>
                    <a:pt x="689" y="50258"/>
                  </a:lnTo>
                  <a:lnTo>
                    <a:pt x="1296" y="55840"/>
                  </a:lnTo>
                  <a:lnTo>
                    <a:pt x="2089" y="61399"/>
                  </a:lnTo>
                  <a:lnTo>
                    <a:pt x="3069" y="66929"/>
                  </a:lnTo>
                  <a:lnTo>
                    <a:pt x="4233" y="72422"/>
                  </a:lnTo>
                  <a:lnTo>
                    <a:pt x="5582" y="77873"/>
                  </a:lnTo>
                  <a:lnTo>
                    <a:pt x="7113" y="83275"/>
                  </a:lnTo>
                  <a:lnTo>
                    <a:pt x="8825" y="88624"/>
                  </a:lnTo>
                  <a:lnTo>
                    <a:pt x="10715" y="93911"/>
                  </a:lnTo>
                  <a:lnTo>
                    <a:pt x="12782" y="99132"/>
                  </a:lnTo>
                  <a:lnTo>
                    <a:pt x="15022" y="104281"/>
                  </a:lnTo>
                  <a:lnTo>
                    <a:pt x="17435" y="109352"/>
                  </a:lnTo>
                  <a:lnTo>
                    <a:pt x="167160" y="350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71314" y="5018213"/>
              <a:ext cx="316871" cy="334334"/>
            </a:xfrm>
            <a:custGeom>
              <a:avLst/>
              <a:pathLst>
                <a:path w="316871" h="334334">
                  <a:moveTo>
                    <a:pt x="0" y="241514"/>
                  </a:moveTo>
                  <a:lnTo>
                    <a:pt x="2433" y="246226"/>
                  </a:lnTo>
                  <a:lnTo>
                    <a:pt x="5015" y="250859"/>
                  </a:lnTo>
                  <a:lnTo>
                    <a:pt x="7743" y="255407"/>
                  </a:lnTo>
                  <a:lnTo>
                    <a:pt x="10614" y="259867"/>
                  </a:lnTo>
                  <a:lnTo>
                    <a:pt x="13624" y="264233"/>
                  </a:lnTo>
                  <a:lnTo>
                    <a:pt x="16772" y="268502"/>
                  </a:lnTo>
                  <a:lnTo>
                    <a:pt x="20054" y="272668"/>
                  </a:lnTo>
                  <a:lnTo>
                    <a:pt x="23466" y="276729"/>
                  </a:lnTo>
                  <a:lnTo>
                    <a:pt x="27005" y="280679"/>
                  </a:lnTo>
                  <a:lnTo>
                    <a:pt x="30667" y="284514"/>
                  </a:lnTo>
                  <a:lnTo>
                    <a:pt x="34450" y="288232"/>
                  </a:lnTo>
                  <a:lnTo>
                    <a:pt x="38348" y="291828"/>
                  </a:lnTo>
                  <a:lnTo>
                    <a:pt x="42359" y="295298"/>
                  </a:lnTo>
                  <a:lnTo>
                    <a:pt x="46477" y="298640"/>
                  </a:lnTo>
                  <a:lnTo>
                    <a:pt x="50700" y="301849"/>
                  </a:lnTo>
                  <a:lnTo>
                    <a:pt x="55022" y="304922"/>
                  </a:lnTo>
                  <a:lnTo>
                    <a:pt x="59440" y="307857"/>
                  </a:lnTo>
                  <a:lnTo>
                    <a:pt x="63948" y="310650"/>
                  </a:lnTo>
                  <a:lnTo>
                    <a:pt x="68543" y="313299"/>
                  </a:lnTo>
                  <a:lnTo>
                    <a:pt x="73220" y="315801"/>
                  </a:lnTo>
                  <a:lnTo>
                    <a:pt x="77973" y="318153"/>
                  </a:lnTo>
                  <a:lnTo>
                    <a:pt x="82799" y="320353"/>
                  </a:lnTo>
                  <a:lnTo>
                    <a:pt x="87692" y="322399"/>
                  </a:lnTo>
                  <a:lnTo>
                    <a:pt x="92647" y="324289"/>
                  </a:lnTo>
                  <a:lnTo>
                    <a:pt x="97660" y="326020"/>
                  </a:lnTo>
                  <a:lnTo>
                    <a:pt x="102726" y="327592"/>
                  </a:lnTo>
                  <a:lnTo>
                    <a:pt x="107838" y="329002"/>
                  </a:lnTo>
                  <a:lnTo>
                    <a:pt x="112993" y="330249"/>
                  </a:lnTo>
                  <a:lnTo>
                    <a:pt x="118185" y="331332"/>
                  </a:lnTo>
                  <a:lnTo>
                    <a:pt x="123409" y="332250"/>
                  </a:lnTo>
                  <a:lnTo>
                    <a:pt x="128659" y="333002"/>
                  </a:lnTo>
                  <a:lnTo>
                    <a:pt x="133930" y="333587"/>
                  </a:lnTo>
                  <a:lnTo>
                    <a:pt x="139217" y="334004"/>
                  </a:lnTo>
                  <a:lnTo>
                    <a:pt x="144515" y="334253"/>
                  </a:lnTo>
                  <a:lnTo>
                    <a:pt x="149818" y="334334"/>
                  </a:lnTo>
                  <a:lnTo>
                    <a:pt x="155121" y="334247"/>
                  </a:lnTo>
                  <a:lnTo>
                    <a:pt x="160418" y="333992"/>
                  </a:lnTo>
                  <a:lnTo>
                    <a:pt x="165705" y="333569"/>
                  </a:lnTo>
                  <a:lnTo>
                    <a:pt x="170976" y="332978"/>
                  </a:lnTo>
                  <a:lnTo>
                    <a:pt x="176225" y="332220"/>
                  </a:lnTo>
                  <a:lnTo>
                    <a:pt x="181447" y="331297"/>
                  </a:lnTo>
                  <a:lnTo>
                    <a:pt x="186638" y="330208"/>
                  </a:lnTo>
                  <a:lnTo>
                    <a:pt x="191791" y="328955"/>
                  </a:lnTo>
                  <a:lnTo>
                    <a:pt x="196902" y="327539"/>
                  </a:lnTo>
                  <a:lnTo>
                    <a:pt x="201966" y="325962"/>
                  </a:lnTo>
                  <a:lnTo>
                    <a:pt x="206977" y="324224"/>
                  </a:lnTo>
                  <a:lnTo>
                    <a:pt x="211930" y="322329"/>
                  </a:lnTo>
                  <a:lnTo>
                    <a:pt x="216821" y="320278"/>
                  </a:lnTo>
                  <a:lnTo>
                    <a:pt x="221645" y="318072"/>
                  </a:lnTo>
                  <a:lnTo>
                    <a:pt x="226395" y="315715"/>
                  </a:lnTo>
                  <a:lnTo>
                    <a:pt x="231069" y="313208"/>
                  </a:lnTo>
                  <a:lnTo>
                    <a:pt x="235661" y="310554"/>
                  </a:lnTo>
                  <a:lnTo>
                    <a:pt x="240166" y="307756"/>
                  </a:lnTo>
                  <a:lnTo>
                    <a:pt x="244580" y="304816"/>
                  </a:lnTo>
                  <a:lnTo>
                    <a:pt x="248899" y="301737"/>
                  </a:lnTo>
                  <a:lnTo>
                    <a:pt x="253118" y="298524"/>
                  </a:lnTo>
                  <a:lnTo>
                    <a:pt x="257233" y="295178"/>
                  </a:lnTo>
                  <a:lnTo>
                    <a:pt x="261240" y="291703"/>
                  </a:lnTo>
                  <a:lnTo>
                    <a:pt x="265134" y="288103"/>
                  </a:lnTo>
                  <a:lnTo>
                    <a:pt x="268912" y="284381"/>
                  </a:lnTo>
                  <a:lnTo>
                    <a:pt x="272571" y="280541"/>
                  </a:lnTo>
                  <a:lnTo>
                    <a:pt x="276105" y="276587"/>
                  </a:lnTo>
                  <a:lnTo>
                    <a:pt x="279513" y="272523"/>
                  </a:lnTo>
                  <a:lnTo>
                    <a:pt x="282790" y="268352"/>
                  </a:lnTo>
                  <a:lnTo>
                    <a:pt x="285933" y="264080"/>
                  </a:lnTo>
                  <a:lnTo>
                    <a:pt x="288938" y="259711"/>
                  </a:lnTo>
                  <a:lnTo>
                    <a:pt x="291804" y="255248"/>
                  </a:lnTo>
                  <a:lnTo>
                    <a:pt x="294527" y="250696"/>
                  </a:lnTo>
                  <a:lnTo>
                    <a:pt x="297103" y="246061"/>
                  </a:lnTo>
                  <a:lnTo>
                    <a:pt x="299532" y="241346"/>
                  </a:lnTo>
                  <a:lnTo>
                    <a:pt x="301810" y="236556"/>
                  </a:lnTo>
                  <a:lnTo>
                    <a:pt x="303934" y="231697"/>
                  </a:lnTo>
                  <a:lnTo>
                    <a:pt x="305904" y="226773"/>
                  </a:lnTo>
                  <a:lnTo>
                    <a:pt x="307716" y="221788"/>
                  </a:lnTo>
                  <a:lnTo>
                    <a:pt x="309369" y="216749"/>
                  </a:lnTo>
                  <a:lnTo>
                    <a:pt x="310862" y="211660"/>
                  </a:lnTo>
                  <a:lnTo>
                    <a:pt x="312192" y="206526"/>
                  </a:lnTo>
                  <a:lnTo>
                    <a:pt x="313359" y="201352"/>
                  </a:lnTo>
                  <a:lnTo>
                    <a:pt x="314361" y="196144"/>
                  </a:lnTo>
                  <a:lnTo>
                    <a:pt x="315197" y="190907"/>
                  </a:lnTo>
                  <a:lnTo>
                    <a:pt x="315867" y="185646"/>
                  </a:lnTo>
                  <a:lnTo>
                    <a:pt x="316370" y="180366"/>
                  </a:lnTo>
                  <a:lnTo>
                    <a:pt x="316704" y="175073"/>
                  </a:lnTo>
                  <a:lnTo>
                    <a:pt x="316871" y="169772"/>
                  </a:lnTo>
                  <a:lnTo>
                    <a:pt x="316870" y="164468"/>
                  </a:lnTo>
                  <a:lnTo>
                    <a:pt x="316700" y="159167"/>
                  </a:lnTo>
                  <a:lnTo>
                    <a:pt x="316362" y="153875"/>
                  </a:lnTo>
                  <a:lnTo>
                    <a:pt x="315857" y="148595"/>
                  </a:lnTo>
                  <a:lnTo>
                    <a:pt x="315184" y="143334"/>
                  </a:lnTo>
                  <a:lnTo>
                    <a:pt x="314345" y="138098"/>
                  </a:lnTo>
                  <a:lnTo>
                    <a:pt x="313340" y="132890"/>
                  </a:lnTo>
                  <a:lnTo>
                    <a:pt x="312170" y="127717"/>
                  </a:lnTo>
                  <a:lnTo>
                    <a:pt x="310837" y="122584"/>
                  </a:lnTo>
                  <a:lnTo>
                    <a:pt x="309341" y="117495"/>
                  </a:lnTo>
                  <a:lnTo>
                    <a:pt x="307685" y="112457"/>
                  </a:lnTo>
                  <a:lnTo>
                    <a:pt x="305870" y="107474"/>
                  </a:lnTo>
                  <a:lnTo>
                    <a:pt x="303898" y="102550"/>
                  </a:lnTo>
                  <a:lnTo>
                    <a:pt x="301771" y="97692"/>
                  </a:lnTo>
                  <a:lnTo>
                    <a:pt x="299490" y="92904"/>
                  </a:lnTo>
                  <a:lnTo>
                    <a:pt x="297059" y="88190"/>
                  </a:lnTo>
                  <a:lnTo>
                    <a:pt x="294480" y="83556"/>
                  </a:lnTo>
                  <a:lnTo>
                    <a:pt x="291754" y="79006"/>
                  </a:lnTo>
                  <a:lnTo>
                    <a:pt x="288886" y="74545"/>
                  </a:lnTo>
                  <a:lnTo>
                    <a:pt x="285878" y="70177"/>
                  </a:lnTo>
                  <a:lnTo>
                    <a:pt x="282733" y="65907"/>
                  </a:lnTo>
                  <a:lnTo>
                    <a:pt x="279454" y="61738"/>
                  </a:lnTo>
                  <a:lnTo>
                    <a:pt x="276044" y="57676"/>
                  </a:lnTo>
                  <a:lnTo>
                    <a:pt x="272507" y="53724"/>
                  </a:lnTo>
                  <a:lnTo>
                    <a:pt x="268847" y="49886"/>
                  </a:lnTo>
                  <a:lnTo>
                    <a:pt x="265066" y="46166"/>
                  </a:lnTo>
                  <a:lnTo>
                    <a:pt x="261170" y="42568"/>
                  </a:lnTo>
                  <a:lnTo>
                    <a:pt x="257161" y="39096"/>
                  </a:lnTo>
                  <a:lnTo>
                    <a:pt x="253044" y="35752"/>
                  </a:lnTo>
                  <a:lnTo>
                    <a:pt x="248824" y="32541"/>
                  </a:lnTo>
                  <a:lnTo>
                    <a:pt x="244503" y="29465"/>
                  </a:lnTo>
                  <a:lnTo>
                    <a:pt x="240087" y="26528"/>
                  </a:lnTo>
                  <a:lnTo>
                    <a:pt x="235580" y="23732"/>
                  </a:lnTo>
                  <a:lnTo>
                    <a:pt x="230987" y="21080"/>
                  </a:lnTo>
                  <a:lnTo>
                    <a:pt x="226312" y="18576"/>
                  </a:lnTo>
                  <a:lnTo>
                    <a:pt x="221560" y="16221"/>
                  </a:lnTo>
                  <a:lnTo>
                    <a:pt x="216735" y="14018"/>
                  </a:lnTo>
                  <a:lnTo>
                    <a:pt x="211843" y="11970"/>
                  </a:lnTo>
                  <a:lnTo>
                    <a:pt x="206889" y="10077"/>
                  </a:lnTo>
                  <a:lnTo>
                    <a:pt x="201877" y="8343"/>
                  </a:lnTo>
                  <a:lnTo>
                    <a:pt x="196812" y="6769"/>
                  </a:lnTo>
                  <a:lnTo>
                    <a:pt x="191700" y="5356"/>
                  </a:lnTo>
                  <a:lnTo>
                    <a:pt x="186546" y="4105"/>
                  </a:lnTo>
                  <a:lnTo>
                    <a:pt x="181355" y="3019"/>
                  </a:lnTo>
                  <a:lnTo>
                    <a:pt x="176132" y="2099"/>
                  </a:lnTo>
                  <a:lnTo>
                    <a:pt x="170882" y="1344"/>
                  </a:lnTo>
                  <a:lnTo>
                    <a:pt x="165611" y="756"/>
                  </a:lnTo>
                  <a:lnTo>
                    <a:pt x="160325" y="336"/>
                  </a:lnTo>
                  <a:lnTo>
                    <a:pt x="155027" y="84"/>
                  </a:lnTo>
                  <a:lnTo>
                    <a:pt x="149724" y="0"/>
                  </a:lnTo>
                  <a:lnTo>
                    <a:pt x="14972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256085" y="4659281"/>
              <a:ext cx="167149" cy="334261"/>
            </a:xfrm>
            <a:custGeom>
              <a:avLst/>
              <a:pathLst>
                <a:path w="167149" h="334261">
                  <a:moveTo>
                    <a:pt x="167149" y="0"/>
                  </a:moveTo>
                  <a:lnTo>
                    <a:pt x="161841" y="84"/>
                  </a:lnTo>
                  <a:lnTo>
                    <a:pt x="156539" y="337"/>
                  </a:lnTo>
                  <a:lnTo>
                    <a:pt x="151247" y="758"/>
                  </a:lnTo>
                  <a:lnTo>
                    <a:pt x="145972" y="1346"/>
                  </a:lnTo>
                  <a:lnTo>
                    <a:pt x="140718" y="2102"/>
                  </a:lnTo>
                  <a:lnTo>
                    <a:pt x="135490" y="3025"/>
                  </a:lnTo>
                  <a:lnTo>
                    <a:pt x="130295" y="4113"/>
                  </a:lnTo>
                  <a:lnTo>
                    <a:pt x="125136" y="5365"/>
                  </a:lnTo>
                  <a:lnTo>
                    <a:pt x="120020" y="6780"/>
                  </a:lnTo>
                  <a:lnTo>
                    <a:pt x="114952" y="8358"/>
                  </a:lnTo>
                  <a:lnTo>
                    <a:pt x="109936" y="10095"/>
                  </a:lnTo>
                  <a:lnTo>
                    <a:pt x="104978" y="11991"/>
                  </a:lnTo>
                  <a:lnTo>
                    <a:pt x="100082" y="14043"/>
                  </a:lnTo>
                  <a:lnTo>
                    <a:pt x="95254" y="16249"/>
                  </a:lnTo>
                  <a:lnTo>
                    <a:pt x="90499" y="18608"/>
                  </a:lnTo>
                  <a:lnTo>
                    <a:pt x="85821" y="21117"/>
                  </a:lnTo>
                  <a:lnTo>
                    <a:pt x="81225" y="23772"/>
                  </a:lnTo>
                  <a:lnTo>
                    <a:pt x="76715" y="26573"/>
                  </a:lnTo>
                  <a:lnTo>
                    <a:pt x="72297" y="29515"/>
                  </a:lnTo>
                  <a:lnTo>
                    <a:pt x="67974" y="32596"/>
                  </a:lnTo>
                  <a:lnTo>
                    <a:pt x="63751" y="35813"/>
                  </a:lnTo>
                  <a:lnTo>
                    <a:pt x="59633" y="39162"/>
                  </a:lnTo>
                  <a:lnTo>
                    <a:pt x="55623" y="42640"/>
                  </a:lnTo>
                  <a:lnTo>
                    <a:pt x="51726" y="46244"/>
                  </a:lnTo>
                  <a:lnTo>
                    <a:pt x="47944" y="49969"/>
                  </a:lnTo>
                  <a:lnTo>
                    <a:pt x="44284" y="53813"/>
                  </a:lnTo>
                  <a:lnTo>
                    <a:pt x="40746" y="57771"/>
                  </a:lnTo>
                  <a:lnTo>
                    <a:pt x="37337" y="61840"/>
                  </a:lnTo>
                  <a:lnTo>
                    <a:pt x="34058" y="66014"/>
                  </a:lnTo>
                  <a:lnTo>
                    <a:pt x="30914" y="70291"/>
                  </a:lnTo>
                  <a:lnTo>
                    <a:pt x="27907" y="74665"/>
                  </a:lnTo>
                  <a:lnTo>
                    <a:pt x="25040" y="79133"/>
                  </a:lnTo>
                  <a:lnTo>
                    <a:pt x="22316" y="83689"/>
                  </a:lnTo>
                  <a:lnTo>
                    <a:pt x="19739" y="88330"/>
                  </a:lnTo>
                  <a:lnTo>
                    <a:pt x="17310" y="93050"/>
                  </a:lnTo>
                  <a:lnTo>
                    <a:pt x="15032" y="97844"/>
                  </a:lnTo>
                  <a:lnTo>
                    <a:pt x="12908" y="102709"/>
                  </a:lnTo>
                  <a:lnTo>
                    <a:pt x="10939" y="107639"/>
                  </a:lnTo>
                  <a:lnTo>
                    <a:pt x="9128" y="112628"/>
                  </a:lnTo>
                  <a:lnTo>
                    <a:pt x="7476" y="117673"/>
                  </a:lnTo>
                  <a:lnTo>
                    <a:pt x="5985" y="122768"/>
                  </a:lnTo>
                  <a:lnTo>
                    <a:pt x="4657" y="127907"/>
                  </a:lnTo>
                  <a:lnTo>
                    <a:pt x="3492" y="133086"/>
                  </a:lnTo>
                  <a:lnTo>
                    <a:pt x="2493" y="138299"/>
                  </a:lnTo>
                  <a:lnTo>
                    <a:pt x="1659" y="143542"/>
                  </a:lnTo>
                  <a:lnTo>
                    <a:pt x="992" y="148808"/>
                  </a:lnTo>
                  <a:lnTo>
                    <a:pt x="493" y="154092"/>
                  </a:lnTo>
                  <a:lnTo>
                    <a:pt x="162" y="159390"/>
                  </a:lnTo>
                  <a:lnTo>
                    <a:pt x="0" y="164696"/>
                  </a:lnTo>
                  <a:lnTo>
                    <a:pt x="5" y="170004"/>
                  </a:lnTo>
                  <a:lnTo>
                    <a:pt x="180" y="175310"/>
                  </a:lnTo>
                  <a:lnTo>
                    <a:pt x="522" y="180607"/>
                  </a:lnTo>
                  <a:lnTo>
                    <a:pt x="1033" y="185891"/>
                  </a:lnTo>
                  <a:lnTo>
                    <a:pt x="1711" y="191155"/>
                  </a:lnTo>
                  <a:lnTo>
                    <a:pt x="2556" y="196396"/>
                  </a:lnTo>
                  <a:lnTo>
                    <a:pt x="3567" y="201607"/>
                  </a:lnTo>
                  <a:lnTo>
                    <a:pt x="4743" y="206783"/>
                  </a:lnTo>
                  <a:lnTo>
                    <a:pt x="6083" y="211920"/>
                  </a:lnTo>
                  <a:lnTo>
                    <a:pt x="7585" y="217011"/>
                  </a:lnTo>
                  <a:lnTo>
                    <a:pt x="9248" y="222052"/>
                  </a:lnTo>
                  <a:lnTo>
                    <a:pt x="11070" y="227038"/>
                  </a:lnTo>
                  <a:lnTo>
                    <a:pt x="13050" y="231963"/>
                  </a:lnTo>
                  <a:lnTo>
                    <a:pt x="15185" y="236823"/>
                  </a:lnTo>
                  <a:lnTo>
                    <a:pt x="17473" y="241613"/>
                  </a:lnTo>
                  <a:lnTo>
                    <a:pt x="19912" y="246327"/>
                  </a:lnTo>
                  <a:lnTo>
                    <a:pt x="22500" y="250962"/>
                  </a:lnTo>
                  <a:lnTo>
                    <a:pt x="25233" y="255513"/>
                  </a:lnTo>
                  <a:lnTo>
                    <a:pt x="28110" y="259974"/>
                  </a:lnTo>
                  <a:lnTo>
                    <a:pt x="31127" y="264342"/>
                  </a:lnTo>
                  <a:lnTo>
                    <a:pt x="34280" y="268611"/>
                  </a:lnTo>
                  <a:lnTo>
                    <a:pt x="37568" y="272779"/>
                  </a:lnTo>
                  <a:lnTo>
                    <a:pt x="40987" y="276840"/>
                  </a:lnTo>
                  <a:lnTo>
                    <a:pt x="44533" y="280790"/>
                  </a:lnTo>
                  <a:lnTo>
                    <a:pt x="48202" y="284626"/>
                  </a:lnTo>
                  <a:lnTo>
                    <a:pt x="51991" y="288343"/>
                  </a:lnTo>
                  <a:lnTo>
                    <a:pt x="55897" y="291938"/>
                  </a:lnTo>
                  <a:lnTo>
                    <a:pt x="59914" y="295408"/>
                  </a:lnTo>
                  <a:lnTo>
                    <a:pt x="64040" y="298748"/>
                  </a:lnTo>
                  <a:lnTo>
                    <a:pt x="68270" y="301955"/>
                  </a:lnTo>
                  <a:lnTo>
                    <a:pt x="72599" y="305027"/>
                  </a:lnTo>
                  <a:lnTo>
                    <a:pt x="77024" y="307959"/>
                  </a:lnTo>
                  <a:lnTo>
                    <a:pt x="81539" y="310750"/>
                  </a:lnTo>
                  <a:lnTo>
                    <a:pt x="86141" y="313395"/>
                  </a:lnTo>
                  <a:lnTo>
                    <a:pt x="90825" y="315894"/>
                  </a:lnTo>
                  <a:lnTo>
                    <a:pt x="95585" y="318242"/>
                  </a:lnTo>
                  <a:lnTo>
                    <a:pt x="100418" y="320438"/>
                  </a:lnTo>
                  <a:lnTo>
                    <a:pt x="105318" y="322479"/>
                  </a:lnTo>
                  <a:lnTo>
                    <a:pt x="110280" y="324364"/>
                  </a:lnTo>
                  <a:lnTo>
                    <a:pt x="115300" y="326090"/>
                  </a:lnTo>
                  <a:lnTo>
                    <a:pt x="120372" y="327657"/>
                  </a:lnTo>
                  <a:lnTo>
                    <a:pt x="125491" y="329061"/>
                  </a:lnTo>
                  <a:lnTo>
                    <a:pt x="130652" y="330302"/>
                  </a:lnTo>
                  <a:lnTo>
                    <a:pt x="135850" y="331378"/>
                  </a:lnTo>
                  <a:lnTo>
                    <a:pt x="141080" y="332289"/>
                  </a:lnTo>
                  <a:lnTo>
                    <a:pt x="146336" y="333034"/>
                  </a:lnTo>
                  <a:lnTo>
                    <a:pt x="151612" y="333611"/>
                  </a:lnTo>
                  <a:lnTo>
                    <a:pt x="156905" y="334020"/>
                  </a:lnTo>
                  <a:lnTo>
                    <a:pt x="162208" y="334261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18294" y="4826449"/>
              <a:ext cx="4941" cy="167094"/>
            </a:xfrm>
            <a:custGeom>
              <a:avLst/>
              <a:pathLst>
                <a:path w="4941" h="167094">
                  <a:moveTo>
                    <a:pt x="0" y="167094"/>
                  </a:moveTo>
                  <a:lnTo>
                    <a:pt x="494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18294" y="4826449"/>
              <a:ext cx="4941" cy="167094"/>
            </a:xfrm>
            <a:custGeom>
              <a:avLst/>
              <a:pathLst>
                <a:path w="4941" h="167094">
                  <a:moveTo>
                    <a:pt x="0" y="167094"/>
                  </a:moveTo>
                  <a:lnTo>
                    <a:pt x="494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18294" y="4826449"/>
              <a:ext cx="95490" cy="167166"/>
            </a:xfrm>
            <a:custGeom>
              <a:avLst/>
              <a:pathLst>
                <a:path w="95490" h="167166">
                  <a:moveTo>
                    <a:pt x="0" y="167094"/>
                  </a:moveTo>
                  <a:lnTo>
                    <a:pt x="5589" y="167166"/>
                  </a:lnTo>
                  <a:lnTo>
                    <a:pt x="11179" y="167051"/>
                  </a:lnTo>
                  <a:lnTo>
                    <a:pt x="16761" y="166749"/>
                  </a:lnTo>
                  <a:lnTo>
                    <a:pt x="22330" y="166260"/>
                  </a:lnTo>
                  <a:lnTo>
                    <a:pt x="27879" y="165586"/>
                  </a:lnTo>
                  <a:lnTo>
                    <a:pt x="33403" y="164726"/>
                  </a:lnTo>
                  <a:lnTo>
                    <a:pt x="38895" y="163682"/>
                  </a:lnTo>
                  <a:lnTo>
                    <a:pt x="44350" y="162455"/>
                  </a:lnTo>
                  <a:lnTo>
                    <a:pt x="49760" y="161047"/>
                  </a:lnTo>
                  <a:lnTo>
                    <a:pt x="55119" y="159458"/>
                  </a:lnTo>
                  <a:lnTo>
                    <a:pt x="60423" y="157691"/>
                  </a:lnTo>
                  <a:lnTo>
                    <a:pt x="65665" y="155748"/>
                  </a:lnTo>
                  <a:lnTo>
                    <a:pt x="70839" y="153630"/>
                  </a:lnTo>
                  <a:lnTo>
                    <a:pt x="75939" y="151341"/>
                  </a:lnTo>
                  <a:lnTo>
                    <a:pt x="80960" y="148882"/>
                  </a:lnTo>
                  <a:lnTo>
                    <a:pt x="85895" y="146257"/>
                  </a:lnTo>
                  <a:lnTo>
                    <a:pt x="90741" y="143468"/>
                  </a:lnTo>
                  <a:lnTo>
                    <a:pt x="95490" y="140519"/>
                  </a:lnTo>
                  <a:lnTo>
                    <a:pt x="494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167166" cy="307687"/>
            </a:xfrm>
            <a:custGeom>
              <a:avLst/>
              <a:pathLst>
                <a:path w="167166" h="307687">
                  <a:moveTo>
                    <a:pt x="90549" y="307687"/>
                  </a:moveTo>
                  <a:lnTo>
                    <a:pt x="95014" y="304707"/>
                  </a:lnTo>
                  <a:lnTo>
                    <a:pt x="99381" y="301585"/>
                  </a:lnTo>
                  <a:lnTo>
                    <a:pt x="103646" y="298325"/>
                  </a:lnTo>
                  <a:lnTo>
                    <a:pt x="107804" y="294929"/>
                  </a:lnTo>
                  <a:lnTo>
                    <a:pt x="111851" y="291402"/>
                  </a:lnTo>
                  <a:lnTo>
                    <a:pt x="115782" y="287746"/>
                  </a:lnTo>
                  <a:lnTo>
                    <a:pt x="119594" y="283966"/>
                  </a:lnTo>
                  <a:lnTo>
                    <a:pt x="123283" y="280066"/>
                  </a:lnTo>
                  <a:lnTo>
                    <a:pt x="126844" y="276049"/>
                  </a:lnTo>
                  <a:lnTo>
                    <a:pt x="130275" y="271920"/>
                  </a:lnTo>
                  <a:lnTo>
                    <a:pt x="133571" y="267683"/>
                  </a:lnTo>
                  <a:lnTo>
                    <a:pt x="136730" y="263342"/>
                  </a:lnTo>
                  <a:lnTo>
                    <a:pt x="139748" y="258902"/>
                  </a:lnTo>
                  <a:lnTo>
                    <a:pt x="142621" y="254368"/>
                  </a:lnTo>
                  <a:lnTo>
                    <a:pt x="145348" y="249744"/>
                  </a:lnTo>
                  <a:lnTo>
                    <a:pt x="147924" y="245034"/>
                  </a:lnTo>
                  <a:lnTo>
                    <a:pt x="150348" y="240244"/>
                  </a:lnTo>
                  <a:lnTo>
                    <a:pt x="152617" y="235379"/>
                  </a:lnTo>
                  <a:lnTo>
                    <a:pt x="154728" y="230443"/>
                  </a:lnTo>
                  <a:lnTo>
                    <a:pt x="156680" y="225442"/>
                  </a:lnTo>
                  <a:lnTo>
                    <a:pt x="158471" y="220382"/>
                  </a:lnTo>
                  <a:lnTo>
                    <a:pt x="160098" y="215266"/>
                  </a:lnTo>
                  <a:lnTo>
                    <a:pt x="161560" y="210100"/>
                  </a:lnTo>
                  <a:lnTo>
                    <a:pt x="162855" y="204891"/>
                  </a:lnTo>
                  <a:lnTo>
                    <a:pt x="163982" y="199642"/>
                  </a:lnTo>
                  <a:lnTo>
                    <a:pt x="164940" y="194360"/>
                  </a:lnTo>
                  <a:lnTo>
                    <a:pt x="165728" y="189050"/>
                  </a:lnTo>
                  <a:lnTo>
                    <a:pt x="166346" y="183717"/>
                  </a:lnTo>
                  <a:lnTo>
                    <a:pt x="166791" y="178367"/>
                  </a:lnTo>
                  <a:lnTo>
                    <a:pt x="167065" y="173006"/>
                  </a:lnTo>
                  <a:lnTo>
                    <a:pt x="167166" y="167639"/>
                  </a:lnTo>
                  <a:lnTo>
                    <a:pt x="167095" y="162271"/>
                  </a:lnTo>
                  <a:lnTo>
                    <a:pt x="166852" y="156908"/>
                  </a:lnTo>
                  <a:lnTo>
                    <a:pt x="166436" y="151556"/>
                  </a:lnTo>
                  <a:lnTo>
                    <a:pt x="165849" y="146220"/>
                  </a:lnTo>
                  <a:lnTo>
                    <a:pt x="165091" y="140905"/>
                  </a:lnTo>
                  <a:lnTo>
                    <a:pt x="164163" y="135618"/>
                  </a:lnTo>
                  <a:lnTo>
                    <a:pt x="163065" y="130363"/>
                  </a:lnTo>
                  <a:lnTo>
                    <a:pt x="161799" y="125146"/>
                  </a:lnTo>
                  <a:lnTo>
                    <a:pt x="160367" y="119972"/>
                  </a:lnTo>
                  <a:lnTo>
                    <a:pt x="158769" y="114848"/>
                  </a:lnTo>
                  <a:lnTo>
                    <a:pt x="157007" y="109777"/>
                  </a:lnTo>
                  <a:lnTo>
                    <a:pt x="155083" y="104765"/>
                  </a:lnTo>
                  <a:lnTo>
                    <a:pt x="152999" y="99817"/>
                  </a:lnTo>
                  <a:lnTo>
                    <a:pt x="150758" y="94939"/>
                  </a:lnTo>
                  <a:lnTo>
                    <a:pt x="148361" y="90136"/>
                  </a:lnTo>
                  <a:lnTo>
                    <a:pt x="145811" y="85412"/>
                  </a:lnTo>
                  <a:lnTo>
                    <a:pt x="143111" y="80772"/>
                  </a:lnTo>
                  <a:lnTo>
                    <a:pt x="140263" y="76222"/>
                  </a:lnTo>
                  <a:lnTo>
                    <a:pt x="137271" y="71765"/>
                  </a:lnTo>
                  <a:lnTo>
                    <a:pt x="134137" y="67406"/>
                  </a:lnTo>
                  <a:lnTo>
                    <a:pt x="130864" y="63151"/>
                  </a:lnTo>
                  <a:lnTo>
                    <a:pt x="127457" y="59002"/>
                  </a:lnTo>
                  <a:lnTo>
                    <a:pt x="123918" y="54966"/>
                  </a:lnTo>
                  <a:lnTo>
                    <a:pt x="120251" y="51044"/>
                  </a:lnTo>
                  <a:lnTo>
                    <a:pt x="116461" y="47243"/>
                  </a:lnTo>
                  <a:lnTo>
                    <a:pt x="112550" y="43566"/>
                  </a:lnTo>
                  <a:lnTo>
                    <a:pt x="108523" y="40015"/>
                  </a:lnTo>
                  <a:lnTo>
                    <a:pt x="104385" y="36596"/>
                  </a:lnTo>
                  <a:lnTo>
                    <a:pt x="100138" y="33312"/>
                  </a:lnTo>
                  <a:lnTo>
                    <a:pt x="95789" y="30166"/>
                  </a:lnTo>
                  <a:lnTo>
                    <a:pt x="91340" y="27161"/>
                  </a:lnTo>
                  <a:lnTo>
                    <a:pt x="86798" y="24300"/>
                  </a:lnTo>
                  <a:lnTo>
                    <a:pt x="82166" y="21586"/>
                  </a:lnTo>
                  <a:lnTo>
                    <a:pt x="77449" y="19023"/>
                  </a:lnTo>
                  <a:lnTo>
                    <a:pt x="72652" y="16613"/>
                  </a:lnTo>
                  <a:lnTo>
                    <a:pt x="67781" y="14358"/>
                  </a:lnTo>
                  <a:lnTo>
                    <a:pt x="62839" y="12260"/>
                  </a:lnTo>
                  <a:lnTo>
                    <a:pt x="57833" y="10322"/>
                  </a:lnTo>
                  <a:lnTo>
                    <a:pt x="52767" y="8546"/>
                  </a:lnTo>
                  <a:lnTo>
                    <a:pt x="47646" y="6934"/>
                  </a:lnTo>
                  <a:lnTo>
                    <a:pt x="42477" y="5486"/>
                  </a:lnTo>
                  <a:lnTo>
                    <a:pt x="37263" y="4206"/>
                  </a:lnTo>
                  <a:lnTo>
                    <a:pt x="32012" y="3093"/>
                  </a:lnTo>
                  <a:lnTo>
                    <a:pt x="26727" y="2150"/>
                  </a:lnTo>
                  <a:lnTo>
                    <a:pt x="21415" y="1377"/>
                  </a:lnTo>
                  <a:lnTo>
                    <a:pt x="16080" y="775"/>
                  </a:lnTo>
                  <a:lnTo>
                    <a:pt x="10729" y="344"/>
                  </a:lnTo>
                  <a:lnTo>
                    <a:pt x="5367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561322" y="4213821"/>
              <a:ext cx="275022" cy="334334"/>
            </a:xfrm>
            <a:custGeom>
              <a:avLst/>
              <a:pathLst>
                <a:path w="275022" h="334334">
                  <a:moveTo>
                    <a:pt x="167149" y="0"/>
                  </a:moveTo>
                  <a:lnTo>
                    <a:pt x="161841" y="84"/>
                  </a:lnTo>
                  <a:lnTo>
                    <a:pt x="156538" y="337"/>
                  </a:lnTo>
                  <a:lnTo>
                    <a:pt x="151245" y="758"/>
                  </a:lnTo>
                  <a:lnTo>
                    <a:pt x="145969" y="1347"/>
                  </a:lnTo>
                  <a:lnTo>
                    <a:pt x="140714" y="2103"/>
                  </a:lnTo>
                  <a:lnTo>
                    <a:pt x="135486" y="3026"/>
                  </a:lnTo>
                  <a:lnTo>
                    <a:pt x="130290" y="4114"/>
                  </a:lnTo>
                  <a:lnTo>
                    <a:pt x="125130" y="5367"/>
                  </a:lnTo>
                  <a:lnTo>
                    <a:pt x="120014" y="6782"/>
                  </a:lnTo>
                  <a:lnTo>
                    <a:pt x="114944" y="8360"/>
                  </a:lnTo>
                  <a:lnTo>
                    <a:pt x="109928" y="10098"/>
                  </a:lnTo>
                  <a:lnTo>
                    <a:pt x="104969" y="11994"/>
                  </a:lnTo>
                  <a:lnTo>
                    <a:pt x="100073" y="14047"/>
                  </a:lnTo>
                  <a:lnTo>
                    <a:pt x="95244" y="16254"/>
                  </a:lnTo>
                  <a:lnTo>
                    <a:pt x="90488" y="18614"/>
                  </a:lnTo>
                  <a:lnTo>
                    <a:pt x="85810" y="21123"/>
                  </a:lnTo>
                  <a:lnTo>
                    <a:pt x="81213" y="23780"/>
                  </a:lnTo>
                  <a:lnTo>
                    <a:pt x="76703" y="26581"/>
                  </a:lnTo>
                  <a:lnTo>
                    <a:pt x="72284" y="29524"/>
                  </a:lnTo>
                  <a:lnTo>
                    <a:pt x="67961" y="32606"/>
                  </a:lnTo>
                  <a:lnTo>
                    <a:pt x="63738" y="35823"/>
                  </a:lnTo>
                  <a:lnTo>
                    <a:pt x="59620" y="39173"/>
                  </a:lnTo>
                  <a:lnTo>
                    <a:pt x="55609" y="42653"/>
                  </a:lnTo>
                  <a:lnTo>
                    <a:pt x="51712" y="46257"/>
                  </a:lnTo>
                  <a:lnTo>
                    <a:pt x="47930" y="49984"/>
                  </a:lnTo>
                  <a:lnTo>
                    <a:pt x="44269" y="53829"/>
                  </a:lnTo>
                  <a:lnTo>
                    <a:pt x="40732" y="57788"/>
                  </a:lnTo>
                  <a:lnTo>
                    <a:pt x="37323" y="61858"/>
                  </a:lnTo>
                  <a:lnTo>
                    <a:pt x="34044" y="66033"/>
                  </a:lnTo>
                  <a:lnTo>
                    <a:pt x="30900" y="70311"/>
                  </a:lnTo>
                  <a:lnTo>
                    <a:pt x="27893" y="74687"/>
                  </a:lnTo>
                  <a:lnTo>
                    <a:pt x="25026" y="79155"/>
                  </a:lnTo>
                  <a:lnTo>
                    <a:pt x="22303" y="83713"/>
                  </a:lnTo>
                  <a:lnTo>
                    <a:pt x="19726" y="88355"/>
                  </a:lnTo>
                  <a:lnTo>
                    <a:pt x="17298" y="93076"/>
                  </a:lnTo>
                  <a:lnTo>
                    <a:pt x="15021" y="97872"/>
                  </a:lnTo>
                  <a:lnTo>
                    <a:pt x="12897" y="102738"/>
                  </a:lnTo>
                  <a:lnTo>
                    <a:pt x="10929" y="107668"/>
                  </a:lnTo>
                  <a:lnTo>
                    <a:pt x="9118" y="112659"/>
                  </a:lnTo>
                  <a:lnTo>
                    <a:pt x="7467" y="117705"/>
                  </a:lnTo>
                  <a:lnTo>
                    <a:pt x="5977" y="122801"/>
                  </a:lnTo>
                  <a:lnTo>
                    <a:pt x="4649" y="127941"/>
                  </a:lnTo>
                  <a:lnTo>
                    <a:pt x="3486" y="133121"/>
                  </a:lnTo>
                  <a:lnTo>
                    <a:pt x="2487" y="138335"/>
                  </a:lnTo>
                  <a:lnTo>
                    <a:pt x="1654" y="143579"/>
                  </a:lnTo>
                  <a:lnTo>
                    <a:pt x="989" y="148846"/>
                  </a:lnTo>
                  <a:lnTo>
                    <a:pt x="491" y="154132"/>
                  </a:lnTo>
                  <a:lnTo>
                    <a:pt x="161" y="159430"/>
                  </a:lnTo>
                  <a:lnTo>
                    <a:pt x="0" y="164737"/>
                  </a:lnTo>
                  <a:lnTo>
                    <a:pt x="7" y="170046"/>
                  </a:lnTo>
                  <a:lnTo>
                    <a:pt x="182" y="175352"/>
                  </a:lnTo>
                  <a:lnTo>
                    <a:pt x="526" y="180650"/>
                  </a:lnTo>
                  <a:lnTo>
                    <a:pt x="1039" y="185934"/>
                  </a:lnTo>
                  <a:lnTo>
                    <a:pt x="1718" y="191200"/>
                  </a:lnTo>
                  <a:lnTo>
                    <a:pt x="2565" y="196441"/>
                  </a:lnTo>
                  <a:lnTo>
                    <a:pt x="3578" y="201653"/>
                  </a:lnTo>
                  <a:lnTo>
                    <a:pt x="4755" y="206829"/>
                  </a:lnTo>
                  <a:lnTo>
                    <a:pt x="6097" y="211966"/>
                  </a:lnTo>
                  <a:lnTo>
                    <a:pt x="7600" y="217058"/>
                  </a:lnTo>
                  <a:lnTo>
                    <a:pt x="9265" y="222099"/>
                  </a:lnTo>
                  <a:lnTo>
                    <a:pt x="11089" y="227085"/>
                  </a:lnTo>
                  <a:lnTo>
                    <a:pt x="13071" y="232011"/>
                  </a:lnTo>
                  <a:lnTo>
                    <a:pt x="15207" y="236871"/>
                  </a:lnTo>
                  <a:lnTo>
                    <a:pt x="17497" y="241661"/>
                  </a:lnTo>
                  <a:lnTo>
                    <a:pt x="19939" y="246375"/>
                  </a:lnTo>
                  <a:lnTo>
                    <a:pt x="22528" y="251010"/>
                  </a:lnTo>
                  <a:lnTo>
                    <a:pt x="25263" y="255560"/>
                  </a:lnTo>
                  <a:lnTo>
                    <a:pt x="28142" y="260021"/>
                  </a:lnTo>
                  <a:lnTo>
                    <a:pt x="31161" y="264388"/>
                  </a:lnTo>
                  <a:lnTo>
                    <a:pt x="34316" y="268658"/>
                  </a:lnTo>
                  <a:lnTo>
                    <a:pt x="37606" y="272825"/>
                  </a:lnTo>
                  <a:lnTo>
                    <a:pt x="41027" y="276885"/>
                  </a:lnTo>
                  <a:lnTo>
                    <a:pt x="44574" y="280835"/>
                  </a:lnTo>
                  <a:lnTo>
                    <a:pt x="48246" y="284670"/>
                  </a:lnTo>
                  <a:lnTo>
                    <a:pt x="52037" y="288386"/>
                  </a:lnTo>
                  <a:lnTo>
                    <a:pt x="55944" y="291981"/>
                  </a:lnTo>
                  <a:lnTo>
                    <a:pt x="59964" y="295449"/>
                  </a:lnTo>
                  <a:lnTo>
                    <a:pt x="64092" y="298788"/>
                  </a:lnTo>
                  <a:lnTo>
                    <a:pt x="68323" y="301994"/>
                  </a:lnTo>
                  <a:lnTo>
                    <a:pt x="72655" y="305064"/>
                  </a:lnTo>
                  <a:lnTo>
                    <a:pt x="77081" y="307996"/>
                  </a:lnTo>
                  <a:lnTo>
                    <a:pt x="81599" y="310785"/>
                  </a:lnTo>
                  <a:lnTo>
                    <a:pt x="86202" y="313429"/>
                  </a:lnTo>
                  <a:lnTo>
                    <a:pt x="90888" y="315926"/>
                  </a:lnTo>
                  <a:lnTo>
                    <a:pt x="95650" y="318272"/>
                  </a:lnTo>
                  <a:lnTo>
                    <a:pt x="100484" y="320466"/>
                  </a:lnTo>
                  <a:lnTo>
                    <a:pt x="105386" y="322506"/>
                  </a:lnTo>
                  <a:lnTo>
                    <a:pt x="110350" y="324389"/>
                  </a:lnTo>
                  <a:lnTo>
                    <a:pt x="115371" y="326113"/>
                  </a:lnTo>
                  <a:lnTo>
                    <a:pt x="120445" y="327678"/>
                  </a:lnTo>
                  <a:lnTo>
                    <a:pt x="125565" y="329080"/>
                  </a:lnTo>
                  <a:lnTo>
                    <a:pt x="130728" y="330319"/>
                  </a:lnTo>
                  <a:lnTo>
                    <a:pt x="135927" y="331393"/>
                  </a:lnTo>
                  <a:lnTo>
                    <a:pt x="141158" y="332301"/>
                  </a:lnTo>
                  <a:lnTo>
                    <a:pt x="146415" y="333044"/>
                  </a:lnTo>
                  <a:lnTo>
                    <a:pt x="151693" y="333618"/>
                  </a:lnTo>
                  <a:lnTo>
                    <a:pt x="156986" y="334025"/>
                  </a:lnTo>
                  <a:lnTo>
                    <a:pt x="162290" y="334264"/>
                  </a:lnTo>
                  <a:lnTo>
                    <a:pt x="167599" y="334334"/>
                  </a:lnTo>
                  <a:lnTo>
                    <a:pt x="172907" y="334235"/>
                  </a:lnTo>
                  <a:lnTo>
                    <a:pt x="178209" y="333968"/>
                  </a:lnTo>
                  <a:lnTo>
                    <a:pt x="183500" y="333533"/>
                  </a:lnTo>
                  <a:lnTo>
                    <a:pt x="188775" y="332930"/>
                  </a:lnTo>
                  <a:lnTo>
                    <a:pt x="194028" y="332159"/>
                  </a:lnTo>
                  <a:lnTo>
                    <a:pt x="199254" y="331223"/>
                  </a:lnTo>
                  <a:lnTo>
                    <a:pt x="204447" y="330120"/>
                  </a:lnTo>
                  <a:lnTo>
                    <a:pt x="209603" y="328854"/>
                  </a:lnTo>
                  <a:lnTo>
                    <a:pt x="214716" y="327424"/>
                  </a:lnTo>
                  <a:lnTo>
                    <a:pt x="219781" y="325833"/>
                  </a:lnTo>
                  <a:lnTo>
                    <a:pt x="224793" y="324082"/>
                  </a:lnTo>
                  <a:lnTo>
                    <a:pt x="229746" y="322172"/>
                  </a:lnTo>
                  <a:lnTo>
                    <a:pt x="234637" y="320106"/>
                  </a:lnTo>
                  <a:lnTo>
                    <a:pt x="239460" y="317886"/>
                  </a:lnTo>
                  <a:lnTo>
                    <a:pt x="244209" y="315514"/>
                  </a:lnTo>
                  <a:lnTo>
                    <a:pt x="248881" y="312992"/>
                  </a:lnTo>
                  <a:lnTo>
                    <a:pt x="253471" y="310323"/>
                  </a:lnTo>
                  <a:lnTo>
                    <a:pt x="257973" y="307509"/>
                  </a:lnTo>
                  <a:lnTo>
                    <a:pt x="262384" y="304555"/>
                  </a:lnTo>
                  <a:lnTo>
                    <a:pt x="266699" y="301461"/>
                  </a:lnTo>
                  <a:lnTo>
                    <a:pt x="270913" y="298232"/>
                  </a:lnTo>
                  <a:lnTo>
                    <a:pt x="275022" y="294871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380988"/>
              <a:ext cx="107873" cy="127704"/>
            </a:xfrm>
            <a:custGeom>
              <a:avLst/>
              <a:pathLst>
                <a:path w="107873" h="127704">
                  <a:moveTo>
                    <a:pt x="107873" y="1277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380988"/>
              <a:ext cx="165442" cy="127704"/>
            </a:xfrm>
            <a:custGeom>
              <a:avLst/>
              <a:pathLst>
                <a:path w="165442" h="127704">
                  <a:moveTo>
                    <a:pt x="107873" y="127704"/>
                  </a:moveTo>
                  <a:lnTo>
                    <a:pt x="112025" y="124077"/>
                  </a:lnTo>
                  <a:lnTo>
                    <a:pt x="116056" y="120315"/>
                  </a:lnTo>
                  <a:lnTo>
                    <a:pt x="119960" y="116423"/>
                  </a:lnTo>
                  <a:lnTo>
                    <a:pt x="123734" y="112404"/>
                  </a:lnTo>
                  <a:lnTo>
                    <a:pt x="127374" y="108262"/>
                  </a:lnTo>
                  <a:lnTo>
                    <a:pt x="130874" y="104003"/>
                  </a:lnTo>
                  <a:lnTo>
                    <a:pt x="134233" y="99631"/>
                  </a:lnTo>
                  <a:lnTo>
                    <a:pt x="137445" y="95150"/>
                  </a:lnTo>
                  <a:lnTo>
                    <a:pt x="140508" y="90566"/>
                  </a:lnTo>
                  <a:lnTo>
                    <a:pt x="143418" y="85883"/>
                  </a:lnTo>
                  <a:lnTo>
                    <a:pt x="146172" y="81107"/>
                  </a:lnTo>
                  <a:lnTo>
                    <a:pt x="148767" y="76243"/>
                  </a:lnTo>
                  <a:lnTo>
                    <a:pt x="151201" y="71296"/>
                  </a:lnTo>
                  <a:lnTo>
                    <a:pt x="153470" y="66271"/>
                  </a:lnTo>
                  <a:lnTo>
                    <a:pt x="155571" y="61174"/>
                  </a:lnTo>
                  <a:lnTo>
                    <a:pt x="157504" y="56011"/>
                  </a:lnTo>
                  <a:lnTo>
                    <a:pt x="159266" y="50786"/>
                  </a:lnTo>
                  <a:lnTo>
                    <a:pt x="160854" y="45507"/>
                  </a:lnTo>
                  <a:lnTo>
                    <a:pt x="162267" y="40178"/>
                  </a:lnTo>
                  <a:lnTo>
                    <a:pt x="163503" y="34805"/>
                  </a:lnTo>
                  <a:lnTo>
                    <a:pt x="164562" y="29394"/>
                  </a:lnTo>
                  <a:lnTo>
                    <a:pt x="165442" y="239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167150" cy="191119"/>
            </a:xfrm>
            <a:custGeom>
              <a:avLst/>
              <a:pathLst>
                <a:path w="167150" h="191119">
                  <a:moveTo>
                    <a:pt x="165442" y="191119"/>
                  </a:moveTo>
                  <a:lnTo>
                    <a:pt x="166130" y="185755"/>
                  </a:lnTo>
                  <a:lnTo>
                    <a:pt x="166645" y="180372"/>
                  </a:lnTo>
                  <a:lnTo>
                    <a:pt x="166984" y="174975"/>
                  </a:lnTo>
                  <a:lnTo>
                    <a:pt x="167150" y="169570"/>
                  </a:lnTo>
                  <a:lnTo>
                    <a:pt x="167140" y="164162"/>
                  </a:lnTo>
                  <a:lnTo>
                    <a:pt x="166955" y="158758"/>
                  </a:lnTo>
                  <a:lnTo>
                    <a:pt x="166596" y="153362"/>
                  </a:lnTo>
                  <a:lnTo>
                    <a:pt x="166062" y="147981"/>
                  </a:lnTo>
                  <a:lnTo>
                    <a:pt x="165355" y="142619"/>
                  </a:lnTo>
                  <a:lnTo>
                    <a:pt x="164474" y="137284"/>
                  </a:lnTo>
                  <a:lnTo>
                    <a:pt x="163422" y="131980"/>
                  </a:lnTo>
                  <a:lnTo>
                    <a:pt x="162198" y="126712"/>
                  </a:lnTo>
                  <a:lnTo>
                    <a:pt x="160805" y="121487"/>
                  </a:lnTo>
                  <a:lnTo>
                    <a:pt x="159243" y="116310"/>
                  </a:lnTo>
                  <a:lnTo>
                    <a:pt x="157515" y="111186"/>
                  </a:lnTo>
                  <a:lnTo>
                    <a:pt x="155622" y="106120"/>
                  </a:lnTo>
                  <a:lnTo>
                    <a:pt x="153566" y="101118"/>
                  </a:lnTo>
                  <a:lnTo>
                    <a:pt x="151349" y="96186"/>
                  </a:lnTo>
                  <a:lnTo>
                    <a:pt x="148974" y="91328"/>
                  </a:lnTo>
                  <a:lnTo>
                    <a:pt x="146443" y="86549"/>
                  </a:lnTo>
                  <a:lnTo>
                    <a:pt x="143759" y="81854"/>
                  </a:lnTo>
                  <a:lnTo>
                    <a:pt x="140924" y="77249"/>
                  </a:lnTo>
                  <a:lnTo>
                    <a:pt x="137942" y="72738"/>
                  </a:lnTo>
                  <a:lnTo>
                    <a:pt x="134816" y="68326"/>
                  </a:lnTo>
                  <a:lnTo>
                    <a:pt x="131548" y="64017"/>
                  </a:lnTo>
                  <a:lnTo>
                    <a:pt x="128143" y="59816"/>
                  </a:lnTo>
                  <a:lnTo>
                    <a:pt x="124604" y="55727"/>
                  </a:lnTo>
                  <a:lnTo>
                    <a:pt x="120934" y="51755"/>
                  </a:lnTo>
                  <a:lnTo>
                    <a:pt x="117138" y="47904"/>
                  </a:lnTo>
                  <a:lnTo>
                    <a:pt x="113219" y="44178"/>
                  </a:lnTo>
                  <a:lnTo>
                    <a:pt x="109181" y="40580"/>
                  </a:lnTo>
                  <a:lnTo>
                    <a:pt x="105030" y="37115"/>
                  </a:lnTo>
                  <a:lnTo>
                    <a:pt x="100768" y="33786"/>
                  </a:lnTo>
                  <a:lnTo>
                    <a:pt x="96402" y="30596"/>
                  </a:lnTo>
                  <a:lnTo>
                    <a:pt x="91934" y="27549"/>
                  </a:lnTo>
                  <a:lnTo>
                    <a:pt x="87370" y="24649"/>
                  </a:lnTo>
                  <a:lnTo>
                    <a:pt x="82714" y="21897"/>
                  </a:lnTo>
                  <a:lnTo>
                    <a:pt x="77972" y="19298"/>
                  </a:lnTo>
                  <a:lnTo>
                    <a:pt x="73149" y="16853"/>
                  </a:lnTo>
                  <a:lnTo>
                    <a:pt x="68249" y="14566"/>
                  </a:lnTo>
                  <a:lnTo>
                    <a:pt x="63277" y="12438"/>
                  </a:lnTo>
                  <a:lnTo>
                    <a:pt x="58239" y="10473"/>
                  </a:lnTo>
                  <a:lnTo>
                    <a:pt x="53141" y="8671"/>
                  </a:lnTo>
                  <a:lnTo>
                    <a:pt x="47986" y="7035"/>
                  </a:lnTo>
                  <a:lnTo>
                    <a:pt x="42782" y="5567"/>
                  </a:lnTo>
                  <a:lnTo>
                    <a:pt x="37532" y="4267"/>
                  </a:lnTo>
                  <a:lnTo>
                    <a:pt x="32244" y="3139"/>
                  </a:lnTo>
                  <a:lnTo>
                    <a:pt x="26921" y="2182"/>
                  </a:lnTo>
                  <a:lnTo>
                    <a:pt x="21571" y="1397"/>
                  </a:lnTo>
                  <a:lnTo>
                    <a:pt x="16198" y="786"/>
                  </a:lnTo>
                  <a:lnTo>
                    <a:pt x="10808" y="349"/>
                  </a:lnTo>
                  <a:lnTo>
                    <a:pt x="5406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751844" y="3707720"/>
              <a:ext cx="192673" cy="334331"/>
            </a:xfrm>
            <a:custGeom>
              <a:avLst/>
              <a:pathLst>
                <a:path w="192673" h="334331">
                  <a:moveTo>
                    <a:pt x="167166" y="0"/>
                  </a:moveTo>
                  <a:lnTo>
                    <a:pt x="161820" y="85"/>
                  </a:lnTo>
                  <a:lnTo>
                    <a:pt x="156479" y="341"/>
                  </a:lnTo>
                  <a:lnTo>
                    <a:pt x="151148" y="769"/>
                  </a:lnTo>
                  <a:lnTo>
                    <a:pt x="145835" y="1366"/>
                  </a:lnTo>
                  <a:lnTo>
                    <a:pt x="140543" y="2133"/>
                  </a:lnTo>
                  <a:lnTo>
                    <a:pt x="135278" y="3069"/>
                  </a:lnTo>
                  <a:lnTo>
                    <a:pt x="130046" y="4173"/>
                  </a:lnTo>
                  <a:lnTo>
                    <a:pt x="124852" y="5443"/>
                  </a:lnTo>
                  <a:lnTo>
                    <a:pt x="119702" y="6879"/>
                  </a:lnTo>
                  <a:lnTo>
                    <a:pt x="114600" y="8479"/>
                  </a:lnTo>
                  <a:lnTo>
                    <a:pt x="109551" y="10242"/>
                  </a:lnTo>
                  <a:lnTo>
                    <a:pt x="104562" y="12165"/>
                  </a:lnTo>
                  <a:lnTo>
                    <a:pt x="99636" y="14246"/>
                  </a:lnTo>
                  <a:lnTo>
                    <a:pt x="94780" y="16484"/>
                  </a:lnTo>
                  <a:lnTo>
                    <a:pt x="89998" y="18877"/>
                  </a:lnTo>
                  <a:lnTo>
                    <a:pt x="85295" y="21420"/>
                  </a:lnTo>
                  <a:lnTo>
                    <a:pt x="80675" y="24113"/>
                  </a:lnTo>
                  <a:lnTo>
                    <a:pt x="76144" y="26953"/>
                  </a:lnTo>
                  <a:lnTo>
                    <a:pt x="71706" y="29936"/>
                  </a:lnTo>
                  <a:lnTo>
                    <a:pt x="67366" y="33059"/>
                  </a:lnTo>
                  <a:lnTo>
                    <a:pt x="63128" y="36319"/>
                  </a:lnTo>
                  <a:lnTo>
                    <a:pt x="58997" y="39714"/>
                  </a:lnTo>
                  <a:lnTo>
                    <a:pt x="54976" y="43238"/>
                  </a:lnTo>
                  <a:lnTo>
                    <a:pt x="51069" y="46890"/>
                  </a:lnTo>
                  <a:lnTo>
                    <a:pt x="47282" y="50665"/>
                  </a:lnTo>
                  <a:lnTo>
                    <a:pt x="43617" y="54558"/>
                  </a:lnTo>
                  <a:lnTo>
                    <a:pt x="40079" y="58567"/>
                  </a:lnTo>
                  <a:lnTo>
                    <a:pt x="36671" y="62688"/>
                  </a:lnTo>
                  <a:lnTo>
                    <a:pt x="33396" y="66915"/>
                  </a:lnTo>
                  <a:lnTo>
                    <a:pt x="30258" y="71244"/>
                  </a:lnTo>
                  <a:lnTo>
                    <a:pt x="27260" y="75672"/>
                  </a:lnTo>
                  <a:lnTo>
                    <a:pt x="24406" y="80193"/>
                  </a:lnTo>
                  <a:lnTo>
                    <a:pt x="21697" y="84804"/>
                  </a:lnTo>
                  <a:lnTo>
                    <a:pt x="19137" y="89498"/>
                  </a:lnTo>
                  <a:lnTo>
                    <a:pt x="16729" y="94272"/>
                  </a:lnTo>
                  <a:lnTo>
                    <a:pt x="14474" y="99121"/>
                  </a:lnTo>
                  <a:lnTo>
                    <a:pt x="12376" y="104039"/>
                  </a:lnTo>
                  <a:lnTo>
                    <a:pt x="10436" y="109022"/>
                  </a:lnTo>
                  <a:lnTo>
                    <a:pt x="8657" y="114065"/>
                  </a:lnTo>
                  <a:lnTo>
                    <a:pt x="7040" y="119161"/>
                  </a:lnTo>
                  <a:lnTo>
                    <a:pt x="5586" y="124307"/>
                  </a:lnTo>
                  <a:lnTo>
                    <a:pt x="4298" y="129497"/>
                  </a:lnTo>
                  <a:lnTo>
                    <a:pt x="3177" y="134725"/>
                  </a:lnTo>
                  <a:lnTo>
                    <a:pt x="2223" y="139986"/>
                  </a:lnTo>
                  <a:lnTo>
                    <a:pt x="1438" y="145276"/>
                  </a:lnTo>
                  <a:lnTo>
                    <a:pt x="823" y="150587"/>
                  </a:lnTo>
                  <a:lnTo>
                    <a:pt x="378" y="155916"/>
                  </a:lnTo>
                  <a:lnTo>
                    <a:pt x="103" y="161256"/>
                  </a:lnTo>
                  <a:lnTo>
                    <a:pt x="0" y="166602"/>
                  </a:lnTo>
                  <a:lnTo>
                    <a:pt x="67" y="171949"/>
                  </a:lnTo>
                  <a:lnTo>
                    <a:pt x="305" y="177291"/>
                  </a:lnTo>
                  <a:lnTo>
                    <a:pt x="715" y="182622"/>
                  </a:lnTo>
                  <a:lnTo>
                    <a:pt x="1294" y="187938"/>
                  </a:lnTo>
                  <a:lnTo>
                    <a:pt x="2043" y="193232"/>
                  </a:lnTo>
                  <a:lnTo>
                    <a:pt x="2961" y="198500"/>
                  </a:lnTo>
                  <a:lnTo>
                    <a:pt x="4047" y="203736"/>
                  </a:lnTo>
                  <a:lnTo>
                    <a:pt x="5300" y="208934"/>
                  </a:lnTo>
                  <a:lnTo>
                    <a:pt x="6719" y="214089"/>
                  </a:lnTo>
                  <a:lnTo>
                    <a:pt x="8302" y="219197"/>
                  </a:lnTo>
                  <a:lnTo>
                    <a:pt x="10047" y="224251"/>
                  </a:lnTo>
                  <a:lnTo>
                    <a:pt x="11953" y="229247"/>
                  </a:lnTo>
                  <a:lnTo>
                    <a:pt x="14018" y="234179"/>
                  </a:lnTo>
                  <a:lnTo>
                    <a:pt x="16240" y="239043"/>
                  </a:lnTo>
                  <a:lnTo>
                    <a:pt x="18616" y="243833"/>
                  </a:lnTo>
                  <a:lnTo>
                    <a:pt x="21144" y="248545"/>
                  </a:lnTo>
                  <a:lnTo>
                    <a:pt x="23821" y="253174"/>
                  </a:lnTo>
                  <a:lnTo>
                    <a:pt x="26645" y="257714"/>
                  </a:lnTo>
                  <a:lnTo>
                    <a:pt x="29613" y="262162"/>
                  </a:lnTo>
                  <a:lnTo>
                    <a:pt x="32722" y="266513"/>
                  </a:lnTo>
                  <a:lnTo>
                    <a:pt x="35968" y="270762"/>
                  </a:lnTo>
                  <a:lnTo>
                    <a:pt x="39348" y="274905"/>
                  </a:lnTo>
                  <a:lnTo>
                    <a:pt x="42859" y="278938"/>
                  </a:lnTo>
                  <a:lnTo>
                    <a:pt x="46497" y="282856"/>
                  </a:lnTo>
                  <a:lnTo>
                    <a:pt x="50259" y="286657"/>
                  </a:lnTo>
                  <a:lnTo>
                    <a:pt x="54141" y="290334"/>
                  </a:lnTo>
                  <a:lnTo>
                    <a:pt x="58138" y="293886"/>
                  </a:lnTo>
                  <a:lnTo>
                    <a:pt x="62246" y="297308"/>
                  </a:lnTo>
                  <a:lnTo>
                    <a:pt x="66462" y="300597"/>
                  </a:lnTo>
                  <a:lnTo>
                    <a:pt x="70781" y="303750"/>
                  </a:lnTo>
                  <a:lnTo>
                    <a:pt x="75199" y="306763"/>
                  </a:lnTo>
                  <a:lnTo>
                    <a:pt x="79711" y="309633"/>
                  </a:lnTo>
                  <a:lnTo>
                    <a:pt x="84312" y="312357"/>
                  </a:lnTo>
                  <a:lnTo>
                    <a:pt x="88998" y="314933"/>
                  </a:lnTo>
                  <a:lnTo>
                    <a:pt x="93764" y="317357"/>
                  </a:lnTo>
                  <a:lnTo>
                    <a:pt x="98605" y="319628"/>
                  </a:lnTo>
                  <a:lnTo>
                    <a:pt x="103516" y="321743"/>
                  </a:lnTo>
                  <a:lnTo>
                    <a:pt x="108492" y="323699"/>
                  </a:lnTo>
                  <a:lnTo>
                    <a:pt x="113528" y="325496"/>
                  </a:lnTo>
                  <a:lnTo>
                    <a:pt x="118620" y="327130"/>
                  </a:lnTo>
                  <a:lnTo>
                    <a:pt x="123761" y="328601"/>
                  </a:lnTo>
                  <a:lnTo>
                    <a:pt x="128946" y="329907"/>
                  </a:lnTo>
                  <a:lnTo>
                    <a:pt x="134170" y="331046"/>
                  </a:lnTo>
                  <a:lnTo>
                    <a:pt x="139428" y="332017"/>
                  </a:lnTo>
                  <a:lnTo>
                    <a:pt x="144715" y="332820"/>
                  </a:lnTo>
                  <a:lnTo>
                    <a:pt x="150024" y="333453"/>
                  </a:lnTo>
                  <a:lnTo>
                    <a:pt x="155351" y="333916"/>
                  </a:lnTo>
                  <a:lnTo>
                    <a:pt x="160691" y="334209"/>
                  </a:lnTo>
                  <a:lnTo>
                    <a:pt x="166036" y="334331"/>
                  </a:lnTo>
                  <a:lnTo>
                    <a:pt x="171383" y="334281"/>
                  </a:lnTo>
                  <a:lnTo>
                    <a:pt x="176726" y="334061"/>
                  </a:lnTo>
                  <a:lnTo>
                    <a:pt x="182059" y="333670"/>
                  </a:lnTo>
                  <a:lnTo>
                    <a:pt x="187376" y="333108"/>
                  </a:lnTo>
                  <a:lnTo>
                    <a:pt x="192673" y="332377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11380"/>
              <a:ext cx="167154" cy="328718"/>
            </a:xfrm>
            <a:custGeom>
              <a:avLst/>
              <a:pathLst>
                <a:path w="167154" h="328718">
                  <a:moveTo>
                    <a:pt x="25507" y="328718"/>
                  </a:moveTo>
                  <a:lnTo>
                    <a:pt x="30770" y="327819"/>
                  </a:lnTo>
                  <a:lnTo>
                    <a:pt x="36001" y="326752"/>
                  </a:lnTo>
                  <a:lnTo>
                    <a:pt x="41196" y="325519"/>
                  </a:lnTo>
                  <a:lnTo>
                    <a:pt x="46349" y="324121"/>
                  </a:lnTo>
                  <a:lnTo>
                    <a:pt x="51454" y="322559"/>
                  </a:lnTo>
                  <a:lnTo>
                    <a:pt x="56507" y="320835"/>
                  </a:lnTo>
                  <a:lnTo>
                    <a:pt x="61503" y="318950"/>
                  </a:lnTo>
                  <a:lnTo>
                    <a:pt x="66435" y="316907"/>
                  </a:lnTo>
                  <a:lnTo>
                    <a:pt x="71300" y="314707"/>
                  </a:lnTo>
                  <a:lnTo>
                    <a:pt x="76092" y="312353"/>
                  </a:lnTo>
                  <a:lnTo>
                    <a:pt x="80807" y="309847"/>
                  </a:lnTo>
                  <a:lnTo>
                    <a:pt x="85439" y="307192"/>
                  </a:lnTo>
                  <a:lnTo>
                    <a:pt x="89984" y="304390"/>
                  </a:lnTo>
                  <a:lnTo>
                    <a:pt x="94437" y="301444"/>
                  </a:lnTo>
                  <a:lnTo>
                    <a:pt x="98794" y="298358"/>
                  </a:lnTo>
                  <a:lnTo>
                    <a:pt x="103050" y="295134"/>
                  </a:lnTo>
                  <a:lnTo>
                    <a:pt x="107201" y="291776"/>
                  </a:lnTo>
                  <a:lnTo>
                    <a:pt x="111242" y="288288"/>
                  </a:lnTo>
                  <a:lnTo>
                    <a:pt x="115170" y="284671"/>
                  </a:lnTo>
                  <a:lnTo>
                    <a:pt x="118981" y="280932"/>
                  </a:lnTo>
                  <a:lnTo>
                    <a:pt x="122670" y="277072"/>
                  </a:lnTo>
                  <a:lnTo>
                    <a:pt x="126234" y="273097"/>
                  </a:lnTo>
                  <a:lnTo>
                    <a:pt x="129669" y="269010"/>
                  </a:lnTo>
                  <a:lnTo>
                    <a:pt x="132972" y="264815"/>
                  </a:lnTo>
                  <a:lnTo>
                    <a:pt x="136140" y="260517"/>
                  </a:lnTo>
                  <a:lnTo>
                    <a:pt x="139168" y="256120"/>
                  </a:lnTo>
                  <a:lnTo>
                    <a:pt x="142055" y="251628"/>
                  </a:lnTo>
                  <a:lnTo>
                    <a:pt x="144797" y="247047"/>
                  </a:lnTo>
                  <a:lnTo>
                    <a:pt x="147391" y="242380"/>
                  </a:lnTo>
                  <a:lnTo>
                    <a:pt x="149834" y="237633"/>
                  </a:lnTo>
                  <a:lnTo>
                    <a:pt x="152125" y="232810"/>
                  </a:lnTo>
                  <a:lnTo>
                    <a:pt x="154260" y="227917"/>
                  </a:lnTo>
                  <a:lnTo>
                    <a:pt x="156239" y="222958"/>
                  </a:lnTo>
                  <a:lnTo>
                    <a:pt x="158057" y="217938"/>
                  </a:lnTo>
                  <a:lnTo>
                    <a:pt x="159715" y="212863"/>
                  </a:lnTo>
                  <a:lnTo>
                    <a:pt x="161210" y="207737"/>
                  </a:lnTo>
                  <a:lnTo>
                    <a:pt x="162540" y="202566"/>
                  </a:lnTo>
                  <a:lnTo>
                    <a:pt x="163704" y="197356"/>
                  </a:lnTo>
                  <a:lnTo>
                    <a:pt x="164702" y="192110"/>
                  </a:lnTo>
                  <a:lnTo>
                    <a:pt x="165531" y="186836"/>
                  </a:lnTo>
                  <a:lnTo>
                    <a:pt x="166192" y="181538"/>
                  </a:lnTo>
                  <a:lnTo>
                    <a:pt x="166683" y="176222"/>
                  </a:lnTo>
                  <a:lnTo>
                    <a:pt x="167004" y="170892"/>
                  </a:lnTo>
                  <a:lnTo>
                    <a:pt x="167154" y="165555"/>
                  </a:lnTo>
                  <a:lnTo>
                    <a:pt x="167135" y="160216"/>
                  </a:lnTo>
                  <a:lnTo>
                    <a:pt x="166944" y="154880"/>
                  </a:lnTo>
                  <a:lnTo>
                    <a:pt x="166584" y="149553"/>
                  </a:lnTo>
                  <a:lnTo>
                    <a:pt x="166053" y="144241"/>
                  </a:lnTo>
                  <a:lnTo>
                    <a:pt x="165353" y="138948"/>
                  </a:lnTo>
                  <a:lnTo>
                    <a:pt x="164484" y="133680"/>
                  </a:lnTo>
                  <a:lnTo>
                    <a:pt x="163448" y="128442"/>
                  </a:lnTo>
                  <a:lnTo>
                    <a:pt x="162245" y="123240"/>
                  </a:lnTo>
                  <a:lnTo>
                    <a:pt x="160876" y="118080"/>
                  </a:lnTo>
                  <a:lnTo>
                    <a:pt x="159343" y="112965"/>
                  </a:lnTo>
                  <a:lnTo>
                    <a:pt x="157648" y="107902"/>
                  </a:lnTo>
                  <a:lnTo>
                    <a:pt x="155792" y="102896"/>
                  </a:lnTo>
                  <a:lnTo>
                    <a:pt x="153777" y="97952"/>
                  </a:lnTo>
                  <a:lnTo>
                    <a:pt x="151605" y="93075"/>
                  </a:lnTo>
                  <a:lnTo>
                    <a:pt x="149278" y="88269"/>
                  </a:lnTo>
                  <a:lnTo>
                    <a:pt x="146799" y="83540"/>
                  </a:lnTo>
                  <a:lnTo>
                    <a:pt x="144171" y="78893"/>
                  </a:lnTo>
                  <a:lnTo>
                    <a:pt x="141395" y="74332"/>
                  </a:lnTo>
                  <a:lnTo>
                    <a:pt x="138475" y="69862"/>
                  </a:lnTo>
                  <a:lnTo>
                    <a:pt x="135414" y="65488"/>
                  </a:lnTo>
                  <a:lnTo>
                    <a:pt x="132215" y="61213"/>
                  </a:lnTo>
                  <a:lnTo>
                    <a:pt x="128880" y="57043"/>
                  </a:lnTo>
                  <a:lnTo>
                    <a:pt x="125415" y="52982"/>
                  </a:lnTo>
                  <a:lnTo>
                    <a:pt x="121821" y="49033"/>
                  </a:lnTo>
                  <a:lnTo>
                    <a:pt x="118103" y="45201"/>
                  </a:lnTo>
                  <a:lnTo>
                    <a:pt x="114265" y="41490"/>
                  </a:lnTo>
                  <a:lnTo>
                    <a:pt x="110310" y="37903"/>
                  </a:lnTo>
                  <a:lnTo>
                    <a:pt x="106243" y="34444"/>
                  </a:lnTo>
                  <a:lnTo>
                    <a:pt x="102067" y="31117"/>
                  </a:lnTo>
                  <a:lnTo>
                    <a:pt x="97787" y="27925"/>
                  </a:lnTo>
                  <a:lnTo>
                    <a:pt x="93407" y="24872"/>
                  </a:lnTo>
                  <a:lnTo>
                    <a:pt x="88932" y="21960"/>
                  </a:lnTo>
                  <a:lnTo>
                    <a:pt x="84367" y="19192"/>
                  </a:lnTo>
                  <a:lnTo>
                    <a:pt x="79715" y="16571"/>
                  </a:lnTo>
                  <a:lnTo>
                    <a:pt x="74982" y="14100"/>
                  </a:lnTo>
                  <a:lnTo>
                    <a:pt x="70173" y="11782"/>
                  </a:lnTo>
                  <a:lnTo>
                    <a:pt x="65291" y="9618"/>
                  </a:lnTo>
                  <a:lnTo>
                    <a:pt x="60344" y="7612"/>
                  </a:lnTo>
                  <a:lnTo>
                    <a:pt x="55334" y="5764"/>
                  </a:lnTo>
                  <a:lnTo>
                    <a:pt x="50269" y="4078"/>
                  </a:lnTo>
                  <a:lnTo>
                    <a:pt x="45152" y="2554"/>
                  </a:lnTo>
                  <a:lnTo>
                    <a:pt x="39989" y="1194"/>
                  </a:lnTo>
                  <a:lnTo>
                    <a:pt x="34785" y="0"/>
                  </a:lnTo>
                  <a:lnTo>
                    <a:pt x="0" y="16350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34785" cy="167167"/>
            </a:xfrm>
            <a:custGeom>
              <a:avLst/>
              <a:pathLst>
                <a:path w="34785" h="167167">
                  <a:moveTo>
                    <a:pt x="34785" y="3659"/>
                  </a:moveTo>
                  <a:lnTo>
                    <a:pt x="27901" y="2345"/>
                  </a:lnTo>
                  <a:lnTo>
                    <a:pt x="20969" y="1320"/>
                  </a:lnTo>
                  <a:lnTo>
                    <a:pt x="14000" y="587"/>
                  </a:lnTo>
                  <a:lnTo>
                    <a:pt x="7006" y="14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tx814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2025-06-06T02:04:46Z</dcterms:modified>
  <cp:category/>
</cp:coreProperties>
</file>