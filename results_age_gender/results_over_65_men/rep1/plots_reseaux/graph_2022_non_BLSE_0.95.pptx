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2022_non_BLSE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2677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751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784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3170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446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724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1679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824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156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584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648457" y="1148943"/>
              <a:ext cx="1210340" cy="300513"/>
            </a:xfrm>
            <a:custGeom>
              <a:avLst/>
              <a:pathLst>
                <a:path w="1210340" h="300513">
                  <a:moveTo>
                    <a:pt x="1210340" y="300513"/>
                  </a:moveTo>
                  <a:lnTo>
                    <a:pt x="0" y="0"/>
                  </a:lnTo>
                </a:path>
              </a:pathLst>
            </a:custGeom>
            <a:ln w="12309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1585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274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3283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1483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442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708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2673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11471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005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2293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18035" y="1246560"/>
              <a:ext cx="1706484" cy="2490427"/>
            </a:xfrm>
            <a:custGeom>
              <a:avLst/>
              <a:pathLst>
                <a:path w="1706484" h="2490427">
                  <a:moveTo>
                    <a:pt x="0" y="0"/>
                  </a:moveTo>
                  <a:lnTo>
                    <a:pt x="1706484" y="2490427"/>
                  </a:lnTo>
                </a:path>
              </a:pathLst>
            </a:custGeom>
            <a:ln w="25692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2602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544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126742" y="1148943"/>
              <a:ext cx="197231" cy="48970"/>
            </a:xfrm>
            <a:custGeom>
              <a:avLst/>
              <a:pathLst>
                <a:path w="197231" h="48970">
                  <a:moveTo>
                    <a:pt x="197231" y="0"/>
                  </a:moveTo>
                  <a:lnTo>
                    <a:pt x="0" y="48970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234309" y="1186793"/>
              <a:ext cx="1104122" cy="583744"/>
            </a:xfrm>
            <a:custGeom>
              <a:avLst/>
              <a:pathLst>
                <a:path w="1104122" h="583744">
                  <a:moveTo>
                    <a:pt x="1104122" y="0"/>
                  </a:moveTo>
                  <a:lnTo>
                    <a:pt x="0" y="583744"/>
                  </a:lnTo>
                </a:path>
              </a:pathLst>
            </a:custGeom>
            <a:ln w="38100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563457" y="125691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596613" y="1234189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170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1784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4652146" y="1128956"/>
              <a:ext cx="727181" cy="88944"/>
            </a:xfrm>
            <a:custGeom>
              <a:avLst/>
              <a:pathLst>
                <a:path w="727181" h="88944">
                  <a:moveTo>
                    <a:pt x="727181" y="88944"/>
                  </a:moveTo>
                  <a:lnTo>
                    <a:pt x="0" y="0"/>
                  </a:lnTo>
                </a:path>
              </a:pathLst>
            </a:custGeom>
            <a:ln w="17516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2274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1446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0932" y="3170392"/>
              <a:ext cx="2846" cy="167167"/>
            </a:xfrm>
            <a:custGeom>
              <a:avLst/>
              <a:pathLst>
                <a:path w="2846" h="167167">
                  <a:moveTo>
                    <a:pt x="2846" y="0"/>
                  </a:moveTo>
                  <a:lnTo>
                    <a:pt x="0" y="24"/>
                  </a:lnTo>
                  <a:lnTo>
                    <a:pt x="284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0932" y="3170416"/>
              <a:ext cx="2846" cy="167143"/>
            </a:xfrm>
            <a:custGeom>
              <a:avLst/>
              <a:pathLst>
                <a:path w="2846" h="167143">
                  <a:moveTo>
                    <a:pt x="0" y="0"/>
                  </a:moveTo>
                  <a:lnTo>
                    <a:pt x="2846" y="167143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0932" y="3170416"/>
              <a:ext cx="2846" cy="167143"/>
            </a:xfrm>
            <a:custGeom>
              <a:avLst/>
              <a:pathLst>
                <a:path w="2846" h="167143">
                  <a:moveTo>
                    <a:pt x="0" y="0"/>
                  </a:moveTo>
                  <a:lnTo>
                    <a:pt x="2846" y="167143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0932" y="3170416"/>
              <a:ext cx="2846" cy="167143"/>
            </a:xfrm>
            <a:custGeom>
              <a:avLst/>
              <a:pathLst>
                <a:path w="2846" h="167143">
                  <a:moveTo>
                    <a:pt x="0" y="0"/>
                  </a:moveTo>
                  <a:lnTo>
                    <a:pt x="2846" y="16714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0932" y="3170416"/>
              <a:ext cx="2846" cy="167143"/>
            </a:xfrm>
            <a:custGeom>
              <a:avLst/>
              <a:pathLst>
                <a:path w="2846" h="167143">
                  <a:moveTo>
                    <a:pt x="0" y="0"/>
                  </a:moveTo>
                  <a:lnTo>
                    <a:pt x="2846" y="16714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0932" y="3170416"/>
              <a:ext cx="2846" cy="167143"/>
            </a:xfrm>
            <a:custGeom>
              <a:avLst/>
              <a:pathLst>
                <a:path w="2846" h="167143">
                  <a:moveTo>
                    <a:pt x="0" y="0"/>
                  </a:moveTo>
                  <a:lnTo>
                    <a:pt x="2846" y="16714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0932" y="3170416"/>
              <a:ext cx="2846" cy="167143"/>
            </a:xfrm>
            <a:custGeom>
              <a:avLst/>
              <a:pathLst>
                <a:path w="2846" h="167143">
                  <a:moveTo>
                    <a:pt x="0" y="0"/>
                  </a:moveTo>
                  <a:lnTo>
                    <a:pt x="2846" y="16714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0932" y="3170416"/>
              <a:ext cx="2846" cy="167143"/>
            </a:xfrm>
            <a:custGeom>
              <a:avLst/>
              <a:pathLst>
                <a:path w="2846" h="167143">
                  <a:moveTo>
                    <a:pt x="0" y="0"/>
                  </a:moveTo>
                  <a:lnTo>
                    <a:pt x="2846" y="16714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0932" y="3170416"/>
              <a:ext cx="2846" cy="167143"/>
            </a:xfrm>
            <a:custGeom>
              <a:avLst/>
              <a:pathLst>
                <a:path w="2846" h="167143">
                  <a:moveTo>
                    <a:pt x="0" y="0"/>
                  </a:moveTo>
                  <a:lnTo>
                    <a:pt x="2846" y="16714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0932" y="3170416"/>
              <a:ext cx="2846" cy="167143"/>
            </a:xfrm>
            <a:custGeom>
              <a:avLst/>
              <a:pathLst>
                <a:path w="2846" h="167143">
                  <a:moveTo>
                    <a:pt x="0" y="0"/>
                  </a:moveTo>
                  <a:lnTo>
                    <a:pt x="2846" y="16714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0932" y="3170416"/>
              <a:ext cx="2846" cy="167143"/>
            </a:xfrm>
            <a:custGeom>
              <a:avLst/>
              <a:pathLst>
                <a:path w="2846" h="167143">
                  <a:moveTo>
                    <a:pt x="0" y="0"/>
                  </a:moveTo>
                  <a:lnTo>
                    <a:pt x="2846" y="16714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0932" y="3170416"/>
              <a:ext cx="2846" cy="167143"/>
            </a:xfrm>
            <a:custGeom>
              <a:avLst/>
              <a:pathLst>
                <a:path w="2846" h="167143">
                  <a:moveTo>
                    <a:pt x="0" y="0"/>
                  </a:moveTo>
                  <a:lnTo>
                    <a:pt x="2846" y="16714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0932" y="3170416"/>
              <a:ext cx="2846" cy="167143"/>
            </a:xfrm>
            <a:custGeom>
              <a:avLst/>
              <a:pathLst>
                <a:path w="2846" h="167143">
                  <a:moveTo>
                    <a:pt x="0" y="0"/>
                  </a:moveTo>
                  <a:lnTo>
                    <a:pt x="2846" y="1671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0932" y="3170416"/>
              <a:ext cx="2846" cy="167143"/>
            </a:xfrm>
            <a:custGeom>
              <a:avLst/>
              <a:pathLst>
                <a:path w="2846" h="167143">
                  <a:moveTo>
                    <a:pt x="0" y="0"/>
                  </a:moveTo>
                  <a:lnTo>
                    <a:pt x="2846" y="1671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0932" y="3170416"/>
              <a:ext cx="2846" cy="167143"/>
            </a:xfrm>
            <a:custGeom>
              <a:avLst/>
              <a:pathLst>
                <a:path w="2846" h="167143">
                  <a:moveTo>
                    <a:pt x="0" y="0"/>
                  </a:moveTo>
                  <a:lnTo>
                    <a:pt x="2846" y="1671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0932" y="3170416"/>
              <a:ext cx="2846" cy="167143"/>
            </a:xfrm>
            <a:custGeom>
              <a:avLst/>
              <a:pathLst>
                <a:path w="2846" h="167143">
                  <a:moveTo>
                    <a:pt x="0" y="0"/>
                  </a:moveTo>
                  <a:lnTo>
                    <a:pt x="2846" y="1671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0932" y="3170416"/>
              <a:ext cx="2846" cy="167143"/>
            </a:xfrm>
            <a:custGeom>
              <a:avLst/>
              <a:pathLst>
                <a:path w="2846" h="167143">
                  <a:moveTo>
                    <a:pt x="0" y="0"/>
                  </a:moveTo>
                  <a:lnTo>
                    <a:pt x="2846" y="16714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0932" y="3170416"/>
              <a:ext cx="2846" cy="167143"/>
            </a:xfrm>
            <a:custGeom>
              <a:avLst/>
              <a:pathLst>
                <a:path w="2846" h="167143">
                  <a:moveTo>
                    <a:pt x="0" y="0"/>
                  </a:moveTo>
                  <a:lnTo>
                    <a:pt x="2846" y="16714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0932" y="3170416"/>
              <a:ext cx="2846" cy="167143"/>
            </a:xfrm>
            <a:custGeom>
              <a:avLst/>
              <a:pathLst>
                <a:path w="2846" h="167143">
                  <a:moveTo>
                    <a:pt x="0" y="0"/>
                  </a:moveTo>
                  <a:lnTo>
                    <a:pt x="2846" y="16714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0932" y="3170416"/>
              <a:ext cx="2846" cy="167143"/>
            </a:xfrm>
            <a:custGeom>
              <a:avLst/>
              <a:pathLst>
                <a:path w="2846" h="167143">
                  <a:moveTo>
                    <a:pt x="0" y="0"/>
                  </a:moveTo>
                  <a:lnTo>
                    <a:pt x="2846" y="16714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0932" y="3170416"/>
              <a:ext cx="2846" cy="167143"/>
            </a:xfrm>
            <a:custGeom>
              <a:avLst/>
              <a:pathLst>
                <a:path w="2846" h="167143">
                  <a:moveTo>
                    <a:pt x="0" y="0"/>
                  </a:moveTo>
                  <a:lnTo>
                    <a:pt x="2846" y="1671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80932" y="3170416"/>
              <a:ext cx="2846" cy="167143"/>
            </a:xfrm>
            <a:custGeom>
              <a:avLst/>
              <a:pathLst>
                <a:path w="2846" h="167143">
                  <a:moveTo>
                    <a:pt x="0" y="0"/>
                  </a:moveTo>
                  <a:lnTo>
                    <a:pt x="2846" y="1671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80932" y="3170416"/>
              <a:ext cx="2846" cy="167143"/>
            </a:xfrm>
            <a:custGeom>
              <a:avLst/>
              <a:pathLst>
                <a:path w="2846" h="167143">
                  <a:moveTo>
                    <a:pt x="0" y="0"/>
                  </a:moveTo>
                  <a:lnTo>
                    <a:pt x="2846" y="1671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80932" y="3170416"/>
              <a:ext cx="2846" cy="167143"/>
            </a:xfrm>
            <a:custGeom>
              <a:avLst/>
              <a:pathLst>
                <a:path w="2846" h="167143">
                  <a:moveTo>
                    <a:pt x="0" y="0"/>
                  </a:moveTo>
                  <a:lnTo>
                    <a:pt x="2846" y="1671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980932" y="3170416"/>
              <a:ext cx="2846" cy="167143"/>
            </a:xfrm>
            <a:custGeom>
              <a:avLst/>
              <a:pathLst>
                <a:path w="2846" h="167143">
                  <a:moveTo>
                    <a:pt x="0" y="0"/>
                  </a:moveTo>
                  <a:lnTo>
                    <a:pt x="2846" y="16714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980932" y="3170416"/>
              <a:ext cx="2846" cy="167143"/>
            </a:xfrm>
            <a:custGeom>
              <a:avLst/>
              <a:pathLst>
                <a:path w="2846" h="167143">
                  <a:moveTo>
                    <a:pt x="0" y="0"/>
                  </a:moveTo>
                  <a:lnTo>
                    <a:pt x="2846" y="16714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16611" y="3170416"/>
              <a:ext cx="334334" cy="334289"/>
            </a:xfrm>
            <a:custGeom>
              <a:avLst/>
              <a:pathLst>
                <a:path w="334334" h="334289">
                  <a:moveTo>
                    <a:pt x="164321" y="0"/>
                  </a:moveTo>
                  <a:lnTo>
                    <a:pt x="159021" y="174"/>
                  </a:lnTo>
                  <a:lnTo>
                    <a:pt x="153730" y="516"/>
                  </a:lnTo>
                  <a:lnTo>
                    <a:pt x="148452" y="1026"/>
                  </a:lnTo>
                  <a:lnTo>
                    <a:pt x="143193" y="1703"/>
                  </a:lnTo>
                  <a:lnTo>
                    <a:pt x="137958" y="2547"/>
                  </a:lnTo>
                  <a:lnTo>
                    <a:pt x="132753" y="3556"/>
                  </a:lnTo>
                  <a:lnTo>
                    <a:pt x="127582" y="4730"/>
                  </a:lnTo>
                  <a:lnTo>
                    <a:pt x="122451" y="6067"/>
                  </a:lnTo>
                  <a:lnTo>
                    <a:pt x="117365" y="7566"/>
                  </a:lnTo>
                  <a:lnTo>
                    <a:pt x="112329" y="9226"/>
                  </a:lnTo>
                  <a:lnTo>
                    <a:pt x="107348" y="11045"/>
                  </a:lnTo>
                  <a:lnTo>
                    <a:pt x="102427" y="13020"/>
                  </a:lnTo>
                  <a:lnTo>
                    <a:pt x="97572" y="15151"/>
                  </a:lnTo>
                  <a:lnTo>
                    <a:pt x="92786" y="17435"/>
                  </a:lnTo>
                  <a:lnTo>
                    <a:pt x="88076" y="19869"/>
                  </a:lnTo>
                  <a:lnTo>
                    <a:pt x="83445" y="22452"/>
                  </a:lnTo>
                  <a:lnTo>
                    <a:pt x="78898" y="25180"/>
                  </a:lnTo>
                  <a:lnTo>
                    <a:pt x="74440" y="28051"/>
                  </a:lnTo>
                  <a:lnTo>
                    <a:pt x="70075" y="31061"/>
                  </a:lnTo>
                  <a:lnTo>
                    <a:pt x="65808" y="34209"/>
                  </a:lnTo>
                  <a:lnTo>
                    <a:pt x="61643" y="37491"/>
                  </a:lnTo>
                  <a:lnTo>
                    <a:pt x="57584" y="40903"/>
                  </a:lnTo>
                  <a:lnTo>
                    <a:pt x="53636" y="44441"/>
                  </a:lnTo>
                  <a:lnTo>
                    <a:pt x="49801" y="48104"/>
                  </a:lnTo>
                  <a:lnTo>
                    <a:pt x="46085" y="51886"/>
                  </a:lnTo>
                  <a:lnTo>
                    <a:pt x="42490" y="55784"/>
                  </a:lnTo>
                  <a:lnTo>
                    <a:pt x="39021" y="59794"/>
                  </a:lnTo>
                  <a:lnTo>
                    <a:pt x="35681" y="63912"/>
                  </a:lnTo>
                  <a:lnTo>
                    <a:pt x="32473" y="68135"/>
                  </a:lnTo>
                  <a:lnTo>
                    <a:pt x="29401" y="72456"/>
                  </a:lnTo>
                  <a:lnTo>
                    <a:pt x="26467" y="76873"/>
                  </a:lnTo>
                  <a:lnTo>
                    <a:pt x="23675" y="81381"/>
                  </a:lnTo>
                  <a:lnTo>
                    <a:pt x="21028" y="85975"/>
                  </a:lnTo>
                  <a:lnTo>
                    <a:pt x="18527" y="90650"/>
                  </a:lnTo>
                  <a:lnTo>
                    <a:pt x="16176" y="95403"/>
                  </a:lnTo>
                  <a:lnTo>
                    <a:pt x="13976" y="100228"/>
                  </a:lnTo>
                  <a:lnTo>
                    <a:pt x="11931" y="105120"/>
                  </a:lnTo>
                  <a:lnTo>
                    <a:pt x="10042" y="110075"/>
                  </a:lnTo>
                  <a:lnTo>
                    <a:pt x="8311" y="115087"/>
                  </a:lnTo>
                  <a:lnTo>
                    <a:pt x="6740" y="120151"/>
                  </a:lnTo>
                  <a:lnTo>
                    <a:pt x="5331" y="125263"/>
                  </a:lnTo>
                  <a:lnTo>
                    <a:pt x="4084" y="130416"/>
                  </a:lnTo>
                  <a:lnTo>
                    <a:pt x="3001" y="135607"/>
                  </a:lnTo>
                  <a:lnTo>
                    <a:pt x="2083" y="140829"/>
                  </a:lnTo>
                  <a:lnTo>
                    <a:pt x="1332" y="146078"/>
                  </a:lnTo>
                  <a:lnTo>
                    <a:pt x="747" y="151348"/>
                  </a:lnTo>
                  <a:lnTo>
                    <a:pt x="330" y="156634"/>
                  </a:lnTo>
                  <a:lnTo>
                    <a:pt x="81" y="161931"/>
                  </a:lnTo>
                  <a:lnTo>
                    <a:pt x="0" y="167233"/>
                  </a:lnTo>
                  <a:lnTo>
                    <a:pt x="86" y="172534"/>
                  </a:lnTo>
                  <a:lnTo>
                    <a:pt x="342" y="177831"/>
                  </a:lnTo>
                  <a:lnTo>
                    <a:pt x="764" y="183116"/>
                  </a:lnTo>
                  <a:lnTo>
                    <a:pt x="1355" y="188386"/>
                  </a:lnTo>
                  <a:lnTo>
                    <a:pt x="2112" y="193634"/>
                  </a:lnTo>
                  <a:lnTo>
                    <a:pt x="3035" y="198855"/>
                  </a:lnTo>
                  <a:lnTo>
                    <a:pt x="4123" y="204045"/>
                  </a:lnTo>
                  <a:lnTo>
                    <a:pt x="5376" y="209197"/>
                  </a:lnTo>
                  <a:lnTo>
                    <a:pt x="6791" y="214307"/>
                  </a:lnTo>
                  <a:lnTo>
                    <a:pt x="8367" y="219370"/>
                  </a:lnTo>
                  <a:lnTo>
                    <a:pt x="10104" y="224380"/>
                  </a:lnTo>
                  <a:lnTo>
                    <a:pt x="11998" y="229333"/>
                  </a:lnTo>
                  <a:lnTo>
                    <a:pt x="14048" y="234222"/>
                  </a:lnTo>
                  <a:lnTo>
                    <a:pt x="16253" y="239045"/>
                  </a:lnTo>
                  <a:lnTo>
                    <a:pt x="18609" y="243795"/>
                  </a:lnTo>
                  <a:lnTo>
                    <a:pt x="21115" y="248468"/>
                  </a:lnTo>
                  <a:lnTo>
                    <a:pt x="23768" y="253059"/>
                  </a:lnTo>
                  <a:lnTo>
                    <a:pt x="26565" y="257564"/>
                  </a:lnTo>
                  <a:lnTo>
                    <a:pt x="29503" y="261978"/>
                  </a:lnTo>
                  <a:lnTo>
                    <a:pt x="32580" y="266296"/>
                  </a:lnTo>
                  <a:lnTo>
                    <a:pt x="35793" y="270515"/>
                  </a:lnTo>
                  <a:lnTo>
                    <a:pt x="39137" y="274629"/>
                  </a:lnTo>
                  <a:lnTo>
                    <a:pt x="42610" y="278636"/>
                  </a:lnTo>
                  <a:lnTo>
                    <a:pt x="46209" y="282530"/>
                  </a:lnTo>
                  <a:lnTo>
                    <a:pt x="49930" y="286308"/>
                  </a:lnTo>
                  <a:lnTo>
                    <a:pt x="53768" y="289966"/>
                  </a:lnTo>
                  <a:lnTo>
                    <a:pt x="57720" y="293501"/>
                  </a:lnTo>
                  <a:lnTo>
                    <a:pt x="61783" y="296908"/>
                  </a:lnTo>
                  <a:lnTo>
                    <a:pt x="65951" y="300185"/>
                  </a:lnTo>
                  <a:lnTo>
                    <a:pt x="70222" y="303329"/>
                  </a:lnTo>
                  <a:lnTo>
                    <a:pt x="74590" y="306335"/>
                  </a:lnTo>
                  <a:lnTo>
                    <a:pt x="79051" y="309201"/>
                  </a:lnTo>
                  <a:lnTo>
                    <a:pt x="83601" y="311924"/>
                  </a:lnTo>
                  <a:lnTo>
                    <a:pt x="88234" y="314501"/>
                  </a:lnTo>
                  <a:lnTo>
                    <a:pt x="92948" y="316931"/>
                  </a:lnTo>
                  <a:lnTo>
                    <a:pt x="97735" y="319209"/>
                  </a:lnTo>
                  <a:lnTo>
                    <a:pt x="102593" y="321335"/>
                  </a:lnTo>
                  <a:lnTo>
                    <a:pt x="107516" y="323305"/>
                  </a:lnTo>
                  <a:lnTo>
                    <a:pt x="112499" y="325118"/>
                  </a:lnTo>
                  <a:lnTo>
                    <a:pt x="117536" y="326773"/>
                  </a:lnTo>
                  <a:lnTo>
                    <a:pt x="122624" y="328267"/>
                  </a:lnTo>
                  <a:lnTo>
                    <a:pt x="127757" y="329598"/>
                  </a:lnTo>
                  <a:lnTo>
                    <a:pt x="132929" y="330766"/>
                  </a:lnTo>
                  <a:lnTo>
                    <a:pt x="138135" y="331770"/>
                  </a:lnTo>
                  <a:lnTo>
                    <a:pt x="143371" y="332608"/>
                  </a:lnTo>
                  <a:lnTo>
                    <a:pt x="148631" y="333279"/>
                  </a:lnTo>
                  <a:lnTo>
                    <a:pt x="153909" y="333784"/>
                  </a:lnTo>
                  <a:lnTo>
                    <a:pt x="159201" y="334120"/>
                  </a:lnTo>
                  <a:lnTo>
                    <a:pt x="164501" y="334289"/>
                  </a:lnTo>
                  <a:lnTo>
                    <a:pt x="169803" y="334289"/>
                  </a:lnTo>
                  <a:lnTo>
                    <a:pt x="175103" y="334122"/>
                  </a:lnTo>
                  <a:lnTo>
                    <a:pt x="180395" y="333786"/>
                  </a:lnTo>
                  <a:lnTo>
                    <a:pt x="185673" y="333283"/>
                  </a:lnTo>
                  <a:lnTo>
                    <a:pt x="190933" y="332612"/>
                  </a:lnTo>
                  <a:lnTo>
                    <a:pt x="196169" y="331775"/>
                  </a:lnTo>
                  <a:lnTo>
                    <a:pt x="201376" y="330773"/>
                  </a:lnTo>
                  <a:lnTo>
                    <a:pt x="206548" y="329605"/>
                  </a:lnTo>
                  <a:lnTo>
                    <a:pt x="211681" y="328275"/>
                  </a:lnTo>
                  <a:lnTo>
                    <a:pt x="216769" y="326782"/>
                  </a:lnTo>
                  <a:lnTo>
                    <a:pt x="221807" y="325128"/>
                  </a:lnTo>
                  <a:lnTo>
                    <a:pt x="226790" y="323316"/>
                  </a:lnTo>
                  <a:lnTo>
                    <a:pt x="231713" y="321346"/>
                  </a:lnTo>
                  <a:lnTo>
                    <a:pt x="236571" y="319222"/>
                  </a:lnTo>
                  <a:lnTo>
                    <a:pt x="241359" y="316944"/>
                  </a:lnTo>
                  <a:lnTo>
                    <a:pt x="246073" y="314516"/>
                  </a:lnTo>
                  <a:lnTo>
                    <a:pt x="250707" y="311939"/>
                  </a:lnTo>
                  <a:lnTo>
                    <a:pt x="255258" y="309217"/>
                  </a:lnTo>
                  <a:lnTo>
                    <a:pt x="259719" y="306351"/>
                  </a:lnTo>
                  <a:lnTo>
                    <a:pt x="264088" y="303346"/>
                  </a:lnTo>
                  <a:lnTo>
                    <a:pt x="268359" y="300204"/>
                  </a:lnTo>
                  <a:lnTo>
                    <a:pt x="272528" y="296927"/>
                  </a:lnTo>
                  <a:lnTo>
                    <a:pt x="276591" y="293520"/>
                  </a:lnTo>
                  <a:lnTo>
                    <a:pt x="280544" y="289987"/>
                  </a:lnTo>
                  <a:lnTo>
                    <a:pt x="284383" y="286329"/>
                  </a:lnTo>
                  <a:lnTo>
                    <a:pt x="288104" y="282551"/>
                  </a:lnTo>
                  <a:lnTo>
                    <a:pt x="291703" y="278658"/>
                  </a:lnTo>
                  <a:lnTo>
                    <a:pt x="295177" y="274652"/>
                  </a:lnTo>
                  <a:lnTo>
                    <a:pt x="298523" y="270538"/>
                  </a:lnTo>
                  <a:lnTo>
                    <a:pt x="301736" y="266320"/>
                  </a:lnTo>
                  <a:lnTo>
                    <a:pt x="304814" y="262002"/>
                  </a:lnTo>
                  <a:lnTo>
                    <a:pt x="307753" y="257589"/>
                  </a:lnTo>
                  <a:lnTo>
                    <a:pt x="310551" y="253085"/>
                  </a:lnTo>
                  <a:lnTo>
                    <a:pt x="313204" y="248494"/>
                  </a:lnTo>
                  <a:lnTo>
                    <a:pt x="315711" y="243822"/>
                  </a:lnTo>
                  <a:lnTo>
                    <a:pt x="318068" y="239072"/>
                  </a:lnTo>
                  <a:lnTo>
                    <a:pt x="320273" y="234250"/>
                  </a:lnTo>
                  <a:lnTo>
                    <a:pt x="322325" y="229360"/>
                  </a:lnTo>
                  <a:lnTo>
                    <a:pt x="324220" y="224408"/>
                  </a:lnTo>
                  <a:lnTo>
                    <a:pt x="325957" y="219398"/>
                  </a:lnTo>
                  <a:lnTo>
                    <a:pt x="327534" y="214336"/>
                  </a:lnTo>
                  <a:lnTo>
                    <a:pt x="328951" y="209226"/>
                  </a:lnTo>
                  <a:lnTo>
                    <a:pt x="330204" y="204074"/>
                  </a:lnTo>
                  <a:lnTo>
                    <a:pt x="331293" y="198885"/>
                  </a:lnTo>
                  <a:lnTo>
                    <a:pt x="332217" y="193663"/>
                  </a:lnTo>
                  <a:lnTo>
                    <a:pt x="332975" y="188415"/>
                  </a:lnTo>
                  <a:lnTo>
                    <a:pt x="333567" y="183146"/>
                  </a:lnTo>
                  <a:lnTo>
                    <a:pt x="333990" y="177861"/>
                  </a:lnTo>
                  <a:lnTo>
                    <a:pt x="334246" y="172564"/>
                  </a:lnTo>
                  <a:lnTo>
                    <a:pt x="334334" y="167263"/>
                  </a:lnTo>
                  <a:lnTo>
                    <a:pt x="334254" y="161961"/>
                  </a:lnTo>
                  <a:lnTo>
                    <a:pt x="334006" y="156664"/>
                  </a:lnTo>
                  <a:lnTo>
                    <a:pt x="333589" y="151378"/>
                  </a:lnTo>
                  <a:lnTo>
                    <a:pt x="333006" y="146108"/>
                  </a:lnTo>
                  <a:lnTo>
                    <a:pt x="332255" y="140859"/>
                  </a:lnTo>
                  <a:lnTo>
                    <a:pt x="331338" y="135636"/>
                  </a:lnTo>
                  <a:lnTo>
                    <a:pt x="330257" y="130446"/>
                  </a:lnTo>
                  <a:lnTo>
                    <a:pt x="329011" y="125292"/>
                  </a:lnTo>
                  <a:lnTo>
                    <a:pt x="327602" y="120180"/>
                  </a:lnTo>
                  <a:lnTo>
                    <a:pt x="326032" y="115115"/>
                  </a:lnTo>
                  <a:lnTo>
                    <a:pt x="324302" y="110103"/>
                  </a:lnTo>
                  <a:lnTo>
                    <a:pt x="322414" y="105148"/>
                  </a:lnTo>
                  <a:lnTo>
                    <a:pt x="320370" y="100255"/>
                  </a:lnTo>
                  <a:lnTo>
                    <a:pt x="318171" y="95430"/>
                  </a:lnTo>
                  <a:lnTo>
                    <a:pt x="315821" y="90677"/>
                  </a:lnTo>
                  <a:lnTo>
                    <a:pt x="313321" y="86001"/>
                  </a:lnTo>
                  <a:lnTo>
                    <a:pt x="310674" y="81407"/>
                  </a:lnTo>
                  <a:lnTo>
                    <a:pt x="307883" y="76898"/>
                  </a:lnTo>
                  <a:lnTo>
                    <a:pt x="304950" y="72481"/>
                  </a:lnTo>
                  <a:lnTo>
                    <a:pt x="301878" y="68159"/>
                  </a:lnTo>
                  <a:lnTo>
                    <a:pt x="298671" y="63936"/>
                  </a:lnTo>
                  <a:lnTo>
                    <a:pt x="295332" y="59817"/>
                  </a:lnTo>
                  <a:lnTo>
                    <a:pt x="291863" y="55806"/>
                  </a:lnTo>
                  <a:lnTo>
                    <a:pt x="288270" y="51908"/>
                  </a:lnTo>
                  <a:lnTo>
                    <a:pt x="284554" y="48125"/>
                  </a:lnTo>
                  <a:lnTo>
                    <a:pt x="280720" y="44462"/>
                  </a:lnTo>
                  <a:lnTo>
                    <a:pt x="276772" y="40922"/>
                  </a:lnTo>
                  <a:lnTo>
                    <a:pt x="272714" y="37509"/>
                  </a:lnTo>
                  <a:lnTo>
                    <a:pt x="268550" y="34227"/>
                  </a:lnTo>
                  <a:lnTo>
                    <a:pt x="264283" y="31079"/>
                  </a:lnTo>
                  <a:lnTo>
                    <a:pt x="259919" y="28067"/>
                  </a:lnTo>
                  <a:lnTo>
                    <a:pt x="255461" y="25195"/>
                  </a:lnTo>
                  <a:lnTo>
                    <a:pt x="250915" y="22467"/>
                  </a:lnTo>
                  <a:lnTo>
                    <a:pt x="246285" y="19883"/>
                  </a:lnTo>
                  <a:lnTo>
                    <a:pt x="241574" y="17448"/>
                  </a:lnTo>
                  <a:lnTo>
                    <a:pt x="236789" y="15164"/>
                  </a:lnTo>
                  <a:lnTo>
                    <a:pt x="231934" y="13032"/>
                  </a:lnTo>
                  <a:lnTo>
                    <a:pt x="227014" y="11055"/>
                  </a:lnTo>
                  <a:lnTo>
                    <a:pt x="222034" y="9236"/>
                  </a:lnTo>
                  <a:lnTo>
                    <a:pt x="216998" y="7575"/>
                  </a:lnTo>
                  <a:lnTo>
                    <a:pt x="211912" y="6075"/>
                  </a:lnTo>
                  <a:lnTo>
                    <a:pt x="206781" y="4737"/>
                  </a:lnTo>
                  <a:lnTo>
                    <a:pt x="201611" y="3562"/>
                  </a:lnTo>
                  <a:lnTo>
                    <a:pt x="196405" y="2552"/>
                  </a:lnTo>
                  <a:lnTo>
                    <a:pt x="191171" y="1708"/>
                  </a:lnTo>
                  <a:lnTo>
                    <a:pt x="185912" y="1030"/>
                  </a:lnTo>
                  <a:lnTo>
                    <a:pt x="180634" y="519"/>
                  </a:lnTo>
                  <a:lnTo>
                    <a:pt x="175343" y="175"/>
                  </a:lnTo>
                  <a:lnTo>
                    <a:pt x="170043" y="0"/>
                  </a:lnTo>
                  <a:lnTo>
                    <a:pt x="167167" y="16714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983779" y="3170392"/>
              <a:ext cx="2876" cy="167167"/>
            </a:xfrm>
            <a:custGeom>
              <a:avLst/>
              <a:pathLst>
                <a:path w="2876" h="167167">
                  <a:moveTo>
                    <a:pt x="2876" y="2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3802" y="2633064"/>
              <a:ext cx="35209" cy="167167"/>
            </a:xfrm>
            <a:custGeom>
              <a:avLst/>
              <a:pathLst>
                <a:path w="35209" h="167167">
                  <a:moveTo>
                    <a:pt x="35209" y="0"/>
                  </a:moveTo>
                  <a:lnTo>
                    <a:pt x="28116" y="150"/>
                  </a:lnTo>
                  <a:lnTo>
                    <a:pt x="21036" y="601"/>
                  </a:lnTo>
                  <a:lnTo>
                    <a:pt x="13981" y="1353"/>
                  </a:lnTo>
                  <a:lnTo>
                    <a:pt x="6965" y="2403"/>
                  </a:lnTo>
                  <a:lnTo>
                    <a:pt x="0" y="3749"/>
                  </a:lnTo>
                  <a:lnTo>
                    <a:pt x="3520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3802" y="2636814"/>
              <a:ext cx="35209" cy="163417"/>
            </a:xfrm>
            <a:custGeom>
              <a:avLst/>
              <a:pathLst>
                <a:path w="35209" h="163417">
                  <a:moveTo>
                    <a:pt x="0" y="0"/>
                  </a:moveTo>
                  <a:lnTo>
                    <a:pt x="35209" y="16341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3802" y="2636814"/>
              <a:ext cx="35209" cy="163417"/>
            </a:xfrm>
            <a:custGeom>
              <a:avLst/>
              <a:pathLst>
                <a:path w="35209" h="163417">
                  <a:moveTo>
                    <a:pt x="0" y="0"/>
                  </a:moveTo>
                  <a:lnTo>
                    <a:pt x="35209" y="16341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3802" y="2636814"/>
              <a:ext cx="35209" cy="163417"/>
            </a:xfrm>
            <a:custGeom>
              <a:avLst/>
              <a:pathLst>
                <a:path w="35209" h="163417">
                  <a:moveTo>
                    <a:pt x="0" y="0"/>
                  </a:moveTo>
                  <a:lnTo>
                    <a:pt x="35209" y="1634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3802" y="2636814"/>
              <a:ext cx="35209" cy="163417"/>
            </a:xfrm>
            <a:custGeom>
              <a:avLst/>
              <a:pathLst>
                <a:path w="35209" h="163417">
                  <a:moveTo>
                    <a:pt x="0" y="0"/>
                  </a:moveTo>
                  <a:lnTo>
                    <a:pt x="35209" y="1634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3802" y="2636814"/>
              <a:ext cx="35209" cy="163417"/>
            </a:xfrm>
            <a:custGeom>
              <a:avLst/>
              <a:pathLst>
                <a:path w="35209" h="163417">
                  <a:moveTo>
                    <a:pt x="0" y="0"/>
                  </a:moveTo>
                  <a:lnTo>
                    <a:pt x="35209" y="1634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3802" y="2636814"/>
              <a:ext cx="35209" cy="163417"/>
            </a:xfrm>
            <a:custGeom>
              <a:avLst/>
              <a:pathLst>
                <a:path w="35209" h="163417">
                  <a:moveTo>
                    <a:pt x="0" y="0"/>
                  </a:moveTo>
                  <a:lnTo>
                    <a:pt x="35209" y="1634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3802" y="2636814"/>
              <a:ext cx="35209" cy="163417"/>
            </a:xfrm>
            <a:custGeom>
              <a:avLst/>
              <a:pathLst>
                <a:path w="35209" h="163417">
                  <a:moveTo>
                    <a:pt x="0" y="0"/>
                  </a:moveTo>
                  <a:lnTo>
                    <a:pt x="35209" y="16341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3802" y="2636814"/>
              <a:ext cx="35209" cy="163417"/>
            </a:xfrm>
            <a:custGeom>
              <a:avLst/>
              <a:pathLst>
                <a:path w="35209" h="163417">
                  <a:moveTo>
                    <a:pt x="0" y="0"/>
                  </a:moveTo>
                  <a:lnTo>
                    <a:pt x="35209" y="16341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3802" y="2636814"/>
              <a:ext cx="35209" cy="163417"/>
            </a:xfrm>
            <a:custGeom>
              <a:avLst/>
              <a:pathLst>
                <a:path w="35209" h="163417">
                  <a:moveTo>
                    <a:pt x="0" y="0"/>
                  </a:moveTo>
                  <a:lnTo>
                    <a:pt x="35209" y="16341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3802" y="2636814"/>
              <a:ext cx="35209" cy="163417"/>
            </a:xfrm>
            <a:custGeom>
              <a:avLst/>
              <a:pathLst>
                <a:path w="35209" h="163417">
                  <a:moveTo>
                    <a:pt x="0" y="0"/>
                  </a:moveTo>
                  <a:lnTo>
                    <a:pt x="35209" y="16341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3802" y="2636814"/>
              <a:ext cx="35209" cy="163417"/>
            </a:xfrm>
            <a:custGeom>
              <a:avLst/>
              <a:pathLst>
                <a:path w="35209" h="163417">
                  <a:moveTo>
                    <a:pt x="0" y="0"/>
                  </a:moveTo>
                  <a:lnTo>
                    <a:pt x="35209" y="1634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3802" y="2636814"/>
              <a:ext cx="35209" cy="163417"/>
            </a:xfrm>
            <a:custGeom>
              <a:avLst/>
              <a:pathLst>
                <a:path w="35209" h="163417">
                  <a:moveTo>
                    <a:pt x="0" y="0"/>
                  </a:moveTo>
                  <a:lnTo>
                    <a:pt x="35209" y="1634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3802" y="2636814"/>
              <a:ext cx="35209" cy="163417"/>
            </a:xfrm>
            <a:custGeom>
              <a:avLst/>
              <a:pathLst>
                <a:path w="35209" h="163417">
                  <a:moveTo>
                    <a:pt x="0" y="0"/>
                  </a:moveTo>
                  <a:lnTo>
                    <a:pt x="35209" y="1634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3802" y="2636814"/>
              <a:ext cx="35209" cy="163417"/>
            </a:xfrm>
            <a:custGeom>
              <a:avLst/>
              <a:pathLst>
                <a:path w="35209" h="163417">
                  <a:moveTo>
                    <a:pt x="0" y="0"/>
                  </a:moveTo>
                  <a:lnTo>
                    <a:pt x="35209" y="1634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3802" y="2636814"/>
              <a:ext cx="35209" cy="163417"/>
            </a:xfrm>
            <a:custGeom>
              <a:avLst/>
              <a:pathLst>
                <a:path w="35209" h="163417">
                  <a:moveTo>
                    <a:pt x="0" y="0"/>
                  </a:moveTo>
                  <a:lnTo>
                    <a:pt x="35209" y="16341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83802" y="2636814"/>
              <a:ext cx="35209" cy="163417"/>
            </a:xfrm>
            <a:custGeom>
              <a:avLst/>
              <a:pathLst>
                <a:path w="35209" h="163417">
                  <a:moveTo>
                    <a:pt x="0" y="0"/>
                  </a:moveTo>
                  <a:lnTo>
                    <a:pt x="35209" y="1634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83802" y="2636814"/>
              <a:ext cx="35209" cy="163417"/>
            </a:xfrm>
            <a:custGeom>
              <a:avLst/>
              <a:pathLst>
                <a:path w="35209" h="163417">
                  <a:moveTo>
                    <a:pt x="0" y="0"/>
                  </a:moveTo>
                  <a:lnTo>
                    <a:pt x="35209" y="1634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83802" y="2636814"/>
              <a:ext cx="35209" cy="163417"/>
            </a:xfrm>
            <a:custGeom>
              <a:avLst/>
              <a:pathLst>
                <a:path w="35209" h="163417">
                  <a:moveTo>
                    <a:pt x="0" y="0"/>
                  </a:moveTo>
                  <a:lnTo>
                    <a:pt x="35209" y="16341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83802" y="2636814"/>
              <a:ext cx="35209" cy="163417"/>
            </a:xfrm>
            <a:custGeom>
              <a:avLst/>
              <a:pathLst>
                <a:path w="35209" h="163417">
                  <a:moveTo>
                    <a:pt x="0" y="0"/>
                  </a:moveTo>
                  <a:lnTo>
                    <a:pt x="35209" y="1634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83802" y="2636814"/>
              <a:ext cx="35209" cy="163417"/>
            </a:xfrm>
            <a:custGeom>
              <a:avLst/>
              <a:pathLst>
                <a:path w="35209" h="163417">
                  <a:moveTo>
                    <a:pt x="0" y="0"/>
                  </a:moveTo>
                  <a:lnTo>
                    <a:pt x="35209" y="1634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83802" y="2636814"/>
              <a:ext cx="35209" cy="163417"/>
            </a:xfrm>
            <a:custGeom>
              <a:avLst/>
              <a:pathLst>
                <a:path w="35209" h="163417">
                  <a:moveTo>
                    <a:pt x="0" y="0"/>
                  </a:moveTo>
                  <a:lnTo>
                    <a:pt x="35209" y="1634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883802" y="2636814"/>
              <a:ext cx="35209" cy="163417"/>
            </a:xfrm>
            <a:custGeom>
              <a:avLst/>
              <a:pathLst>
                <a:path w="35209" h="163417">
                  <a:moveTo>
                    <a:pt x="0" y="0"/>
                  </a:moveTo>
                  <a:lnTo>
                    <a:pt x="35209" y="1634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883802" y="2636814"/>
              <a:ext cx="35209" cy="163417"/>
            </a:xfrm>
            <a:custGeom>
              <a:avLst/>
              <a:pathLst>
                <a:path w="35209" h="163417">
                  <a:moveTo>
                    <a:pt x="0" y="0"/>
                  </a:moveTo>
                  <a:lnTo>
                    <a:pt x="35209" y="16341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883802" y="2636814"/>
              <a:ext cx="35209" cy="163417"/>
            </a:xfrm>
            <a:custGeom>
              <a:avLst/>
              <a:pathLst>
                <a:path w="35209" h="163417">
                  <a:moveTo>
                    <a:pt x="0" y="0"/>
                  </a:moveTo>
                  <a:lnTo>
                    <a:pt x="35209" y="16341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51844" y="2636814"/>
              <a:ext cx="334323" cy="330575"/>
            </a:xfrm>
            <a:custGeom>
              <a:avLst/>
              <a:pathLst>
                <a:path w="334323" h="330575">
                  <a:moveTo>
                    <a:pt x="131958" y="0"/>
                  </a:moveTo>
                  <a:lnTo>
                    <a:pt x="126810" y="1194"/>
                  </a:lnTo>
                  <a:lnTo>
                    <a:pt x="121704" y="2550"/>
                  </a:lnTo>
                  <a:lnTo>
                    <a:pt x="116642" y="4068"/>
                  </a:lnTo>
                  <a:lnTo>
                    <a:pt x="111631" y="5744"/>
                  </a:lnTo>
                  <a:lnTo>
                    <a:pt x="106676" y="7578"/>
                  </a:lnTo>
                  <a:lnTo>
                    <a:pt x="101781" y="9568"/>
                  </a:lnTo>
                  <a:lnTo>
                    <a:pt x="96951" y="11711"/>
                  </a:lnTo>
                  <a:lnTo>
                    <a:pt x="92191" y="14006"/>
                  </a:lnTo>
                  <a:lnTo>
                    <a:pt x="87507" y="16450"/>
                  </a:lnTo>
                  <a:lnTo>
                    <a:pt x="82901" y="19041"/>
                  </a:lnTo>
                  <a:lnTo>
                    <a:pt x="78381" y="21777"/>
                  </a:lnTo>
                  <a:lnTo>
                    <a:pt x="73948" y="24654"/>
                  </a:lnTo>
                  <a:lnTo>
                    <a:pt x="69609" y="27669"/>
                  </a:lnTo>
                  <a:lnTo>
                    <a:pt x="65368" y="30820"/>
                  </a:lnTo>
                  <a:lnTo>
                    <a:pt x="61228" y="34104"/>
                  </a:lnTo>
                  <a:lnTo>
                    <a:pt x="57194" y="37517"/>
                  </a:lnTo>
                  <a:lnTo>
                    <a:pt x="53270" y="41055"/>
                  </a:lnTo>
                  <a:lnTo>
                    <a:pt x="49459" y="44716"/>
                  </a:lnTo>
                  <a:lnTo>
                    <a:pt x="45767" y="48495"/>
                  </a:lnTo>
                  <a:lnTo>
                    <a:pt x="42195" y="52390"/>
                  </a:lnTo>
                  <a:lnTo>
                    <a:pt x="38749" y="56395"/>
                  </a:lnTo>
                  <a:lnTo>
                    <a:pt x="35430" y="60507"/>
                  </a:lnTo>
                  <a:lnTo>
                    <a:pt x="32244" y="64722"/>
                  </a:lnTo>
                  <a:lnTo>
                    <a:pt x="29192" y="69036"/>
                  </a:lnTo>
                  <a:lnTo>
                    <a:pt x="26278" y="73443"/>
                  </a:lnTo>
                  <a:lnTo>
                    <a:pt x="23505" y="77941"/>
                  </a:lnTo>
                  <a:lnTo>
                    <a:pt x="20875" y="82524"/>
                  </a:lnTo>
                  <a:lnTo>
                    <a:pt x="18391" y="87188"/>
                  </a:lnTo>
                  <a:lnTo>
                    <a:pt x="16057" y="91928"/>
                  </a:lnTo>
                  <a:lnTo>
                    <a:pt x="13873" y="96740"/>
                  </a:lnTo>
                  <a:lnTo>
                    <a:pt x="11842" y="101618"/>
                  </a:lnTo>
                  <a:lnTo>
                    <a:pt x="9966" y="106558"/>
                  </a:lnTo>
                  <a:lnTo>
                    <a:pt x="8248" y="111555"/>
                  </a:lnTo>
                  <a:lnTo>
                    <a:pt x="6688" y="116603"/>
                  </a:lnTo>
                  <a:lnTo>
                    <a:pt x="5289" y="121699"/>
                  </a:lnTo>
                  <a:lnTo>
                    <a:pt x="4051" y="126836"/>
                  </a:lnTo>
                  <a:lnTo>
                    <a:pt x="2976" y="132009"/>
                  </a:lnTo>
                  <a:lnTo>
                    <a:pt x="2066" y="137214"/>
                  </a:lnTo>
                  <a:lnTo>
                    <a:pt x="1320" y="142445"/>
                  </a:lnTo>
                  <a:lnTo>
                    <a:pt x="740" y="147697"/>
                  </a:lnTo>
                  <a:lnTo>
                    <a:pt x="327" y="152965"/>
                  </a:lnTo>
                  <a:lnTo>
                    <a:pt x="80" y="158243"/>
                  </a:lnTo>
                  <a:lnTo>
                    <a:pt x="0" y="163527"/>
                  </a:lnTo>
                  <a:lnTo>
                    <a:pt x="86" y="168810"/>
                  </a:lnTo>
                  <a:lnTo>
                    <a:pt x="340" y="174088"/>
                  </a:lnTo>
                  <a:lnTo>
                    <a:pt x="761" y="179355"/>
                  </a:lnTo>
                  <a:lnTo>
                    <a:pt x="1348" y="184606"/>
                  </a:lnTo>
                  <a:lnTo>
                    <a:pt x="2100" y="189836"/>
                  </a:lnTo>
                  <a:lnTo>
                    <a:pt x="3018" y="195040"/>
                  </a:lnTo>
                  <a:lnTo>
                    <a:pt x="4099" y="200212"/>
                  </a:lnTo>
                  <a:lnTo>
                    <a:pt x="5344" y="205348"/>
                  </a:lnTo>
                  <a:lnTo>
                    <a:pt x="6750" y="210441"/>
                  </a:lnTo>
                  <a:lnTo>
                    <a:pt x="8316" y="215488"/>
                  </a:lnTo>
                  <a:lnTo>
                    <a:pt x="10041" y="220482"/>
                  </a:lnTo>
                  <a:lnTo>
                    <a:pt x="11923" y="225419"/>
                  </a:lnTo>
                  <a:lnTo>
                    <a:pt x="13960" y="230295"/>
                  </a:lnTo>
                  <a:lnTo>
                    <a:pt x="16150" y="235104"/>
                  </a:lnTo>
                  <a:lnTo>
                    <a:pt x="18492" y="239841"/>
                  </a:lnTo>
                  <a:lnTo>
                    <a:pt x="20981" y="244501"/>
                  </a:lnTo>
                  <a:lnTo>
                    <a:pt x="23617" y="249081"/>
                  </a:lnTo>
                  <a:lnTo>
                    <a:pt x="26396" y="253575"/>
                  </a:lnTo>
                  <a:lnTo>
                    <a:pt x="29316" y="257979"/>
                  </a:lnTo>
                  <a:lnTo>
                    <a:pt x="32373" y="262289"/>
                  </a:lnTo>
                  <a:lnTo>
                    <a:pt x="35565" y="266499"/>
                  </a:lnTo>
                  <a:lnTo>
                    <a:pt x="38889" y="270607"/>
                  </a:lnTo>
                  <a:lnTo>
                    <a:pt x="42341" y="274608"/>
                  </a:lnTo>
                  <a:lnTo>
                    <a:pt x="45917" y="278498"/>
                  </a:lnTo>
                  <a:lnTo>
                    <a:pt x="49615" y="282272"/>
                  </a:lnTo>
                  <a:lnTo>
                    <a:pt x="53430" y="285928"/>
                  </a:lnTo>
                  <a:lnTo>
                    <a:pt x="57359" y="289461"/>
                  </a:lnTo>
                  <a:lnTo>
                    <a:pt x="61398" y="292869"/>
                  </a:lnTo>
                  <a:lnTo>
                    <a:pt x="65542" y="296147"/>
                  </a:lnTo>
                  <a:lnTo>
                    <a:pt x="69787" y="299293"/>
                  </a:lnTo>
                  <a:lnTo>
                    <a:pt x="74130" y="302302"/>
                  </a:lnTo>
                  <a:lnTo>
                    <a:pt x="78566" y="305173"/>
                  </a:lnTo>
                  <a:lnTo>
                    <a:pt x="83091" y="307903"/>
                  </a:lnTo>
                  <a:lnTo>
                    <a:pt x="87699" y="310488"/>
                  </a:lnTo>
                  <a:lnTo>
                    <a:pt x="92387" y="312926"/>
                  </a:lnTo>
                  <a:lnTo>
                    <a:pt x="97150" y="315215"/>
                  </a:lnTo>
                  <a:lnTo>
                    <a:pt x="101982" y="317352"/>
                  </a:lnTo>
                  <a:lnTo>
                    <a:pt x="106880" y="319335"/>
                  </a:lnTo>
                  <a:lnTo>
                    <a:pt x="111838" y="321162"/>
                  </a:lnTo>
                  <a:lnTo>
                    <a:pt x="116851" y="322832"/>
                  </a:lnTo>
                  <a:lnTo>
                    <a:pt x="121915" y="324343"/>
                  </a:lnTo>
                  <a:lnTo>
                    <a:pt x="127023" y="325693"/>
                  </a:lnTo>
                  <a:lnTo>
                    <a:pt x="132172" y="326880"/>
                  </a:lnTo>
                  <a:lnTo>
                    <a:pt x="137356" y="327905"/>
                  </a:lnTo>
                  <a:lnTo>
                    <a:pt x="142569" y="328765"/>
                  </a:lnTo>
                  <a:lnTo>
                    <a:pt x="147807" y="329460"/>
                  </a:lnTo>
                  <a:lnTo>
                    <a:pt x="153065" y="329989"/>
                  </a:lnTo>
                  <a:lnTo>
                    <a:pt x="158336" y="330351"/>
                  </a:lnTo>
                  <a:lnTo>
                    <a:pt x="163617" y="330547"/>
                  </a:lnTo>
                  <a:lnTo>
                    <a:pt x="168901" y="330575"/>
                  </a:lnTo>
                  <a:lnTo>
                    <a:pt x="174183" y="330437"/>
                  </a:lnTo>
                  <a:lnTo>
                    <a:pt x="179458" y="330132"/>
                  </a:lnTo>
                  <a:lnTo>
                    <a:pt x="184721" y="329660"/>
                  </a:lnTo>
                  <a:lnTo>
                    <a:pt x="189966" y="329022"/>
                  </a:lnTo>
                  <a:lnTo>
                    <a:pt x="195189" y="328219"/>
                  </a:lnTo>
                  <a:lnTo>
                    <a:pt x="200383" y="327251"/>
                  </a:lnTo>
                  <a:lnTo>
                    <a:pt x="205545" y="326119"/>
                  </a:lnTo>
                  <a:lnTo>
                    <a:pt x="210668" y="324825"/>
                  </a:lnTo>
                  <a:lnTo>
                    <a:pt x="215747" y="323370"/>
                  </a:lnTo>
                  <a:lnTo>
                    <a:pt x="220778" y="321754"/>
                  </a:lnTo>
                  <a:lnTo>
                    <a:pt x="225756" y="319981"/>
                  </a:lnTo>
                  <a:lnTo>
                    <a:pt x="230675" y="318051"/>
                  </a:lnTo>
                  <a:lnTo>
                    <a:pt x="235530" y="315967"/>
                  </a:lnTo>
                  <a:lnTo>
                    <a:pt x="240317" y="313730"/>
                  </a:lnTo>
                  <a:lnTo>
                    <a:pt x="245031" y="311343"/>
                  </a:lnTo>
                  <a:lnTo>
                    <a:pt x="249668" y="308808"/>
                  </a:lnTo>
                  <a:lnTo>
                    <a:pt x="254222" y="306128"/>
                  </a:lnTo>
                  <a:lnTo>
                    <a:pt x="258689" y="303305"/>
                  </a:lnTo>
                  <a:lnTo>
                    <a:pt x="263064" y="300343"/>
                  </a:lnTo>
                  <a:lnTo>
                    <a:pt x="267344" y="297244"/>
                  </a:lnTo>
                  <a:lnTo>
                    <a:pt x="271523" y="294011"/>
                  </a:lnTo>
                  <a:lnTo>
                    <a:pt x="275598" y="290647"/>
                  </a:lnTo>
                  <a:lnTo>
                    <a:pt x="279565" y="287157"/>
                  </a:lnTo>
                  <a:lnTo>
                    <a:pt x="283420" y="283543"/>
                  </a:lnTo>
                  <a:lnTo>
                    <a:pt x="287159" y="279808"/>
                  </a:lnTo>
                  <a:lnTo>
                    <a:pt x="290777" y="275958"/>
                  </a:lnTo>
                  <a:lnTo>
                    <a:pt x="294272" y="271995"/>
                  </a:lnTo>
                  <a:lnTo>
                    <a:pt x="297640" y="267924"/>
                  </a:lnTo>
                  <a:lnTo>
                    <a:pt x="300878" y="263748"/>
                  </a:lnTo>
                  <a:lnTo>
                    <a:pt x="303982" y="259472"/>
                  </a:lnTo>
                  <a:lnTo>
                    <a:pt x="306950" y="255100"/>
                  </a:lnTo>
                  <a:lnTo>
                    <a:pt x="309777" y="250636"/>
                  </a:lnTo>
                  <a:lnTo>
                    <a:pt x="312463" y="246085"/>
                  </a:lnTo>
                  <a:lnTo>
                    <a:pt x="315003" y="241452"/>
                  </a:lnTo>
                  <a:lnTo>
                    <a:pt x="317395" y="236741"/>
                  </a:lnTo>
                  <a:lnTo>
                    <a:pt x="319638" y="231956"/>
                  </a:lnTo>
                  <a:lnTo>
                    <a:pt x="321728" y="227103"/>
                  </a:lnTo>
                  <a:lnTo>
                    <a:pt x="323663" y="222186"/>
                  </a:lnTo>
                  <a:lnTo>
                    <a:pt x="325443" y="217211"/>
                  </a:lnTo>
                  <a:lnTo>
                    <a:pt x="327064" y="212182"/>
                  </a:lnTo>
                  <a:lnTo>
                    <a:pt x="328525" y="207104"/>
                  </a:lnTo>
                  <a:lnTo>
                    <a:pt x="329825" y="201982"/>
                  </a:lnTo>
                  <a:lnTo>
                    <a:pt x="330963" y="196822"/>
                  </a:lnTo>
                  <a:lnTo>
                    <a:pt x="331937" y="191629"/>
                  </a:lnTo>
                  <a:lnTo>
                    <a:pt x="332746" y="186407"/>
                  </a:lnTo>
                  <a:lnTo>
                    <a:pt x="333390" y="181162"/>
                  </a:lnTo>
                  <a:lnTo>
                    <a:pt x="333868" y="175900"/>
                  </a:lnTo>
                  <a:lnTo>
                    <a:pt x="334179" y="170625"/>
                  </a:lnTo>
                  <a:lnTo>
                    <a:pt x="334323" y="165343"/>
                  </a:lnTo>
                  <a:lnTo>
                    <a:pt x="334301" y="160059"/>
                  </a:lnTo>
                  <a:lnTo>
                    <a:pt x="334111" y="154779"/>
                  </a:lnTo>
                  <a:lnTo>
                    <a:pt x="333755" y="149507"/>
                  </a:lnTo>
                  <a:lnTo>
                    <a:pt x="333232" y="144249"/>
                  </a:lnTo>
                  <a:lnTo>
                    <a:pt x="332543" y="139010"/>
                  </a:lnTo>
                  <a:lnTo>
                    <a:pt x="331689" y="133795"/>
                  </a:lnTo>
                  <a:lnTo>
                    <a:pt x="330671" y="128610"/>
                  </a:lnTo>
                  <a:lnTo>
                    <a:pt x="329489" y="123460"/>
                  </a:lnTo>
                  <a:lnTo>
                    <a:pt x="328145" y="118350"/>
                  </a:lnTo>
                  <a:lnTo>
                    <a:pt x="326640" y="113285"/>
                  </a:lnTo>
                  <a:lnTo>
                    <a:pt x="324976" y="108270"/>
                  </a:lnTo>
                  <a:lnTo>
                    <a:pt x="323154" y="103310"/>
                  </a:lnTo>
                  <a:lnTo>
                    <a:pt x="321177" y="98410"/>
                  </a:lnTo>
                  <a:lnTo>
                    <a:pt x="319045" y="93575"/>
                  </a:lnTo>
                  <a:lnTo>
                    <a:pt x="316762" y="88810"/>
                  </a:lnTo>
                  <a:lnTo>
                    <a:pt x="314329" y="84119"/>
                  </a:lnTo>
                  <a:lnTo>
                    <a:pt x="311750" y="79507"/>
                  </a:lnTo>
                  <a:lnTo>
                    <a:pt x="309025" y="74980"/>
                  </a:lnTo>
                  <a:lnTo>
                    <a:pt x="306159" y="70541"/>
                  </a:lnTo>
                  <a:lnTo>
                    <a:pt x="303155" y="66194"/>
                  </a:lnTo>
                  <a:lnTo>
                    <a:pt x="300014" y="61945"/>
                  </a:lnTo>
                  <a:lnTo>
                    <a:pt x="296741" y="57797"/>
                  </a:lnTo>
                  <a:lnTo>
                    <a:pt x="293338" y="53754"/>
                  </a:lnTo>
                  <a:lnTo>
                    <a:pt x="289809" y="49822"/>
                  </a:lnTo>
                  <a:lnTo>
                    <a:pt x="286157" y="46002"/>
                  </a:lnTo>
                  <a:lnTo>
                    <a:pt x="282387" y="42300"/>
                  </a:lnTo>
                  <a:lnTo>
                    <a:pt x="278502" y="38719"/>
                  </a:lnTo>
                  <a:lnTo>
                    <a:pt x="274505" y="35263"/>
                  </a:lnTo>
                  <a:lnTo>
                    <a:pt x="270401" y="31934"/>
                  </a:lnTo>
                  <a:lnTo>
                    <a:pt x="266194" y="28737"/>
                  </a:lnTo>
                  <a:lnTo>
                    <a:pt x="261888" y="25675"/>
                  </a:lnTo>
                  <a:lnTo>
                    <a:pt x="257487" y="22750"/>
                  </a:lnTo>
                  <a:lnTo>
                    <a:pt x="252996" y="19966"/>
                  </a:lnTo>
                  <a:lnTo>
                    <a:pt x="248420" y="17325"/>
                  </a:lnTo>
                  <a:lnTo>
                    <a:pt x="243762" y="14830"/>
                  </a:lnTo>
                  <a:lnTo>
                    <a:pt x="239028" y="12483"/>
                  </a:lnTo>
                  <a:lnTo>
                    <a:pt x="234221" y="10287"/>
                  </a:lnTo>
                  <a:lnTo>
                    <a:pt x="229348" y="8245"/>
                  </a:lnTo>
                  <a:lnTo>
                    <a:pt x="224413" y="6357"/>
                  </a:lnTo>
                  <a:lnTo>
                    <a:pt x="219420" y="4626"/>
                  </a:lnTo>
                  <a:lnTo>
                    <a:pt x="214376" y="3054"/>
                  </a:lnTo>
                  <a:lnTo>
                    <a:pt x="209284" y="1642"/>
                  </a:lnTo>
                  <a:lnTo>
                    <a:pt x="167167" y="16341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19011" y="2633064"/>
              <a:ext cx="42117" cy="167167"/>
            </a:xfrm>
            <a:custGeom>
              <a:avLst/>
              <a:pathLst>
                <a:path w="42117" h="167167">
                  <a:moveTo>
                    <a:pt x="42117" y="5392"/>
                  </a:moveTo>
                  <a:lnTo>
                    <a:pt x="36204" y="3967"/>
                  </a:lnTo>
                  <a:lnTo>
                    <a:pt x="30243" y="2758"/>
                  </a:lnTo>
                  <a:lnTo>
                    <a:pt x="24243" y="1767"/>
                  </a:lnTo>
                  <a:lnTo>
                    <a:pt x="18210" y="994"/>
                  </a:lnTo>
                  <a:lnTo>
                    <a:pt x="12153" y="442"/>
                  </a:lnTo>
                  <a:lnTo>
                    <a:pt x="6080" y="11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2002" y="2126963"/>
              <a:ext cx="6470" cy="167167"/>
            </a:xfrm>
            <a:custGeom>
              <a:avLst/>
              <a:pathLst>
                <a:path w="6470" h="167167">
                  <a:moveTo>
                    <a:pt x="6470" y="0"/>
                  </a:moveTo>
                  <a:lnTo>
                    <a:pt x="0" y="125"/>
                  </a:lnTo>
                  <a:lnTo>
                    <a:pt x="647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2002" y="2127088"/>
              <a:ext cx="6470" cy="167042"/>
            </a:xfrm>
            <a:custGeom>
              <a:avLst/>
              <a:pathLst>
                <a:path w="6470" h="167042">
                  <a:moveTo>
                    <a:pt x="0" y="0"/>
                  </a:moveTo>
                  <a:lnTo>
                    <a:pt x="6470" y="16704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2002" y="2127088"/>
              <a:ext cx="6470" cy="167042"/>
            </a:xfrm>
            <a:custGeom>
              <a:avLst/>
              <a:pathLst>
                <a:path w="6470" h="167042">
                  <a:moveTo>
                    <a:pt x="0" y="0"/>
                  </a:moveTo>
                  <a:lnTo>
                    <a:pt x="6470" y="1670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2002" y="2127088"/>
              <a:ext cx="6470" cy="167042"/>
            </a:xfrm>
            <a:custGeom>
              <a:avLst/>
              <a:pathLst>
                <a:path w="6470" h="167042">
                  <a:moveTo>
                    <a:pt x="0" y="0"/>
                  </a:moveTo>
                  <a:lnTo>
                    <a:pt x="6470" y="1670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2002" y="2127088"/>
              <a:ext cx="6470" cy="167042"/>
            </a:xfrm>
            <a:custGeom>
              <a:avLst/>
              <a:pathLst>
                <a:path w="6470" h="167042">
                  <a:moveTo>
                    <a:pt x="0" y="0"/>
                  </a:moveTo>
                  <a:lnTo>
                    <a:pt x="6470" y="1670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2002" y="2127088"/>
              <a:ext cx="6470" cy="167042"/>
            </a:xfrm>
            <a:custGeom>
              <a:avLst/>
              <a:pathLst>
                <a:path w="6470" h="167042">
                  <a:moveTo>
                    <a:pt x="0" y="0"/>
                  </a:moveTo>
                  <a:lnTo>
                    <a:pt x="6470" y="1670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2002" y="2127088"/>
              <a:ext cx="6470" cy="167042"/>
            </a:xfrm>
            <a:custGeom>
              <a:avLst/>
              <a:pathLst>
                <a:path w="6470" h="167042">
                  <a:moveTo>
                    <a:pt x="0" y="0"/>
                  </a:moveTo>
                  <a:lnTo>
                    <a:pt x="6470" y="1670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2002" y="2127088"/>
              <a:ext cx="6470" cy="167042"/>
            </a:xfrm>
            <a:custGeom>
              <a:avLst/>
              <a:pathLst>
                <a:path w="6470" h="167042">
                  <a:moveTo>
                    <a:pt x="0" y="0"/>
                  </a:moveTo>
                  <a:lnTo>
                    <a:pt x="6470" y="1670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2002" y="2127088"/>
              <a:ext cx="6470" cy="167042"/>
            </a:xfrm>
            <a:custGeom>
              <a:avLst/>
              <a:pathLst>
                <a:path w="6470" h="167042">
                  <a:moveTo>
                    <a:pt x="0" y="0"/>
                  </a:moveTo>
                  <a:lnTo>
                    <a:pt x="6470" y="1670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2002" y="2127088"/>
              <a:ext cx="6470" cy="167042"/>
            </a:xfrm>
            <a:custGeom>
              <a:avLst/>
              <a:pathLst>
                <a:path w="6470" h="167042">
                  <a:moveTo>
                    <a:pt x="0" y="0"/>
                  </a:moveTo>
                  <a:lnTo>
                    <a:pt x="6470" y="1670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2002" y="2127088"/>
              <a:ext cx="6470" cy="167042"/>
            </a:xfrm>
            <a:custGeom>
              <a:avLst/>
              <a:pathLst>
                <a:path w="6470" h="167042">
                  <a:moveTo>
                    <a:pt x="0" y="0"/>
                  </a:moveTo>
                  <a:lnTo>
                    <a:pt x="6470" y="1670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2002" y="2127088"/>
              <a:ext cx="6470" cy="167042"/>
            </a:xfrm>
            <a:custGeom>
              <a:avLst/>
              <a:pathLst>
                <a:path w="6470" h="167042">
                  <a:moveTo>
                    <a:pt x="0" y="0"/>
                  </a:moveTo>
                  <a:lnTo>
                    <a:pt x="6470" y="1670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2002" y="2127088"/>
              <a:ext cx="6470" cy="167042"/>
            </a:xfrm>
            <a:custGeom>
              <a:avLst/>
              <a:pathLst>
                <a:path w="6470" h="167042">
                  <a:moveTo>
                    <a:pt x="0" y="0"/>
                  </a:moveTo>
                  <a:lnTo>
                    <a:pt x="6470" y="1670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2002" y="2127088"/>
              <a:ext cx="6470" cy="167042"/>
            </a:xfrm>
            <a:custGeom>
              <a:avLst/>
              <a:pathLst>
                <a:path w="6470" h="167042">
                  <a:moveTo>
                    <a:pt x="0" y="0"/>
                  </a:moveTo>
                  <a:lnTo>
                    <a:pt x="6470" y="1670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2002" y="2127088"/>
              <a:ext cx="6470" cy="167042"/>
            </a:xfrm>
            <a:custGeom>
              <a:avLst/>
              <a:pathLst>
                <a:path w="6470" h="167042">
                  <a:moveTo>
                    <a:pt x="0" y="0"/>
                  </a:moveTo>
                  <a:lnTo>
                    <a:pt x="6470" y="1670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2002" y="2127088"/>
              <a:ext cx="6470" cy="167042"/>
            </a:xfrm>
            <a:custGeom>
              <a:avLst/>
              <a:pathLst>
                <a:path w="6470" h="167042">
                  <a:moveTo>
                    <a:pt x="0" y="0"/>
                  </a:moveTo>
                  <a:lnTo>
                    <a:pt x="6470" y="1670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22002" y="2127088"/>
              <a:ext cx="6470" cy="167042"/>
            </a:xfrm>
            <a:custGeom>
              <a:avLst/>
              <a:pathLst>
                <a:path w="6470" h="167042">
                  <a:moveTo>
                    <a:pt x="0" y="0"/>
                  </a:moveTo>
                  <a:lnTo>
                    <a:pt x="6470" y="1670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22002" y="2127088"/>
              <a:ext cx="6470" cy="167042"/>
            </a:xfrm>
            <a:custGeom>
              <a:avLst/>
              <a:pathLst>
                <a:path w="6470" h="167042">
                  <a:moveTo>
                    <a:pt x="0" y="0"/>
                  </a:moveTo>
                  <a:lnTo>
                    <a:pt x="6470" y="1670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22002" y="2127088"/>
              <a:ext cx="6470" cy="167042"/>
            </a:xfrm>
            <a:custGeom>
              <a:avLst/>
              <a:pathLst>
                <a:path w="6470" h="167042">
                  <a:moveTo>
                    <a:pt x="0" y="0"/>
                  </a:moveTo>
                  <a:lnTo>
                    <a:pt x="6470" y="167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22002" y="2127088"/>
              <a:ext cx="6470" cy="167042"/>
            </a:xfrm>
            <a:custGeom>
              <a:avLst/>
              <a:pathLst>
                <a:path w="6470" h="167042">
                  <a:moveTo>
                    <a:pt x="0" y="0"/>
                  </a:moveTo>
                  <a:lnTo>
                    <a:pt x="6470" y="167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22002" y="2127088"/>
              <a:ext cx="6470" cy="167042"/>
            </a:xfrm>
            <a:custGeom>
              <a:avLst/>
              <a:pathLst>
                <a:path w="6470" h="167042">
                  <a:moveTo>
                    <a:pt x="0" y="0"/>
                  </a:moveTo>
                  <a:lnTo>
                    <a:pt x="6470" y="167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22002" y="2127088"/>
              <a:ext cx="6470" cy="167042"/>
            </a:xfrm>
            <a:custGeom>
              <a:avLst/>
              <a:pathLst>
                <a:path w="6470" h="167042">
                  <a:moveTo>
                    <a:pt x="0" y="0"/>
                  </a:moveTo>
                  <a:lnTo>
                    <a:pt x="6470" y="167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22002" y="2127088"/>
              <a:ext cx="6470" cy="167042"/>
            </a:xfrm>
            <a:custGeom>
              <a:avLst/>
              <a:pathLst>
                <a:path w="6470" h="167042">
                  <a:moveTo>
                    <a:pt x="0" y="0"/>
                  </a:moveTo>
                  <a:lnTo>
                    <a:pt x="6470" y="1670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22002" y="2127088"/>
              <a:ext cx="6470" cy="167042"/>
            </a:xfrm>
            <a:custGeom>
              <a:avLst/>
              <a:pathLst>
                <a:path w="6470" h="167042">
                  <a:moveTo>
                    <a:pt x="0" y="0"/>
                  </a:moveTo>
                  <a:lnTo>
                    <a:pt x="6470" y="1670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561305" y="2127088"/>
              <a:ext cx="167167" cy="332788"/>
            </a:xfrm>
            <a:custGeom>
              <a:avLst/>
              <a:pathLst>
                <a:path w="167167" h="332788">
                  <a:moveTo>
                    <a:pt x="160696" y="0"/>
                  </a:moveTo>
                  <a:lnTo>
                    <a:pt x="155362" y="292"/>
                  </a:lnTo>
                  <a:lnTo>
                    <a:pt x="150039" y="754"/>
                  </a:lnTo>
                  <a:lnTo>
                    <a:pt x="144734" y="1386"/>
                  </a:lnTo>
                  <a:lnTo>
                    <a:pt x="139452" y="2188"/>
                  </a:lnTo>
                  <a:lnTo>
                    <a:pt x="134198" y="3158"/>
                  </a:lnTo>
                  <a:lnTo>
                    <a:pt x="128978" y="4295"/>
                  </a:lnTo>
                  <a:lnTo>
                    <a:pt x="123797" y="5598"/>
                  </a:lnTo>
                  <a:lnTo>
                    <a:pt x="118660" y="7067"/>
                  </a:lnTo>
                  <a:lnTo>
                    <a:pt x="113572" y="8698"/>
                  </a:lnTo>
                  <a:lnTo>
                    <a:pt x="108540" y="10492"/>
                  </a:lnTo>
                  <a:lnTo>
                    <a:pt x="103567" y="12445"/>
                  </a:lnTo>
                  <a:lnTo>
                    <a:pt x="98659" y="14557"/>
                  </a:lnTo>
                  <a:lnTo>
                    <a:pt x="93821" y="16824"/>
                  </a:lnTo>
                  <a:lnTo>
                    <a:pt x="89058" y="19244"/>
                  </a:lnTo>
                  <a:lnTo>
                    <a:pt x="84375" y="21816"/>
                  </a:lnTo>
                  <a:lnTo>
                    <a:pt x="79777" y="24536"/>
                  </a:lnTo>
                  <a:lnTo>
                    <a:pt x="75268" y="27401"/>
                  </a:lnTo>
                  <a:lnTo>
                    <a:pt x="70852" y="30409"/>
                  </a:lnTo>
                  <a:lnTo>
                    <a:pt x="66535" y="33557"/>
                  </a:lnTo>
                  <a:lnTo>
                    <a:pt x="62321" y="36841"/>
                  </a:lnTo>
                  <a:lnTo>
                    <a:pt x="58214" y="40257"/>
                  </a:lnTo>
                  <a:lnTo>
                    <a:pt x="54218" y="43804"/>
                  </a:lnTo>
                  <a:lnTo>
                    <a:pt x="50337" y="47476"/>
                  </a:lnTo>
                  <a:lnTo>
                    <a:pt x="46576" y="51271"/>
                  </a:lnTo>
                  <a:lnTo>
                    <a:pt x="42938" y="55183"/>
                  </a:lnTo>
                  <a:lnTo>
                    <a:pt x="39427" y="59210"/>
                  </a:lnTo>
                  <a:lnTo>
                    <a:pt x="36047" y="63347"/>
                  </a:lnTo>
                  <a:lnTo>
                    <a:pt x="32800" y="67590"/>
                  </a:lnTo>
                  <a:lnTo>
                    <a:pt x="29691" y="71935"/>
                  </a:lnTo>
                  <a:lnTo>
                    <a:pt x="26722" y="76377"/>
                  </a:lnTo>
                  <a:lnTo>
                    <a:pt x="23896" y="80911"/>
                  </a:lnTo>
                  <a:lnTo>
                    <a:pt x="21217" y="85533"/>
                  </a:lnTo>
                  <a:lnTo>
                    <a:pt x="18687" y="90239"/>
                  </a:lnTo>
                  <a:lnTo>
                    <a:pt x="16308" y="95023"/>
                  </a:lnTo>
                  <a:lnTo>
                    <a:pt x="14084" y="99880"/>
                  </a:lnTo>
                  <a:lnTo>
                    <a:pt x="12016" y="104807"/>
                  </a:lnTo>
                  <a:lnTo>
                    <a:pt x="10106" y="109796"/>
                  </a:lnTo>
                  <a:lnTo>
                    <a:pt x="8357" y="114845"/>
                  </a:lnTo>
                  <a:lnTo>
                    <a:pt x="6770" y="119946"/>
                  </a:lnTo>
                  <a:lnTo>
                    <a:pt x="5347" y="125096"/>
                  </a:lnTo>
                  <a:lnTo>
                    <a:pt x="4089" y="130288"/>
                  </a:lnTo>
                  <a:lnTo>
                    <a:pt x="2998" y="135518"/>
                  </a:lnTo>
                  <a:lnTo>
                    <a:pt x="2075" y="140781"/>
                  </a:lnTo>
                  <a:lnTo>
                    <a:pt x="1320" y="146070"/>
                  </a:lnTo>
                  <a:lnTo>
                    <a:pt x="734" y="151380"/>
                  </a:lnTo>
                  <a:lnTo>
                    <a:pt x="319" y="156707"/>
                  </a:lnTo>
                  <a:lnTo>
                    <a:pt x="74" y="162044"/>
                  </a:lnTo>
                  <a:lnTo>
                    <a:pt x="0" y="167386"/>
                  </a:lnTo>
                  <a:lnTo>
                    <a:pt x="96" y="172728"/>
                  </a:lnTo>
                  <a:lnTo>
                    <a:pt x="363" y="178064"/>
                  </a:lnTo>
                  <a:lnTo>
                    <a:pt x="800" y="183388"/>
                  </a:lnTo>
                  <a:lnTo>
                    <a:pt x="1408" y="188696"/>
                  </a:lnTo>
                  <a:lnTo>
                    <a:pt x="2184" y="193982"/>
                  </a:lnTo>
                  <a:lnTo>
                    <a:pt x="3129" y="199241"/>
                  </a:lnTo>
                  <a:lnTo>
                    <a:pt x="4242" y="204466"/>
                  </a:lnTo>
                  <a:lnTo>
                    <a:pt x="5521" y="209653"/>
                  </a:lnTo>
                  <a:lnTo>
                    <a:pt x="6966" y="214797"/>
                  </a:lnTo>
                  <a:lnTo>
                    <a:pt x="8573" y="219892"/>
                  </a:lnTo>
                  <a:lnTo>
                    <a:pt x="10343" y="224933"/>
                  </a:lnTo>
                  <a:lnTo>
                    <a:pt x="12273" y="229915"/>
                  </a:lnTo>
                  <a:lnTo>
                    <a:pt x="14362" y="234832"/>
                  </a:lnTo>
                  <a:lnTo>
                    <a:pt x="16606" y="239681"/>
                  </a:lnTo>
                  <a:lnTo>
                    <a:pt x="19004" y="244455"/>
                  </a:lnTo>
                  <a:lnTo>
                    <a:pt x="21554" y="249150"/>
                  </a:lnTo>
                  <a:lnTo>
                    <a:pt x="24252" y="253761"/>
                  </a:lnTo>
                  <a:lnTo>
                    <a:pt x="27096" y="258284"/>
                  </a:lnTo>
                  <a:lnTo>
                    <a:pt x="30083" y="262714"/>
                  </a:lnTo>
                  <a:lnTo>
                    <a:pt x="33211" y="267045"/>
                  </a:lnTo>
                  <a:lnTo>
                    <a:pt x="36475" y="271275"/>
                  </a:lnTo>
                  <a:lnTo>
                    <a:pt x="39872" y="275398"/>
                  </a:lnTo>
                  <a:lnTo>
                    <a:pt x="43400" y="279411"/>
                  </a:lnTo>
                  <a:lnTo>
                    <a:pt x="47054" y="283308"/>
                  </a:lnTo>
                  <a:lnTo>
                    <a:pt x="50831" y="287087"/>
                  </a:lnTo>
                  <a:lnTo>
                    <a:pt x="54726" y="290743"/>
                  </a:lnTo>
                  <a:lnTo>
                    <a:pt x="58737" y="294273"/>
                  </a:lnTo>
                  <a:lnTo>
                    <a:pt x="62858" y="297673"/>
                  </a:lnTo>
                  <a:lnTo>
                    <a:pt x="67086" y="300940"/>
                  </a:lnTo>
                  <a:lnTo>
                    <a:pt x="71415" y="304070"/>
                  </a:lnTo>
                  <a:lnTo>
                    <a:pt x="75843" y="307060"/>
                  </a:lnTo>
                  <a:lnTo>
                    <a:pt x="80364" y="309906"/>
                  </a:lnTo>
                  <a:lnTo>
                    <a:pt x="84974" y="312607"/>
                  </a:lnTo>
                  <a:lnTo>
                    <a:pt x="89668" y="315159"/>
                  </a:lnTo>
                  <a:lnTo>
                    <a:pt x="94440" y="317560"/>
                  </a:lnTo>
                  <a:lnTo>
                    <a:pt x="99287" y="319807"/>
                  </a:lnTo>
                  <a:lnTo>
                    <a:pt x="104204" y="321899"/>
                  </a:lnTo>
                  <a:lnTo>
                    <a:pt x="109185" y="323831"/>
                  </a:lnTo>
                  <a:lnTo>
                    <a:pt x="114225" y="325604"/>
                  </a:lnTo>
                  <a:lnTo>
                    <a:pt x="119319" y="327215"/>
                  </a:lnTo>
                  <a:lnTo>
                    <a:pt x="124461" y="328662"/>
                  </a:lnTo>
                  <a:lnTo>
                    <a:pt x="129648" y="329944"/>
                  </a:lnTo>
                  <a:lnTo>
                    <a:pt x="134873" y="331060"/>
                  </a:lnTo>
                  <a:lnTo>
                    <a:pt x="140131" y="332008"/>
                  </a:lnTo>
                  <a:lnTo>
                    <a:pt x="145416" y="332788"/>
                  </a:lnTo>
                  <a:lnTo>
                    <a:pt x="167167" y="1670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06721" y="2126963"/>
              <a:ext cx="188901" cy="334333"/>
            </a:xfrm>
            <a:custGeom>
              <a:avLst/>
              <a:pathLst>
                <a:path w="188901" h="334333">
                  <a:moveTo>
                    <a:pt x="0" y="332913"/>
                  </a:moveTo>
                  <a:lnTo>
                    <a:pt x="5275" y="333521"/>
                  </a:lnTo>
                  <a:lnTo>
                    <a:pt x="10567" y="333960"/>
                  </a:lnTo>
                  <a:lnTo>
                    <a:pt x="15870" y="334231"/>
                  </a:lnTo>
                  <a:lnTo>
                    <a:pt x="21180" y="334333"/>
                  </a:lnTo>
                  <a:lnTo>
                    <a:pt x="26490" y="334267"/>
                  </a:lnTo>
                  <a:lnTo>
                    <a:pt x="31795" y="334032"/>
                  </a:lnTo>
                  <a:lnTo>
                    <a:pt x="37090" y="333629"/>
                  </a:lnTo>
                  <a:lnTo>
                    <a:pt x="42369" y="333058"/>
                  </a:lnTo>
                  <a:lnTo>
                    <a:pt x="47628" y="332319"/>
                  </a:lnTo>
                  <a:lnTo>
                    <a:pt x="52860" y="331414"/>
                  </a:lnTo>
                  <a:lnTo>
                    <a:pt x="58062" y="330343"/>
                  </a:lnTo>
                  <a:lnTo>
                    <a:pt x="63226" y="329107"/>
                  </a:lnTo>
                  <a:lnTo>
                    <a:pt x="68349" y="327708"/>
                  </a:lnTo>
                  <a:lnTo>
                    <a:pt x="73425" y="326147"/>
                  </a:lnTo>
                  <a:lnTo>
                    <a:pt x="78448" y="324426"/>
                  </a:lnTo>
                  <a:lnTo>
                    <a:pt x="83414" y="322545"/>
                  </a:lnTo>
                  <a:lnTo>
                    <a:pt x="88318" y="320508"/>
                  </a:lnTo>
                  <a:lnTo>
                    <a:pt x="93155" y="318317"/>
                  </a:lnTo>
                  <a:lnTo>
                    <a:pt x="97920" y="315972"/>
                  </a:lnTo>
                  <a:lnTo>
                    <a:pt x="102608" y="313478"/>
                  </a:lnTo>
                  <a:lnTo>
                    <a:pt x="107215" y="310836"/>
                  </a:lnTo>
                  <a:lnTo>
                    <a:pt x="111735" y="308049"/>
                  </a:lnTo>
                  <a:lnTo>
                    <a:pt x="116164" y="305120"/>
                  </a:lnTo>
                  <a:lnTo>
                    <a:pt x="120498" y="302051"/>
                  </a:lnTo>
                  <a:lnTo>
                    <a:pt x="124732" y="298847"/>
                  </a:lnTo>
                  <a:lnTo>
                    <a:pt x="128863" y="295509"/>
                  </a:lnTo>
                  <a:lnTo>
                    <a:pt x="132885" y="292042"/>
                  </a:lnTo>
                  <a:lnTo>
                    <a:pt x="136796" y="288449"/>
                  </a:lnTo>
                  <a:lnTo>
                    <a:pt x="140590" y="284734"/>
                  </a:lnTo>
                  <a:lnTo>
                    <a:pt x="144264" y="280900"/>
                  </a:lnTo>
                  <a:lnTo>
                    <a:pt x="147815" y="276951"/>
                  </a:lnTo>
                  <a:lnTo>
                    <a:pt x="151238" y="272892"/>
                  </a:lnTo>
                  <a:lnTo>
                    <a:pt x="154531" y="268726"/>
                  </a:lnTo>
                  <a:lnTo>
                    <a:pt x="157690" y="264457"/>
                  </a:lnTo>
                  <a:lnTo>
                    <a:pt x="160711" y="260090"/>
                  </a:lnTo>
                  <a:lnTo>
                    <a:pt x="163593" y="255630"/>
                  </a:lnTo>
                  <a:lnTo>
                    <a:pt x="166331" y="251080"/>
                  </a:lnTo>
                  <a:lnTo>
                    <a:pt x="168923" y="246445"/>
                  </a:lnTo>
                  <a:lnTo>
                    <a:pt x="171367" y="241730"/>
                  </a:lnTo>
                  <a:lnTo>
                    <a:pt x="173660" y="236941"/>
                  </a:lnTo>
                  <a:lnTo>
                    <a:pt x="175799" y="232080"/>
                  </a:lnTo>
                  <a:lnTo>
                    <a:pt x="177783" y="227155"/>
                  </a:lnTo>
                  <a:lnTo>
                    <a:pt x="179610" y="222168"/>
                  </a:lnTo>
                  <a:lnTo>
                    <a:pt x="181277" y="217127"/>
                  </a:lnTo>
                  <a:lnTo>
                    <a:pt x="182784" y="212035"/>
                  </a:lnTo>
                  <a:lnTo>
                    <a:pt x="184127" y="206897"/>
                  </a:lnTo>
                  <a:lnTo>
                    <a:pt x="185307" y="201720"/>
                  </a:lnTo>
                  <a:lnTo>
                    <a:pt x="186322" y="196507"/>
                  </a:lnTo>
                  <a:lnTo>
                    <a:pt x="187171" y="191265"/>
                  </a:lnTo>
                  <a:lnTo>
                    <a:pt x="187853" y="185999"/>
                  </a:lnTo>
                  <a:lnTo>
                    <a:pt x="188368" y="180713"/>
                  </a:lnTo>
                  <a:lnTo>
                    <a:pt x="188714" y="175414"/>
                  </a:lnTo>
                  <a:lnTo>
                    <a:pt x="188891" y="170107"/>
                  </a:lnTo>
                  <a:lnTo>
                    <a:pt x="188901" y="164797"/>
                  </a:lnTo>
                  <a:lnTo>
                    <a:pt x="188741" y="159489"/>
                  </a:lnTo>
                  <a:lnTo>
                    <a:pt x="188413" y="154189"/>
                  </a:lnTo>
                  <a:lnTo>
                    <a:pt x="187917" y="148902"/>
                  </a:lnTo>
                  <a:lnTo>
                    <a:pt x="187253" y="143633"/>
                  </a:lnTo>
                  <a:lnTo>
                    <a:pt x="186422" y="138388"/>
                  </a:lnTo>
                  <a:lnTo>
                    <a:pt x="185424" y="133172"/>
                  </a:lnTo>
                  <a:lnTo>
                    <a:pt x="184262" y="127991"/>
                  </a:lnTo>
                  <a:lnTo>
                    <a:pt x="182936" y="122849"/>
                  </a:lnTo>
                  <a:lnTo>
                    <a:pt x="181447" y="117752"/>
                  </a:lnTo>
                  <a:lnTo>
                    <a:pt x="179797" y="112704"/>
                  </a:lnTo>
                  <a:lnTo>
                    <a:pt x="177987" y="107712"/>
                  </a:lnTo>
                  <a:lnTo>
                    <a:pt x="176020" y="102779"/>
                  </a:lnTo>
                  <a:lnTo>
                    <a:pt x="173897" y="97912"/>
                  </a:lnTo>
                  <a:lnTo>
                    <a:pt x="171620" y="93114"/>
                  </a:lnTo>
                  <a:lnTo>
                    <a:pt x="169193" y="88391"/>
                  </a:lnTo>
                  <a:lnTo>
                    <a:pt x="166616" y="83748"/>
                  </a:lnTo>
                  <a:lnTo>
                    <a:pt x="163893" y="79189"/>
                  </a:lnTo>
                  <a:lnTo>
                    <a:pt x="161027" y="74718"/>
                  </a:lnTo>
                  <a:lnTo>
                    <a:pt x="158021" y="70341"/>
                  </a:lnTo>
                  <a:lnTo>
                    <a:pt x="154876" y="66062"/>
                  </a:lnTo>
                  <a:lnTo>
                    <a:pt x="151598" y="61884"/>
                  </a:lnTo>
                  <a:lnTo>
                    <a:pt x="148188" y="57813"/>
                  </a:lnTo>
                  <a:lnTo>
                    <a:pt x="144651" y="53852"/>
                  </a:lnTo>
                  <a:lnTo>
                    <a:pt x="140990" y="50006"/>
                  </a:lnTo>
                  <a:lnTo>
                    <a:pt x="137209" y="46278"/>
                  </a:lnTo>
                  <a:lnTo>
                    <a:pt x="133311" y="42671"/>
                  </a:lnTo>
                  <a:lnTo>
                    <a:pt x="129300" y="39191"/>
                  </a:lnTo>
                  <a:lnTo>
                    <a:pt x="125181" y="35839"/>
                  </a:lnTo>
                  <a:lnTo>
                    <a:pt x="120958" y="32620"/>
                  </a:lnTo>
                  <a:lnTo>
                    <a:pt x="116634" y="29537"/>
                  </a:lnTo>
                  <a:lnTo>
                    <a:pt x="112215" y="26593"/>
                  </a:lnTo>
                  <a:lnTo>
                    <a:pt x="107704" y="23790"/>
                  </a:lnTo>
                  <a:lnTo>
                    <a:pt x="103107" y="21133"/>
                  </a:lnTo>
                  <a:lnTo>
                    <a:pt x="98427" y="18622"/>
                  </a:lnTo>
                  <a:lnTo>
                    <a:pt x="93670" y="16262"/>
                  </a:lnTo>
                  <a:lnTo>
                    <a:pt x="88841" y="14053"/>
                  </a:lnTo>
                  <a:lnTo>
                    <a:pt x="83944" y="12000"/>
                  </a:lnTo>
                  <a:lnTo>
                    <a:pt x="78984" y="10103"/>
                  </a:lnTo>
                  <a:lnTo>
                    <a:pt x="73966" y="8364"/>
                  </a:lnTo>
                  <a:lnTo>
                    <a:pt x="68896" y="6786"/>
                  </a:lnTo>
                  <a:lnTo>
                    <a:pt x="63778" y="5369"/>
                  </a:lnTo>
                  <a:lnTo>
                    <a:pt x="58618" y="4116"/>
                  </a:lnTo>
                  <a:lnTo>
                    <a:pt x="53420" y="3027"/>
                  </a:lnTo>
                  <a:lnTo>
                    <a:pt x="48191" y="2104"/>
                  </a:lnTo>
                  <a:lnTo>
                    <a:pt x="42935" y="1347"/>
                  </a:lnTo>
                  <a:lnTo>
                    <a:pt x="37657" y="758"/>
                  </a:lnTo>
                  <a:lnTo>
                    <a:pt x="32364" y="337"/>
                  </a:lnTo>
                  <a:lnTo>
                    <a:pt x="27060" y="84"/>
                  </a:lnTo>
                  <a:lnTo>
                    <a:pt x="21750" y="0"/>
                  </a:lnTo>
                  <a:lnTo>
                    <a:pt x="217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08542" y="1681503"/>
              <a:ext cx="14692" cy="167167"/>
            </a:xfrm>
            <a:custGeom>
              <a:avLst/>
              <a:pathLst>
                <a:path w="14692" h="167167">
                  <a:moveTo>
                    <a:pt x="14692" y="0"/>
                  </a:moveTo>
                  <a:lnTo>
                    <a:pt x="0" y="646"/>
                  </a:lnTo>
                  <a:lnTo>
                    <a:pt x="14692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08542" y="1682150"/>
              <a:ext cx="14692" cy="166520"/>
            </a:xfrm>
            <a:custGeom>
              <a:avLst/>
              <a:pathLst>
                <a:path w="14692" h="166520">
                  <a:moveTo>
                    <a:pt x="0" y="0"/>
                  </a:moveTo>
                  <a:lnTo>
                    <a:pt x="14692" y="16652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08542" y="1682150"/>
              <a:ext cx="14692" cy="166520"/>
            </a:xfrm>
            <a:custGeom>
              <a:avLst/>
              <a:pathLst>
                <a:path w="14692" h="166520">
                  <a:moveTo>
                    <a:pt x="0" y="0"/>
                  </a:moveTo>
                  <a:lnTo>
                    <a:pt x="14692" y="16652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08542" y="1682150"/>
              <a:ext cx="14692" cy="166520"/>
            </a:xfrm>
            <a:custGeom>
              <a:avLst/>
              <a:pathLst>
                <a:path w="14692" h="166520">
                  <a:moveTo>
                    <a:pt x="0" y="0"/>
                  </a:moveTo>
                  <a:lnTo>
                    <a:pt x="14692" y="16652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08542" y="1682150"/>
              <a:ext cx="14692" cy="166520"/>
            </a:xfrm>
            <a:custGeom>
              <a:avLst/>
              <a:pathLst>
                <a:path w="14692" h="166520">
                  <a:moveTo>
                    <a:pt x="0" y="0"/>
                  </a:moveTo>
                  <a:lnTo>
                    <a:pt x="14692" y="16652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08542" y="1682150"/>
              <a:ext cx="14692" cy="166520"/>
            </a:xfrm>
            <a:custGeom>
              <a:avLst/>
              <a:pathLst>
                <a:path w="14692" h="166520">
                  <a:moveTo>
                    <a:pt x="0" y="0"/>
                  </a:moveTo>
                  <a:lnTo>
                    <a:pt x="14692" y="16652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08542" y="1682150"/>
              <a:ext cx="14692" cy="166520"/>
            </a:xfrm>
            <a:custGeom>
              <a:avLst/>
              <a:pathLst>
                <a:path w="14692" h="166520">
                  <a:moveTo>
                    <a:pt x="0" y="0"/>
                  </a:moveTo>
                  <a:lnTo>
                    <a:pt x="14692" y="16652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08542" y="1682150"/>
              <a:ext cx="14692" cy="166520"/>
            </a:xfrm>
            <a:custGeom>
              <a:avLst/>
              <a:pathLst>
                <a:path w="14692" h="166520">
                  <a:moveTo>
                    <a:pt x="0" y="0"/>
                  </a:moveTo>
                  <a:lnTo>
                    <a:pt x="14692" y="16652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08542" y="1682150"/>
              <a:ext cx="14692" cy="166520"/>
            </a:xfrm>
            <a:custGeom>
              <a:avLst/>
              <a:pathLst>
                <a:path w="14692" h="166520">
                  <a:moveTo>
                    <a:pt x="0" y="0"/>
                  </a:moveTo>
                  <a:lnTo>
                    <a:pt x="14692" y="16652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08542" y="1682150"/>
              <a:ext cx="14692" cy="166520"/>
            </a:xfrm>
            <a:custGeom>
              <a:avLst/>
              <a:pathLst>
                <a:path w="14692" h="166520">
                  <a:moveTo>
                    <a:pt x="0" y="0"/>
                  </a:moveTo>
                  <a:lnTo>
                    <a:pt x="14692" y="1665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08542" y="1682150"/>
              <a:ext cx="14692" cy="166520"/>
            </a:xfrm>
            <a:custGeom>
              <a:avLst/>
              <a:pathLst>
                <a:path w="14692" h="166520">
                  <a:moveTo>
                    <a:pt x="0" y="0"/>
                  </a:moveTo>
                  <a:lnTo>
                    <a:pt x="14692" y="1665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08542" y="1682150"/>
              <a:ext cx="14692" cy="166520"/>
            </a:xfrm>
            <a:custGeom>
              <a:avLst/>
              <a:pathLst>
                <a:path w="14692" h="166520">
                  <a:moveTo>
                    <a:pt x="0" y="0"/>
                  </a:moveTo>
                  <a:lnTo>
                    <a:pt x="14692" y="1665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08542" y="1682150"/>
              <a:ext cx="14692" cy="166520"/>
            </a:xfrm>
            <a:custGeom>
              <a:avLst/>
              <a:pathLst>
                <a:path w="14692" h="166520">
                  <a:moveTo>
                    <a:pt x="0" y="0"/>
                  </a:moveTo>
                  <a:lnTo>
                    <a:pt x="14692" y="1665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08542" y="1682150"/>
              <a:ext cx="14692" cy="166520"/>
            </a:xfrm>
            <a:custGeom>
              <a:avLst/>
              <a:pathLst>
                <a:path w="14692" h="166520">
                  <a:moveTo>
                    <a:pt x="0" y="0"/>
                  </a:moveTo>
                  <a:lnTo>
                    <a:pt x="14692" y="16652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08542" y="1682150"/>
              <a:ext cx="14692" cy="166520"/>
            </a:xfrm>
            <a:custGeom>
              <a:avLst/>
              <a:pathLst>
                <a:path w="14692" h="166520">
                  <a:moveTo>
                    <a:pt x="0" y="0"/>
                  </a:moveTo>
                  <a:lnTo>
                    <a:pt x="14692" y="1665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08542" y="1682150"/>
              <a:ext cx="14692" cy="166520"/>
            </a:xfrm>
            <a:custGeom>
              <a:avLst/>
              <a:pathLst>
                <a:path w="14692" h="166520">
                  <a:moveTo>
                    <a:pt x="0" y="0"/>
                  </a:moveTo>
                  <a:lnTo>
                    <a:pt x="14692" y="1665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08542" y="1682150"/>
              <a:ext cx="14692" cy="166520"/>
            </a:xfrm>
            <a:custGeom>
              <a:avLst/>
              <a:pathLst>
                <a:path w="14692" h="166520">
                  <a:moveTo>
                    <a:pt x="0" y="0"/>
                  </a:moveTo>
                  <a:lnTo>
                    <a:pt x="14692" y="16652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08542" y="1682150"/>
              <a:ext cx="14692" cy="166520"/>
            </a:xfrm>
            <a:custGeom>
              <a:avLst/>
              <a:pathLst>
                <a:path w="14692" h="166520">
                  <a:moveTo>
                    <a:pt x="0" y="0"/>
                  </a:moveTo>
                  <a:lnTo>
                    <a:pt x="14692" y="1665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08542" y="1682150"/>
              <a:ext cx="14692" cy="166520"/>
            </a:xfrm>
            <a:custGeom>
              <a:avLst/>
              <a:pathLst>
                <a:path w="14692" h="166520">
                  <a:moveTo>
                    <a:pt x="0" y="0"/>
                  </a:moveTo>
                  <a:lnTo>
                    <a:pt x="14692" y="1665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08542" y="1682150"/>
              <a:ext cx="14692" cy="166520"/>
            </a:xfrm>
            <a:custGeom>
              <a:avLst/>
              <a:pathLst>
                <a:path w="14692" h="166520">
                  <a:moveTo>
                    <a:pt x="0" y="0"/>
                  </a:moveTo>
                  <a:lnTo>
                    <a:pt x="14692" y="1665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08542" y="1682150"/>
              <a:ext cx="14692" cy="166520"/>
            </a:xfrm>
            <a:custGeom>
              <a:avLst/>
              <a:pathLst>
                <a:path w="14692" h="166520">
                  <a:moveTo>
                    <a:pt x="0" y="0"/>
                  </a:moveTo>
                  <a:lnTo>
                    <a:pt x="14692" y="1665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408542" y="1682150"/>
              <a:ext cx="14692" cy="166520"/>
            </a:xfrm>
            <a:custGeom>
              <a:avLst/>
              <a:pathLst>
                <a:path w="14692" h="166520">
                  <a:moveTo>
                    <a:pt x="0" y="0"/>
                  </a:moveTo>
                  <a:lnTo>
                    <a:pt x="14692" y="16652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408542" y="1682150"/>
              <a:ext cx="14692" cy="166520"/>
            </a:xfrm>
            <a:custGeom>
              <a:avLst/>
              <a:pathLst>
                <a:path w="14692" h="166520">
                  <a:moveTo>
                    <a:pt x="0" y="0"/>
                  </a:moveTo>
                  <a:lnTo>
                    <a:pt x="14692" y="16652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256067" y="1682150"/>
              <a:ext cx="334321" cy="333679"/>
            </a:xfrm>
            <a:custGeom>
              <a:avLst/>
              <a:pathLst>
                <a:path w="334321" h="333679">
                  <a:moveTo>
                    <a:pt x="152474" y="0"/>
                  </a:moveTo>
                  <a:lnTo>
                    <a:pt x="147223" y="547"/>
                  </a:lnTo>
                  <a:lnTo>
                    <a:pt x="141991" y="1259"/>
                  </a:lnTo>
                  <a:lnTo>
                    <a:pt x="136784" y="2137"/>
                  </a:lnTo>
                  <a:lnTo>
                    <a:pt x="131608" y="3178"/>
                  </a:lnTo>
                  <a:lnTo>
                    <a:pt x="126467" y="4383"/>
                  </a:lnTo>
                  <a:lnTo>
                    <a:pt x="121367" y="5749"/>
                  </a:lnTo>
                  <a:lnTo>
                    <a:pt x="116313" y="7275"/>
                  </a:lnTo>
                  <a:lnTo>
                    <a:pt x="111309" y="8961"/>
                  </a:lnTo>
                  <a:lnTo>
                    <a:pt x="106361" y="10804"/>
                  </a:lnTo>
                  <a:lnTo>
                    <a:pt x="101474" y="12802"/>
                  </a:lnTo>
                  <a:lnTo>
                    <a:pt x="96652" y="14953"/>
                  </a:lnTo>
                  <a:lnTo>
                    <a:pt x="91900" y="17255"/>
                  </a:lnTo>
                  <a:lnTo>
                    <a:pt x="87224" y="19707"/>
                  </a:lnTo>
                  <a:lnTo>
                    <a:pt x="82627" y="22305"/>
                  </a:lnTo>
                  <a:lnTo>
                    <a:pt x="78115" y="25047"/>
                  </a:lnTo>
                  <a:lnTo>
                    <a:pt x="73691" y="27930"/>
                  </a:lnTo>
                  <a:lnTo>
                    <a:pt x="69361" y="30951"/>
                  </a:lnTo>
                  <a:lnTo>
                    <a:pt x="65128" y="34107"/>
                  </a:lnTo>
                  <a:lnTo>
                    <a:pt x="60998" y="37396"/>
                  </a:lnTo>
                  <a:lnTo>
                    <a:pt x="56973" y="40813"/>
                  </a:lnTo>
                  <a:lnTo>
                    <a:pt x="53058" y="44356"/>
                  </a:lnTo>
                  <a:lnTo>
                    <a:pt x="49256" y="48021"/>
                  </a:lnTo>
                  <a:lnTo>
                    <a:pt x="45573" y="51803"/>
                  </a:lnTo>
                  <a:lnTo>
                    <a:pt x="42011" y="55701"/>
                  </a:lnTo>
                  <a:lnTo>
                    <a:pt x="38573" y="59709"/>
                  </a:lnTo>
                  <a:lnTo>
                    <a:pt x="35264" y="63823"/>
                  </a:lnTo>
                  <a:lnTo>
                    <a:pt x="32087" y="68040"/>
                  </a:lnTo>
                  <a:lnTo>
                    <a:pt x="29044" y="72355"/>
                  </a:lnTo>
                  <a:lnTo>
                    <a:pt x="26139" y="76764"/>
                  </a:lnTo>
                  <a:lnTo>
                    <a:pt x="23375" y="81263"/>
                  </a:lnTo>
                  <a:lnTo>
                    <a:pt x="20754" y="85846"/>
                  </a:lnTo>
                  <a:lnTo>
                    <a:pt x="18279" y="90510"/>
                  </a:lnTo>
                  <a:lnTo>
                    <a:pt x="15953" y="95250"/>
                  </a:lnTo>
                  <a:lnTo>
                    <a:pt x="13778" y="100061"/>
                  </a:lnTo>
                  <a:lnTo>
                    <a:pt x="11755" y="104939"/>
                  </a:lnTo>
                  <a:lnTo>
                    <a:pt x="9888" y="109878"/>
                  </a:lnTo>
                  <a:lnTo>
                    <a:pt x="8178" y="114873"/>
                  </a:lnTo>
                  <a:lnTo>
                    <a:pt x="6626" y="119920"/>
                  </a:lnTo>
                  <a:lnTo>
                    <a:pt x="5234" y="125013"/>
                  </a:lnTo>
                  <a:lnTo>
                    <a:pt x="4004" y="130148"/>
                  </a:lnTo>
                  <a:lnTo>
                    <a:pt x="2937" y="135319"/>
                  </a:lnTo>
                  <a:lnTo>
                    <a:pt x="2033" y="140521"/>
                  </a:lnTo>
                  <a:lnTo>
                    <a:pt x="1295" y="145749"/>
                  </a:lnTo>
                  <a:lnTo>
                    <a:pt x="721" y="150998"/>
                  </a:lnTo>
                  <a:lnTo>
                    <a:pt x="314" y="156262"/>
                  </a:lnTo>
                  <a:lnTo>
                    <a:pt x="74" y="161537"/>
                  </a:lnTo>
                  <a:lnTo>
                    <a:pt x="0" y="166816"/>
                  </a:lnTo>
                  <a:lnTo>
                    <a:pt x="92" y="172095"/>
                  </a:lnTo>
                  <a:lnTo>
                    <a:pt x="352" y="177369"/>
                  </a:lnTo>
                  <a:lnTo>
                    <a:pt x="777" y="182632"/>
                  </a:lnTo>
                  <a:lnTo>
                    <a:pt x="1369" y="187879"/>
                  </a:lnTo>
                  <a:lnTo>
                    <a:pt x="2127" y="193104"/>
                  </a:lnTo>
                  <a:lnTo>
                    <a:pt x="3048" y="198303"/>
                  </a:lnTo>
                  <a:lnTo>
                    <a:pt x="4134" y="203470"/>
                  </a:lnTo>
                  <a:lnTo>
                    <a:pt x="5382" y="208600"/>
                  </a:lnTo>
                  <a:lnTo>
                    <a:pt x="6792" y="213689"/>
                  </a:lnTo>
                  <a:lnTo>
                    <a:pt x="8362" y="218730"/>
                  </a:lnTo>
                  <a:lnTo>
                    <a:pt x="10090" y="223719"/>
                  </a:lnTo>
                  <a:lnTo>
                    <a:pt x="11974" y="228651"/>
                  </a:lnTo>
                  <a:lnTo>
                    <a:pt x="14014" y="233522"/>
                  </a:lnTo>
                  <a:lnTo>
                    <a:pt x="16206" y="238325"/>
                  </a:lnTo>
                  <a:lnTo>
                    <a:pt x="18549" y="243057"/>
                  </a:lnTo>
                  <a:lnTo>
                    <a:pt x="21041" y="247712"/>
                  </a:lnTo>
                  <a:lnTo>
                    <a:pt x="23678" y="252286"/>
                  </a:lnTo>
                  <a:lnTo>
                    <a:pt x="26458" y="256775"/>
                  </a:lnTo>
                  <a:lnTo>
                    <a:pt x="29378" y="261174"/>
                  </a:lnTo>
                  <a:lnTo>
                    <a:pt x="32436" y="265478"/>
                  </a:lnTo>
                  <a:lnTo>
                    <a:pt x="35629" y="269684"/>
                  </a:lnTo>
                  <a:lnTo>
                    <a:pt x="38953" y="273786"/>
                  </a:lnTo>
                  <a:lnTo>
                    <a:pt x="42404" y="277782"/>
                  </a:lnTo>
                  <a:lnTo>
                    <a:pt x="45980" y="281667"/>
                  </a:lnTo>
                  <a:lnTo>
                    <a:pt x="49677" y="285437"/>
                  </a:lnTo>
                  <a:lnTo>
                    <a:pt x="53491" y="289088"/>
                  </a:lnTo>
                  <a:lnTo>
                    <a:pt x="57419" y="292617"/>
                  </a:lnTo>
                  <a:lnTo>
                    <a:pt x="61456" y="296020"/>
                  </a:lnTo>
                  <a:lnTo>
                    <a:pt x="65598" y="299294"/>
                  </a:lnTo>
                  <a:lnTo>
                    <a:pt x="69842" y="302435"/>
                  </a:lnTo>
                  <a:lnTo>
                    <a:pt x="74183" y="305441"/>
                  </a:lnTo>
                  <a:lnTo>
                    <a:pt x="78617" y="308308"/>
                  </a:lnTo>
                  <a:lnTo>
                    <a:pt x="83139" y="311034"/>
                  </a:lnTo>
                  <a:lnTo>
                    <a:pt x="87744" y="313615"/>
                  </a:lnTo>
                  <a:lnTo>
                    <a:pt x="92430" y="316050"/>
                  </a:lnTo>
                  <a:lnTo>
                    <a:pt x="97189" y="318336"/>
                  </a:lnTo>
                  <a:lnTo>
                    <a:pt x="102019" y="320470"/>
                  </a:lnTo>
                  <a:lnTo>
                    <a:pt x="106913" y="322451"/>
                  </a:lnTo>
                  <a:lnTo>
                    <a:pt x="111868" y="324276"/>
                  </a:lnTo>
                  <a:lnTo>
                    <a:pt x="116877" y="325944"/>
                  </a:lnTo>
                  <a:lnTo>
                    <a:pt x="121937" y="327452"/>
                  </a:lnTo>
                  <a:lnTo>
                    <a:pt x="127042" y="328801"/>
                  </a:lnTo>
                  <a:lnTo>
                    <a:pt x="132187" y="329987"/>
                  </a:lnTo>
                  <a:lnTo>
                    <a:pt x="137367" y="331010"/>
                  </a:lnTo>
                  <a:lnTo>
                    <a:pt x="142577" y="331869"/>
                  </a:lnTo>
                  <a:lnTo>
                    <a:pt x="147811" y="332563"/>
                  </a:lnTo>
                  <a:lnTo>
                    <a:pt x="153064" y="333092"/>
                  </a:lnTo>
                  <a:lnTo>
                    <a:pt x="158332" y="333454"/>
                  </a:lnTo>
                  <a:lnTo>
                    <a:pt x="163608" y="333650"/>
                  </a:lnTo>
                  <a:lnTo>
                    <a:pt x="168888" y="333679"/>
                  </a:lnTo>
                  <a:lnTo>
                    <a:pt x="174167" y="333541"/>
                  </a:lnTo>
                  <a:lnTo>
                    <a:pt x="179438" y="333236"/>
                  </a:lnTo>
                  <a:lnTo>
                    <a:pt x="184697" y="332766"/>
                  </a:lnTo>
                  <a:lnTo>
                    <a:pt x="189938" y="332129"/>
                  </a:lnTo>
                  <a:lnTo>
                    <a:pt x="195157" y="331327"/>
                  </a:lnTo>
                  <a:lnTo>
                    <a:pt x="200348" y="330361"/>
                  </a:lnTo>
                  <a:lnTo>
                    <a:pt x="205506" y="329232"/>
                  </a:lnTo>
                  <a:lnTo>
                    <a:pt x="210625" y="327940"/>
                  </a:lnTo>
                  <a:lnTo>
                    <a:pt x="215701" y="326487"/>
                  </a:lnTo>
                  <a:lnTo>
                    <a:pt x="220729" y="324874"/>
                  </a:lnTo>
                  <a:lnTo>
                    <a:pt x="225703" y="323104"/>
                  </a:lnTo>
                  <a:lnTo>
                    <a:pt x="230619" y="321177"/>
                  </a:lnTo>
                  <a:lnTo>
                    <a:pt x="235472" y="319096"/>
                  </a:lnTo>
                  <a:lnTo>
                    <a:pt x="240256" y="316862"/>
                  </a:lnTo>
                  <a:lnTo>
                    <a:pt x="244968" y="314479"/>
                  </a:lnTo>
                  <a:lnTo>
                    <a:pt x="249602" y="311948"/>
                  </a:lnTo>
                  <a:lnTo>
                    <a:pt x="254153" y="309272"/>
                  </a:lnTo>
                  <a:lnTo>
                    <a:pt x="258618" y="306454"/>
                  </a:lnTo>
                  <a:lnTo>
                    <a:pt x="262992" y="303496"/>
                  </a:lnTo>
                  <a:lnTo>
                    <a:pt x="267270" y="300402"/>
                  </a:lnTo>
                  <a:lnTo>
                    <a:pt x="271448" y="297173"/>
                  </a:lnTo>
                  <a:lnTo>
                    <a:pt x="275523" y="293815"/>
                  </a:lnTo>
                  <a:lnTo>
                    <a:pt x="279489" y="290329"/>
                  </a:lnTo>
                  <a:lnTo>
                    <a:pt x="283343" y="286720"/>
                  </a:lnTo>
                  <a:lnTo>
                    <a:pt x="287081" y="282991"/>
                  </a:lnTo>
                  <a:lnTo>
                    <a:pt x="290699" y="279146"/>
                  </a:lnTo>
                  <a:lnTo>
                    <a:pt x="294195" y="275189"/>
                  </a:lnTo>
                  <a:lnTo>
                    <a:pt x="297563" y="271123"/>
                  </a:lnTo>
                  <a:lnTo>
                    <a:pt x="300801" y="266953"/>
                  </a:lnTo>
                  <a:lnTo>
                    <a:pt x="303907" y="262682"/>
                  </a:lnTo>
                  <a:lnTo>
                    <a:pt x="306875" y="258316"/>
                  </a:lnTo>
                  <a:lnTo>
                    <a:pt x="309705" y="253858"/>
                  </a:lnTo>
                  <a:lnTo>
                    <a:pt x="312392" y="249313"/>
                  </a:lnTo>
                  <a:lnTo>
                    <a:pt x="314934" y="244685"/>
                  </a:lnTo>
                  <a:lnTo>
                    <a:pt x="317329" y="239979"/>
                  </a:lnTo>
                  <a:lnTo>
                    <a:pt x="319574" y="235200"/>
                  </a:lnTo>
                  <a:lnTo>
                    <a:pt x="321667" y="230353"/>
                  </a:lnTo>
                  <a:lnTo>
                    <a:pt x="323606" y="225442"/>
                  </a:lnTo>
                  <a:lnTo>
                    <a:pt x="325389" y="220472"/>
                  </a:lnTo>
                  <a:lnTo>
                    <a:pt x="327013" y="215448"/>
                  </a:lnTo>
                  <a:lnTo>
                    <a:pt x="328479" y="210376"/>
                  </a:lnTo>
                  <a:lnTo>
                    <a:pt x="329783" y="205259"/>
                  </a:lnTo>
                  <a:lnTo>
                    <a:pt x="330926" y="200104"/>
                  </a:lnTo>
                  <a:lnTo>
                    <a:pt x="331905" y="194916"/>
                  </a:lnTo>
                  <a:lnTo>
                    <a:pt x="332719" y="189699"/>
                  </a:lnTo>
                  <a:lnTo>
                    <a:pt x="333369" y="184459"/>
                  </a:lnTo>
                  <a:lnTo>
                    <a:pt x="333852" y="179201"/>
                  </a:lnTo>
                  <a:lnTo>
                    <a:pt x="334170" y="173931"/>
                  </a:lnTo>
                  <a:lnTo>
                    <a:pt x="334321" y="168653"/>
                  </a:lnTo>
                  <a:lnTo>
                    <a:pt x="334304" y="163373"/>
                  </a:lnTo>
                  <a:lnTo>
                    <a:pt x="334122" y="158096"/>
                  </a:lnTo>
                  <a:lnTo>
                    <a:pt x="333772" y="152828"/>
                  </a:lnTo>
                  <a:lnTo>
                    <a:pt x="333257" y="147573"/>
                  </a:lnTo>
                  <a:lnTo>
                    <a:pt x="332576" y="142337"/>
                  </a:lnTo>
                  <a:lnTo>
                    <a:pt x="331729" y="137125"/>
                  </a:lnTo>
                  <a:lnTo>
                    <a:pt x="330719" y="131943"/>
                  </a:lnTo>
                  <a:lnTo>
                    <a:pt x="329545" y="126795"/>
                  </a:lnTo>
                  <a:lnTo>
                    <a:pt x="328210" y="121687"/>
                  </a:lnTo>
                  <a:lnTo>
                    <a:pt x="326714" y="116623"/>
                  </a:lnTo>
                  <a:lnTo>
                    <a:pt x="325058" y="111609"/>
                  </a:lnTo>
                  <a:lnTo>
                    <a:pt x="323245" y="106650"/>
                  </a:lnTo>
                  <a:lnTo>
                    <a:pt x="321277" y="101751"/>
                  </a:lnTo>
                  <a:lnTo>
                    <a:pt x="319154" y="96916"/>
                  </a:lnTo>
                  <a:lnTo>
                    <a:pt x="316880" y="92151"/>
                  </a:lnTo>
                  <a:lnTo>
                    <a:pt x="314457" y="87460"/>
                  </a:lnTo>
                  <a:lnTo>
                    <a:pt x="311887" y="82848"/>
                  </a:lnTo>
                  <a:lnTo>
                    <a:pt x="309172" y="78319"/>
                  </a:lnTo>
                  <a:lnTo>
                    <a:pt x="306316" y="73878"/>
                  </a:lnTo>
                  <a:lnTo>
                    <a:pt x="303321" y="69530"/>
                  </a:lnTo>
                  <a:lnTo>
                    <a:pt x="300190" y="65279"/>
                  </a:lnTo>
                  <a:lnTo>
                    <a:pt x="296926" y="61128"/>
                  </a:lnTo>
                  <a:lnTo>
                    <a:pt x="293533" y="57083"/>
                  </a:lnTo>
                  <a:lnTo>
                    <a:pt x="290014" y="53146"/>
                  </a:lnTo>
                  <a:lnTo>
                    <a:pt x="286372" y="49323"/>
                  </a:lnTo>
                  <a:lnTo>
                    <a:pt x="282611" y="45617"/>
                  </a:lnTo>
                  <a:lnTo>
                    <a:pt x="278735" y="42032"/>
                  </a:lnTo>
                  <a:lnTo>
                    <a:pt x="274748" y="38570"/>
                  </a:lnTo>
                  <a:lnTo>
                    <a:pt x="270654" y="35236"/>
                  </a:lnTo>
                  <a:lnTo>
                    <a:pt x="266456" y="32034"/>
                  </a:lnTo>
                  <a:lnTo>
                    <a:pt x="262159" y="28965"/>
                  </a:lnTo>
                  <a:lnTo>
                    <a:pt x="257768" y="26034"/>
                  </a:lnTo>
                  <a:lnTo>
                    <a:pt x="253286" y="23242"/>
                  </a:lnTo>
                  <a:lnTo>
                    <a:pt x="248718" y="20594"/>
                  </a:lnTo>
                  <a:lnTo>
                    <a:pt x="244069" y="18092"/>
                  </a:lnTo>
                  <a:lnTo>
                    <a:pt x="239343" y="15737"/>
                  </a:lnTo>
                  <a:lnTo>
                    <a:pt x="234545" y="13533"/>
                  </a:lnTo>
                  <a:lnTo>
                    <a:pt x="229680" y="11481"/>
                  </a:lnTo>
                  <a:lnTo>
                    <a:pt x="224752" y="9584"/>
                  </a:lnTo>
                  <a:lnTo>
                    <a:pt x="219767" y="7844"/>
                  </a:lnTo>
                  <a:lnTo>
                    <a:pt x="214730" y="6262"/>
                  </a:lnTo>
                  <a:lnTo>
                    <a:pt x="209645" y="4840"/>
                  </a:lnTo>
                  <a:lnTo>
                    <a:pt x="204518" y="3579"/>
                  </a:lnTo>
                  <a:lnTo>
                    <a:pt x="199353" y="2480"/>
                  </a:lnTo>
                  <a:lnTo>
                    <a:pt x="167167" y="1665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423235" y="1681503"/>
              <a:ext cx="32186" cy="167167"/>
            </a:xfrm>
            <a:custGeom>
              <a:avLst/>
              <a:pathLst>
                <a:path w="32186" h="167167">
                  <a:moveTo>
                    <a:pt x="32186" y="3127"/>
                  </a:moveTo>
                  <a:lnTo>
                    <a:pt x="25807" y="2004"/>
                  </a:lnTo>
                  <a:lnTo>
                    <a:pt x="19389" y="1128"/>
                  </a:lnTo>
                  <a:lnTo>
                    <a:pt x="12942" y="501"/>
                  </a:lnTo>
                  <a:lnTo>
                    <a:pt x="6476" y="12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853885" y="1322571"/>
              <a:ext cx="167153" cy="330438"/>
            </a:xfrm>
            <a:custGeom>
              <a:avLst/>
              <a:pathLst>
                <a:path w="167153" h="330438">
                  <a:moveTo>
                    <a:pt x="167153" y="0"/>
                  </a:moveTo>
                  <a:lnTo>
                    <a:pt x="161839" y="84"/>
                  </a:lnTo>
                  <a:lnTo>
                    <a:pt x="156530" y="337"/>
                  </a:lnTo>
                  <a:lnTo>
                    <a:pt x="151232" y="759"/>
                  </a:lnTo>
                  <a:lnTo>
                    <a:pt x="145949" y="1350"/>
                  </a:lnTo>
                  <a:lnTo>
                    <a:pt x="140689" y="2108"/>
                  </a:lnTo>
                  <a:lnTo>
                    <a:pt x="135455" y="3032"/>
                  </a:lnTo>
                  <a:lnTo>
                    <a:pt x="130253" y="4123"/>
                  </a:lnTo>
                  <a:lnTo>
                    <a:pt x="125088" y="5379"/>
                  </a:lnTo>
                  <a:lnTo>
                    <a:pt x="119966" y="6798"/>
                  </a:lnTo>
                  <a:lnTo>
                    <a:pt x="114891" y="8379"/>
                  </a:lnTo>
                  <a:lnTo>
                    <a:pt x="109870" y="10121"/>
                  </a:lnTo>
                  <a:lnTo>
                    <a:pt x="104906" y="12021"/>
                  </a:lnTo>
                  <a:lnTo>
                    <a:pt x="100005" y="14078"/>
                  </a:lnTo>
                  <a:lnTo>
                    <a:pt x="95172" y="16290"/>
                  </a:lnTo>
                  <a:lnTo>
                    <a:pt x="90412" y="18655"/>
                  </a:lnTo>
                  <a:lnTo>
                    <a:pt x="85730" y="21170"/>
                  </a:lnTo>
                  <a:lnTo>
                    <a:pt x="81130" y="23832"/>
                  </a:lnTo>
                  <a:lnTo>
                    <a:pt x="76616" y="26639"/>
                  </a:lnTo>
                  <a:lnTo>
                    <a:pt x="72195" y="29589"/>
                  </a:lnTo>
                  <a:lnTo>
                    <a:pt x="67869" y="32677"/>
                  </a:lnTo>
                  <a:lnTo>
                    <a:pt x="63643" y="35901"/>
                  </a:lnTo>
                  <a:lnTo>
                    <a:pt x="59523" y="39258"/>
                  </a:lnTo>
                  <a:lnTo>
                    <a:pt x="55511" y="42745"/>
                  </a:lnTo>
                  <a:lnTo>
                    <a:pt x="51612" y="46357"/>
                  </a:lnTo>
                  <a:lnTo>
                    <a:pt x="47829" y="50091"/>
                  </a:lnTo>
                  <a:lnTo>
                    <a:pt x="44168" y="53944"/>
                  </a:lnTo>
                  <a:lnTo>
                    <a:pt x="40630" y="57911"/>
                  </a:lnTo>
                  <a:lnTo>
                    <a:pt x="37221" y="61988"/>
                  </a:lnTo>
                  <a:lnTo>
                    <a:pt x="33943" y="66172"/>
                  </a:lnTo>
                  <a:lnTo>
                    <a:pt x="30800" y="70458"/>
                  </a:lnTo>
                  <a:lnTo>
                    <a:pt x="27794" y="74842"/>
                  </a:lnTo>
                  <a:lnTo>
                    <a:pt x="24929" y="79319"/>
                  </a:lnTo>
                  <a:lnTo>
                    <a:pt x="22209" y="83885"/>
                  </a:lnTo>
                  <a:lnTo>
                    <a:pt x="19634" y="88535"/>
                  </a:lnTo>
                  <a:lnTo>
                    <a:pt x="17209" y="93264"/>
                  </a:lnTo>
                  <a:lnTo>
                    <a:pt x="14935" y="98068"/>
                  </a:lnTo>
                  <a:lnTo>
                    <a:pt x="12815" y="102942"/>
                  </a:lnTo>
                  <a:lnTo>
                    <a:pt x="10852" y="107881"/>
                  </a:lnTo>
                  <a:lnTo>
                    <a:pt x="9046" y="112880"/>
                  </a:lnTo>
                  <a:lnTo>
                    <a:pt x="7400" y="117934"/>
                  </a:lnTo>
                  <a:lnTo>
                    <a:pt x="5916" y="123038"/>
                  </a:lnTo>
                  <a:lnTo>
                    <a:pt x="4594" y="128186"/>
                  </a:lnTo>
                  <a:lnTo>
                    <a:pt x="3437" y="133374"/>
                  </a:lnTo>
                  <a:lnTo>
                    <a:pt x="2446" y="138595"/>
                  </a:lnTo>
                  <a:lnTo>
                    <a:pt x="1621" y="143846"/>
                  </a:lnTo>
                  <a:lnTo>
                    <a:pt x="963" y="149120"/>
                  </a:lnTo>
                  <a:lnTo>
                    <a:pt x="473" y="154413"/>
                  </a:lnTo>
                  <a:lnTo>
                    <a:pt x="152" y="159718"/>
                  </a:lnTo>
                  <a:lnTo>
                    <a:pt x="0" y="165031"/>
                  </a:lnTo>
                  <a:lnTo>
                    <a:pt x="16" y="170346"/>
                  </a:lnTo>
                  <a:lnTo>
                    <a:pt x="202" y="175658"/>
                  </a:lnTo>
                  <a:lnTo>
                    <a:pt x="556" y="180961"/>
                  </a:lnTo>
                  <a:lnTo>
                    <a:pt x="1079" y="186250"/>
                  </a:lnTo>
                  <a:lnTo>
                    <a:pt x="1769" y="191520"/>
                  </a:lnTo>
                  <a:lnTo>
                    <a:pt x="2627" y="196766"/>
                  </a:lnTo>
                  <a:lnTo>
                    <a:pt x="3651" y="201981"/>
                  </a:lnTo>
                  <a:lnTo>
                    <a:pt x="4841" y="207162"/>
                  </a:lnTo>
                  <a:lnTo>
                    <a:pt x="6194" y="212301"/>
                  </a:lnTo>
                  <a:lnTo>
                    <a:pt x="7710" y="217396"/>
                  </a:lnTo>
                  <a:lnTo>
                    <a:pt x="9388" y="222439"/>
                  </a:lnTo>
                  <a:lnTo>
                    <a:pt x="11225" y="227427"/>
                  </a:lnTo>
                  <a:lnTo>
                    <a:pt x="13219" y="232353"/>
                  </a:lnTo>
                  <a:lnTo>
                    <a:pt x="15369" y="237214"/>
                  </a:lnTo>
                  <a:lnTo>
                    <a:pt x="17673" y="242004"/>
                  </a:lnTo>
                  <a:lnTo>
                    <a:pt x="20128" y="246718"/>
                  </a:lnTo>
                  <a:lnTo>
                    <a:pt x="22731" y="251352"/>
                  </a:lnTo>
                  <a:lnTo>
                    <a:pt x="25480" y="255901"/>
                  </a:lnTo>
                  <a:lnTo>
                    <a:pt x="28373" y="260360"/>
                  </a:lnTo>
                  <a:lnTo>
                    <a:pt x="31406" y="264725"/>
                  </a:lnTo>
                  <a:lnTo>
                    <a:pt x="34576" y="268991"/>
                  </a:lnTo>
                  <a:lnTo>
                    <a:pt x="37880" y="273154"/>
                  </a:lnTo>
                  <a:lnTo>
                    <a:pt x="41315" y="277211"/>
                  </a:lnTo>
                  <a:lnTo>
                    <a:pt x="44877" y="281155"/>
                  </a:lnTo>
                  <a:lnTo>
                    <a:pt x="48562" y="284985"/>
                  </a:lnTo>
                  <a:lnTo>
                    <a:pt x="52368" y="288696"/>
                  </a:lnTo>
                  <a:lnTo>
                    <a:pt x="56289" y="292283"/>
                  </a:lnTo>
                  <a:lnTo>
                    <a:pt x="60323" y="295745"/>
                  </a:lnTo>
                  <a:lnTo>
                    <a:pt x="64465" y="299076"/>
                  </a:lnTo>
                  <a:lnTo>
                    <a:pt x="68710" y="302274"/>
                  </a:lnTo>
                  <a:lnTo>
                    <a:pt x="73055" y="305335"/>
                  </a:lnTo>
                  <a:lnTo>
                    <a:pt x="77495" y="308257"/>
                  </a:lnTo>
                  <a:lnTo>
                    <a:pt x="82026" y="311036"/>
                  </a:lnTo>
                  <a:lnTo>
                    <a:pt x="86642" y="313669"/>
                  </a:lnTo>
                  <a:lnTo>
                    <a:pt x="91340" y="316155"/>
                  </a:lnTo>
                  <a:lnTo>
                    <a:pt x="96115" y="318490"/>
                  </a:lnTo>
                  <a:lnTo>
                    <a:pt x="100962" y="320672"/>
                  </a:lnTo>
                  <a:lnTo>
                    <a:pt x="105875" y="322698"/>
                  </a:lnTo>
                  <a:lnTo>
                    <a:pt x="110851" y="324568"/>
                  </a:lnTo>
                  <a:lnTo>
                    <a:pt x="115883" y="326278"/>
                  </a:lnTo>
                  <a:lnTo>
                    <a:pt x="120967" y="327828"/>
                  </a:lnTo>
                  <a:lnTo>
                    <a:pt x="126098" y="329215"/>
                  </a:lnTo>
                  <a:lnTo>
                    <a:pt x="131271" y="330438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85156" y="1489739"/>
              <a:ext cx="35882" cy="163270"/>
            </a:xfrm>
            <a:custGeom>
              <a:avLst/>
              <a:pathLst>
                <a:path w="35882" h="163270">
                  <a:moveTo>
                    <a:pt x="0" y="163270"/>
                  </a:moveTo>
                  <a:lnTo>
                    <a:pt x="3588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85156" y="1489739"/>
              <a:ext cx="35882" cy="163270"/>
            </a:xfrm>
            <a:custGeom>
              <a:avLst/>
              <a:pathLst>
                <a:path w="35882" h="163270">
                  <a:moveTo>
                    <a:pt x="0" y="163270"/>
                  </a:moveTo>
                  <a:lnTo>
                    <a:pt x="3588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85156" y="1489739"/>
              <a:ext cx="35882" cy="163270"/>
            </a:xfrm>
            <a:custGeom>
              <a:avLst/>
              <a:pathLst>
                <a:path w="35882" h="163270">
                  <a:moveTo>
                    <a:pt x="0" y="163270"/>
                  </a:moveTo>
                  <a:lnTo>
                    <a:pt x="3588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85156" y="1489739"/>
              <a:ext cx="35882" cy="163270"/>
            </a:xfrm>
            <a:custGeom>
              <a:avLst/>
              <a:pathLst>
                <a:path w="35882" h="163270">
                  <a:moveTo>
                    <a:pt x="0" y="163270"/>
                  </a:moveTo>
                  <a:lnTo>
                    <a:pt x="3588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85156" y="1489739"/>
              <a:ext cx="35882" cy="163270"/>
            </a:xfrm>
            <a:custGeom>
              <a:avLst/>
              <a:pathLst>
                <a:path w="35882" h="163270">
                  <a:moveTo>
                    <a:pt x="0" y="163270"/>
                  </a:moveTo>
                  <a:lnTo>
                    <a:pt x="3588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85156" y="1489739"/>
              <a:ext cx="35882" cy="163270"/>
            </a:xfrm>
            <a:custGeom>
              <a:avLst/>
              <a:pathLst>
                <a:path w="35882" h="163270">
                  <a:moveTo>
                    <a:pt x="0" y="163270"/>
                  </a:moveTo>
                  <a:lnTo>
                    <a:pt x="3588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85156" y="1489739"/>
              <a:ext cx="35882" cy="163270"/>
            </a:xfrm>
            <a:custGeom>
              <a:avLst/>
              <a:pathLst>
                <a:path w="35882" h="163270">
                  <a:moveTo>
                    <a:pt x="0" y="163270"/>
                  </a:moveTo>
                  <a:lnTo>
                    <a:pt x="3588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85156" y="1489739"/>
              <a:ext cx="35882" cy="163270"/>
            </a:xfrm>
            <a:custGeom>
              <a:avLst/>
              <a:pathLst>
                <a:path w="35882" h="163270">
                  <a:moveTo>
                    <a:pt x="0" y="163270"/>
                  </a:moveTo>
                  <a:lnTo>
                    <a:pt x="3588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85156" y="1489739"/>
              <a:ext cx="35882" cy="163270"/>
            </a:xfrm>
            <a:custGeom>
              <a:avLst/>
              <a:pathLst>
                <a:path w="35882" h="163270">
                  <a:moveTo>
                    <a:pt x="0" y="163270"/>
                  </a:moveTo>
                  <a:lnTo>
                    <a:pt x="3588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85156" y="1489739"/>
              <a:ext cx="35882" cy="163270"/>
            </a:xfrm>
            <a:custGeom>
              <a:avLst/>
              <a:pathLst>
                <a:path w="35882" h="163270">
                  <a:moveTo>
                    <a:pt x="0" y="163270"/>
                  </a:moveTo>
                  <a:lnTo>
                    <a:pt x="3588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85156" y="1489739"/>
              <a:ext cx="35882" cy="163270"/>
            </a:xfrm>
            <a:custGeom>
              <a:avLst/>
              <a:pathLst>
                <a:path w="35882" h="163270">
                  <a:moveTo>
                    <a:pt x="0" y="163270"/>
                  </a:moveTo>
                  <a:lnTo>
                    <a:pt x="3588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85156" y="1489739"/>
              <a:ext cx="35882" cy="163270"/>
            </a:xfrm>
            <a:custGeom>
              <a:avLst/>
              <a:pathLst>
                <a:path w="35882" h="163270">
                  <a:moveTo>
                    <a:pt x="0" y="163270"/>
                  </a:moveTo>
                  <a:lnTo>
                    <a:pt x="35882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85156" y="1489739"/>
              <a:ext cx="35882" cy="163270"/>
            </a:xfrm>
            <a:custGeom>
              <a:avLst/>
              <a:pathLst>
                <a:path w="35882" h="163270">
                  <a:moveTo>
                    <a:pt x="0" y="163270"/>
                  </a:moveTo>
                  <a:lnTo>
                    <a:pt x="3588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85156" y="1489739"/>
              <a:ext cx="35882" cy="163270"/>
            </a:xfrm>
            <a:custGeom>
              <a:avLst/>
              <a:pathLst>
                <a:path w="35882" h="163270">
                  <a:moveTo>
                    <a:pt x="0" y="163270"/>
                  </a:moveTo>
                  <a:lnTo>
                    <a:pt x="3588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85156" y="1489739"/>
              <a:ext cx="35882" cy="163270"/>
            </a:xfrm>
            <a:custGeom>
              <a:avLst/>
              <a:pathLst>
                <a:path w="35882" h="163270">
                  <a:moveTo>
                    <a:pt x="0" y="163270"/>
                  </a:moveTo>
                  <a:lnTo>
                    <a:pt x="3588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85156" y="1489739"/>
              <a:ext cx="35882" cy="163270"/>
            </a:xfrm>
            <a:custGeom>
              <a:avLst/>
              <a:pathLst>
                <a:path w="35882" h="163270">
                  <a:moveTo>
                    <a:pt x="0" y="163270"/>
                  </a:moveTo>
                  <a:lnTo>
                    <a:pt x="3588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85156" y="1489739"/>
              <a:ext cx="35882" cy="163270"/>
            </a:xfrm>
            <a:custGeom>
              <a:avLst/>
              <a:pathLst>
                <a:path w="35882" h="163270">
                  <a:moveTo>
                    <a:pt x="0" y="163270"/>
                  </a:moveTo>
                  <a:lnTo>
                    <a:pt x="3588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85156" y="1489739"/>
              <a:ext cx="35882" cy="163270"/>
            </a:xfrm>
            <a:custGeom>
              <a:avLst/>
              <a:pathLst>
                <a:path w="35882" h="163270">
                  <a:moveTo>
                    <a:pt x="0" y="163270"/>
                  </a:moveTo>
                  <a:lnTo>
                    <a:pt x="3588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85156" y="1489739"/>
              <a:ext cx="35882" cy="163270"/>
            </a:xfrm>
            <a:custGeom>
              <a:avLst/>
              <a:pathLst>
                <a:path w="35882" h="163270">
                  <a:moveTo>
                    <a:pt x="0" y="163270"/>
                  </a:moveTo>
                  <a:lnTo>
                    <a:pt x="3588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985156" y="1489739"/>
              <a:ext cx="35882" cy="163270"/>
            </a:xfrm>
            <a:custGeom>
              <a:avLst/>
              <a:pathLst>
                <a:path w="35882" h="163270">
                  <a:moveTo>
                    <a:pt x="0" y="163270"/>
                  </a:moveTo>
                  <a:lnTo>
                    <a:pt x="3588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985156" y="1489739"/>
              <a:ext cx="35882" cy="163270"/>
            </a:xfrm>
            <a:custGeom>
              <a:avLst/>
              <a:pathLst>
                <a:path w="35882" h="163270">
                  <a:moveTo>
                    <a:pt x="0" y="163270"/>
                  </a:moveTo>
                  <a:lnTo>
                    <a:pt x="3588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985156" y="1325461"/>
              <a:ext cx="203045" cy="331439"/>
            </a:xfrm>
            <a:custGeom>
              <a:avLst/>
              <a:pathLst>
                <a:path w="203045" h="331439">
                  <a:moveTo>
                    <a:pt x="0" y="327548"/>
                  </a:moveTo>
                  <a:lnTo>
                    <a:pt x="5248" y="328613"/>
                  </a:lnTo>
                  <a:lnTo>
                    <a:pt x="10528" y="329510"/>
                  </a:lnTo>
                  <a:lnTo>
                    <a:pt x="15833" y="330238"/>
                  </a:lnTo>
                  <a:lnTo>
                    <a:pt x="21160" y="330795"/>
                  </a:lnTo>
                  <a:lnTo>
                    <a:pt x="26501" y="331181"/>
                  </a:lnTo>
                  <a:lnTo>
                    <a:pt x="31852" y="331396"/>
                  </a:lnTo>
                  <a:lnTo>
                    <a:pt x="37207" y="331439"/>
                  </a:lnTo>
                  <a:lnTo>
                    <a:pt x="42561" y="331311"/>
                  </a:lnTo>
                  <a:lnTo>
                    <a:pt x="47908" y="331011"/>
                  </a:lnTo>
                  <a:lnTo>
                    <a:pt x="53243" y="330540"/>
                  </a:lnTo>
                  <a:lnTo>
                    <a:pt x="58560" y="329899"/>
                  </a:lnTo>
                  <a:lnTo>
                    <a:pt x="63853" y="329087"/>
                  </a:lnTo>
                  <a:lnTo>
                    <a:pt x="69118" y="328107"/>
                  </a:lnTo>
                  <a:lnTo>
                    <a:pt x="74349" y="326958"/>
                  </a:lnTo>
                  <a:lnTo>
                    <a:pt x="79540" y="325643"/>
                  </a:lnTo>
                  <a:lnTo>
                    <a:pt x="84687" y="324161"/>
                  </a:lnTo>
                  <a:lnTo>
                    <a:pt x="89783" y="322516"/>
                  </a:lnTo>
                  <a:lnTo>
                    <a:pt x="94824" y="320708"/>
                  </a:lnTo>
                  <a:lnTo>
                    <a:pt x="99805" y="318740"/>
                  </a:lnTo>
                  <a:lnTo>
                    <a:pt x="104719" y="316613"/>
                  </a:lnTo>
                  <a:lnTo>
                    <a:pt x="109564" y="314330"/>
                  </a:lnTo>
                  <a:lnTo>
                    <a:pt x="114332" y="311893"/>
                  </a:lnTo>
                  <a:lnTo>
                    <a:pt x="119021" y="309304"/>
                  </a:lnTo>
                  <a:lnTo>
                    <a:pt x="123623" y="306567"/>
                  </a:lnTo>
                  <a:lnTo>
                    <a:pt x="128136" y="303683"/>
                  </a:lnTo>
                  <a:lnTo>
                    <a:pt x="132554" y="300656"/>
                  </a:lnTo>
                  <a:lnTo>
                    <a:pt x="136873" y="297490"/>
                  </a:lnTo>
                  <a:lnTo>
                    <a:pt x="141089" y="294187"/>
                  </a:lnTo>
                  <a:lnTo>
                    <a:pt x="145196" y="290750"/>
                  </a:lnTo>
                  <a:lnTo>
                    <a:pt x="149191" y="287183"/>
                  </a:lnTo>
                  <a:lnTo>
                    <a:pt x="153070" y="283491"/>
                  </a:lnTo>
                  <a:lnTo>
                    <a:pt x="156828" y="279676"/>
                  </a:lnTo>
                  <a:lnTo>
                    <a:pt x="160463" y="275743"/>
                  </a:lnTo>
                  <a:lnTo>
                    <a:pt x="163969" y="271695"/>
                  </a:lnTo>
                  <a:lnTo>
                    <a:pt x="167344" y="267537"/>
                  </a:lnTo>
                  <a:lnTo>
                    <a:pt x="170584" y="263273"/>
                  </a:lnTo>
                  <a:lnTo>
                    <a:pt x="173686" y="258907"/>
                  </a:lnTo>
                  <a:lnTo>
                    <a:pt x="176647" y="254445"/>
                  </a:lnTo>
                  <a:lnTo>
                    <a:pt x="179463" y="249889"/>
                  </a:lnTo>
                  <a:lnTo>
                    <a:pt x="182131" y="245246"/>
                  </a:lnTo>
                  <a:lnTo>
                    <a:pt x="184650" y="240520"/>
                  </a:lnTo>
                  <a:lnTo>
                    <a:pt x="187016" y="235716"/>
                  </a:lnTo>
                  <a:lnTo>
                    <a:pt x="189227" y="230838"/>
                  </a:lnTo>
                  <a:lnTo>
                    <a:pt x="191280" y="225892"/>
                  </a:lnTo>
                  <a:lnTo>
                    <a:pt x="193174" y="220882"/>
                  </a:lnTo>
                  <a:lnTo>
                    <a:pt x="194906" y="215815"/>
                  </a:lnTo>
                  <a:lnTo>
                    <a:pt x="196476" y="210695"/>
                  </a:lnTo>
                  <a:lnTo>
                    <a:pt x="197880" y="205527"/>
                  </a:lnTo>
                  <a:lnTo>
                    <a:pt x="199118" y="200317"/>
                  </a:lnTo>
                  <a:lnTo>
                    <a:pt x="200189" y="195069"/>
                  </a:lnTo>
                  <a:lnTo>
                    <a:pt x="201091" y="189790"/>
                  </a:lnTo>
                  <a:lnTo>
                    <a:pt x="201824" y="184485"/>
                  </a:lnTo>
                  <a:lnTo>
                    <a:pt x="202386" y="179160"/>
                  </a:lnTo>
                  <a:lnTo>
                    <a:pt x="202777" y="173818"/>
                  </a:lnTo>
                  <a:lnTo>
                    <a:pt x="202997" y="168468"/>
                  </a:lnTo>
                  <a:lnTo>
                    <a:pt x="203045" y="163112"/>
                  </a:lnTo>
                  <a:lnTo>
                    <a:pt x="202922" y="157758"/>
                  </a:lnTo>
                  <a:lnTo>
                    <a:pt x="202628" y="152411"/>
                  </a:lnTo>
                  <a:lnTo>
                    <a:pt x="202162" y="147076"/>
                  </a:lnTo>
                  <a:lnTo>
                    <a:pt x="201526" y="141759"/>
                  </a:lnTo>
                  <a:lnTo>
                    <a:pt x="200720" y="136464"/>
                  </a:lnTo>
                  <a:lnTo>
                    <a:pt x="199744" y="131199"/>
                  </a:lnTo>
                  <a:lnTo>
                    <a:pt x="198601" y="125967"/>
                  </a:lnTo>
                  <a:lnTo>
                    <a:pt x="197290" y="120774"/>
                  </a:lnTo>
                  <a:lnTo>
                    <a:pt x="195814" y="115626"/>
                  </a:lnTo>
                  <a:lnTo>
                    <a:pt x="194173" y="110528"/>
                  </a:lnTo>
                  <a:lnTo>
                    <a:pt x="192370" y="105486"/>
                  </a:lnTo>
                  <a:lnTo>
                    <a:pt x="190407" y="100503"/>
                  </a:lnTo>
                  <a:lnTo>
                    <a:pt x="188285" y="95586"/>
                  </a:lnTo>
                  <a:lnTo>
                    <a:pt x="186006" y="90740"/>
                  </a:lnTo>
                  <a:lnTo>
                    <a:pt x="183574" y="85969"/>
                  </a:lnTo>
                  <a:lnTo>
                    <a:pt x="180989" y="81278"/>
                  </a:lnTo>
                  <a:lnTo>
                    <a:pt x="178256" y="76672"/>
                  </a:lnTo>
                  <a:lnTo>
                    <a:pt x="175377" y="72157"/>
                  </a:lnTo>
                  <a:lnTo>
                    <a:pt x="172355" y="67736"/>
                  </a:lnTo>
                  <a:lnTo>
                    <a:pt x="169192" y="63414"/>
                  </a:lnTo>
                  <a:lnTo>
                    <a:pt x="165893" y="59195"/>
                  </a:lnTo>
                  <a:lnTo>
                    <a:pt x="162460" y="55085"/>
                  </a:lnTo>
                  <a:lnTo>
                    <a:pt x="158898" y="51086"/>
                  </a:lnTo>
                  <a:lnTo>
                    <a:pt x="155209" y="47204"/>
                  </a:lnTo>
                  <a:lnTo>
                    <a:pt x="151398" y="43442"/>
                  </a:lnTo>
                  <a:lnTo>
                    <a:pt x="147468" y="39804"/>
                  </a:lnTo>
                  <a:lnTo>
                    <a:pt x="143424" y="36293"/>
                  </a:lnTo>
                  <a:lnTo>
                    <a:pt x="139269" y="32914"/>
                  </a:lnTo>
                  <a:lnTo>
                    <a:pt x="135008" y="29670"/>
                  </a:lnTo>
                  <a:lnTo>
                    <a:pt x="130645" y="26564"/>
                  </a:lnTo>
                  <a:lnTo>
                    <a:pt x="126186" y="23599"/>
                  </a:lnTo>
                  <a:lnTo>
                    <a:pt x="121633" y="20779"/>
                  </a:lnTo>
                  <a:lnTo>
                    <a:pt x="116992" y="18105"/>
                  </a:lnTo>
                  <a:lnTo>
                    <a:pt x="112269" y="15582"/>
                  </a:lnTo>
                  <a:lnTo>
                    <a:pt x="107467" y="13212"/>
                  </a:lnTo>
                  <a:lnTo>
                    <a:pt x="102591" y="10996"/>
                  </a:lnTo>
                  <a:lnTo>
                    <a:pt x="97647" y="8938"/>
                  </a:lnTo>
                  <a:lnTo>
                    <a:pt x="92639" y="7039"/>
                  </a:lnTo>
                  <a:lnTo>
                    <a:pt x="87574" y="5302"/>
                  </a:lnTo>
                  <a:lnTo>
                    <a:pt x="82455" y="3728"/>
                  </a:lnTo>
                  <a:lnTo>
                    <a:pt x="77288" y="2318"/>
                  </a:lnTo>
                  <a:lnTo>
                    <a:pt x="72079" y="1075"/>
                  </a:lnTo>
                  <a:lnTo>
                    <a:pt x="66833" y="0"/>
                  </a:lnTo>
                  <a:lnTo>
                    <a:pt x="35882" y="16427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021039" y="1322571"/>
              <a:ext cx="30950" cy="167167"/>
            </a:xfrm>
            <a:custGeom>
              <a:avLst/>
              <a:pathLst>
                <a:path w="30950" h="167167">
                  <a:moveTo>
                    <a:pt x="30950" y="2890"/>
                  </a:moveTo>
                  <a:lnTo>
                    <a:pt x="23271" y="1627"/>
                  </a:lnTo>
                  <a:lnTo>
                    <a:pt x="15542" y="724"/>
                  </a:lnTo>
                  <a:lnTo>
                    <a:pt x="7779" y="18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378092" y="1071028"/>
              <a:ext cx="167166" cy="306667"/>
            </a:xfrm>
            <a:custGeom>
              <a:avLst/>
              <a:pathLst>
                <a:path w="167166" h="306667">
                  <a:moveTo>
                    <a:pt x="167166" y="0"/>
                  </a:moveTo>
                  <a:lnTo>
                    <a:pt x="161821" y="85"/>
                  </a:lnTo>
                  <a:lnTo>
                    <a:pt x="156482" y="341"/>
                  </a:lnTo>
                  <a:lnTo>
                    <a:pt x="151155" y="768"/>
                  </a:lnTo>
                  <a:lnTo>
                    <a:pt x="145843" y="1365"/>
                  </a:lnTo>
                  <a:lnTo>
                    <a:pt x="140553" y="2131"/>
                  </a:lnTo>
                  <a:lnTo>
                    <a:pt x="135291" y="3067"/>
                  </a:lnTo>
                  <a:lnTo>
                    <a:pt x="130061" y="4169"/>
                  </a:lnTo>
                  <a:lnTo>
                    <a:pt x="124869" y="5439"/>
                  </a:lnTo>
                  <a:lnTo>
                    <a:pt x="119720" y="6874"/>
                  </a:lnTo>
                  <a:lnTo>
                    <a:pt x="114620" y="8473"/>
                  </a:lnTo>
                  <a:lnTo>
                    <a:pt x="109573" y="10234"/>
                  </a:lnTo>
                  <a:lnTo>
                    <a:pt x="104586" y="12155"/>
                  </a:lnTo>
                  <a:lnTo>
                    <a:pt x="99662" y="14235"/>
                  </a:lnTo>
                  <a:lnTo>
                    <a:pt x="94807" y="16471"/>
                  </a:lnTo>
                  <a:lnTo>
                    <a:pt x="90026" y="18861"/>
                  </a:lnTo>
                  <a:lnTo>
                    <a:pt x="85325" y="21403"/>
                  </a:lnTo>
                  <a:lnTo>
                    <a:pt x="80706" y="24094"/>
                  </a:lnTo>
                  <a:lnTo>
                    <a:pt x="76177" y="26932"/>
                  </a:lnTo>
                  <a:lnTo>
                    <a:pt x="71740" y="29912"/>
                  </a:lnTo>
                  <a:lnTo>
                    <a:pt x="67401" y="33033"/>
                  </a:lnTo>
                  <a:lnTo>
                    <a:pt x="63163" y="36291"/>
                  </a:lnTo>
                  <a:lnTo>
                    <a:pt x="59033" y="39683"/>
                  </a:lnTo>
                  <a:lnTo>
                    <a:pt x="55012" y="43205"/>
                  </a:lnTo>
                  <a:lnTo>
                    <a:pt x="51106" y="46854"/>
                  </a:lnTo>
                  <a:lnTo>
                    <a:pt x="47319" y="50626"/>
                  </a:lnTo>
                  <a:lnTo>
                    <a:pt x="43655" y="54517"/>
                  </a:lnTo>
                  <a:lnTo>
                    <a:pt x="40117" y="58523"/>
                  </a:lnTo>
                  <a:lnTo>
                    <a:pt x="36708" y="62640"/>
                  </a:lnTo>
                  <a:lnTo>
                    <a:pt x="33433" y="66864"/>
                  </a:lnTo>
                  <a:lnTo>
                    <a:pt x="30295" y="71191"/>
                  </a:lnTo>
                  <a:lnTo>
                    <a:pt x="27297" y="75616"/>
                  </a:lnTo>
                  <a:lnTo>
                    <a:pt x="24441" y="80134"/>
                  </a:lnTo>
                  <a:lnTo>
                    <a:pt x="21732" y="84741"/>
                  </a:lnTo>
                  <a:lnTo>
                    <a:pt x="19171" y="89433"/>
                  </a:lnTo>
                  <a:lnTo>
                    <a:pt x="16762" y="94204"/>
                  </a:lnTo>
                  <a:lnTo>
                    <a:pt x="14506" y="99050"/>
                  </a:lnTo>
                  <a:lnTo>
                    <a:pt x="12406" y="103965"/>
                  </a:lnTo>
                  <a:lnTo>
                    <a:pt x="10465" y="108945"/>
                  </a:lnTo>
                  <a:lnTo>
                    <a:pt x="8684" y="113984"/>
                  </a:lnTo>
                  <a:lnTo>
                    <a:pt x="7064" y="119078"/>
                  </a:lnTo>
                  <a:lnTo>
                    <a:pt x="5609" y="124221"/>
                  </a:lnTo>
                  <a:lnTo>
                    <a:pt x="4318" y="129408"/>
                  </a:lnTo>
                  <a:lnTo>
                    <a:pt x="3194" y="134634"/>
                  </a:lnTo>
                  <a:lnTo>
                    <a:pt x="2238" y="139892"/>
                  </a:lnTo>
                  <a:lnTo>
                    <a:pt x="1451" y="145179"/>
                  </a:lnTo>
                  <a:lnTo>
                    <a:pt x="832" y="150488"/>
                  </a:lnTo>
                  <a:lnTo>
                    <a:pt x="384" y="155814"/>
                  </a:lnTo>
                  <a:lnTo>
                    <a:pt x="106" y="161152"/>
                  </a:lnTo>
                  <a:lnTo>
                    <a:pt x="0" y="166496"/>
                  </a:lnTo>
                  <a:lnTo>
                    <a:pt x="63" y="171840"/>
                  </a:lnTo>
                  <a:lnTo>
                    <a:pt x="298" y="177180"/>
                  </a:lnTo>
                  <a:lnTo>
                    <a:pt x="704" y="182510"/>
                  </a:lnTo>
                  <a:lnTo>
                    <a:pt x="1279" y="187824"/>
                  </a:lnTo>
                  <a:lnTo>
                    <a:pt x="2025" y="193116"/>
                  </a:lnTo>
                  <a:lnTo>
                    <a:pt x="2939" y="198383"/>
                  </a:lnTo>
                  <a:lnTo>
                    <a:pt x="4020" y="203617"/>
                  </a:lnTo>
                  <a:lnTo>
                    <a:pt x="5269" y="208814"/>
                  </a:lnTo>
                  <a:lnTo>
                    <a:pt x="6683" y="213969"/>
                  </a:lnTo>
                  <a:lnTo>
                    <a:pt x="8262" y="219075"/>
                  </a:lnTo>
                  <a:lnTo>
                    <a:pt x="10002" y="224129"/>
                  </a:lnTo>
                  <a:lnTo>
                    <a:pt x="11904" y="229124"/>
                  </a:lnTo>
                  <a:lnTo>
                    <a:pt x="13964" y="234056"/>
                  </a:lnTo>
                  <a:lnTo>
                    <a:pt x="16181" y="238920"/>
                  </a:lnTo>
                  <a:lnTo>
                    <a:pt x="18552" y="243710"/>
                  </a:lnTo>
                  <a:lnTo>
                    <a:pt x="21075" y="248422"/>
                  </a:lnTo>
                  <a:lnTo>
                    <a:pt x="23747" y="253051"/>
                  </a:lnTo>
                  <a:lnTo>
                    <a:pt x="26566" y="257592"/>
                  </a:lnTo>
                  <a:lnTo>
                    <a:pt x="29529" y="262041"/>
                  </a:lnTo>
                  <a:lnTo>
                    <a:pt x="32632" y="266393"/>
                  </a:lnTo>
                  <a:lnTo>
                    <a:pt x="35873" y="270643"/>
                  </a:lnTo>
                  <a:lnTo>
                    <a:pt x="39248" y="274787"/>
                  </a:lnTo>
                  <a:lnTo>
                    <a:pt x="42754" y="278822"/>
                  </a:lnTo>
                  <a:lnTo>
                    <a:pt x="46388" y="282742"/>
                  </a:lnTo>
                  <a:lnTo>
                    <a:pt x="50144" y="286544"/>
                  </a:lnTo>
                  <a:lnTo>
                    <a:pt x="54020" y="290224"/>
                  </a:lnTo>
                  <a:lnTo>
                    <a:pt x="58012" y="293779"/>
                  </a:lnTo>
                  <a:lnTo>
                    <a:pt x="62116" y="297204"/>
                  </a:lnTo>
                  <a:lnTo>
                    <a:pt x="66327" y="300495"/>
                  </a:lnTo>
                  <a:lnTo>
                    <a:pt x="70641" y="303651"/>
                  </a:lnTo>
                  <a:lnTo>
                    <a:pt x="75054" y="306667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53146" y="1238196"/>
              <a:ext cx="92112" cy="139500"/>
            </a:xfrm>
            <a:custGeom>
              <a:avLst/>
              <a:pathLst>
                <a:path w="92112" h="139500">
                  <a:moveTo>
                    <a:pt x="0" y="139500"/>
                  </a:moveTo>
                  <a:lnTo>
                    <a:pt x="9211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53146" y="1238196"/>
              <a:ext cx="92112" cy="139500"/>
            </a:xfrm>
            <a:custGeom>
              <a:avLst/>
              <a:pathLst>
                <a:path w="92112" h="139500">
                  <a:moveTo>
                    <a:pt x="0" y="139500"/>
                  </a:moveTo>
                  <a:lnTo>
                    <a:pt x="9211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53146" y="1238196"/>
              <a:ext cx="92112" cy="139500"/>
            </a:xfrm>
            <a:custGeom>
              <a:avLst/>
              <a:pathLst>
                <a:path w="92112" h="139500">
                  <a:moveTo>
                    <a:pt x="0" y="139500"/>
                  </a:moveTo>
                  <a:lnTo>
                    <a:pt x="9211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53146" y="1238196"/>
              <a:ext cx="92112" cy="139500"/>
            </a:xfrm>
            <a:custGeom>
              <a:avLst/>
              <a:pathLst>
                <a:path w="92112" h="139500">
                  <a:moveTo>
                    <a:pt x="0" y="139500"/>
                  </a:moveTo>
                  <a:lnTo>
                    <a:pt x="9211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53146" y="1238196"/>
              <a:ext cx="92112" cy="139500"/>
            </a:xfrm>
            <a:custGeom>
              <a:avLst/>
              <a:pathLst>
                <a:path w="92112" h="139500">
                  <a:moveTo>
                    <a:pt x="0" y="139500"/>
                  </a:moveTo>
                  <a:lnTo>
                    <a:pt x="9211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53146" y="1238196"/>
              <a:ext cx="92112" cy="139500"/>
            </a:xfrm>
            <a:custGeom>
              <a:avLst/>
              <a:pathLst>
                <a:path w="92112" h="139500">
                  <a:moveTo>
                    <a:pt x="0" y="139500"/>
                  </a:moveTo>
                  <a:lnTo>
                    <a:pt x="9211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53146" y="1238196"/>
              <a:ext cx="92112" cy="139500"/>
            </a:xfrm>
            <a:custGeom>
              <a:avLst/>
              <a:pathLst>
                <a:path w="92112" h="139500">
                  <a:moveTo>
                    <a:pt x="0" y="139500"/>
                  </a:moveTo>
                  <a:lnTo>
                    <a:pt x="9211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53146" y="1238196"/>
              <a:ext cx="92112" cy="139500"/>
            </a:xfrm>
            <a:custGeom>
              <a:avLst/>
              <a:pathLst>
                <a:path w="92112" h="139500">
                  <a:moveTo>
                    <a:pt x="0" y="139500"/>
                  </a:moveTo>
                  <a:lnTo>
                    <a:pt x="9211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53146" y="1238196"/>
              <a:ext cx="92112" cy="139500"/>
            </a:xfrm>
            <a:custGeom>
              <a:avLst/>
              <a:pathLst>
                <a:path w="92112" h="139500">
                  <a:moveTo>
                    <a:pt x="0" y="139500"/>
                  </a:moveTo>
                  <a:lnTo>
                    <a:pt x="9211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53146" y="1238196"/>
              <a:ext cx="92112" cy="139500"/>
            </a:xfrm>
            <a:custGeom>
              <a:avLst/>
              <a:pathLst>
                <a:path w="92112" h="139500">
                  <a:moveTo>
                    <a:pt x="0" y="139500"/>
                  </a:moveTo>
                  <a:lnTo>
                    <a:pt x="9211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53146" y="1238196"/>
              <a:ext cx="92112" cy="139500"/>
            </a:xfrm>
            <a:custGeom>
              <a:avLst/>
              <a:pathLst>
                <a:path w="92112" h="139500">
                  <a:moveTo>
                    <a:pt x="0" y="139500"/>
                  </a:moveTo>
                  <a:lnTo>
                    <a:pt x="92112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53146" y="1238196"/>
              <a:ext cx="92112" cy="139500"/>
            </a:xfrm>
            <a:custGeom>
              <a:avLst/>
              <a:pathLst>
                <a:path w="92112" h="139500">
                  <a:moveTo>
                    <a:pt x="0" y="139500"/>
                  </a:moveTo>
                  <a:lnTo>
                    <a:pt x="9211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453146" y="1238196"/>
              <a:ext cx="92112" cy="139500"/>
            </a:xfrm>
            <a:custGeom>
              <a:avLst/>
              <a:pathLst>
                <a:path w="92112" h="139500">
                  <a:moveTo>
                    <a:pt x="0" y="139500"/>
                  </a:moveTo>
                  <a:lnTo>
                    <a:pt x="9211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453146" y="1238196"/>
              <a:ext cx="92112" cy="139500"/>
            </a:xfrm>
            <a:custGeom>
              <a:avLst/>
              <a:pathLst>
                <a:path w="92112" h="139500">
                  <a:moveTo>
                    <a:pt x="0" y="139500"/>
                  </a:moveTo>
                  <a:lnTo>
                    <a:pt x="9211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453146" y="1238196"/>
              <a:ext cx="92112" cy="139500"/>
            </a:xfrm>
            <a:custGeom>
              <a:avLst/>
              <a:pathLst>
                <a:path w="92112" h="139500">
                  <a:moveTo>
                    <a:pt x="0" y="139500"/>
                  </a:moveTo>
                  <a:lnTo>
                    <a:pt x="9211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453146" y="1238196"/>
              <a:ext cx="92112" cy="139500"/>
            </a:xfrm>
            <a:custGeom>
              <a:avLst/>
              <a:pathLst>
                <a:path w="92112" h="139500">
                  <a:moveTo>
                    <a:pt x="0" y="139500"/>
                  </a:moveTo>
                  <a:lnTo>
                    <a:pt x="9211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453146" y="1238196"/>
              <a:ext cx="92112" cy="139500"/>
            </a:xfrm>
            <a:custGeom>
              <a:avLst/>
              <a:pathLst>
                <a:path w="92112" h="139500">
                  <a:moveTo>
                    <a:pt x="0" y="139500"/>
                  </a:moveTo>
                  <a:lnTo>
                    <a:pt x="9211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453146" y="1238196"/>
              <a:ext cx="92112" cy="139500"/>
            </a:xfrm>
            <a:custGeom>
              <a:avLst/>
              <a:pathLst>
                <a:path w="92112" h="139500">
                  <a:moveTo>
                    <a:pt x="0" y="139500"/>
                  </a:moveTo>
                  <a:lnTo>
                    <a:pt x="9211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453146" y="1238196"/>
              <a:ext cx="92112" cy="139500"/>
            </a:xfrm>
            <a:custGeom>
              <a:avLst/>
              <a:pathLst>
                <a:path w="92112" h="139500">
                  <a:moveTo>
                    <a:pt x="0" y="139500"/>
                  </a:moveTo>
                  <a:lnTo>
                    <a:pt x="9211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453146" y="1238196"/>
              <a:ext cx="92112" cy="139500"/>
            </a:xfrm>
            <a:custGeom>
              <a:avLst/>
              <a:pathLst>
                <a:path w="92112" h="139500">
                  <a:moveTo>
                    <a:pt x="0" y="139500"/>
                  </a:moveTo>
                  <a:lnTo>
                    <a:pt x="9211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453146" y="1117849"/>
              <a:ext cx="259273" cy="287503"/>
            </a:xfrm>
            <a:custGeom>
              <a:avLst/>
              <a:pathLst>
                <a:path w="259273" h="287503">
                  <a:moveTo>
                    <a:pt x="0" y="259846"/>
                  </a:moveTo>
                  <a:lnTo>
                    <a:pt x="4482" y="262705"/>
                  </a:lnTo>
                  <a:lnTo>
                    <a:pt x="9054" y="265420"/>
                  </a:lnTo>
                  <a:lnTo>
                    <a:pt x="13710" y="267988"/>
                  </a:lnTo>
                  <a:lnTo>
                    <a:pt x="18445" y="270406"/>
                  </a:lnTo>
                  <a:lnTo>
                    <a:pt x="23254" y="272673"/>
                  </a:lnTo>
                  <a:lnTo>
                    <a:pt x="28133" y="274786"/>
                  </a:lnTo>
                  <a:lnTo>
                    <a:pt x="33077" y="276742"/>
                  </a:lnTo>
                  <a:lnTo>
                    <a:pt x="38080" y="278541"/>
                  </a:lnTo>
                  <a:lnTo>
                    <a:pt x="43139" y="280179"/>
                  </a:lnTo>
                  <a:lnTo>
                    <a:pt x="48246" y="281655"/>
                  </a:lnTo>
                  <a:lnTo>
                    <a:pt x="53398" y="282969"/>
                  </a:lnTo>
                  <a:lnTo>
                    <a:pt x="58590" y="284118"/>
                  </a:lnTo>
                  <a:lnTo>
                    <a:pt x="63815" y="285101"/>
                  </a:lnTo>
                  <a:lnTo>
                    <a:pt x="69069" y="285918"/>
                  </a:lnTo>
                  <a:lnTo>
                    <a:pt x="74346" y="286567"/>
                  </a:lnTo>
                  <a:lnTo>
                    <a:pt x="79641" y="287048"/>
                  </a:lnTo>
                  <a:lnTo>
                    <a:pt x="84949" y="287360"/>
                  </a:lnTo>
                  <a:lnTo>
                    <a:pt x="90264" y="287503"/>
                  </a:lnTo>
                  <a:lnTo>
                    <a:pt x="95580" y="287477"/>
                  </a:lnTo>
                  <a:lnTo>
                    <a:pt x="100894" y="287282"/>
                  </a:lnTo>
                  <a:lnTo>
                    <a:pt x="106198" y="286919"/>
                  </a:lnTo>
                  <a:lnTo>
                    <a:pt x="111488" y="286386"/>
                  </a:lnTo>
                  <a:lnTo>
                    <a:pt x="116759" y="285686"/>
                  </a:lnTo>
                  <a:lnTo>
                    <a:pt x="122005" y="284819"/>
                  </a:lnTo>
                  <a:lnTo>
                    <a:pt x="127220" y="283785"/>
                  </a:lnTo>
                  <a:lnTo>
                    <a:pt x="132400" y="282586"/>
                  </a:lnTo>
                  <a:lnTo>
                    <a:pt x="137539" y="281223"/>
                  </a:lnTo>
                  <a:lnTo>
                    <a:pt x="142632" y="279696"/>
                  </a:lnTo>
                  <a:lnTo>
                    <a:pt x="147674" y="278009"/>
                  </a:lnTo>
                  <a:lnTo>
                    <a:pt x="152660" y="276162"/>
                  </a:lnTo>
                  <a:lnTo>
                    <a:pt x="157585" y="274158"/>
                  </a:lnTo>
                  <a:lnTo>
                    <a:pt x="162443" y="271998"/>
                  </a:lnTo>
                  <a:lnTo>
                    <a:pt x="167230" y="269685"/>
                  </a:lnTo>
                  <a:lnTo>
                    <a:pt x="171942" y="267220"/>
                  </a:lnTo>
                  <a:lnTo>
                    <a:pt x="176572" y="264607"/>
                  </a:lnTo>
                  <a:lnTo>
                    <a:pt x="181117" y="261848"/>
                  </a:lnTo>
                  <a:lnTo>
                    <a:pt x="185572" y="258946"/>
                  </a:lnTo>
                  <a:lnTo>
                    <a:pt x="189933" y="255904"/>
                  </a:lnTo>
                  <a:lnTo>
                    <a:pt x="194194" y="252725"/>
                  </a:lnTo>
                  <a:lnTo>
                    <a:pt x="198352" y="249411"/>
                  </a:lnTo>
                  <a:lnTo>
                    <a:pt x="202403" y="245967"/>
                  </a:lnTo>
                  <a:lnTo>
                    <a:pt x="206342" y="242396"/>
                  </a:lnTo>
                  <a:lnTo>
                    <a:pt x="210166" y="238702"/>
                  </a:lnTo>
                  <a:lnTo>
                    <a:pt x="213870" y="234888"/>
                  </a:lnTo>
                  <a:lnTo>
                    <a:pt x="217451" y="230958"/>
                  </a:lnTo>
                  <a:lnTo>
                    <a:pt x="220905" y="226916"/>
                  </a:lnTo>
                  <a:lnTo>
                    <a:pt x="224229" y="222766"/>
                  </a:lnTo>
                  <a:lnTo>
                    <a:pt x="227420" y="218512"/>
                  </a:lnTo>
                  <a:lnTo>
                    <a:pt x="230473" y="214160"/>
                  </a:lnTo>
                  <a:lnTo>
                    <a:pt x="233387" y="209712"/>
                  </a:lnTo>
                  <a:lnTo>
                    <a:pt x="236157" y="205174"/>
                  </a:lnTo>
                  <a:lnTo>
                    <a:pt x="238782" y="200550"/>
                  </a:lnTo>
                  <a:lnTo>
                    <a:pt x="241258" y="195845"/>
                  </a:lnTo>
                  <a:lnTo>
                    <a:pt x="243584" y="191064"/>
                  </a:lnTo>
                  <a:lnTo>
                    <a:pt x="245756" y="186211"/>
                  </a:lnTo>
                  <a:lnTo>
                    <a:pt x="247773" y="181292"/>
                  </a:lnTo>
                  <a:lnTo>
                    <a:pt x="249633" y="176311"/>
                  </a:lnTo>
                  <a:lnTo>
                    <a:pt x="251333" y="171273"/>
                  </a:lnTo>
                  <a:lnTo>
                    <a:pt x="252872" y="166184"/>
                  </a:lnTo>
                  <a:lnTo>
                    <a:pt x="254248" y="161048"/>
                  </a:lnTo>
                  <a:lnTo>
                    <a:pt x="255461" y="155871"/>
                  </a:lnTo>
                  <a:lnTo>
                    <a:pt x="256508" y="150658"/>
                  </a:lnTo>
                  <a:lnTo>
                    <a:pt x="257389" y="145415"/>
                  </a:lnTo>
                  <a:lnTo>
                    <a:pt x="258102" y="140146"/>
                  </a:lnTo>
                  <a:lnTo>
                    <a:pt x="258648" y="134857"/>
                  </a:lnTo>
                  <a:lnTo>
                    <a:pt x="259025" y="129554"/>
                  </a:lnTo>
                  <a:lnTo>
                    <a:pt x="259234" y="124241"/>
                  </a:lnTo>
                  <a:lnTo>
                    <a:pt x="259273" y="118924"/>
                  </a:lnTo>
                  <a:lnTo>
                    <a:pt x="259143" y="113609"/>
                  </a:lnTo>
                  <a:lnTo>
                    <a:pt x="258844" y="108301"/>
                  </a:lnTo>
                  <a:lnTo>
                    <a:pt x="258377" y="103004"/>
                  </a:lnTo>
                  <a:lnTo>
                    <a:pt x="257741" y="97726"/>
                  </a:lnTo>
                  <a:lnTo>
                    <a:pt x="256938" y="92470"/>
                  </a:lnTo>
                  <a:lnTo>
                    <a:pt x="255968" y="87242"/>
                  </a:lnTo>
                  <a:lnTo>
                    <a:pt x="254833" y="82048"/>
                  </a:lnTo>
                  <a:lnTo>
                    <a:pt x="253533" y="76892"/>
                  </a:lnTo>
                  <a:lnTo>
                    <a:pt x="252069" y="71781"/>
                  </a:lnTo>
                  <a:lnTo>
                    <a:pt x="250444" y="66719"/>
                  </a:lnTo>
                  <a:lnTo>
                    <a:pt x="248658" y="61710"/>
                  </a:lnTo>
                  <a:lnTo>
                    <a:pt x="246714" y="56762"/>
                  </a:lnTo>
                  <a:lnTo>
                    <a:pt x="244614" y="51877"/>
                  </a:lnTo>
                  <a:lnTo>
                    <a:pt x="242359" y="47062"/>
                  </a:lnTo>
                  <a:lnTo>
                    <a:pt x="239953" y="42321"/>
                  </a:lnTo>
                  <a:lnTo>
                    <a:pt x="237397" y="37659"/>
                  </a:lnTo>
                  <a:lnTo>
                    <a:pt x="234694" y="33080"/>
                  </a:lnTo>
                  <a:lnTo>
                    <a:pt x="231846" y="28590"/>
                  </a:lnTo>
                  <a:lnTo>
                    <a:pt x="228858" y="24193"/>
                  </a:lnTo>
                  <a:lnTo>
                    <a:pt x="225731" y="19893"/>
                  </a:lnTo>
                  <a:lnTo>
                    <a:pt x="222469" y="15694"/>
                  </a:lnTo>
                  <a:lnTo>
                    <a:pt x="219075" y="11601"/>
                  </a:lnTo>
                  <a:lnTo>
                    <a:pt x="215552" y="7619"/>
                  </a:lnTo>
                  <a:lnTo>
                    <a:pt x="211905" y="3750"/>
                  </a:lnTo>
                  <a:lnTo>
                    <a:pt x="208136" y="0"/>
                  </a:lnTo>
                  <a:lnTo>
                    <a:pt x="92112" y="1203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545258" y="1071028"/>
              <a:ext cx="116024" cy="167167"/>
            </a:xfrm>
            <a:custGeom>
              <a:avLst/>
              <a:pathLst>
                <a:path w="116024" h="167167">
                  <a:moveTo>
                    <a:pt x="116024" y="46821"/>
                  </a:moveTo>
                  <a:lnTo>
                    <a:pt x="111946" y="43018"/>
                  </a:lnTo>
                  <a:lnTo>
                    <a:pt x="107744" y="39354"/>
                  </a:lnTo>
                  <a:lnTo>
                    <a:pt x="103422" y="35833"/>
                  </a:lnTo>
                  <a:lnTo>
                    <a:pt x="98985" y="32457"/>
                  </a:lnTo>
                  <a:lnTo>
                    <a:pt x="94438" y="29231"/>
                  </a:lnTo>
                  <a:lnTo>
                    <a:pt x="89786" y="26158"/>
                  </a:lnTo>
                  <a:lnTo>
                    <a:pt x="85034" y="23243"/>
                  </a:lnTo>
                  <a:lnTo>
                    <a:pt x="80187" y="20487"/>
                  </a:lnTo>
                  <a:lnTo>
                    <a:pt x="75251" y="17895"/>
                  </a:lnTo>
                  <a:lnTo>
                    <a:pt x="70231" y="15468"/>
                  </a:lnTo>
                  <a:lnTo>
                    <a:pt x="65134" y="13211"/>
                  </a:lnTo>
                  <a:lnTo>
                    <a:pt x="59964" y="11124"/>
                  </a:lnTo>
                  <a:lnTo>
                    <a:pt x="54727" y="9212"/>
                  </a:lnTo>
                  <a:lnTo>
                    <a:pt x="49429" y="7474"/>
                  </a:lnTo>
                  <a:lnTo>
                    <a:pt x="44076" y="5915"/>
                  </a:lnTo>
                  <a:lnTo>
                    <a:pt x="38675" y="4535"/>
                  </a:lnTo>
                  <a:lnTo>
                    <a:pt x="33230" y="3336"/>
                  </a:lnTo>
                  <a:lnTo>
                    <a:pt x="27748" y="2319"/>
                  </a:lnTo>
                  <a:lnTo>
                    <a:pt x="22235" y="1485"/>
                  </a:lnTo>
                  <a:lnTo>
                    <a:pt x="16698" y="836"/>
                  </a:lnTo>
                  <a:lnTo>
                    <a:pt x="11142" y="371"/>
                  </a:lnTo>
                  <a:lnTo>
                    <a:pt x="5574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37901" y="941493"/>
              <a:ext cx="85642" cy="167167"/>
            </a:xfrm>
            <a:custGeom>
              <a:avLst/>
              <a:pathLst>
                <a:path w="85642" h="167167">
                  <a:moveTo>
                    <a:pt x="85642" y="0"/>
                  </a:moveTo>
                  <a:lnTo>
                    <a:pt x="80023" y="94"/>
                  </a:lnTo>
                  <a:lnTo>
                    <a:pt x="74411" y="377"/>
                  </a:lnTo>
                  <a:lnTo>
                    <a:pt x="68811" y="849"/>
                  </a:lnTo>
                  <a:lnTo>
                    <a:pt x="63231" y="1509"/>
                  </a:lnTo>
                  <a:lnTo>
                    <a:pt x="57675" y="2355"/>
                  </a:lnTo>
                  <a:lnTo>
                    <a:pt x="52152" y="3389"/>
                  </a:lnTo>
                  <a:lnTo>
                    <a:pt x="46666" y="4607"/>
                  </a:lnTo>
                  <a:lnTo>
                    <a:pt x="41224" y="6009"/>
                  </a:lnTo>
                  <a:lnTo>
                    <a:pt x="35832" y="7593"/>
                  </a:lnTo>
                  <a:lnTo>
                    <a:pt x="30497" y="9357"/>
                  </a:lnTo>
                  <a:lnTo>
                    <a:pt x="25224" y="11300"/>
                  </a:lnTo>
                  <a:lnTo>
                    <a:pt x="20019" y="13418"/>
                  </a:lnTo>
                  <a:lnTo>
                    <a:pt x="14889" y="15711"/>
                  </a:lnTo>
                  <a:lnTo>
                    <a:pt x="9838" y="18174"/>
                  </a:lnTo>
                  <a:lnTo>
                    <a:pt x="4873" y="20806"/>
                  </a:lnTo>
                  <a:lnTo>
                    <a:pt x="0" y="23604"/>
                  </a:lnTo>
                  <a:lnTo>
                    <a:pt x="8564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37901" y="965097"/>
              <a:ext cx="85642" cy="143563"/>
            </a:xfrm>
            <a:custGeom>
              <a:avLst/>
              <a:pathLst>
                <a:path w="85642" h="143563">
                  <a:moveTo>
                    <a:pt x="0" y="0"/>
                  </a:moveTo>
                  <a:lnTo>
                    <a:pt x="85642" y="14356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37901" y="965097"/>
              <a:ext cx="85642" cy="143563"/>
            </a:xfrm>
            <a:custGeom>
              <a:avLst/>
              <a:pathLst>
                <a:path w="85642" h="143563">
                  <a:moveTo>
                    <a:pt x="0" y="0"/>
                  </a:moveTo>
                  <a:lnTo>
                    <a:pt x="85642" y="14356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37901" y="965097"/>
              <a:ext cx="85642" cy="143563"/>
            </a:xfrm>
            <a:custGeom>
              <a:avLst/>
              <a:pathLst>
                <a:path w="85642" h="143563">
                  <a:moveTo>
                    <a:pt x="0" y="0"/>
                  </a:moveTo>
                  <a:lnTo>
                    <a:pt x="85642" y="14356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37901" y="965097"/>
              <a:ext cx="85642" cy="143563"/>
            </a:xfrm>
            <a:custGeom>
              <a:avLst/>
              <a:pathLst>
                <a:path w="85642" h="143563">
                  <a:moveTo>
                    <a:pt x="0" y="0"/>
                  </a:moveTo>
                  <a:lnTo>
                    <a:pt x="85642" y="14356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37901" y="965097"/>
              <a:ext cx="85642" cy="143563"/>
            </a:xfrm>
            <a:custGeom>
              <a:avLst/>
              <a:pathLst>
                <a:path w="85642" h="143563">
                  <a:moveTo>
                    <a:pt x="0" y="0"/>
                  </a:moveTo>
                  <a:lnTo>
                    <a:pt x="85642" y="14356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37901" y="965097"/>
              <a:ext cx="85642" cy="143563"/>
            </a:xfrm>
            <a:custGeom>
              <a:avLst/>
              <a:pathLst>
                <a:path w="85642" h="143563">
                  <a:moveTo>
                    <a:pt x="0" y="0"/>
                  </a:moveTo>
                  <a:lnTo>
                    <a:pt x="85642" y="1435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37901" y="965097"/>
              <a:ext cx="85642" cy="143563"/>
            </a:xfrm>
            <a:custGeom>
              <a:avLst/>
              <a:pathLst>
                <a:path w="85642" h="143563">
                  <a:moveTo>
                    <a:pt x="0" y="0"/>
                  </a:moveTo>
                  <a:lnTo>
                    <a:pt x="85642" y="1435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37901" y="965097"/>
              <a:ext cx="85642" cy="143563"/>
            </a:xfrm>
            <a:custGeom>
              <a:avLst/>
              <a:pathLst>
                <a:path w="85642" h="143563">
                  <a:moveTo>
                    <a:pt x="0" y="0"/>
                  </a:moveTo>
                  <a:lnTo>
                    <a:pt x="85642" y="1435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37901" y="965097"/>
              <a:ext cx="85642" cy="143563"/>
            </a:xfrm>
            <a:custGeom>
              <a:avLst/>
              <a:pathLst>
                <a:path w="85642" h="143563">
                  <a:moveTo>
                    <a:pt x="0" y="0"/>
                  </a:moveTo>
                  <a:lnTo>
                    <a:pt x="85642" y="1435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37901" y="965097"/>
              <a:ext cx="85642" cy="143563"/>
            </a:xfrm>
            <a:custGeom>
              <a:avLst/>
              <a:pathLst>
                <a:path w="85642" h="143563">
                  <a:moveTo>
                    <a:pt x="0" y="0"/>
                  </a:moveTo>
                  <a:lnTo>
                    <a:pt x="85642" y="14356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37901" y="965097"/>
              <a:ext cx="85642" cy="143563"/>
            </a:xfrm>
            <a:custGeom>
              <a:avLst/>
              <a:pathLst>
                <a:path w="85642" h="143563">
                  <a:moveTo>
                    <a:pt x="0" y="0"/>
                  </a:moveTo>
                  <a:lnTo>
                    <a:pt x="85642" y="1435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37901" y="965097"/>
              <a:ext cx="85642" cy="143563"/>
            </a:xfrm>
            <a:custGeom>
              <a:avLst/>
              <a:pathLst>
                <a:path w="85642" h="143563">
                  <a:moveTo>
                    <a:pt x="0" y="0"/>
                  </a:moveTo>
                  <a:lnTo>
                    <a:pt x="85642" y="1435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37901" y="965097"/>
              <a:ext cx="85642" cy="143563"/>
            </a:xfrm>
            <a:custGeom>
              <a:avLst/>
              <a:pathLst>
                <a:path w="85642" h="143563">
                  <a:moveTo>
                    <a:pt x="0" y="0"/>
                  </a:moveTo>
                  <a:lnTo>
                    <a:pt x="85642" y="14356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37901" y="965097"/>
              <a:ext cx="85642" cy="143563"/>
            </a:xfrm>
            <a:custGeom>
              <a:avLst/>
              <a:pathLst>
                <a:path w="85642" h="143563">
                  <a:moveTo>
                    <a:pt x="0" y="0"/>
                  </a:moveTo>
                  <a:lnTo>
                    <a:pt x="85642" y="1435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37901" y="965097"/>
              <a:ext cx="85642" cy="143563"/>
            </a:xfrm>
            <a:custGeom>
              <a:avLst/>
              <a:pathLst>
                <a:path w="85642" h="143563">
                  <a:moveTo>
                    <a:pt x="0" y="0"/>
                  </a:moveTo>
                  <a:lnTo>
                    <a:pt x="85642" y="1435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37901" y="965097"/>
              <a:ext cx="85642" cy="143563"/>
            </a:xfrm>
            <a:custGeom>
              <a:avLst/>
              <a:pathLst>
                <a:path w="85642" h="143563">
                  <a:moveTo>
                    <a:pt x="0" y="0"/>
                  </a:moveTo>
                  <a:lnTo>
                    <a:pt x="85642" y="1435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937901" y="965097"/>
              <a:ext cx="85642" cy="143563"/>
            </a:xfrm>
            <a:custGeom>
              <a:avLst/>
              <a:pathLst>
                <a:path w="85642" h="143563">
                  <a:moveTo>
                    <a:pt x="0" y="0"/>
                  </a:moveTo>
                  <a:lnTo>
                    <a:pt x="85642" y="1435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937901" y="965097"/>
              <a:ext cx="85642" cy="143563"/>
            </a:xfrm>
            <a:custGeom>
              <a:avLst/>
              <a:pathLst>
                <a:path w="85642" h="143563">
                  <a:moveTo>
                    <a:pt x="0" y="0"/>
                  </a:moveTo>
                  <a:lnTo>
                    <a:pt x="85642" y="14356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937901" y="965097"/>
              <a:ext cx="85642" cy="143563"/>
            </a:xfrm>
            <a:custGeom>
              <a:avLst/>
              <a:pathLst>
                <a:path w="85642" h="143563">
                  <a:moveTo>
                    <a:pt x="0" y="0"/>
                  </a:moveTo>
                  <a:lnTo>
                    <a:pt x="85642" y="14356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856390" y="950318"/>
              <a:ext cx="334315" cy="325507"/>
            </a:xfrm>
            <a:custGeom>
              <a:avLst/>
              <a:pathLst>
                <a:path w="334315" h="325507">
                  <a:moveTo>
                    <a:pt x="81511" y="14779"/>
                  </a:moveTo>
                  <a:lnTo>
                    <a:pt x="77005" y="17564"/>
                  </a:lnTo>
                  <a:lnTo>
                    <a:pt x="72590" y="20491"/>
                  </a:lnTo>
                  <a:lnTo>
                    <a:pt x="68270" y="23557"/>
                  </a:lnTo>
                  <a:lnTo>
                    <a:pt x="64049" y="26757"/>
                  </a:lnTo>
                  <a:lnTo>
                    <a:pt x="59931" y="30090"/>
                  </a:lnTo>
                  <a:lnTo>
                    <a:pt x="55922" y="33552"/>
                  </a:lnTo>
                  <a:lnTo>
                    <a:pt x="52024" y="37139"/>
                  </a:lnTo>
                  <a:lnTo>
                    <a:pt x="48241" y="40848"/>
                  </a:lnTo>
                  <a:lnTo>
                    <a:pt x="44578" y="44674"/>
                  </a:lnTo>
                  <a:lnTo>
                    <a:pt x="41038" y="48615"/>
                  </a:lnTo>
                  <a:lnTo>
                    <a:pt x="37625" y="52666"/>
                  </a:lnTo>
                  <a:lnTo>
                    <a:pt x="34342" y="56823"/>
                  </a:lnTo>
                  <a:lnTo>
                    <a:pt x="31192" y="61082"/>
                  </a:lnTo>
                  <a:lnTo>
                    <a:pt x="28179" y="65439"/>
                  </a:lnTo>
                  <a:lnTo>
                    <a:pt x="25305" y="69889"/>
                  </a:lnTo>
                  <a:lnTo>
                    <a:pt x="22573" y="74427"/>
                  </a:lnTo>
                  <a:lnTo>
                    <a:pt x="19987" y="79050"/>
                  </a:lnTo>
                  <a:lnTo>
                    <a:pt x="17549" y="83753"/>
                  </a:lnTo>
                  <a:lnTo>
                    <a:pt x="15261" y="88531"/>
                  </a:lnTo>
                  <a:lnTo>
                    <a:pt x="13125" y="93378"/>
                  </a:lnTo>
                  <a:lnTo>
                    <a:pt x="11144" y="98291"/>
                  </a:lnTo>
                  <a:lnTo>
                    <a:pt x="9320" y="103264"/>
                  </a:lnTo>
                  <a:lnTo>
                    <a:pt x="7654" y="108293"/>
                  </a:lnTo>
                  <a:lnTo>
                    <a:pt x="6148" y="113372"/>
                  </a:lnTo>
                  <a:lnTo>
                    <a:pt x="4804" y="118496"/>
                  </a:lnTo>
                  <a:lnTo>
                    <a:pt x="3623" y="123660"/>
                  </a:lnTo>
                  <a:lnTo>
                    <a:pt x="2606" y="128858"/>
                  </a:lnTo>
                  <a:lnTo>
                    <a:pt x="1755" y="134087"/>
                  </a:lnTo>
                  <a:lnTo>
                    <a:pt x="1069" y="139339"/>
                  </a:lnTo>
                  <a:lnTo>
                    <a:pt x="551" y="144611"/>
                  </a:lnTo>
                  <a:lnTo>
                    <a:pt x="199" y="149897"/>
                  </a:lnTo>
                  <a:lnTo>
                    <a:pt x="15" y="155191"/>
                  </a:lnTo>
                  <a:lnTo>
                    <a:pt x="0" y="160488"/>
                  </a:lnTo>
                  <a:lnTo>
                    <a:pt x="151" y="165783"/>
                  </a:lnTo>
                  <a:lnTo>
                    <a:pt x="471" y="171071"/>
                  </a:lnTo>
                  <a:lnTo>
                    <a:pt x="958" y="176346"/>
                  </a:lnTo>
                  <a:lnTo>
                    <a:pt x="1612" y="181602"/>
                  </a:lnTo>
                  <a:lnTo>
                    <a:pt x="2432" y="186836"/>
                  </a:lnTo>
                  <a:lnTo>
                    <a:pt x="3418" y="192040"/>
                  </a:lnTo>
                  <a:lnTo>
                    <a:pt x="4567" y="197211"/>
                  </a:lnTo>
                  <a:lnTo>
                    <a:pt x="5881" y="202343"/>
                  </a:lnTo>
                  <a:lnTo>
                    <a:pt x="7356" y="207431"/>
                  </a:lnTo>
                  <a:lnTo>
                    <a:pt x="8991" y="212469"/>
                  </a:lnTo>
                  <a:lnTo>
                    <a:pt x="10786" y="217453"/>
                  </a:lnTo>
                  <a:lnTo>
                    <a:pt x="12737" y="222378"/>
                  </a:lnTo>
                  <a:lnTo>
                    <a:pt x="14844" y="227239"/>
                  </a:lnTo>
                  <a:lnTo>
                    <a:pt x="17103" y="232030"/>
                  </a:lnTo>
                  <a:lnTo>
                    <a:pt x="19513" y="236747"/>
                  </a:lnTo>
                  <a:lnTo>
                    <a:pt x="22071" y="241386"/>
                  </a:lnTo>
                  <a:lnTo>
                    <a:pt x="24775" y="245941"/>
                  </a:lnTo>
                  <a:lnTo>
                    <a:pt x="27622" y="250408"/>
                  </a:lnTo>
                  <a:lnTo>
                    <a:pt x="30610" y="254783"/>
                  </a:lnTo>
                  <a:lnTo>
                    <a:pt x="33734" y="259060"/>
                  </a:lnTo>
                  <a:lnTo>
                    <a:pt x="36992" y="263237"/>
                  </a:lnTo>
                  <a:lnTo>
                    <a:pt x="40381" y="267309"/>
                  </a:lnTo>
                  <a:lnTo>
                    <a:pt x="43897" y="271271"/>
                  </a:lnTo>
                  <a:lnTo>
                    <a:pt x="47537" y="275119"/>
                  </a:lnTo>
                  <a:lnTo>
                    <a:pt x="51297" y="278850"/>
                  </a:lnTo>
                  <a:lnTo>
                    <a:pt x="55173" y="282461"/>
                  </a:lnTo>
                  <a:lnTo>
                    <a:pt x="59162" y="285946"/>
                  </a:lnTo>
                  <a:lnTo>
                    <a:pt x="63260" y="289304"/>
                  </a:lnTo>
                  <a:lnTo>
                    <a:pt x="67461" y="292530"/>
                  </a:lnTo>
                  <a:lnTo>
                    <a:pt x="71763" y="295621"/>
                  </a:lnTo>
                  <a:lnTo>
                    <a:pt x="76160" y="298575"/>
                  </a:lnTo>
                  <a:lnTo>
                    <a:pt x="80649" y="301387"/>
                  </a:lnTo>
                  <a:lnTo>
                    <a:pt x="85225" y="304056"/>
                  </a:lnTo>
                  <a:lnTo>
                    <a:pt x="89883" y="306579"/>
                  </a:lnTo>
                  <a:lnTo>
                    <a:pt x="94619" y="308953"/>
                  </a:lnTo>
                  <a:lnTo>
                    <a:pt x="99427" y="311176"/>
                  </a:lnTo>
                  <a:lnTo>
                    <a:pt x="104303" y="313245"/>
                  </a:lnTo>
                  <a:lnTo>
                    <a:pt x="109243" y="315158"/>
                  </a:lnTo>
                  <a:lnTo>
                    <a:pt x="114241" y="316914"/>
                  </a:lnTo>
                  <a:lnTo>
                    <a:pt x="119292" y="318511"/>
                  </a:lnTo>
                  <a:lnTo>
                    <a:pt x="124390" y="319947"/>
                  </a:lnTo>
                  <a:lnTo>
                    <a:pt x="129532" y="321221"/>
                  </a:lnTo>
                  <a:lnTo>
                    <a:pt x="134712" y="322331"/>
                  </a:lnTo>
                  <a:lnTo>
                    <a:pt x="139924" y="323277"/>
                  </a:lnTo>
                  <a:lnTo>
                    <a:pt x="145164" y="324057"/>
                  </a:lnTo>
                  <a:lnTo>
                    <a:pt x="150425" y="324670"/>
                  </a:lnTo>
                  <a:lnTo>
                    <a:pt x="155704" y="325117"/>
                  </a:lnTo>
                  <a:lnTo>
                    <a:pt x="160993" y="325396"/>
                  </a:lnTo>
                  <a:lnTo>
                    <a:pt x="166290" y="325507"/>
                  </a:lnTo>
                  <a:lnTo>
                    <a:pt x="171586" y="325451"/>
                  </a:lnTo>
                  <a:lnTo>
                    <a:pt x="176879" y="325226"/>
                  </a:lnTo>
                  <a:lnTo>
                    <a:pt x="182162" y="324834"/>
                  </a:lnTo>
                  <a:lnTo>
                    <a:pt x="187429" y="324275"/>
                  </a:lnTo>
                  <a:lnTo>
                    <a:pt x="192677" y="323549"/>
                  </a:lnTo>
                  <a:lnTo>
                    <a:pt x="197898" y="322658"/>
                  </a:lnTo>
                  <a:lnTo>
                    <a:pt x="203089" y="321601"/>
                  </a:lnTo>
                  <a:lnTo>
                    <a:pt x="208244" y="320380"/>
                  </a:lnTo>
                  <a:lnTo>
                    <a:pt x="213357" y="318997"/>
                  </a:lnTo>
                  <a:lnTo>
                    <a:pt x="218424" y="317453"/>
                  </a:lnTo>
                  <a:lnTo>
                    <a:pt x="223440" y="315748"/>
                  </a:lnTo>
                  <a:lnTo>
                    <a:pt x="228399" y="313886"/>
                  </a:lnTo>
                  <a:lnTo>
                    <a:pt x="233297" y="311867"/>
                  </a:lnTo>
                  <a:lnTo>
                    <a:pt x="238128" y="309694"/>
                  </a:lnTo>
                  <a:lnTo>
                    <a:pt x="242888" y="307370"/>
                  </a:lnTo>
                  <a:lnTo>
                    <a:pt x="247571" y="304895"/>
                  </a:lnTo>
                  <a:lnTo>
                    <a:pt x="252174" y="302274"/>
                  </a:lnTo>
                  <a:lnTo>
                    <a:pt x="256692" y="299507"/>
                  </a:lnTo>
                  <a:lnTo>
                    <a:pt x="261120" y="296600"/>
                  </a:lnTo>
                  <a:lnTo>
                    <a:pt x="265453" y="293553"/>
                  </a:lnTo>
                  <a:lnTo>
                    <a:pt x="269688" y="290370"/>
                  </a:lnTo>
                  <a:lnTo>
                    <a:pt x="273820" y="287055"/>
                  </a:lnTo>
                  <a:lnTo>
                    <a:pt x="277844" y="283611"/>
                  </a:lnTo>
                  <a:lnTo>
                    <a:pt x="281758" y="280041"/>
                  </a:lnTo>
                  <a:lnTo>
                    <a:pt x="285556" y="276349"/>
                  </a:lnTo>
                  <a:lnTo>
                    <a:pt x="289236" y="272538"/>
                  </a:lnTo>
                  <a:lnTo>
                    <a:pt x="292793" y="268613"/>
                  </a:lnTo>
                  <a:lnTo>
                    <a:pt x="296224" y="264576"/>
                  </a:lnTo>
                  <a:lnTo>
                    <a:pt x="299525" y="260434"/>
                  </a:lnTo>
                  <a:lnTo>
                    <a:pt x="302693" y="256188"/>
                  </a:lnTo>
                  <a:lnTo>
                    <a:pt x="305725" y="251845"/>
                  </a:lnTo>
                  <a:lnTo>
                    <a:pt x="308618" y="247407"/>
                  </a:lnTo>
                  <a:lnTo>
                    <a:pt x="311369" y="242880"/>
                  </a:lnTo>
                  <a:lnTo>
                    <a:pt x="313975" y="238268"/>
                  </a:lnTo>
                  <a:lnTo>
                    <a:pt x="316434" y="233576"/>
                  </a:lnTo>
                  <a:lnTo>
                    <a:pt x="318743" y="228809"/>
                  </a:lnTo>
                  <a:lnTo>
                    <a:pt x="320899" y="223970"/>
                  </a:lnTo>
                  <a:lnTo>
                    <a:pt x="322901" y="219066"/>
                  </a:lnTo>
                  <a:lnTo>
                    <a:pt x="324747" y="214101"/>
                  </a:lnTo>
                  <a:lnTo>
                    <a:pt x="326435" y="209079"/>
                  </a:lnTo>
                  <a:lnTo>
                    <a:pt x="327962" y="204007"/>
                  </a:lnTo>
                  <a:lnTo>
                    <a:pt x="329329" y="198889"/>
                  </a:lnTo>
                  <a:lnTo>
                    <a:pt x="330532" y="193730"/>
                  </a:lnTo>
                  <a:lnTo>
                    <a:pt x="331571" y="188536"/>
                  </a:lnTo>
                  <a:lnTo>
                    <a:pt x="332445" y="183311"/>
                  </a:lnTo>
                  <a:lnTo>
                    <a:pt x="333153" y="178062"/>
                  </a:lnTo>
                  <a:lnTo>
                    <a:pt x="333695" y="172792"/>
                  </a:lnTo>
                  <a:lnTo>
                    <a:pt x="334069" y="167508"/>
                  </a:lnTo>
                  <a:lnTo>
                    <a:pt x="334276" y="162215"/>
                  </a:lnTo>
                  <a:lnTo>
                    <a:pt x="334315" y="156918"/>
                  </a:lnTo>
                  <a:lnTo>
                    <a:pt x="334185" y="151622"/>
                  </a:lnTo>
                  <a:lnTo>
                    <a:pt x="333889" y="146333"/>
                  </a:lnTo>
                  <a:lnTo>
                    <a:pt x="333425" y="141056"/>
                  </a:lnTo>
                  <a:lnTo>
                    <a:pt x="332793" y="135797"/>
                  </a:lnTo>
                  <a:lnTo>
                    <a:pt x="331996" y="130560"/>
                  </a:lnTo>
                  <a:lnTo>
                    <a:pt x="331033" y="125351"/>
                  </a:lnTo>
                  <a:lnTo>
                    <a:pt x="329905" y="120175"/>
                  </a:lnTo>
                  <a:lnTo>
                    <a:pt x="328614" y="115038"/>
                  </a:lnTo>
                  <a:lnTo>
                    <a:pt x="327161" y="109944"/>
                  </a:lnTo>
                  <a:lnTo>
                    <a:pt x="325547" y="104898"/>
                  </a:lnTo>
                  <a:lnTo>
                    <a:pt x="323775" y="99906"/>
                  </a:lnTo>
                  <a:lnTo>
                    <a:pt x="321844" y="94973"/>
                  </a:lnTo>
                  <a:lnTo>
                    <a:pt x="319759" y="90104"/>
                  </a:lnTo>
                  <a:lnTo>
                    <a:pt x="317520" y="85303"/>
                  </a:lnTo>
                  <a:lnTo>
                    <a:pt x="315131" y="80575"/>
                  </a:lnTo>
                  <a:lnTo>
                    <a:pt x="312592" y="75926"/>
                  </a:lnTo>
                  <a:lnTo>
                    <a:pt x="309908" y="71359"/>
                  </a:lnTo>
                  <a:lnTo>
                    <a:pt x="307080" y="66880"/>
                  </a:lnTo>
                  <a:lnTo>
                    <a:pt x="304112" y="62492"/>
                  </a:lnTo>
                  <a:lnTo>
                    <a:pt x="301006" y="58201"/>
                  </a:lnTo>
                  <a:lnTo>
                    <a:pt x="297766" y="54010"/>
                  </a:lnTo>
                  <a:lnTo>
                    <a:pt x="294395" y="49924"/>
                  </a:lnTo>
                  <a:lnTo>
                    <a:pt x="290896" y="45947"/>
                  </a:lnTo>
                  <a:lnTo>
                    <a:pt x="287273" y="42082"/>
                  </a:lnTo>
                  <a:lnTo>
                    <a:pt x="283529" y="38335"/>
                  </a:lnTo>
                  <a:lnTo>
                    <a:pt x="279668" y="34708"/>
                  </a:lnTo>
                  <a:lnTo>
                    <a:pt x="275694" y="31205"/>
                  </a:lnTo>
                  <a:lnTo>
                    <a:pt x="271612" y="27830"/>
                  </a:lnTo>
                  <a:lnTo>
                    <a:pt x="267424" y="24586"/>
                  </a:lnTo>
                  <a:lnTo>
                    <a:pt x="263136" y="21476"/>
                  </a:lnTo>
                  <a:lnTo>
                    <a:pt x="258751" y="18503"/>
                  </a:lnTo>
                  <a:lnTo>
                    <a:pt x="254274" y="15671"/>
                  </a:lnTo>
                  <a:lnTo>
                    <a:pt x="249710" y="12983"/>
                  </a:lnTo>
                  <a:lnTo>
                    <a:pt x="245063" y="10440"/>
                  </a:lnTo>
                  <a:lnTo>
                    <a:pt x="240338" y="8046"/>
                  </a:lnTo>
                  <a:lnTo>
                    <a:pt x="235539" y="5802"/>
                  </a:lnTo>
                  <a:lnTo>
                    <a:pt x="230672" y="3712"/>
                  </a:lnTo>
                  <a:lnTo>
                    <a:pt x="225740" y="1777"/>
                  </a:lnTo>
                  <a:lnTo>
                    <a:pt x="220750" y="0"/>
                  </a:lnTo>
                  <a:lnTo>
                    <a:pt x="167153" y="1583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023544" y="941493"/>
              <a:ext cx="53597" cy="167167"/>
            </a:xfrm>
            <a:custGeom>
              <a:avLst/>
              <a:pathLst>
                <a:path w="53597" h="167167">
                  <a:moveTo>
                    <a:pt x="53597" y="8825"/>
                  </a:moveTo>
                  <a:lnTo>
                    <a:pt x="47820" y="6985"/>
                  </a:lnTo>
                  <a:lnTo>
                    <a:pt x="41981" y="5357"/>
                  </a:lnTo>
                  <a:lnTo>
                    <a:pt x="36087" y="3941"/>
                  </a:lnTo>
                  <a:lnTo>
                    <a:pt x="30145" y="2740"/>
                  </a:lnTo>
                  <a:lnTo>
                    <a:pt x="24164" y="1755"/>
                  </a:lnTo>
                  <a:lnTo>
                    <a:pt x="18151" y="988"/>
                  </a:lnTo>
                  <a:lnTo>
                    <a:pt x="12113" y="439"/>
                  </a:lnTo>
                  <a:lnTo>
                    <a:pt x="6060" y="10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319103" y="941493"/>
              <a:ext cx="167112" cy="167167"/>
            </a:xfrm>
            <a:custGeom>
              <a:avLst/>
              <a:pathLst>
                <a:path w="167112" h="167167">
                  <a:moveTo>
                    <a:pt x="167112" y="0"/>
                  </a:moveTo>
                  <a:lnTo>
                    <a:pt x="161732" y="86"/>
                  </a:lnTo>
                  <a:lnTo>
                    <a:pt x="156357" y="346"/>
                  </a:lnTo>
                  <a:lnTo>
                    <a:pt x="150993" y="778"/>
                  </a:lnTo>
                  <a:lnTo>
                    <a:pt x="145646" y="1383"/>
                  </a:lnTo>
                  <a:lnTo>
                    <a:pt x="140322" y="2160"/>
                  </a:lnTo>
                  <a:lnTo>
                    <a:pt x="135025" y="3108"/>
                  </a:lnTo>
                  <a:lnTo>
                    <a:pt x="129761" y="4226"/>
                  </a:lnTo>
                  <a:lnTo>
                    <a:pt x="124536" y="5512"/>
                  </a:lnTo>
                  <a:lnTo>
                    <a:pt x="119355" y="6966"/>
                  </a:lnTo>
                  <a:lnTo>
                    <a:pt x="114224" y="8586"/>
                  </a:lnTo>
                  <a:lnTo>
                    <a:pt x="109147" y="10371"/>
                  </a:lnTo>
                  <a:lnTo>
                    <a:pt x="104131" y="12318"/>
                  </a:lnTo>
                  <a:lnTo>
                    <a:pt x="99179" y="14425"/>
                  </a:lnTo>
                  <a:lnTo>
                    <a:pt x="94299" y="16691"/>
                  </a:lnTo>
                  <a:lnTo>
                    <a:pt x="89493" y="19112"/>
                  </a:lnTo>
                  <a:lnTo>
                    <a:pt x="84768" y="21687"/>
                  </a:lnTo>
                  <a:lnTo>
                    <a:pt x="80129" y="24413"/>
                  </a:lnTo>
                  <a:lnTo>
                    <a:pt x="75579" y="27286"/>
                  </a:lnTo>
                  <a:lnTo>
                    <a:pt x="71124" y="30305"/>
                  </a:lnTo>
                  <a:lnTo>
                    <a:pt x="66769" y="33465"/>
                  </a:lnTo>
                  <a:lnTo>
                    <a:pt x="62518" y="36764"/>
                  </a:lnTo>
                  <a:lnTo>
                    <a:pt x="58375" y="40198"/>
                  </a:lnTo>
                  <a:lnTo>
                    <a:pt x="54345" y="43763"/>
                  </a:lnTo>
                  <a:lnTo>
                    <a:pt x="50431" y="47457"/>
                  </a:lnTo>
                  <a:lnTo>
                    <a:pt x="46639" y="51274"/>
                  </a:lnTo>
                  <a:lnTo>
                    <a:pt x="42971" y="55212"/>
                  </a:lnTo>
                  <a:lnTo>
                    <a:pt x="39432" y="59265"/>
                  </a:lnTo>
                  <a:lnTo>
                    <a:pt x="36025" y="63430"/>
                  </a:lnTo>
                  <a:lnTo>
                    <a:pt x="32755" y="67703"/>
                  </a:lnTo>
                  <a:lnTo>
                    <a:pt x="29623" y="72079"/>
                  </a:lnTo>
                  <a:lnTo>
                    <a:pt x="26634" y="76554"/>
                  </a:lnTo>
                  <a:lnTo>
                    <a:pt x="23790" y="81122"/>
                  </a:lnTo>
                  <a:lnTo>
                    <a:pt x="21095" y="85779"/>
                  </a:lnTo>
                  <a:lnTo>
                    <a:pt x="18551" y="90521"/>
                  </a:lnTo>
                  <a:lnTo>
                    <a:pt x="16161" y="95342"/>
                  </a:lnTo>
                  <a:lnTo>
                    <a:pt x="13928" y="100238"/>
                  </a:lnTo>
                  <a:lnTo>
                    <a:pt x="11853" y="105203"/>
                  </a:lnTo>
                  <a:lnTo>
                    <a:pt x="9939" y="110232"/>
                  </a:lnTo>
                  <a:lnTo>
                    <a:pt x="8188" y="115320"/>
                  </a:lnTo>
                  <a:lnTo>
                    <a:pt x="6602" y="120462"/>
                  </a:lnTo>
                  <a:lnTo>
                    <a:pt x="5181" y="125652"/>
                  </a:lnTo>
                  <a:lnTo>
                    <a:pt x="3929" y="130886"/>
                  </a:lnTo>
                  <a:lnTo>
                    <a:pt x="2846" y="136157"/>
                  </a:lnTo>
                  <a:lnTo>
                    <a:pt x="1933" y="141460"/>
                  </a:lnTo>
                  <a:lnTo>
                    <a:pt x="1191" y="146789"/>
                  </a:lnTo>
                  <a:lnTo>
                    <a:pt x="621" y="152140"/>
                  </a:lnTo>
                  <a:lnTo>
                    <a:pt x="224" y="157506"/>
                  </a:lnTo>
                  <a:lnTo>
                    <a:pt x="0" y="162883"/>
                  </a:lnTo>
                  <a:lnTo>
                    <a:pt x="16711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319103" y="1104376"/>
              <a:ext cx="167112" cy="4284"/>
            </a:xfrm>
            <a:custGeom>
              <a:avLst/>
              <a:pathLst>
                <a:path w="167112" h="4284">
                  <a:moveTo>
                    <a:pt x="0" y="0"/>
                  </a:moveTo>
                  <a:lnTo>
                    <a:pt x="167112" y="428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319103" y="1104376"/>
              <a:ext cx="167112" cy="4284"/>
            </a:xfrm>
            <a:custGeom>
              <a:avLst/>
              <a:pathLst>
                <a:path w="167112" h="4284">
                  <a:moveTo>
                    <a:pt x="0" y="0"/>
                  </a:moveTo>
                  <a:lnTo>
                    <a:pt x="167112" y="428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319103" y="1104376"/>
              <a:ext cx="167112" cy="4284"/>
            </a:xfrm>
            <a:custGeom>
              <a:avLst/>
              <a:pathLst>
                <a:path w="167112" h="4284">
                  <a:moveTo>
                    <a:pt x="0" y="0"/>
                  </a:moveTo>
                  <a:lnTo>
                    <a:pt x="167112" y="428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319103" y="1104376"/>
              <a:ext cx="167112" cy="4284"/>
            </a:xfrm>
            <a:custGeom>
              <a:avLst/>
              <a:pathLst>
                <a:path w="167112" h="4284">
                  <a:moveTo>
                    <a:pt x="0" y="0"/>
                  </a:moveTo>
                  <a:lnTo>
                    <a:pt x="167112" y="428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319103" y="1104376"/>
              <a:ext cx="167112" cy="4284"/>
            </a:xfrm>
            <a:custGeom>
              <a:avLst/>
              <a:pathLst>
                <a:path w="167112" h="4284">
                  <a:moveTo>
                    <a:pt x="0" y="0"/>
                  </a:moveTo>
                  <a:lnTo>
                    <a:pt x="167112" y="42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319103" y="1104376"/>
              <a:ext cx="167112" cy="4284"/>
            </a:xfrm>
            <a:custGeom>
              <a:avLst/>
              <a:pathLst>
                <a:path w="167112" h="4284">
                  <a:moveTo>
                    <a:pt x="0" y="0"/>
                  </a:moveTo>
                  <a:lnTo>
                    <a:pt x="167112" y="42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319103" y="1104376"/>
              <a:ext cx="167112" cy="4284"/>
            </a:xfrm>
            <a:custGeom>
              <a:avLst/>
              <a:pathLst>
                <a:path w="167112" h="4284">
                  <a:moveTo>
                    <a:pt x="0" y="0"/>
                  </a:moveTo>
                  <a:lnTo>
                    <a:pt x="167112" y="42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319103" y="1104376"/>
              <a:ext cx="167112" cy="4284"/>
            </a:xfrm>
            <a:custGeom>
              <a:avLst/>
              <a:pathLst>
                <a:path w="167112" h="4284">
                  <a:moveTo>
                    <a:pt x="0" y="0"/>
                  </a:moveTo>
                  <a:lnTo>
                    <a:pt x="167112" y="42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319103" y="1104376"/>
              <a:ext cx="167112" cy="4284"/>
            </a:xfrm>
            <a:custGeom>
              <a:avLst/>
              <a:pathLst>
                <a:path w="167112" h="4284">
                  <a:moveTo>
                    <a:pt x="0" y="0"/>
                  </a:moveTo>
                  <a:lnTo>
                    <a:pt x="167112" y="428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319103" y="1104376"/>
              <a:ext cx="167112" cy="4284"/>
            </a:xfrm>
            <a:custGeom>
              <a:avLst/>
              <a:pathLst>
                <a:path w="167112" h="4284">
                  <a:moveTo>
                    <a:pt x="0" y="0"/>
                  </a:moveTo>
                  <a:lnTo>
                    <a:pt x="167112" y="42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319103" y="1104376"/>
              <a:ext cx="167112" cy="4284"/>
            </a:xfrm>
            <a:custGeom>
              <a:avLst/>
              <a:pathLst>
                <a:path w="167112" h="4284">
                  <a:moveTo>
                    <a:pt x="0" y="0"/>
                  </a:moveTo>
                  <a:lnTo>
                    <a:pt x="167112" y="42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319103" y="1104376"/>
              <a:ext cx="167112" cy="4284"/>
            </a:xfrm>
            <a:custGeom>
              <a:avLst/>
              <a:pathLst>
                <a:path w="167112" h="4284">
                  <a:moveTo>
                    <a:pt x="0" y="0"/>
                  </a:moveTo>
                  <a:lnTo>
                    <a:pt x="167112" y="428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319103" y="1104376"/>
              <a:ext cx="167112" cy="4284"/>
            </a:xfrm>
            <a:custGeom>
              <a:avLst/>
              <a:pathLst>
                <a:path w="167112" h="4284">
                  <a:moveTo>
                    <a:pt x="0" y="0"/>
                  </a:moveTo>
                  <a:lnTo>
                    <a:pt x="167112" y="42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319103" y="1104376"/>
              <a:ext cx="167112" cy="4284"/>
            </a:xfrm>
            <a:custGeom>
              <a:avLst/>
              <a:pathLst>
                <a:path w="167112" h="4284">
                  <a:moveTo>
                    <a:pt x="0" y="0"/>
                  </a:moveTo>
                  <a:lnTo>
                    <a:pt x="167112" y="42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319103" y="1104376"/>
              <a:ext cx="167112" cy="4284"/>
            </a:xfrm>
            <a:custGeom>
              <a:avLst/>
              <a:pathLst>
                <a:path w="167112" h="4284">
                  <a:moveTo>
                    <a:pt x="0" y="0"/>
                  </a:moveTo>
                  <a:lnTo>
                    <a:pt x="167112" y="42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319103" y="1104376"/>
              <a:ext cx="167112" cy="4284"/>
            </a:xfrm>
            <a:custGeom>
              <a:avLst/>
              <a:pathLst>
                <a:path w="167112" h="4284">
                  <a:moveTo>
                    <a:pt x="0" y="0"/>
                  </a:moveTo>
                  <a:lnTo>
                    <a:pt x="167112" y="42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319103" y="1104376"/>
              <a:ext cx="167112" cy="4284"/>
            </a:xfrm>
            <a:custGeom>
              <a:avLst/>
              <a:pathLst>
                <a:path w="167112" h="4284">
                  <a:moveTo>
                    <a:pt x="0" y="0"/>
                  </a:moveTo>
                  <a:lnTo>
                    <a:pt x="167112" y="428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319103" y="1104376"/>
              <a:ext cx="167112" cy="4284"/>
            </a:xfrm>
            <a:custGeom>
              <a:avLst/>
              <a:pathLst>
                <a:path w="167112" h="4284">
                  <a:moveTo>
                    <a:pt x="0" y="0"/>
                  </a:moveTo>
                  <a:lnTo>
                    <a:pt x="167112" y="428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319052" y="1104376"/>
              <a:ext cx="167163" cy="170539"/>
            </a:xfrm>
            <a:custGeom>
              <a:avLst/>
              <a:pathLst>
                <a:path w="167163" h="170539">
                  <a:moveTo>
                    <a:pt x="51" y="0"/>
                  </a:moveTo>
                  <a:lnTo>
                    <a:pt x="0" y="5421"/>
                  </a:lnTo>
                  <a:lnTo>
                    <a:pt x="124" y="10841"/>
                  </a:lnTo>
                  <a:lnTo>
                    <a:pt x="425" y="16254"/>
                  </a:lnTo>
                  <a:lnTo>
                    <a:pt x="901" y="21655"/>
                  </a:lnTo>
                  <a:lnTo>
                    <a:pt x="1551" y="27037"/>
                  </a:lnTo>
                  <a:lnTo>
                    <a:pt x="2376" y="32396"/>
                  </a:lnTo>
                  <a:lnTo>
                    <a:pt x="3375" y="37724"/>
                  </a:lnTo>
                  <a:lnTo>
                    <a:pt x="4545" y="43018"/>
                  </a:lnTo>
                  <a:lnTo>
                    <a:pt x="5887" y="48271"/>
                  </a:lnTo>
                  <a:lnTo>
                    <a:pt x="7398" y="53478"/>
                  </a:lnTo>
                  <a:lnTo>
                    <a:pt x="9077" y="58633"/>
                  </a:lnTo>
                  <a:lnTo>
                    <a:pt x="10923" y="63730"/>
                  </a:lnTo>
                  <a:lnTo>
                    <a:pt x="12933" y="68766"/>
                  </a:lnTo>
                  <a:lnTo>
                    <a:pt x="15105" y="73733"/>
                  </a:lnTo>
                  <a:lnTo>
                    <a:pt x="17437" y="78628"/>
                  </a:lnTo>
                  <a:lnTo>
                    <a:pt x="19926" y="83444"/>
                  </a:lnTo>
                  <a:lnTo>
                    <a:pt x="22571" y="88177"/>
                  </a:lnTo>
                  <a:lnTo>
                    <a:pt x="25367" y="92821"/>
                  </a:lnTo>
                  <a:lnTo>
                    <a:pt x="28313" y="97373"/>
                  </a:lnTo>
                  <a:lnTo>
                    <a:pt x="31405" y="101826"/>
                  </a:lnTo>
                  <a:lnTo>
                    <a:pt x="34639" y="106177"/>
                  </a:lnTo>
                  <a:lnTo>
                    <a:pt x="38013" y="110421"/>
                  </a:lnTo>
                  <a:lnTo>
                    <a:pt x="41523" y="114554"/>
                  </a:lnTo>
                  <a:lnTo>
                    <a:pt x="45165" y="118570"/>
                  </a:lnTo>
                  <a:lnTo>
                    <a:pt x="48935" y="122466"/>
                  </a:lnTo>
                  <a:lnTo>
                    <a:pt x="52829" y="126237"/>
                  </a:lnTo>
                  <a:lnTo>
                    <a:pt x="56844" y="129881"/>
                  </a:lnTo>
                  <a:lnTo>
                    <a:pt x="60975" y="133392"/>
                  </a:lnTo>
                  <a:lnTo>
                    <a:pt x="65218" y="136768"/>
                  </a:lnTo>
                  <a:lnTo>
                    <a:pt x="69567" y="140004"/>
                  </a:lnTo>
                  <a:lnTo>
                    <a:pt x="74020" y="143097"/>
                  </a:lnTo>
                  <a:lnTo>
                    <a:pt x="78570" y="146045"/>
                  </a:lnTo>
                  <a:lnTo>
                    <a:pt x="83214" y="148843"/>
                  </a:lnTo>
                  <a:lnTo>
                    <a:pt x="87946" y="151489"/>
                  </a:lnTo>
                  <a:lnTo>
                    <a:pt x="92761" y="153981"/>
                  </a:lnTo>
                  <a:lnTo>
                    <a:pt x="97654" y="156315"/>
                  </a:lnTo>
                  <a:lnTo>
                    <a:pt x="102621" y="158489"/>
                  </a:lnTo>
                  <a:lnTo>
                    <a:pt x="107655" y="160501"/>
                  </a:lnTo>
                  <a:lnTo>
                    <a:pt x="112752" y="162348"/>
                  </a:lnTo>
                  <a:lnTo>
                    <a:pt x="117907" y="164029"/>
                  </a:lnTo>
                  <a:lnTo>
                    <a:pt x="123113" y="165543"/>
                  </a:lnTo>
                  <a:lnTo>
                    <a:pt x="128365" y="166886"/>
                  </a:lnTo>
                  <a:lnTo>
                    <a:pt x="133658" y="168059"/>
                  </a:lnTo>
                  <a:lnTo>
                    <a:pt x="138987" y="169059"/>
                  </a:lnTo>
                  <a:lnTo>
                    <a:pt x="144345" y="169886"/>
                  </a:lnTo>
                  <a:lnTo>
                    <a:pt x="149727" y="170539"/>
                  </a:lnTo>
                  <a:lnTo>
                    <a:pt x="167163" y="42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468779" y="941493"/>
              <a:ext cx="184592" cy="334328"/>
            </a:xfrm>
            <a:custGeom>
              <a:avLst/>
              <a:pathLst>
                <a:path w="184592" h="334328">
                  <a:moveTo>
                    <a:pt x="0" y="333423"/>
                  </a:moveTo>
                  <a:lnTo>
                    <a:pt x="5298" y="333893"/>
                  </a:lnTo>
                  <a:lnTo>
                    <a:pt x="10610" y="334195"/>
                  </a:lnTo>
                  <a:lnTo>
                    <a:pt x="15928" y="334328"/>
                  </a:lnTo>
                  <a:lnTo>
                    <a:pt x="21247" y="334291"/>
                  </a:lnTo>
                  <a:lnTo>
                    <a:pt x="26563" y="334085"/>
                  </a:lnTo>
                  <a:lnTo>
                    <a:pt x="31870" y="333710"/>
                  </a:lnTo>
                  <a:lnTo>
                    <a:pt x="37162" y="333166"/>
                  </a:lnTo>
                  <a:lnTo>
                    <a:pt x="42434" y="332455"/>
                  </a:lnTo>
                  <a:lnTo>
                    <a:pt x="47680" y="331576"/>
                  </a:lnTo>
                  <a:lnTo>
                    <a:pt x="52896" y="330530"/>
                  </a:lnTo>
                  <a:lnTo>
                    <a:pt x="58076" y="329319"/>
                  </a:lnTo>
                  <a:lnTo>
                    <a:pt x="63215" y="327944"/>
                  </a:lnTo>
                  <a:lnTo>
                    <a:pt x="68308" y="326406"/>
                  </a:lnTo>
                  <a:lnTo>
                    <a:pt x="73349" y="324706"/>
                  </a:lnTo>
                  <a:lnTo>
                    <a:pt x="78333" y="322847"/>
                  </a:lnTo>
                  <a:lnTo>
                    <a:pt x="83256" y="320831"/>
                  </a:lnTo>
                  <a:lnTo>
                    <a:pt x="88112" y="318659"/>
                  </a:lnTo>
                  <a:lnTo>
                    <a:pt x="92897" y="316333"/>
                  </a:lnTo>
                  <a:lnTo>
                    <a:pt x="97605" y="313857"/>
                  </a:lnTo>
                  <a:lnTo>
                    <a:pt x="102232" y="311231"/>
                  </a:lnTo>
                  <a:lnTo>
                    <a:pt x="106773" y="308460"/>
                  </a:lnTo>
                  <a:lnTo>
                    <a:pt x="111223" y="305546"/>
                  </a:lnTo>
                  <a:lnTo>
                    <a:pt x="115579" y="302492"/>
                  </a:lnTo>
                  <a:lnTo>
                    <a:pt x="119835" y="299300"/>
                  </a:lnTo>
                  <a:lnTo>
                    <a:pt x="123988" y="295975"/>
                  </a:lnTo>
                  <a:lnTo>
                    <a:pt x="128032" y="292520"/>
                  </a:lnTo>
                  <a:lnTo>
                    <a:pt x="131965" y="288937"/>
                  </a:lnTo>
                  <a:lnTo>
                    <a:pt x="135781" y="285231"/>
                  </a:lnTo>
                  <a:lnTo>
                    <a:pt x="139478" y="281406"/>
                  </a:lnTo>
                  <a:lnTo>
                    <a:pt x="143051" y="277465"/>
                  </a:lnTo>
                  <a:lnTo>
                    <a:pt x="146497" y="273412"/>
                  </a:lnTo>
                  <a:lnTo>
                    <a:pt x="149813" y="269251"/>
                  </a:lnTo>
                  <a:lnTo>
                    <a:pt x="152994" y="264988"/>
                  </a:lnTo>
                  <a:lnTo>
                    <a:pt x="156038" y="260625"/>
                  </a:lnTo>
                  <a:lnTo>
                    <a:pt x="158941" y="256167"/>
                  </a:lnTo>
                  <a:lnTo>
                    <a:pt x="161702" y="251620"/>
                  </a:lnTo>
                  <a:lnTo>
                    <a:pt x="164316" y="246987"/>
                  </a:lnTo>
                  <a:lnTo>
                    <a:pt x="166781" y="242273"/>
                  </a:lnTo>
                  <a:lnTo>
                    <a:pt x="169095" y="237482"/>
                  </a:lnTo>
                  <a:lnTo>
                    <a:pt x="171256" y="232621"/>
                  </a:lnTo>
                  <a:lnTo>
                    <a:pt x="173261" y="227694"/>
                  </a:lnTo>
                  <a:lnTo>
                    <a:pt x="175108" y="222705"/>
                  </a:lnTo>
                  <a:lnTo>
                    <a:pt x="176795" y="217660"/>
                  </a:lnTo>
                  <a:lnTo>
                    <a:pt x="178321" y="212563"/>
                  </a:lnTo>
                  <a:lnTo>
                    <a:pt x="179684" y="207421"/>
                  </a:lnTo>
                  <a:lnTo>
                    <a:pt x="180883" y="202238"/>
                  </a:lnTo>
                  <a:lnTo>
                    <a:pt x="181916" y="197020"/>
                  </a:lnTo>
                  <a:lnTo>
                    <a:pt x="182782" y="191771"/>
                  </a:lnTo>
                  <a:lnTo>
                    <a:pt x="183482" y="186497"/>
                  </a:lnTo>
                  <a:lnTo>
                    <a:pt x="184013" y="181204"/>
                  </a:lnTo>
                  <a:lnTo>
                    <a:pt x="184375" y="175897"/>
                  </a:lnTo>
                  <a:lnTo>
                    <a:pt x="184568" y="170581"/>
                  </a:lnTo>
                  <a:lnTo>
                    <a:pt x="184592" y="165261"/>
                  </a:lnTo>
                  <a:lnTo>
                    <a:pt x="184447" y="159943"/>
                  </a:lnTo>
                  <a:lnTo>
                    <a:pt x="184132" y="154633"/>
                  </a:lnTo>
                  <a:lnTo>
                    <a:pt x="183649" y="149335"/>
                  </a:lnTo>
                  <a:lnTo>
                    <a:pt x="182998" y="144055"/>
                  </a:lnTo>
                  <a:lnTo>
                    <a:pt x="182178" y="138799"/>
                  </a:lnTo>
                  <a:lnTo>
                    <a:pt x="181192" y="133571"/>
                  </a:lnTo>
                  <a:lnTo>
                    <a:pt x="180040" y="128378"/>
                  </a:lnTo>
                  <a:lnTo>
                    <a:pt x="178724" y="123223"/>
                  </a:lnTo>
                  <a:lnTo>
                    <a:pt x="177244" y="118114"/>
                  </a:lnTo>
                  <a:lnTo>
                    <a:pt x="175602" y="113053"/>
                  </a:lnTo>
                  <a:lnTo>
                    <a:pt x="173800" y="108048"/>
                  </a:lnTo>
                  <a:lnTo>
                    <a:pt x="171840" y="103103"/>
                  </a:lnTo>
                  <a:lnTo>
                    <a:pt x="169723" y="98222"/>
                  </a:lnTo>
                  <a:lnTo>
                    <a:pt x="167452" y="93411"/>
                  </a:lnTo>
                  <a:lnTo>
                    <a:pt x="165030" y="88675"/>
                  </a:lnTo>
                  <a:lnTo>
                    <a:pt x="162457" y="84019"/>
                  </a:lnTo>
                  <a:lnTo>
                    <a:pt x="159738" y="79447"/>
                  </a:lnTo>
                  <a:lnTo>
                    <a:pt x="156875" y="74963"/>
                  </a:lnTo>
                  <a:lnTo>
                    <a:pt x="153871" y="70573"/>
                  </a:lnTo>
                  <a:lnTo>
                    <a:pt x="150728" y="66281"/>
                  </a:lnTo>
                  <a:lnTo>
                    <a:pt x="147450" y="62090"/>
                  </a:lnTo>
                  <a:lnTo>
                    <a:pt x="144041" y="58007"/>
                  </a:lnTo>
                  <a:lnTo>
                    <a:pt x="140504" y="54033"/>
                  </a:lnTo>
                  <a:lnTo>
                    <a:pt x="136842" y="50175"/>
                  </a:lnTo>
                  <a:lnTo>
                    <a:pt x="133059" y="46435"/>
                  </a:lnTo>
                  <a:lnTo>
                    <a:pt x="129158" y="42817"/>
                  </a:lnTo>
                  <a:lnTo>
                    <a:pt x="125145" y="39325"/>
                  </a:lnTo>
                  <a:lnTo>
                    <a:pt x="121023" y="35962"/>
                  </a:lnTo>
                  <a:lnTo>
                    <a:pt x="116796" y="32733"/>
                  </a:lnTo>
                  <a:lnTo>
                    <a:pt x="112468" y="29639"/>
                  </a:lnTo>
                  <a:lnTo>
                    <a:pt x="108044" y="26685"/>
                  </a:lnTo>
                  <a:lnTo>
                    <a:pt x="103528" y="23873"/>
                  </a:lnTo>
                  <a:lnTo>
                    <a:pt x="98925" y="21206"/>
                  </a:lnTo>
                  <a:lnTo>
                    <a:pt x="94239" y="18687"/>
                  </a:lnTo>
                  <a:lnTo>
                    <a:pt x="89476" y="16319"/>
                  </a:lnTo>
                  <a:lnTo>
                    <a:pt x="84639" y="14103"/>
                  </a:lnTo>
                  <a:lnTo>
                    <a:pt x="79735" y="12042"/>
                  </a:lnTo>
                  <a:lnTo>
                    <a:pt x="74768" y="10138"/>
                  </a:lnTo>
                  <a:lnTo>
                    <a:pt x="69742" y="8394"/>
                  </a:lnTo>
                  <a:lnTo>
                    <a:pt x="64664" y="6810"/>
                  </a:lnTo>
                  <a:lnTo>
                    <a:pt x="59537" y="5388"/>
                  </a:lnTo>
                  <a:lnTo>
                    <a:pt x="54368" y="4130"/>
                  </a:lnTo>
                  <a:lnTo>
                    <a:pt x="49162" y="3038"/>
                  </a:lnTo>
                  <a:lnTo>
                    <a:pt x="43923" y="2111"/>
                  </a:lnTo>
                  <a:lnTo>
                    <a:pt x="38658" y="1352"/>
                  </a:lnTo>
                  <a:lnTo>
                    <a:pt x="33371" y="761"/>
                  </a:lnTo>
                  <a:lnTo>
                    <a:pt x="28068" y="338"/>
                  </a:lnTo>
                  <a:lnTo>
                    <a:pt x="22755" y="84"/>
                  </a:lnTo>
                  <a:lnTo>
                    <a:pt x="17436" y="0"/>
                  </a:lnTo>
                  <a:lnTo>
                    <a:pt x="1743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7338" y="1071028"/>
              <a:ext cx="167163" cy="198442"/>
            </a:xfrm>
            <a:custGeom>
              <a:avLst/>
              <a:pathLst>
                <a:path w="167163" h="198442">
                  <a:moveTo>
                    <a:pt x="167163" y="0"/>
                  </a:moveTo>
                  <a:lnTo>
                    <a:pt x="161718" y="88"/>
                  </a:lnTo>
                  <a:lnTo>
                    <a:pt x="156280" y="354"/>
                  </a:lnTo>
                  <a:lnTo>
                    <a:pt x="150853" y="797"/>
                  </a:lnTo>
                  <a:lnTo>
                    <a:pt x="145443" y="1416"/>
                  </a:lnTo>
                  <a:lnTo>
                    <a:pt x="140056" y="2212"/>
                  </a:lnTo>
                  <a:lnTo>
                    <a:pt x="134698" y="3182"/>
                  </a:lnTo>
                  <a:lnTo>
                    <a:pt x="129375" y="4326"/>
                  </a:lnTo>
                  <a:lnTo>
                    <a:pt x="124092" y="5643"/>
                  </a:lnTo>
                  <a:lnTo>
                    <a:pt x="118854" y="7132"/>
                  </a:lnTo>
                  <a:lnTo>
                    <a:pt x="113667" y="8790"/>
                  </a:lnTo>
                  <a:lnTo>
                    <a:pt x="108538" y="10616"/>
                  </a:lnTo>
                  <a:lnTo>
                    <a:pt x="103470" y="12609"/>
                  </a:lnTo>
                  <a:lnTo>
                    <a:pt x="98470" y="14765"/>
                  </a:lnTo>
                  <a:lnTo>
                    <a:pt x="93543" y="17083"/>
                  </a:lnTo>
                  <a:lnTo>
                    <a:pt x="88695" y="19560"/>
                  </a:lnTo>
                  <a:lnTo>
                    <a:pt x="83929" y="22194"/>
                  </a:lnTo>
                  <a:lnTo>
                    <a:pt x="79252" y="24982"/>
                  </a:lnTo>
                  <a:lnTo>
                    <a:pt x="74667" y="27920"/>
                  </a:lnTo>
                  <a:lnTo>
                    <a:pt x="70182" y="31007"/>
                  </a:lnTo>
                  <a:lnTo>
                    <a:pt x="65798" y="34237"/>
                  </a:lnTo>
                  <a:lnTo>
                    <a:pt x="61523" y="37609"/>
                  </a:lnTo>
                  <a:lnTo>
                    <a:pt x="57360" y="41118"/>
                  </a:lnTo>
                  <a:lnTo>
                    <a:pt x="53313" y="44761"/>
                  </a:lnTo>
                  <a:lnTo>
                    <a:pt x="49387" y="48534"/>
                  </a:lnTo>
                  <a:lnTo>
                    <a:pt x="45585" y="52433"/>
                  </a:lnTo>
                  <a:lnTo>
                    <a:pt x="41913" y="56453"/>
                  </a:lnTo>
                  <a:lnTo>
                    <a:pt x="38374" y="60591"/>
                  </a:lnTo>
                  <a:lnTo>
                    <a:pt x="34971" y="64842"/>
                  </a:lnTo>
                  <a:lnTo>
                    <a:pt x="31709" y="69201"/>
                  </a:lnTo>
                  <a:lnTo>
                    <a:pt x="28590" y="73665"/>
                  </a:lnTo>
                  <a:lnTo>
                    <a:pt x="25618" y="78228"/>
                  </a:lnTo>
                  <a:lnTo>
                    <a:pt x="22797" y="82885"/>
                  </a:lnTo>
                  <a:lnTo>
                    <a:pt x="20129" y="87631"/>
                  </a:lnTo>
                  <a:lnTo>
                    <a:pt x="17616" y="92462"/>
                  </a:lnTo>
                  <a:lnTo>
                    <a:pt x="15263" y="97372"/>
                  </a:lnTo>
                  <a:lnTo>
                    <a:pt x="13070" y="102356"/>
                  </a:lnTo>
                  <a:lnTo>
                    <a:pt x="11041" y="107409"/>
                  </a:lnTo>
                  <a:lnTo>
                    <a:pt x="9178" y="112525"/>
                  </a:lnTo>
                  <a:lnTo>
                    <a:pt x="7482" y="117699"/>
                  </a:lnTo>
                  <a:lnTo>
                    <a:pt x="5956" y="122926"/>
                  </a:lnTo>
                  <a:lnTo>
                    <a:pt x="4600" y="128200"/>
                  </a:lnTo>
                  <a:lnTo>
                    <a:pt x="3417" y="133515"/>
                  </a:lnTo>
                  <a:lnTo>
                    <a:pt x="2408" y="138866"/>
                  </a:lnTo>
                  <a:lnTo>
                    <a:pt x="1574" y="144246"/>
                  </a:lnTo>
                  <a:lnTo>
                    <a:pt x="915" y="149651"/>
                  </a:lnTo>
                  <a:lnTo>
                    <a:pt x="433" y="155075"/>
                  </a:lnTo>
                  <a:lnTo>
                    <a:pt x="128" y="160512"/>
                  </a:lnTo>
                  <a:lnTo>
                    <a:pt x="0" y="165955"/>
                  </a:lnTo>
                  <a:lnTo>
                    <a:pt x="49" y="171400"/>
                  </a:lnTo>
                  <a:lnTo>
                    <a:pt x="275" y="176840"/>
                  </a:lnTo>
                  <a:lnTo>
                    <a:pt x="679" y="182270"/>
                  </a:lnTo>
                  <a:lnTo>
                    <a:pt x="1259" y="187684"/>
                  </a:lnTo>
                  <a:lnTo>
                    <a:pt x="2015" y="193077"/>
                  </a:lnTo>
                  <a:lnTo>
                    <a:pt x="2947" y="198442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800285" y="1238196"/>
              <a:ext cx="164215" cy="31274"/>
            </a:xfrm>
            <a:custGeom>
              <a:avLst/>
              <a:pathLst>
                <a:path w="164215" h="31274">
                  <a:moveTo>
                    <a:pt x="0" y="31274"/>
                  </a:moveTo>
                  <a:lnTo>
                    <a:pt x="16421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800285" y="1238196"/>
              <a:ext cx="164215" cy="31274"/>
            </a:xfrm>
            <a:custGeom>
              <a:avLst/>
              <a:pathLst>
                <a:path w="164215" h="31274">
                  <a:moveTo>
                    <a:pt x="0" y="31274"/>
                  </a:moveTo>
                  <a:lnTo>
                    <a:pt x="16421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800285" y="1238196"/>
              <a:ext cx="164215" cy="31274"/>
            </a:xfrm>
            <a:custGeom>
              <a:avLst/>
              <a:pathLst>
                <a:path w="164215" h="31274">
                  <a:moveTo>
                    <a:pt x="0" y="31274"/>
                  </a:moveTo>
                  <a:lnTo>
                    <a:pt x="16421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800285" y="1238196"/>
              <a:ext cx="164215" cy="31274"/>
            </a:xfrm>
            <a:custGeom>
              <a:avLst/>
              <a:pathLst>
                <a:path w="164215" h="31274">
                  <a:moveTo>
                    <a:pt x="0" y="31274"/>
                  </a:moveTo>
                  <a:lnTo>
                    <a:pt x="16421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800285" y="1238196"/>
              <a:ext cx="164215" cy="31274"/>
            </a:xfrm>
            <a:custGeom>
              <a:avLst/>
              <a:pathLst>
                <a:path w="164215" h="31274">
                  <a:moveTo>
                    <a:pt x="0" y="31274"/>
                  </a:moveTo>
                  <a:lnTo>
                    <a:pt x="16421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800285" y="1238196"/>
              <a:ext cx="164215" cy="31274"/>
            </a:xfrm>
            <a:custGeom>
              <a:avLst/>
              <a:pathLst>
                <a:path w="164215" h="31274">
                  <a:moveTo>
                    <a:pt x="0" y="31274"/>
                  </a:moveTo>
                  <a:lnTo>
                    <a:pt x="16421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800285" y="1238196"/>
              <a:ext cx="164215" cy="31274"/>
            </a:xfrm>
            <a:custGeom>
              <a:avLst/>
              <a:pathLst>
                <a:path w="164215" h="31274">
                  <a:moveTo>
                    <a:pt x="0" y="31274"/>
                  </a:moveTo>
                  <a:lnTo>
                    <a:pt x="16421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800285" y="1238196"/>
              <a:ext cx="164215" cy="31274"/>
            </a:xfrm>
            <a:custGeom>
              <a:avLst/>
              <a:pathLst>
                <a:path w="164215" h="31274">
                  <a:moveTo>
                    <a:pt x="0" y="31274"/>
                  </a:moveTo>
                  <a:lnTo>
                    <a:pt x="164215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800285" y="1238196"/>
              <a:ext cx="164215" cy="31274"/>
            </a:xfrm>
            <a:custGeom>
              <a:avLst/>
              <a:pathLst>
                <a:path w="164215" h="31274">
                  <a:moveTo>
                    <a:pt x="0" y="31274"/>
                  </a:moveTo>
                  <a:lnTo>
                    <a:pt x="16421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800285" y="1238196"/>
              <a:ext cx="164215" cy="31274"/>
            </a:xfrm>
            <a:custGeom>
              <a:avLst/>
              <a:pathLst>
                <a:path w="164215" h="31274">
                  <a:moveTo>
                    <a:pt x="0" y="31274"/>
                  </a:moveTo>
                  <a:lnTo>
                    <a:pt x="16421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800285" y="1238196"/>
              <a:ext cx="164215" cy="31274"/>
            </a:xfrm>
            <a:custGeom>
              <a:avLst/>
              <a:pathLst>
                <a:path w="164215" h="31274">
                  <a:moveTo>
                    <a:pt x="0" y="31274"/>
                  </a:moveTo>
                  <a:lnTo>
                    <a:pt x="16421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800285" y="1238196"/>
              <a:ext cx="164215" cy="31274"/>
            </a:xfrm>
            <a:custGeom>
              <a:avLst/>
              <a:pathLst>
                <a:path w="164215" h="31274">
                  <a:moveTo>
                    <a:pt x="0" y="31274"/>
                  </a:moveTo>
                  <a:lnTo>
                    <a:pt x="16421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800285" y="1238196"/>
              <a:ext cx="164215" cy="31274"/>
            </a:xfrm>
            <a:custGeom>
              <a:avLst/>
              <a:pathLst>
                <a:path w="164215" h="31274">
                  <a:moveTo>
                    <a:pt x="0" y="31274"/>
                  </a:moveTo>
                  <a:lnTo>
                    <a:pt x="16421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800285" y="1238196"/>
              <a:ext cx="164215" cy="31274"/>
            </a:xfrm>
            <a:custGeom>
              <a:avLst/>
              <a:pathLst>
                <a:path w="164215" h="31274">
                  <a:moveTo>
                    <a:pt x="0" y="31274"/>
                  </a:moveTo>
                  <a:lnTo>
                    <a:pt x="16421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800285" y="1238196"/>
              <a:ext cx="164215" cy="31274"/>
            </a:xfrm>
            <a:custGeom>
              <a:avLst/>
              <a:pathLst>
                <a:path w="164215" h="31274">
                  <a:moveTo>
                    <a:pt x="0" y="31274"/>
                  </a:moveTo>
                  <a:lnTo>
                    <a:pt x="16421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800285" y="1238196"/>
              <a:ext cx="164215" cy="31274"/>
            </a:xfrm>
            <a:custGeom>
              <a:avLst/>
              <a:pathLst>
                <a:path w="164215" h="31274">
                  <a:moveTo>
                    <a:pt x="0" y="31274"/>
                  </a:moveTo>
                  <a:lnTo>
                    <a:pt x="16421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800285" y="1238196"/>
              <a:ext cx="164215" cy="31274"/>
            </a:xfrm>
            <a:custGeom>
              <a:avLst/>
              <a:pathLst>
                <a:path w="164215" h="31274">
                  <a:moveTo>
                    <a:pt x="0" y="31274"/>
                  </a:moveTo>
                  <a:lnTo>
                    <a:pt x="16421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800285" y="1071276"/>
              <a:ext cx="331380" cy="334074"/>
            </a:xfrm>
            <a:custGeom>
              <a:avLst/>
              <a:pathLst>
                <a:path w="331380" h="334074">
                  <a:moveTo>
                    <a:pt x="0" y="198193"/>
                  </a:moveTo>
                  <a:lnTo>
                    <a:pt x="1073" y="203383"/>
                  </a:lnTo>
                  <a:lnTo>
                    <a:pt x="2311" y="208535"/>
                  </a:lnTo>
                  <a:lnTo>
                    <a:pt x="3711" y="213646"/>
                  </a:lnTo>
                  <a:lnTo>
                    <a:pt x="5273" y="218709"/>
                  </a:lnTo>
                  <a:lnTo>
                    <a:pt x="6994" y="223721"/>
                  </a:lnTo>
                  <a:lnTo>
                    <a:pt x="8874" y="228675"/>
                  </a:lnTo>
                  <a:lnTo>
                    <a:pt x="10909" y="233568"/>
                  </a:lnTo>
                  <a:lnTo>
                    <a:pt x="13098" y="238393"/>
                  </a:lnTo>
                  <a:lnTo>
                    <a:pt x="15440" y="243147"/>
                  </a:lnTo>
                  <a:lnTo>
                    <a:pt x="17930" y="247824"/>
                  </a:lnTo>
                  <a:lnTo>
                    <a:pt x="20568" y="252420"/>
                  </a:lnTo>
                  <a:lnTo>
                    <a:pt x="23350" y="256930"/>
                  </a:lnTo>
                  <a:lnTo>
                    <a:pt x="26274" y="261349"/>
                  </a:lnTo>
                  <a:lnTo>
                    <a:pt x="29336" y="265674"/>
                  </a:lnTo>
                  <a:lnTo>
                    <a:pt x="32534" y="269899"/>
                  </a:lnTo>
                  <a:lnTo>
                    <a:pt x="35864" y="274021"/>
                  </a:lnTo>
                  <a:lnTo>
                    <a:pt x="39323" y="278035"/>
                  </a:lnTo>
                  <a:lnTo>
                    <a:pt x="42908" y="281938"/>
                  </a:lnTo>
                  <a:lnTo>
                    <a:pt x="46614" y="285725"/>
                  </a:lnTo>
                  <a:lnTo>
                    <a:pt x="50439" y="289393"/>
                  </a:lnTo>
                  <a:lnTo>
                    <a:pt x="54378" y="292937"/>
                  </a:lnTo>
                  <a:lnTo>
                    <a:pt x="58427" y="296355"/>
                  </a:lnTo>
                  <a:lnTo>
                    <a:pt x="62583" y="299643"/>
                  </a:lnTo>
                  <a:lnTo>
                    <a:pt x="66840" y="302798"/>
                  </a:lnTo>
                  <a:lnTo>
                    <a:pt x="71196" y="305816"/>
                  </a:lnTo>
                  <a:lnTo>
                    <a:pt x="75645" y="308694"/>
                  </a:lnTo>
                  <a:lnTo>
                    <a:pt x="80183" y="311430"/>
                  </a:lnTo>
                  <a:lnTo>
                    <a:pt x="84805" y="314021"/>
                  </a:lnTo>
                  <a:lnTo>
                    <a:pt x="89508" y="316464"/>
                  </a:lnTo>
                  <a:lnTo>
                    <a:pt x="94285" y="318757"/>
                  </a:lnTo>
                  <a:lnTo>
                    <a:pt x="99133" y="320897"/>
                  </a:lnTo>
                  <a:lnTo>
                    <a:pt x="104046" y="322882"/>
                  </a:lnTo>
                  <a:lnTo>
                    <a:pt x="109019" y="324711"/>
                  </a:lnTo>
                  <a:lnTo>
                    <a:pt x="114048" y="326381"/>
                  </a:lnTo>
                  <a:lnTo>
                    <a:pt x="119127" y="327891"/>
                  </a:lnTo>
                  <a:lnTo>
                    <a:pt x="124252" y="329239"/>
                  </a:lnTo>
                  <a:lnTo>
                    <a:pt x="129417" y="330424"/>
                  </a:lnTo>
                  <a:lnTo>
                    <a:pt x="134616" y="331445"/>
                  </a:lnTo>
                  <a:lnTo>
                    <a:pt x="139846" y="332300"/>
                  </a:lnTo>
                  <a:lnTo>
                    <a:pt x="145100" y="332990"/>
                  </a:lnTo>
                  <a:lnTo>
                    <a:pt x="150373" y="333512"/>
                  </a:lnTo>
                  <a:lnTo>
                    <a:pt x="155660" y="333867"/>
                  </a:lnTo>
                  <a:lnTo>
                    <a:pt x="160956" y="334055"/>
                  </a:lnTo>
                  <a:lnTo>
                    <a:pt x="166255" y="334074"/>
                  </a:lnTo>
                  <a:lnTo>
                    <a:pt x="171552" y="333925"/>
                  </a:lnTo>
                  <a:lnTo>
                    <a:pt x="176841" y="333609"/>
                  </a:lnTo>
                  <a:lnTo>
                    <a:pt x="182118" y="333125"/>
                  </a:lnTo>
                  <a:lnTo>
                    <a:pt x="187377" y="332474"/>
                  </a:lnTo>
                  <a:lnTo>
                    <a:pt x="192613" y="331657"/>
                  </a:lnTo>
                  <a:lnTo>
                    <a:pt x="197820" y="330674"/>
                  </a:lnTo>
                  <a:lnTo>
                    <a:pt x="202993" y="329527"/>
                  </a:lnTo>
                  <a:lnTo>
                    <a:pt x="208127" y="328216"/>
                  </a:lnTo>
                  <a:lnTo>
                    <a:pt x="213217" y="326743"/>
                  </a:lnTo>
                  <a:lnTo>
                    <a:pt x="218258" y="325110"/>
                  </a:lnTo>
                  <a:lnTo>
                    <a:pt x="223245" y="323317"/>
                  </a:lnTo>
                  <a:lnTo>
                    <a:pt x="228172" y="321368"/>
                  </a:lnTo>
                  <a:lnTo>
                    <a:pt x="233036" y="319263"/>
                  </a:lnTo>
                  <a:lnTo>
                    <a:pt x="237829" y="317005"/>
                  </a:lnTo>
                  <a:lnTo>
                    <a:pt x="242549" y="314597"/>
                  </a:lnTo>
                  <a:lnTo>
                    <a:pt x="247191" y="312040"/>
                  </a:lnTo>
                  <a:lnTo>
                    <a:pt x="251749" y="309337"/>
                  </a:lnTo>
                  <a:lnTo>
                    <a:pt x="256219" y="306491"/>
                  </a:lnTo>
                  <a:lnTo>
                    <a:pt x="260596" y="303505"/>
                  </a:lnTo>
                  <a:lnTo>
                    <a:pt x="264877" y="300381"/>
                  </a:lnTo>
                  <a:lnTo>
                    <a:pt x="269056" y="297124"/>
                  </a:lnTo>
                  <a:lnTo>
                    <a:pt x="273130" y="293736"/>
                  </a:lnTo>
                  <a:lnTo>
                    <a:pt x="277095" y="290220"/>
                  </a:lnTo>
                  <a:lnTo>
                    <a:pt x="280946" y="286580"/>
                  </a:lnTo>
                  <a:lnTo>
                    <a:pt x="284680" y="282820"/>
                  </a:lnTo>
                  <a:lnTo>
                    <a:pt x="288293" y="278944"/>
                  </a:lnTo>
                  <a:lnTo>
                    <a:pt x="291781" y="274955"/>
                  </a:lnTo>
                  <a:lnTo>
                    <a:pt x="295142" y="270858"/>
                  </a:lnTo>
                  <a:lnTo>
                    <a:pt x="298370" y="266656"/>
                  </a:lnTo>
                  <a:lnTo>
                    <a:pt x="301464" y="262354"/>
                  </a:lnTo>
                  <a:lnTo>
                    <a:pt x="304420" y="257956"/>
                  </a:lnTo>
                  <a:lnTo>
                    <a:pt x="307235" y="253466"/>
                  </a:lnTo>
                  <a:lnTo>
                    <a:pt x="309906" y="248890"/>
                  </a:lnTo>
                  <a:lnTo>
                    <a:pt x="312431" y="244231"/>
                  </a:lnTo>
                  <a:lnTo>
                    <a:pt x="314807" y="239495"/>
                  </a:lnTo>
                  <a:lnTo>
                    <a:pt x="317031" y="234685"/>
                  </a:lnTo>
                  <a:lnTo>
                    <a:pt x="319102" y="229808"/>
                  </a:lnTo>
                  <a:lnTo>
                    <a:pt x="321018" y="224867"/>
                  </a:lnTo>
                  <a:lnTo>
                    <a:pt x="322776" y="219868"/>
                  </a:lnTo>
                  <a:lnTo>
                    <a:pt x="324374" y="214816"/>
                  </a:lnTo>
                  <a:lnTo>
                    <a:pt x="325812" y="209716"/>
                  </a:lnTo>
                  <a:lnTo>
                    <a:pt x="327087" y="204572"/>
                  </a:lnTo>
                  <a:lnTo>
                    <a:pt x="328199" y="199391"/>
                  </a:lnTo>
                  <a:lnTo>
                    <a:pt x="329145" y="194178"/>
                  </a:lnTo>
                  <a:lnTo>
                    <a:pt x="329927" y="188936"/>
                  </a:lnTo>
                  <a:lnTo>
                    <a:pt x="330541" y="183673"/>
                  </a:lnTo>
                  <a:lnTo>
                    <a:pt x="330989" y="178393"/>
                  </a:lnTo>
                  <a:lnTo>
                    <a:pt x="331268" y="173101"/>
                  </a:lnTo>
                  <a:lnTo>
                    <a:pt x="331380" y="167804"/>
                  </a:lnTo>
                  <a:lnTo>
                    <a:pt x="331325" y="162505"/>
                  </a:lnTo>
                  <a:lnTo>
                    <a:pt x="331101" y="157211"/>
                  </a:lnTo>
                  <a:lnTo>
                    <a:pt x="330709" y="151926"/>
                  </a:lnTo>
                  <a:lnTo>
                    <a:pt x="330150" y="146657"/>
                  </a:lnTo>
                  <a:lnTo>
                    <a:pt x="329425" y="141408"/>
                  </a:lnTo>
                  <a:lnTo>
                    <a:pt x="328533" y="136184"/>
                  </a:lnTo>
                  <a:lnTo>
                    <a:pt x="327476" y="130992"/>
                  </a:lnTo>
                  <a:lnTo>
                    <a:pt x="326256" y="125835"/>
                  </a:lnTo>
                  <a:lnTo>
                    <a:pt x="324872" y="120720"/>
                  </a:lnTo>
                  <a:lnTo>
                    <a:pt x="323327" y="115651"/>
                  </a:lnTo>
                  <a:lnTo>
                    <a:pt x="321622" y="110634"/>
                  </a:lnTo>
                  <a:lnTo>
                    <a:pt x="319759" y="105673"/>
                  </a:lnTo>
                  <a:lnTo>
                    <a:pt x="317740" y="100774"/>
                  </a:lnTo>
                  <a:lnTo>
                    <a:pt x="315566" y="95941"/>
                  </a:lnTo>
                  <a:lnTo>
                    <a:pt x="313241" y="91180"/>
                  </a:lnTo>
                  <a:lnTo>
                    <a:pt x="310765" y="86495"/>
                  </a:lnTo>
                  <a:lnTo>
                    <a:pt x="308143" y="81890"/>
                  </a:lnTo>
                  <a:lnTo>
                    <a:pt x="305376" y="77371"/>
                  </a:lnTo>
                  <a:lnTo>
                    <a:pt x="302466" y="72942"/>
                  </a:lnTo>
                  <a:lnTo>
                    <a:pt x="299418" y="68608"/>
                  </a:lnTo>
                  <a:lnTo>
                    <a:pt x="296235" y="64372"/>
                  </a:lnTo>
                  <a:lnTo>
                    <a:pt x="292918" y="60239"/>
                  </a:lnTo>
                  <a:lnTo>
                    <a:pt x="289472" y="56213"/>
                  </a:lnTo>
                  <a:lnTo>
                    <a:pt x="285900" y="52299"/>
                  </a:lnTo>
                  <a:lnTo>
                    <a:pt x="282206" y="48500"/>
                  </a:lnTo>
                  <a:lnTo>
                    <a:pt x="278394" y="44820"/>
                  </a:lnTo>
                  <a:lnTo>
                    <a:pt x="274467" y="41262"/>
                  </a:lnTo>
                  <a:lnTo>
                    <a:pt x="270429" y="37831"/>
                  </a:lnTo>
                  <a:lnTo>
                    <a:pt x="266284" y="34529"/>
                  </a:lnTo>
                  <a:lnTo>
                    <a:pt x="262036" y="31361"/>
                  </a:lnTo>
                  <a:lnTo>
                    <a:pt x="257691" y="28329"/>
                  </a:lnTo>
                  <a:lnTo>
                    <a:pt x="253251" y="25435"/>
                  </a:lnTo>
                  <a:lnTo>
                    <a:pt x="248722" y="22685"/>
                  </a:lnTo>
                  <a:lnTo>
                    <a:pt x="244108" y="20079"/>
                  </a:lnTo>
                  <a:lnTo>
                    <a:pt x="239414" y="17620"/>
                  </a:lnTo>
                  <a:lnTo>
                    <a:pt x="234644" y="15312"/>
                  </a:lnTo>
                  <a:lnTo>
                    <a:pt x="229804" y="13156"/>
                  </a:lnTo>
                  <a:lnTo>
                    <a:pt x="224897" y="11154"/>
                  </a:lnTo>
                  <a:lnTo>
                    <a:pt x="219930" y="9309"/>
                  </a:lnTo>
                  <a:lnTo>
                    <a:pt x="214907" y="7622"/>
                  </a:lnTo>
                  <a:lnTo>
                    <a:pt x="209832" y="6096"/>
                  </a:lnTo>
                  <a:lnTo>
                    <a:pt x="204712" y="4731"/>
                  </a:lnTo>
                  <a:lnTo>
                    <a:pt x="199551" y="3529"/>
                  </a:lnTo>
                  <a:lnTo>
                    <a:pt x="194355" y="2491"/>
                  </a:lnTo>
                  <a:lnTo>
                    <a:pt x="189128" y="1618"/>
                  </a:lnTo>
                  <a:lnTo>
                    <a:pt x="183877" y="912"/>
                  </a:lnTo>
                  <a:lnTo>
                    <a:pt x="178605" y="372"/>
                  </a:lnTo>
                  <a:lnTo>
                    <a:pt x="173319" y="0"/>
                  </a:lnTo>
                  <a:lnTo>
                    <a:pt x="164215" y="1669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964501" y="1071028"/>
              <a:ext cx="9103" cy="167167"/>
            </a:xfrm>
            <a:custGeom>
              <a:avLst/>
              <a:pathLst>
                <a:path w="9103" h="167167">
                  <a:moveTo>
                    <a:pt x="9103" y="24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33282" y="1322571"/>
              <a:ext cx="55438" cy="167167"/>
            </a:xfrm>
            <a:custGeom>
              <a:avLst/>
              <a:pathLst>
                <a:path w="55438" h="167167">
                  <a:moveTo>
                    <a:pt x="55438" y="0"/>
                  </a:moveTo>
                  <a:lnTo>
                    <a:pt x="49160" y="117"/>
                  </a:lnTo>
                  <a:lnTo>
                    <a:pt x="42892" y="471"/>
                  </a:lnTo>
                  <a:lnTo>
                    <a:pt x="36641" y="1060"/>
                  </a:lnTo>
                  <a:lnTo>
                    <a:pt x="30417" y="1883"/>
                  </a:lnTo>
                  <a:lnTo>
                    <a:pt x="24228" y="2939"/>
                  </a:lnTo>
                  <a:lnTo>
                    <a:pt x="18084" y="4226"/>
                  </a:lnTo>
                  <a:lnTo>
                    <a:pt x="11991" y="5744"/>
                  </a:lnTo>
                  <a:lnTo>
                    <a:pt x="5961" y="7489"/>
                  </a:lnTo>
                  <a:lnTo>
                    <a:pt x="0" y="9460"/>
                  </a:lnTo>
                  <a:lnTo>
                    <a:pt x="55438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33282" y="1332031"/>
              <a:ext cx="55438" cy="157707"/>
            </a:xfrm>
            <a:custGeom>
              <a:avLst/>
              <a:pathLst>
                <a:path w="55438" h="157707">
                  <a:moveTo>
                    <a:pt x="0" y="0"/>
                  </a:moveTo>
                  <a:lnTo>
                    <a:pt x="55438" y="15770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33282" y="1332031"/>
              <a:ext cx="55438" cy="157707"/>
            </a:xfrm>
            <a:custGeom>
              <a:avLst/>
              <a:pathLst>
                <a:path w="55438" h="157707">
                  <a:moveTo>
                    <a:pt x="0" y="0"/>
                  </a:moveTo>
                  <a:lnTo>
                    <a:pt x="55438" y="15770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33282" y="1332031"/>
              <a:ext cx="55438" cy="157707"/>
            </a:xfrm>
            <a:custGeom>
              <a:avLst/>
              <a:pathLst>
                <a:path w="55438" h="157707">
                  <a:moveTo>
                    <a:pt x="0" y="0"/>
                  </a:moveTo>
                  <a:lnTo>
                    <a:pt x="55438" y="1577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33282" y="1332031"/>
              <a:ext cx="55438" cy="157707"/>
            </a:xfrm>
            <a:custGeom>
              <a:avLst/>
              <a:pathLst>
                <a:path w="55438" h="157707">
                  <a:moveTo>
                    <a:pt x="0" y="0"/>
                  </a:moveTo>
                  <a:lnTo>
                    <a:pt x="55438" y="1577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33282" y="1332031"/>
              <a:ext cx="55438" cy="157707"/>
            </a:xfrm>
            <a:custGeom>
              <a:avLst/>
              <a:pathLst>
                <a:path w="55438" h="157707">
                  <a:moveTo>
                    <a:pt x="0" y="0"/>
                  </a:moveTo>
                  <a:lnTo>
                    <a:pt x="55438" y="1577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33282" y="1332031"/>
              <a:ext cx="55438" cy="157707"/>
            </a:xfrm>
            <a:custGeom>
              <a:avLst/>
              <a:pathLst>
                <a:path w="55438" h="157707">
                  <a:moveTo>
                    <a:pt x="0" y="0"/>
                  </a:moveTo>
                  <a:lnTo>
                    <a:pt x="55438" y="1577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33282" y="1332031"/>
              <a:ext cx="55438" cy="157707"/>
            </a:xfrm>
            <a:custGeom>
              <a:avLst/>
              <a:pathLst>
                <a:path w="55438" h="157707">
                  <a:moveTo>
                    <a:pt x="0" y="0"/>
                  </a:moveTo>
                  <a:lnTo>
                    <a:pt x="55438" y="15770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33282" y="1332031"/>
              <a:ext cx="55438" cy="157707"/>
            </a:xfrm>
            <a:custGeom>
              <a:avLst/>
              <a:pathLst>
                <a:path w="55438" h="157707">
                  <a:moveTo>
                    <a:pt x="0" y="0"/>
                  </a:moveTo>
                  <a:lnTo>
                    <a:pt x="55438" y="1577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33282" y="1332031"/>
              <a:ext cx="55438" cy="157707"/>
            </a:xfrm>
            <a:custGeom>
              <a:avLst/>
              <a:pathLst>
                <a:path w="55438" h="157707">
                  <a:moveTo>
                    <a:pt x="0" y="0"/>
                  </a:moveTo>
                  <a:lnTo>
                    <a:pt x="55438" y="1577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33282" y="1332031"/>
              <a:ext cx="55438" cy="157707"/>
            </a:xfrm>
            <a:custGeom>
              <a:avLst/>
              <a:pathLst>
                <a:path w="55438" h="157707">
                  <a:moveTo>
                    <a:pt x="0" y="0"/>
                  </a:moveTo>
                  <a:lnTo>
                    <a:pt x="55438" y="15770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33282" y="1332031"/>
              <a:ext cx="55438" cy="157707"/>
            </a:xfrm>
            <a:custGeom>
              <a:avLst/>
              <a:pathLst>
                <a:path w="55438" h="157707">
                  <a:moveTo>
                    <a:pt x="0" y="0"/>
                  </a:moveTo>
                  <a:lnTo>
                    <a:pt x="55438" y="1577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33282" y="1332031"/>
              <a:ext cx="55438" cy="157707"/>
            </a:xfrm>
            <a:custGeom>
              <a:avLst/>
              <a:pathLst>
                <a:path w="55438" h="157707">
                  <a:moveTo>
                    <a:pt x="0" y="0"/>
                  </a:moveTo>
                  <a:lnTo>
                    <a:pt x="55438" y="1577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33282" y="1332031"/>
              <a:ext cx="55438" cy="157707"/>
            </a:xfrm>
            <a:custGeom>
              <a:avLst/>
              <a:pathLst>
                <a:path w="55438" h="157707">
                  <a:moveTo>
                    <a:pt x="0" y="0"/>
                  </a:moveTo>
                  <a:lnTo>
                    <a:pt x="55438" y="1577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33282" y="1332031"/>
              <a:ext cx="55438" cy="157707"/>
            </a:xfrm>
            <a:custGeom>
              <a:avLst/>
              <a:pathLst>
                <a:path w="55438" h="157707">
                  <a:moveTo>
                    <a:pt x="0" y="0"/>
                  </a:moveTo>
                  <a:lnTo>
                    <a:pt x="55438" y="1577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433282" y="1332031"/>
              <a:ext cx="55438" cy="157707"/>
            </a:xfrm>
            <a:custGeom>
              <a:avLst/>
              <a:pathLst>
                <a:path w="55438" h="157707">
                  <a:moveTo>
                    <a:pt x="0" y="0"/>
                  </a:moveTo>
                  <a:lnTo>
                    <a:pt x="55438" y="15770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433282" y="1332031"/>
              <a:ext cx="55438" cy="157707"/>
            </a:xfrm>
            <a:custGeom>
              <a:avLst/>
              <a:pathLst>
                <a:path w="55438" h="157707">
                  <a:moveTo>
                    <a:pt x="0" y="0"/>
                  </a:moveTo>
                  <a:lnTo>
                    <a:pt x="55438" y="15770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321556" y="1332031"/>
              <a:ext cx="334325" cy="324868"/>
            </a:xfrm>
            <a:custGeom>
              <a:avLst/>
              <a:pathLst>
                <a:path w="334325" h="324868">
                  <a:moveTo>
                    <a:pt x="111726" y="0"/>
                  </a:moveTo>
                  <a:lnTo>
                    <a:pt x="106746" y="1840"/>
                  </a:lnTo>
                  <a:lnTo>
                    <a:pt x="101826" y="3837"/>
                  </a:lnTo>
                  <a:lnTo>
                    <a:pt x="96973" y="5989"/>
                  </a:lnTo>
                  <a:lnTo>
                    <a:pt x="92190" y="8295"/>
                  </a:lnTo>
                  <a:lnTo>
                    <a:pt x="87483" y="10751"/>
                  </a:lnTo>
                  <a:lnTo>
                    <a:pt x="82857" y="13356"/>
                  </a:lnTo>
                  <a:lnTo>
                    <a:pt x="78315" y="16106"/>
                  </a:lnTo>
                  <a:lnTo>
                    <a:pt x="73863" y="18999"/>
                  </a:lnTo>
                  <a:lnTo>
                    <a:pt x="69505" y="22032"/>
                  </a:lnTo>
                  <a:lnTo>
                    <a:pt x="65246" y="25201"/>
                  </a:lnTo>
                  <a:lnTo>
                    <a:pt x="61089" y="28505"/>
                  </a:lnTo>
                  <a:lnTo>
                    <a:pt x="57040" y="31938"/>
                  </a:lnTo>
                  <a:lnTo>
                    <a:pt x="53102" y="35499"/>
                  </a:lnTo>
                  <a:lnTo>
                    <a:pt x="49278" y="39183"/>
                  </a:lnTo>
                  <a:lnTo>
                    <a:pt x="45574" y="42986"/>
                  </a:lnTo>
                  <a:lnTo>
                    <a:pt x="41992" y="46906"/>
                  </a:lnTo>
                  <a:lnTo>
                    <a:pt x="38536" y="50936"/>
                  </a:lnTo>
                  <a:lnTo>
                    <a:pt x="35211" y="55075"/>
                  </a:lnTo>
                  <a:lnTo>
                    <a:pt x="32018" y="59317"/>
                  </a:lnTo>
                  <a:lnTo>
                    <a:pt x="28962" y="63659"/>
                  </a:lnTo>
                  <a:lnTo>
                    <a:pt x="26045" y="68095"/>
                  </a:lnTo>
                  <a:lnTo>
                    <a:pt x="23270" y="72622"/>
                  </a:lnTo>
                  <a:lnTo>
                    <a:pt x="20641" y="77234"/>
                  </a:lnTo>
                  <a:lnTo>
                    <a:pt x="18159" y="81928"/>
                  </a:lnTo>
                  <a:lnTo>
                    <a:pt x="15828" y="86698"/>
                  </a:lnTo>
                  <a:lnTo>
                    <a:pt x="13649" y="91539"/>
                  </a:lnTo>
                  <a:lnTo>
                    <a:pt x="11625" y="96448"/>
                  </a:lnTo>
                  <a:lnTo>
                    <a:pt x="9758" y="101418"/>
                  </a:lnTo>
                  <a:lnTo>
                    <a:pt x="8050" y="106445"/>
                  </a:lnTo>
                  <a:lnTo>
                    <a:pt x="6502" y="111524"/>
                  </a:lnTo>
                  <a:lnTo>
                    <a:pt x="5117" y="116649"/>
                  </a:lnTo>
                  <a:lnTo>
                    <a:pt x="3895" y="121816"/>
                  </a:lnTo>
                  <a:lnTo>
                    <a:pt x="2837" y="127019"/>
                  </a:lnTo>
                  <a:lnTo>
                    <a:pt x="1946" y="132253"/>
                  </a:lnTo>
                  <a:lnTo>
                    <a:pt x="1221" y="137513"/>
                  </a:lnTo>
                  <a:lnTo>
                    <a:pt x="663" y="142793"/>
                  </a:lnTo>
                  <a:lnTo>
                    <a:pt x="274" y="148088"/>
                  </a:lnTo>
                  <a:lnTo>
                    <a:pt x="52" y="153392"/>
                  </a:lnTo>
                  <a:lnTo>
                    <a:pt x="0" y="158701"/>
                  </a:lnTo>
                  <a:lnTo>
                    <a:pt x="115" y="164009"/>
                  </a:lnTo>
                  <a:lnTo>
                    <a:pt x="400" y="169311"/>
                  </a:lnTo>
                  <a:lnTo>
                    <a:pt x="852" y="174601"/>
                  </a:lnTo>
                  <a:lnTo>
                    <a:pt x="1473" y="179874"/>
                  </a:lnTo>
                  <a:lnTo>
                    <a:pt x="2260" y="185125"/>
                  </a:lnTo>
                  <a:lnTo>
                    <a:pt x="3214" y="190348"/>
                  </a:lnTo>
                  <a:lnTo>
                    <a:pt x="4333" y="195538"/>
                  </a:lnTo>
                  <a:lnTo>
                    <a:pt x="5617" y="200690"/>
                  </a:lnTo>
                  <a:lnTo>
                    <a:pt x="7063" y="205798"/>
                  </a:lnTo>
                  <a:lnTo>
                    <a:pt x="8671" y="210858"/>
                  </a:lnTo>
                  <a:lnTo>
                    <a:pt x="10439" y="215864"/>
                  </a:lnTo>
                  <a:lnTo>
                    <a:pt x="12365" y="220812"/>
                  </a:lnTo>
                  <a:lnTo>
                    <a:pt x="14447" y="225696"/>
                  </a:lnTo>
                  <a:lnTo>
                    <a:pt x="16683" y="230512"/>
                  </a:lnTo>
                  <a:lnTo>
                    <a:pt x="19071" y="235254"/>
                  </a:lnTo>
                  <a:lnTo>
                    <a:pt x="21609" y="239917"/>
                  </a:lnTo>
                  <a:lnTo>
                    <a:pt x="24293" y="244498"/>
                  </a:lnTo>
                  <a:lnTo>
                    <a:pt x="27121" y="248992"/>
                  </a:lnTo>
                  <a:lnTo>
                    <a:pt x="30091" y="253393"/>
                  </a:lnTo>
                  <a:lnTo>
                    <a:pt x="33198" y="257698"/>
                  </a:lnTo>
                  <a:lnTo>
                    <a:pt x="36441" y="261901"/>
                  </a:lnTo>
                  <a:lnTo>
                    <a:pt x="39816" y="266000"/>
                  </a:lnTo>
                  <a:lnTo>
                    <a:pt x="43319" y="269990"/>
                  </a:lnTo>
                  <a:lnTo>
                    <a:pt x="46948" y="273866"/>
                  </a:lnTo>
                  <a:lnTo>
                    <a:pt x="50697" y="277625"/>
                  </a:lnTo>
                  <a:lnTo>
                    <a:pt x="54564" y="281263"/>
                  </a:lnTo>
                  <a:lnTo>
                    <a:pt x="58544" y="284777"/>
                  </a:lnTo>
                  <a:lnTo>
                    <a:pt x="62635" y="288162"/>
                  </a:lnTo>
                  <a:lnTo>
                    <a:pt x="66830" y="291416"/>
                  </a:lnTo>
                  <a:lnTo>
                    <a:pt x="71127" y="294534"/>
                  </a:lnTo>
                  <a:lnTo>
                    <a:pt x="75520" y="297515"/>
                  </a:lnTo>
                  <a:lnTo>
                    <a:pt x="80006" y="300355"/>
                  </a:lnTo>
                  <a:lnTo>
                    <a:pt x="84580" y="303051"/>
                  </a:lnTo>
                  <a:lnTo>
                    <a:pt x="89238" y="305600"/>
                  </a:lnTo>
                  <a:lnTo>
                    <a:pt x="93974" y="308000"/>
                  </a:lnTo>
                  <a:lnTo>
                    <a:pt x="98783" y="310249"/>
                  </a:lnTo>
                  <a:lnTo>
                    <a:pt x="103662" y="312343"/>
                  </a:lnTo>
                  <a:lnTo>
                    <a:pt x="108605" y="314282"/>
                  </a:lnTo>
                  <a:lnTo>
                    <a:pt x="113607" y="316063"/>
                  </a:lnTo>
                  <a:lnTo>
                    <a:pt x="118662" y="317683"/>
                  </a:lnTo>
                  <a:lnTo>
                    <a:pt x="123767" y="319143"/>
                  </a:lnTo>
                  <a:lnTo>
                    <a:pt x="128916" y="320440"/>
                  </a:lnTo>
                  <a:lnTo>
                    <a:pt x="134103" y="321572"/>
                  </a:lnTo>
                  <a:lnTo>
                    <a:pt x="139323" y="322540"/>
                  </a:lnTo>
                  <a:lnTo>
                    <a:pt x="144572" y="323341"/>
                  </a:lnTo>
                  <a:lnTo>
                    <a:pt x="149843" y="323974"/>
                  </a:lnTo>
                  <a:lnTo>
                    <a:pt x="155132" y="324441"/>
                  </a:lnTo>
                  <a:lnTo>
                    <a:pt x="160433" y="324739"/>
                  </a:lnTo>
                  <a:lnTo>
                    <a:pt x="165741" y="324868"/>
                  </a:lnTo>
                  <a:lnTo>
                    <a:pt x="171050" y="324829"/>
                  </a:lnTo>
                  <a:lnTo>
                    <a:pt x="176355" y="324621"/>
                  </a:lnTo>
                  <a:lnTo>
                    <a:pt x="181651" y="324245"/>
                  </a:lnTo>
                  <a:lnTo>
                    <a:pt x="186933" y="323701"/>
                  </a:lnTo>
                  <a:lnTo>
                    <a:pt x="192194" y="322990"/>
                  </a:lnTo>
                  <a:lnTo>
                    <a:pt x="197430" y="322111"/>
                  </a:lnTo>
                  <a:lnTo>
                    <a:pt x="202636" y="321067"/>
                  </a:lnTo>
                  <a:lnTo>
                    <a:pt x="207806" y="319859"/>
                  </a:lnTo>
                  <a:lnTo>
                    <a:pt x="212935" y="318486"/>
                  </a:lnTo>
                  <a:lnTo>
                    <a:pt x="218017" y="316951"/>
                  </a:lnTo>
                  <a:lnTo>
                    <a:pt x="223049" y="315256"/>
                  </a:lnTo>
                  <a:lnTo>
                    <a:pt x="228024" y="313402"/>
                  </a:lnTo>
                  <a:lnTo>
                    <a:pt x="232938" y="311391"/>
                  </a:lnTo>
                  <a:lnTo>
                    <a:pt x="237785" y="309225"/>
                  </a:lnTo>
                  <a:lnTo>
                    <a:pt x="242561" y="306905"/>
                  </a:lnTo>
                  <a:lnTo>
                    <a:pt x="247261" y="304436"/>
                  </a:lnTo>
                  <a:lnTo>
                    <a:pt x="251880" y="301818"/>
                  </a:lnTo>
                  <a:lnTo>
                    <a:pt x="256414" y="299055"/>
                  </a:lnTo>
                  <a:lnTo>
                    <a:pt x="260858" y="296150"/>
                  </a:lnTo>
                  <a:lnTo>
                    <a:pt x="265207" y="293105"/>
                  </a:lnTo>
                  <a:lnTo>
                    <a:pt x="269457" y="289923"/>
                  </a:lnTo>
                  <a:lnTo>
                    <a:pt x="273604" y="286608"/>
                  </a:lnTo>
                  <a:lnTo>
                    <a:pt x="277644" y="283162"/>
                  </a:lnTo>
                  <a:lnTo>
                    <a:pt x="281572" y="279591"/>
                  </a:lnTo>
                  <a:lnTo>
                    <a:pt x="285385" y="275896"/>
                  </a:lnTo>
                  <a:lnTo>
                    <a:pt x="289079" y="272082"/>
                  </a:lnTo>
                  <a:lnTo>
                    <a:pt x="292650" y="268153"/>
                  </a:lnTo>
                  <a:lnTo>
                    <a:pt x="296094" y="264112"/>
                  </a:lnTo>
                  <a:lnTo>
                    <a:pt x="299408" y="259964"/>
                  </a:lnTo>
                  <a:lnTo>
                    <a:pt x="302588" y="255713"/>
                  </a:lnTo>
                  <a:lnTo>
                    <a:pt x="305632" y="251363"/>
                  </a:lnTo>
                  <a:lnTo>
                    <a:pt x="308537" y="246918"/>
                  </a:lnTo>
                  <a:lnTo>
                    <a:pt x="311298" y="242384"/>
                  </a:lnTo>
                  <a:lnTo>
                    <a:pt x="313915" y="237764"/>
                  </a:lnTo>
                  <a:lnTo>
                    <a:pt x="316383" y="233063"/>
                  </a:lnTo>
                  <a:lnTo>
                    <a:pt x="318701" y="228287"/>
                  </a:lnTo>
                  <a:lnTo>
                    <a:pt x="320866" y="223439"/>
                  </a:lnTo>
                  <a:lnTo>
                    <a:pt x="322876" y="218524"/>
                  </a:lnTo>
                  <a:lnTo>
                    <a:pt x="324729" y="213549"/>
                  </a:lnTo>
                  <a:lnTo>
                    <a:pt x="326422" y="208517"/>
                  </a:lnTo>
                  <a:lnTo>
                    <a:pt x="327956" y="203434"/>
                  </a:lnTo>
                  <a:lnTo>
                    <a:pt x="329327" y="198305"/>
                  </a:lnTo>
                  <a:lnTo>
                    <a:pt x="330534" y="193134"/>
                  </a:lnTo>
                  <a:lnTo>
                    <a:pt x="331577" y="187928"/>
                  </a:lnTo>
                  <a:lnTo>
                    <a:pt x="332454" y="182692"/>
                  </a:lnTo>
                  <a:lnTo>
                    <a:pt x="333164" y="177430"/>
                  </a:lnTo>
                  <a:lnTo>
                    <a:pt x="333706" y="172149"/>
                  </a:lnTo>
                  <a:lnTo>
                    <a:pt x="334081" y="166853"/>
                  </a:lnTo>
                  <a:lnTo>
                    <a:pt x="334287" y="161547"/>
                  </a:lnTo>
                  <a:lnTo>
                    <a:pt x="334325" y="156238"/>
                  </a:lnTo>
                  <a:lnTo>
                    <a:pt x="334194" y="150931"/>
                  </a:lnTo>
                  <a:lnTo>
                    <a:pt x="333895" y="145630"/>
                  </a:lnTo>
                  <a:lnTo>
                    <a:pt x="333427" y="140341"/>
                  </a:lnTo>
                  <a:lnTo>
                    <a:pt x="332792" y="135070"/>
                  </a:lnTo>
                  <a:lnTo>
                    <a:pt x="331989" y="129821"/>
                  </a:lnTo>
                  <a:lnTo>
                    <a:pt x="331021" y="124601"/>
                  </a:lnTo>
                  <a:lnTo>
                    <a:pt x="329887" y="119414"/>
                  </a:lnTo>
                  <a:lnTo>
                    <a:pt x="328589" y="114266"/>
                  </a:lnTo>
                  <a:lnTo>
                    <a:pt x="327128" y="109162"/>
                  </a:lnTo>
                  <a:lnTo>
                    <a:pt x="325505" y="104106"/>
                  </a:lnTo>
                  <a:lnTo>
                    <a:pt x="323723" y="99105"/>
                  </a:lnTo>
                  <a:lnTo>
                    <a:pt x="321783" y="94163"/>
                  </a:lnTo>
                  <a:lnTo>
                    <a:pt x="319687" y="89285"/>
                  </a:lnTo>
                  <a:lnTo>
                    <a:pt x="317438" y="84476"/>
                  </a:lnTo>
                  <a:lnTo>
                    <a:pt x="315036" y="79740"/>
                  </a:lnTo>
                  <a:lnTo>
                    <a:pt x="312486" y="75084"/>
                  </a:lnTo>
                  <a:lnTo>
                    <a:pt x="309789" y="70511"/>
                  </a:lnTo>
                  <a:lnTo>
                    <a:pt x="306948" y="66025"/>
                  </a:lnTo>
                  <a:lnTo>
                    <a:pt x="303966" y="61632"/>
                  </a:lnTo>
                  <a:lnTo>
                    <a:pt x="300846" y="57337"/>
                  </a:lnTo>
                  <a:lnTo>
                    <a:pt x="297591" y="53142"/>
                  </a:lnTo>
                  <a:lnTo>
                    <a:pt x="294204" y="49053"/>
                  </a:lnTo>
                  <a:lnTo>
                    <a:pt x="290690" y="45073"/>
                  </a:lnTo>
                  <a:lnTo>
                    <a:pt x="287051" y="41207"/>
                  </a:lnTo>
                  <a:lnTo>
                    <a:pt x="283291" y="37459"/>
                  </a:lnTo>
                  <a:lnTo>
                    <a:pt x="279413" y="33832"/>
                  </a:lnTo>
                  <a:lnTo>
                    <a:pt x="275423" y="30330"/>
                  </a:lnTo>
                  <a:lnTo>
                    <a:pt x="271323" y="26956"/>
                  </a:lnTo>
                  <a:lnTo>
                    <a:pt x="267119" y="23714"/>
                  </a:lnTo>
                  <a:lnTo>
                    <a:pt x="262813" y="20607"/>
                  </a:lnTo>
                  <a:lnTo>
                    <a:pt x="258411" y="17639"/>
                  </a:lnTo>
                  <a:lnTo>
                    <a:pt x="253917" y="14812"/>
                  </a:lnTo>
                  <a:lnTo>
                    <a:pt x="249335" y="12129"/>
                  </a:lnTo>
                  <a:lnTo>
                    <a:pt x="244671" y="9593"/>
                  </a:lnTo>
                  <a:lnTo>
                    <a:pt x="239928" y="7206"/>
                  </a:lnTo>
                  <a:lnTo>
                    <a:pt x="235112" y="4972"/>
                  </a:lnTo>
                  <a:lnTo>
                    <a:pt x="230227" y="2891"/>
                  </a:lnTo>
                  <a:lnTo>
                    <a:pt x="225279" y="966"/>
                  </a:lnTo>
                  <a:lnTo>
                    <a:pt x="167164" y="15770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488720" y="1322571"/>
              <a:ext cx="58115" cy="167167"/>
            </a:xfrm>
            <a:custGeom>
              <a:avLst/>
              <a:pathLst>
                <a:path w="58115" h="167167">
                  <a:moveTo>
                    <a:pt x="58115" y="10426"/>
                  </a:moveTo>
                  <a:lnTo>
                    <a:pt x="52514" y="8462"/>
                  </a:lnTo>
                  <a:lnTo>
                    <a:pt x="46847" y="6698"/>
                  </a:lnTo>
                  <a:lnTo>
                    <a:pt x="41121" y="5136"/>
                  </a:lnTo>
                  <a:lnTo>
                    <a:pt x="35343" y="3779"/>
                  </a:lnTo>
                  <a:lnTo>
                    <a:pt x="29521" y="2627"/>
                  </a:lnTo>
                  <a:lnTo>
                    <a:pt x="23662" y="1683"/>
                  </a:lnTo>
                  <a:lnTo>
                    <a:pt x="17772" y="947"/>
                  </a:lnTo>
                  <a:lnTo>
                    <a:pt x="11860" y="421"/>
                  </a:lnTo>
                  <a:lnTo>
                    <a:pt x="5934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47838" y="1681503"/>
              <a:ext cx="38686" cy="167167"/>
            </a:xfrm>
            <a:custGeom>
              <a:avLst/>
              <a:pathLst>
                <a:path w="38686" h="167167">
                  <a:moveTo>
                    <a:pt x="38686" y="0"/>
                  </a:moveTo>
                  <a:lnTo>
                    <a:pt x="32181" y="126"/>
                  </a:lnTo>
                  <a:lnTo>
                    <a:pt x="25686" y="506"/>
                  </a:lnTo>
                  <a:lnTo>
                    <a:pt x="19210" y="1138"/>
                  </a:lnTo>
                  <a:lnTo>
                    <a:pt x="12764" y="2022"/>
                  </a:lnTo>
                  <a:lnTo>
                    <a:pt x="6357" y="3155"/>
                  </a:lnTo>
                  <a:lnTo>
                    <a:pt x="0" y="4538"/>
                  </a:lnTo>
                  <a:lnTo>
                    <a:pt x="3868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47838" y="1686041"/>
              <a:ext cx="38686" cy="162629"/>
            </a:xfrm>
            <a:custGeom>
              <a:avLst/>
              <a:pathLst>
                <a:path w="38686" h="162629">
                  <a:moveTo>
                    <a:pt x="0" y="0"/>
                  </a:moveTo>
                  <a:lnTo>
                    <a:pt x="38686" y="16262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47838" y="1686041"/>
              <a:ext cx="38686" cy="162629"/>
            </a:xfrm>
            <a:custGeom>
              <a:avLst/>
              <a:pathLst>
                <a:path w="38686" h="162629">
                  <a:moveTo>
                    <a:pt x="0" y="0"/>
                  </a:moveTo>
                  <a:lnTo>
                    <a:pt x="38686" y="1626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47838" y="1686041"/>
              <a:ext cx="38686" cy="162629"/>
            </a:xfrm>
            <a:custGeom>
              <a:avLst/>
              <a:pathLst>
                <a:path w="38686" h="162629">
                  <a:moveTo>
                    <a:pt x="0" y="0"/>
                  </a:moveTo>
                  <a:lnTo>
                    <a:pt x="38686" y="1626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47838" y="1686041"/>
              <a:ext cx="38686" cy="162629"/>
            </a:xfrm>
            <a:custGeom>
              <a:avLst/>
              <a:pathLst>
                <a:path w="38686" h="162629">
                  <a:moveTo>
                    <a:pt x="0" y="0"/>
                  </a:moveTo>
                  <a:lnTo>
                    <a:pt x="38686" y="1626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47838" y="1686041"/>
              <a:ext cx="38686" cy="162629"/>
            </a:xfrm>
            <a:custGeom>
              <a:avLst/>
              <a:pathLst>
                <a:path w="38686" h="162629">
                  <a:moveTo>
                    <a:pt x="0" y="0"/>
                  </a:moveTo>
                  <a:lnTo>
                    <a:pt x="38686" y="1626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47838" y="1686041"/>
              <a:ext cx="38686" cy="162629"/>
            </a:xfrm>
            <a:custGeom>
              <a:avLst/>
              <a:pathLst>
                <a:path w="38686" h="162629">
                  <a:moveTo>
                    <a:pt x="0" y="0"/>
                  </a:moveTo>
                  <a:lnTo>
                    <a:pt x="38686" y="16262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047838" y="1686041"/>
              <a:ext cx="38686" cy="162629"/>
            </a:xfrm>
            <a:custGeom>
              <a:avLst/>
              <a:pathLst>
                <a:path w="38686" h="162629">
                  <a:moveTo>
                    <a:pt x="0" y="0"/>
                  </a:moveTo>
                  <a:lnTo>
                    <a:pt x="38686" y="1626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047838" y="1686041"/>
              <a:ext cx="38686" cy="162629"/>
            </a:xfrm>
            <a:custGeom>
              <a:avLst/>
              <a:pathLst>
                <a:path w="38686" h="162629">
                  <a:moveTo>
                    <a:pt x="0" y="0"/>
                  </a:moveTo>
                  <a:lnTo>
                    <a:pt x="38686" y="1626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047838" y="1686041"/>
              <a:ext cx="38686" cy="162629"/>
            </a:xfrm>
            <a:custGeom>
              <a:avLst/>
              <a:pathLst>
                <a:path w="38686" h="162629">
                  <a:moveTo>
                    <a:pt x="0" y="0"/>
                  </a:moveTo>
                  <a:lnTo>
                    <a:pt x="38686" y="16262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047838" y="1686041"/>
              <a:ext cx="38686" cy="162629"/>
            </a:xfrm>
            <a:custGeom>
              <a:avLst/>
              <a:pathLst>
                <a:path w="38686" h="162629">
                  <a:moveTo>
                    <a:pt x="0" y="0"/>
                  </a:moveTo>
                  <a:lnTo>
                    <a:pt x="38686" y="1626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047838" y="1686041"/>
              <a:ext cx="38686" cy="162629"/>
            </a:xfrm>
            <a:custGeom>
              <a:avLst/>
              <a:pathLst>
                <a:path w="38686" h="162629">
                  <a:moveTo>
                    <a:pt x="0" y="0"/>
                  </a:moveTo>
                  <a:lnTo>
                    <a:pt x="38686" y="1626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047838" y="1686041"/>
              <a:ext cx="38686" cy="162629"/>
            </a:xfrm>
            <a:custGeom>
              <a:avLst/>
              <a:pathLst>
                <a:path w="38686" h="162629">
                  <a:moveTo>
                    <a:pt x="0" y="0"/>
                  </a:moveTo>
                  <a:lnTo>
                    <a:pt x="38686" y="1626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047838" y="1686041"/>
              <a:ext cx="38686" cy="162629"/>
            </a:xfrm>
            <a:custGeom>
              <a:avLst/>
              <a:pathLst>
                <a:path w="38686" h="162629">
                  <a:moveTo>
                    <a:pt x="0" y="0"/>
                  </a:moveTo>
                  <a:lnTo>
                    <a:pt x="38686" y="1626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047838" y="1686041"/>
              <a:ext cx="38686" cy="162629"/>
            </a:xfrm>
            <a:custGeom>
              <a:avLst/>
              <a:pathLst>
                <a:path w="38686" h="162629">
                  <a:moveTo>
                    <a:pt x="0" y="0"/>
                  </a:moveTo>
                  <a:lnTo>
                    <a:pt x="38686" y="16262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047838" y="1686041"/>
              <a:ext cx="38686" cy="162629"/>
            </a:xfrm>
            <a:custGeom>
              <a:avLst/>
              <a:pathLst>
                <a:path w="38686" h="162629">
                  <a:moveTo>
                    <a:pt x="0" y="0"/>
                  </a:moveTo>
                  <a:lnTo>
                    <a:pt x="38686" y="16262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991458" y="1686041"/>
              <a:ext cx="95066" cy="162629"/>
            </a:xfrm>
            <a:custGeom>
              <a:avLst/>
              <a:pathLst>
                <a:path w="95066" h="162629">
                  <a:moveTo>
                    <a:pt x="56379" y="0"/>
                  </a:moveTo>
                  <a:lnTo>
                    <a:pt x="50368" y="1548"/>
                  </a:lnTo>
                  <a:lnTo>
                    <a:pt x="44418" y="3319"/>
                  </a:lnTo>
                  <a:lnTo>
                    <a:pt x="38538" y="5309"/>
                  </a:lnTo>
                  <a:lnTo>
                    <a:pt x="32736" y="7516"/>
                  </a:lnTo>
                  <a:lnTo>
                    <a:pt x="27020" y="9937"/>
                  </a:lnTo>
                  <a:lnTo>
                    <a:pt x="21397" y="12569"/>
                  </a:lnTo>
                  <a:lnTo>
                    <a:pt x="15877" y="15408"/>
                  </a:lnTo>
                  <a:lnTo>
                    <a:pt x="10465" y="18449"/>
                  </a:lnTo>
                  <a:lnTo>
                    <a:pt x="5170" y="21690"/>
                  </a:lnTo>
                  <a:lnTo>
                    <a:pt x="0" y="25125"/>
                  </a:lnTo>
                  <a:lnTo>
                    <a:pt x="95066" y="1626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919374" y="1681503"/>
              <a:ext cx="334298" cy="334334"/>
            </a:xfrm>
            <a:custGeom>
              <a:avLst/>
              <a:pathLst>
                <a:path w="334298" h="334334">
                  <a:moveTo>
                    <a:pt x="72084" y="29663"/>
                  </a:moveTo>
                  <a:lnTo>
                    <a:pt x="67770" y="32747"/>
                  </a:lnTo>
                  <a:lnTo>
                    <a:pt x="63557" y="35967"/>
                  </a:lnTo>
                  <a:lnTo>
                    <a:pt x="59448" y="39319"/>
                  </a:lnTo>
                  <a:lnTo>
                    <a:pt x="55447" y="42799"/>
                  </a:lnTo>
                  <a:lnTo>
                    <a:pt x="51559" y="46404"/>
                  </a:lnTo>
                  <a:lnTo>
                    <a:pt x="47787" y="50131"/>
                  </a:lnTo>
                  <a:lnTo>
                    <a:pt x="44135" y="53976"/>
                  </a:lnTo>
                  <a:lnTo>
                    <a:pt x="40607" y="57935"/>
                  </a:lnTo>
                  <a:lnTo>
                    <a:pt x="37206" y="62003"/>
                  </a:lnTo>
                  <a:lnTo>
                    <a:pt x="33936" y="66177"/>
                  </a:lnTo>
                  <a:lnTo>
                    <a:pt x="30800" y="70453"/>
                  </a:lnTo>
                  <a:lnTo>
                    <a:pt x="27801" y="74827"/>
                  </a:lnTo>
                  <a:lnTo>
                    <a:pt x="24942" y="79293"/>
                  </a:lnTo>
                  <a:lnTo>
                    <a:pt x="22227" y="83847"/>
                  </a:lnTo>
                  <a:lnTo>
                    <a:pt x="19657" y="88486"/>
                  </a:lnTo>
                  <a:lnTo>
                    <a:pt x="17236" y="93203"/>
                  </a:lnTo>
                  <a:lnTo>
                    <a:pt x="14965" y="97996"/>
                  </a:lnTo>
                  <a:lnTo>
                    <a:pt x="12848" y="102857"/>
                  </a:lnTo>
                  <a:lnTo>
                    <a:pt x="10886" y="107783"/>
                  </a:lnTo>
                  <a:lnTo>
                    <a:pt x="9081" y="112770"/>
                  </a:lnTo>
                  <a:lnTo>
                    <a:pt x="7435" y="117810"/>
                  </a:lnTo>
                  <a:lnTo>
                    <a:pt x="5950" y="122901"/>
                  </a:lnTo>
                  <a:lnTo>
                    <a:pt x="4627" y="128036"/>
                  </a:lnTo>
                  <a:lnTo>
                    <a:pt x="3468" y="133210"/>
                  </a:lnTo>
                  <a:lnTo>
                    <a:pt x="2473" y="138419"/>
                  </a:lnTo>
                  <a:lnTo>
                    <a:pt x="1644" y="143656"/>
                  </a:lnTo>
                  <a:lnTo>
                    <a:pt x="982" y="148918"/>
                  </a:lnTo>
                  <a:lnTo>
                    <a:pt x="486" y="154197"/>
                  </a:lnTo>
                  <a:lnTo>
                    <a:pt x="159" y="159490"/>
                  </a:lnTo>
                  <a:lnTo>
                    <a:pt x="0" y="164790"/>
                  </a:lnTo>
                  <a:lnTo>
                    <a:pt x="8" y="170093"/>
                  </a:lnTo>
                  <a:lnTo>
                    <a:pt x="185" y="175392"/>
                  </a:lnTo>
                  <a:lnTo>
                    <a:pt x="530" y="180684"/>
                  </a:lnTo>
                  <a:lnTo>
                    <a:pt x="1043" y="185962"/>
                  </a:lnTo>
                  <a:lnTo>
                    <a:pt x="1722" y="191221"/>
                  </a:lnTo>
                  <a:lnTo>
                    <a:pt x="2568" y="196455"/>
                  </a:lnTo>
                  <a:lnTo>
                    <a:pt x="3580" y="201661"/>
                  </a:lnTo>
                  <a:lnTo>
                    <a:pt x="4756" y="206831"/>
                  </a:lnTo>
                  <a:lnTo>
                    <a:pt x="6096" y="211962"/>
                  </a:lnTo>
                  <a:lnTo>
                    <a:pt x="7598" y="217048"/>
                  </a:lnTo>
                  <a:lnTo>
                    <a:pt x="9260" y="222083"/>
                  </a:lnTo>
                  <a:lnTo>
                    <a:pt x="11081" y="227063"/>
                  </a:lnTo>
                  <a:lnTo>
                    <a:pt x="13060" y="231983"/>
                  </a:lnTo>
                  <a:lnTo>
                    <a:pt x="15193" y="236838"/>
                  </a:lnTo>
                  <a:lnTo>
                    <a:pt x="17479" y="241622"/>
                  </a:lnTo>
                  <a:lnTo>
                    <a:pt x="19916" y="246332"/>
                  </a:lnTo>
                  <a:lnTo>
                    <a:pt x="22501" y="250962"/>
                  </a:lnTo>
                  <a:lnTo>
                    <a:pt x="25231" y="255507"/>
                  </a:lnTo>
                  <a:lnTo>
                    <a:pt x="28105" y="259964"/>
                  </a:lnTo>
                  <a:lnTo>
                    <a:pt x="31118" y="264328"/>
                  </a:lnTo>
                  <a:lnTo>
                    <a:pt x="34268" y="268593"/>
                  </a:lnTo>
                  <a:lnTo>
                    <a:pt x="37552" y="272757"/>
                  </a:lnTo>
                  <a:lnTo>
                    <a:pt x="40966" y="276814"/>
                  </a:lnTo>
                  <a:lnTo>
                    <a:pt x="44507" y="280761"/>
                  </a:lnTo>
                  <a:lnTo>
                    <a:pt x="48172" y="284594"/>
                  </a:lnTo>
                  <a:lnTo>
                    <a:pt x="51956" y="288308"/>
                  </a:lnTo>
                  <a:lnTo>
                    <a:pt x="55856" y="291901"/>
                  </a:lnTo>
                  <a:lnTo>
                    <a:pt x="59868" y="295368"/>
                  </a:lnTo>
                  <a:lnTo>
                    <a:pt x="63988" y="298706"/>
                  </a:lnTo>
                  <a:lnTo>
                    <a:pt x="68212" y="301912"/>
                  </a:lnTo>
                  <a:lnTo>
                    <a:pt x="72536" y="304982"/>
                  </a:lnTo>
                  <a:lnTo>
                    <a:pt x="76954" y="307914"/>
                  </a:lnTo>
                  <a:lnTo>
                    <a:pt x="81464" y="310704"/>
                  </a:lnTo>
                  <a:lnTo>
                    <a:pt x="86060" y="313349"/>
                  </a:lnTo>
                  <a:lnTo>
                    <a:pt x="90737" y="315848"/>
                  </a:lnTo>
                  <a:lnTo>
                    <a:pt x="95491" y="318196"/>
                  </a:lnTo>
                  <a:lnTo>
                    <a:pt x="100317" y="320393"/>
                  </a:lnTo>
                  <a:lnTo>
                    <a:pt x="105211" y="322436"/>
                  </a:lnTo>
                  <a:lnTo>
                    <a:pt x="110166" y="324322"/>
                  </a:lnTo>
                  <a:lnTo>
                    <a:pt x="115180" y="326051"/>
                  </a:lnTo>
                  <a:lnTo>
                    <a:pt x="120245" y="327619"/>
                  </a:lnTo>
                  <a:lnTo>
                    <a:pt x="125358" y="329026"/>
                  </a:lnTo>
                  <a:lnTo>
                    <a:pt x="130512" y="330270"/>
                  </a:lnTo>
                  <a:lnTo>
                    <a:pt x="135704" y="331350"/>
                  </a:lnTo>
                  <a:lnTo>
                    <a:pt x="140927" y="332265"/>
                  </a:lnTo>
                  <a:lnTo>
                    <a:pt x="146177" y="333013"/>
                  </a:lnTo>
                  <a:lnTo>
                    <a:pt x="151447" y="333595"/>
                  </a:lnTo>
                  <a:lnTo>
                    <a:pt x="156734" y="334010"/>
                  </a:lnTo>
                  <a:lnTo>
                    <a:pt x="162031" y="334256"/>
                  </a:lnTo>
                  <a:lnTo>
                    <a:pt x="167333" y="334334"/>
                  </a:lnTo>
                  <a:lnTo>
                    <a:pt x="172635" y="334244"/>
                  </a:lnTo>
                  <a:lnTo>
                    <a:pt x="177931" y="333986"/>
                  </a:lnTo>
                  <a:lnTo>
                    <a:pt x="183217" y="333560"/>
                  </a:lnTo>
                  <a:lnTo>
                    <a:pt x="188486" y="332967"/>
                  </a:lnTo>
                  <a:lnTo>
                    <a:pt x="193734" y="332207"/>
                  </a:lnTo>
                  <a:lnTo>
                    <a:pt x="198955" y="331281"/>
                  </a:lnTo>
                  <a:lnTo>
                    <a:pt x="204145" y="330190"/>
                  </a:lnTo>
                  <a:lnTo>
                    <a:pt x="209297" y="328934"/>
                  </a:lnTo>
                  <a:lnTo>
                    <a:pt x="214406" y="327516"/>
                  </a:lnTo>
                  <a:lnTo>
                    <a:pt x="219468" y="325937"/>
                  </a:lnTo>
                  <a:lnTo>
                    <a:pt x="224477" y="324197"/>
                  </a:lnTo>
                  <a:lnTo>
                    <a:pt x="229429" y="322300"/>
                  </a:lnTo>
                  <a:lnTo>
                    <a:pt x="234318" y="320247"/>
                  </a:lnTo>
                  <a:lnTo>
                    <a:pt x="239140" y="318039"/>
                  </a:lnTo>
                  <a:lnTo>
                    <a:pt x="243889" y="315680"/>
                  </a:lnTo>
                  <a:lnTo>
                    <a:pt x="248560" y="313171"/>
                  </a:lnTo>
                  <a:lnTo>
                    <a:pt x="253150" y="310516"/>
                  </a:lnTo>
                  <a:lnTo>
                    <a:pt x="257653" y="307716"/>
                  </a:lnTo>
                  <a:lnTo>
                    <a:pt x="262066" y="304775"/>
                  </a:lnTo>
                  <a:lnTo>
                    <a:pt x="266382" y="301695"/>
                  </a:lnTo>
                  <a:lnTo>
                    <a:pt x="270599" y="298480"/>
                  </a:lnTo>
                  <a:lnTo>
                    <a:pt x="274712" y="295133"/>
                  </a:lnTo>
                  <a:lnTo>
                    <a:pt x="278717" y="291657"/>
                  </a:lnTo>
                  <a:lnTo>
                    <a:pt x="282609" y="288056"/>
                  </a:lnTo>
                  <a:lnTo>
                    <a:pt x="286385" y="284333"/>
                  </a:lnTo>
                  <a:lnTo>
                    <a:pt x="290041" y="280492"/>
                  </a:lnTo>
                  <a:lnTo>
                    <a:pt x="293574" y="276538"/>
                  </a:lnTo>
                  <a:lnTo>
                    <a:pt x="296979" y="272473"/>
                  </a:lnTo>
                  <a:lnTo>
                    <a:pt x="300254" y="268302"/>
                  </a:lnTo>
                  <a:lnTo>
                    <a:pt x="303395" y="264030"/>
                  </a:lnTo>
                  <a:lnTo>
                    <a:pt x="306398" y="259660"/>
                  </a:lnTo>
                  <a:lnTo>
                    <a:pt x="309262" y="255197"/>
                  </a:lnTo>
                  <a:lnTo>
                    <a:pt x="311982" y="250645"/>
                  </a:lnTo>
                  <a:lnTo>
                    <a:pt x="314557" y="246009"/>
                  </a:lnTo>
                  <a:lnTo>
                    <a:pt x="316984" y="241294"/>
                  </a:lnTo>
                  <a:lnTo>
                    <a:pt x="319259" y="236505"/>
                  </a:lnTo>
                  <a:lnTo>
                    <a:pt x="321382" y="231646"/>
                  </a:lnTo>
                  <a:lnTo>
                    <a:pt x="323349" y="226721"/>
                  </a:lnTo>
                  <a:lnTo>
                    <a:pt x="325160" y="221737"/>
                  </a:lnTo>
                  <a:lnTo>
                    <a:pt x="326811" y="216698"/>
                  </a:lnTo>
                  <a:lnTo>
                    <a:pt x="328302" y="211609"/>
                  </a:lnTo>
                  <a:lnTo>
                    <a:pt x="329630" y="206476"/>
                  </a:lnTo>
                  <a:lnTo>
                    <a:pt x="330795" y="201303"/>
                  </a:lnTo>
                  <a:lnTo>
                    <a:pt x="331795" y="196095"/>
                  </a:lnTo>
                  <a:lnTo>
                    <a:pt x="332630" y="190859"/>
                  </a:lnTo>
                  <a:lnTo>
                    <a:pt x="333298" y="185598"/>
                  </a:lnTo>
                  <a:lnTo>
                    <a:pt x="333799" y="180319"/>
                  </a:lnTo>
                  <a:lnTo>
                    <a:pt x="334133" y="175027"/>
                  </a:lnTo>
                  <a:lnTo>
                    <a:pt x="334298" y="169727"/>
                  </a:lnTo>
                  <a:lnTo>
                    <a:pt x="334295" y="164424"/>
                  </a:lnTo>
                  <a:lnTo>
                    <a:pt x="334124" y="159124"/>
                  </a:lnTo>
                  <a:lnTo>
                    <a:pt x="333785" y="153832"/>
                  </a:lnTo>
                  <a:lnTo>
                    <a:pt x="333278" y="148554"/>
                  </a:lnTo>
                  <a:lnTo>
                    <a:pt x="332604" y="143294"/>
                  </a:lnTo>
                  <a:lnTo>
                    <a:pt x="331764" y="138059"/>
                  </a:lnTo>
                  <a:lnTo>
                    <a:pt x="330758" y="132852"/>
                  </a:lnTo>
                  <a:lnTo>
                    <a:pt x="329587" y="127680"/>
                  </a:lnTo>
                  <a:lnTo>
                    <a:pt x="328253" y="122548"/>
                  </a:lnTo>
                  <a:lnTo>
                    <a:pt x="326757" y="117461"/>
                  </a:lnTo>
                  <a:lnTo>
                    <a:pt x="325100" y="112424"/>
                  </a:lnTo>
                  <a:lnTo>
                    <a:pt x="323284" y="107442"/>
                  </a:lnTo>
                  <a:lnTo>
                    <a:pt x="321311" y="102520"/>
                  </a:lnTo>
                  <a:lnTo>
                    <a:pt x="319183" y="97663"/>
                  </a:lnTo>
                  <a:lnTo>
                    <a:pt x="316902" y="92876"/>
                  </a:lnTo>
                  <a:lnTo>
                    <a:pt x="314471" y="88163"/>
                  </a:lnTo>
                  <a:lnTo>
                    <a:pt x="311891" y="83530"/>
                  </a:lnTo>
                  <a:lnTo>
                    <a:pt x="309165" y="78982"/>
                  </a:lnTo>
                  <a:lnTo>
                    <a:pt x="306297" y="74522"/>
                  </a:lnTo>
                  <a:lnTo>
                    <a:pt x="303288" y="70155"/>
                  </a:lnTo>
                  <a:lnTo>
                    <a:pt x="300143" y="65886"/>
                  </a:lnTo>
                  <a:lnTo>
                    <a:pt x="296864" y="61719"/>
                  </a:lnTo>
                  <a:lnTo>
                    <a:pt x="293454" y="57658"/>
                  </a:lnTo>
                  <a:lnTo>
                    <a:pt x="289917" y="53707"/>
                  </a:lnTo>
                  <a:lnTo>
                    <a:pt x="286257" y="49870"/>
                  </a:lnTo>
                  <a:lnTo>
                    <a:pt x="282477" y="46152"/>
                  </a:lnTo>
                  <a:lnTo>
                    <a:pt x="278580" y="42555"/>
                  </a:lnTo>
                  <a:lnTo>
                    <a:pt x="274572" y="39083"/>
                  </a:lnTo>
                  <a:lnTo>
                    <a:pt x="270456" y="35740"/>
                  </a:lnTo>
                  <a:lnTo>
                    <a:pt x="266235" y="32530"/>
                  </a:lnTo>
                  <a:lnTo>
                    <a:pt x="261915" y="29455"/>
                  </a:lnTo>
                  <a:lnTo>
                    <a:pt x="257500" y="26519"/>
                  </a:lnTo>
                  <a:lnTo>
                    <a:pt x="252993" y="23724"/>
                  </a:lnTo>
                  <a:lnTo>
                    <a:pt x="248400" y="21073"/>
                  </a:lnTo>
                  <a:lnTo>
                    <a:pt x="243726" y="18570"/>
                  </a:lnTo>
                  <a:lnTo>
                    <a:pt x="238974" y="16216"/>
                  </a:lnTo>
                  <a:lnTo>
                    <a:pt x="234151" y="14014"/>
                  </a:lnTo>
                  <a:lnTo>
                    <a:pt x="229259" y="11966"/>
                  </a:lnTo>
                  <a:lnTo>
                    <a:pt x="224306" y="10074"/>
                  </a:lnTo>
                  <a:lnTo>
                    <a:pt x="219294" y="8340"/>
                  </a:lnTo>
                  <a:lnTo>
                    <a:pt x="214231" y="6766"/>
                  </a:lnTo>
                  <a:lnTo>
                    <a:pt x="209119" y="5354"/>
                  </a:lnTo>
                  <a:lnTo>
                    <a:pt x="203966" y="4104"/>
                  </a:lnTo>
                  <a:lnTo>
                    <a:pt x="198776" y="3018"/>
                  </a:lnTo>
                  <a:lnTo>
                    <a:pt x="193554" y="2098"/>
                  </a:lnTo>
                  <a:lnTo>
                    <a:pt x="188305" y="1343"/>
                  </a:lnTo>
                  <a:lnTo>
                    <a:pt x="183035" y="756"/>
                  </a:lnTo>
                  <a:lnTo>
                    <a:pt x="177749" y="336"/>
                  </a:lnTo>
                  <a:lnTo>
                    <a:pt x="172452" y="84"/>
                  </a:lnTo>
                  <a:lnTo>
                    <a:pt x="167150" y="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50837" y="2126963"/>
              <a:ext cx="30450" cy="167167"/>
            </a:xfrm>
            <a:custGeom>
              <a:avLst/>
              <a:pathLst>
                <a:path w="30450" h="167167">
                  <a:moveTo>
                    <a:pt x="30450" y="0"/>
                  </a:moveTo>
                  <a:lnTo>
                    <a:pt x="22797" y="175"/>
                  </a:lnTo>
                  <a:lnTo>
                    <a:pt x="15160" y="700"/>
                  </a:lnTo>
                  <a:lnTo>
                    <a:pt x="7556" y="1575"/>
                  </a:lnTo>
                  <a:lnTo>
                    <a:pt x="0" y="2796"/>
                  </a:lnTo>
                  <a:lnTo>
                    <a:pt x="3045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50837" y="2129760"/>
              <a:ext cx="30450" cy="164370"/>
            </a:xfrm>
            <a:custGeom>
              <a:avLst/>
              <a:pathLst>
                <a:path w="30450" h="164370">
                  <a:moveTo>
                    <a:pt x="0" y="0"/>
                  </a:moveTo>
                  <a:lnTo>
                    <a:pt x="30450" y="1643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50837" y="2129760"/>
              <a:ext cx="30450" cy="164370"/>
            </a:xfrm>
            <a:custGeom>
              <a:avLst/>
              <a:pathLst>
                <a:path w="30450" h="164370">
                  <a:moveTo>
                    <a:pt x="0" y="0"/>
                  </a:moveTo>
                  <a:lnTo>
                    <a:pt x="30450" y="1643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50837" y="2129760"/>
              <a:ext cx="30450" cy="164370"/>
            </a:xfrm>
            <a:custGeom>
              <a:avLst/>
              <a:pathLst>
                <a:path w="30450" h="164370">
                  <a:moveTo>
                    <a:pt x="0" y="0"/>
                  </a:moveTo>
                  <a:lnTo>
                    <a:pt x="30450" y="1643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50837" y="2129760"/>
              <a:ext cx="30450" cy="164370"/>
            </a:xfrm>
            <a:custGeom>
              <a:avLst/>
              <a:pathLst>
                <a:path w="30450" h="164370">
                  <a:moveTo>
                    <a:pt x="0" y="0"/>
                  </a:moveTo>
                  <a:lnTo>
                    <a:pt x="30450" y="1643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50837" y="2129760"/>
              <a:ext cx="30450" cy="164370"/>
            </a:xfrm>
            <a:custGeom>
              <a:avLst/>
              <a:pathLst>
                <a:path w="30450" h="164370">
                  <a:moveTo>
                    <a:pt x="0" y="0"/>
                  </a:moveTo>
                  <a:lnTo>
                    <a:pt x="30450" y="16437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50837" y="2129760"/>
              <a:ext cx="30450" cy="164370"/>
            </a:xfrm>
            <a:custGeom>
              <a:avLst/>
              <a:pathLst>
                <a:path w="30450" h="164370">
                  <a:moveTo>
                    <a:pt x="0" y="0"/>
                  </a:moveTo>
                  <a:lnTo>
                    <a:pt x="30450" y="16437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50837" y="2129760"/>
              <a:ext cx="30450" cy="164370"/>
            </a:xfrm>
            <a:custGeom>
              <a:avLst/>
              <a:pathLst>
                <a:path w="30450" h="164370">
                  <a:moveTo>
                    <a:pt x="0" y="0"/>
                  </a:moveTo>
                  <a:lnTo>
                    <a:pt x="30450" y="16437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750837" y="2129760"/>
              <a:ext cx="30450" cy="164370"/>
            </a:xfrm>
            <a:custGeom>
              <a:avLst/>
              <a:pathLst>
                <a:path w="30450" h="164370">
                  <a:moveTo>
                    <a:pt x="0" y="0"/>
                  </a:moveTo>
                  <a:lnTo>
                    <a:pt x="30450" y="16437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750837" y="2129760"/>
              <a:ext cx="30450" cy="164370"/>
            </a:xfrm>
            <a:custGeom>
              <a:avLst/>
              <a:pathLst>
                <a:path w="30450" h="164370">
                  <a:moveTo>
                    <a:pt x="0" y="0"/>
                  </a:moveTo>
                  <a:lnTo>
                    <a:pt x="30450" y="1643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750837" y="2129760"/>
              <a:ext cx="30450" cy="164370"/>
            </a:xfrm>
            <a:custGeom>
              <a:avLst/>
              <a:pathLst>
                <a:path w="30450" h="164370">
                  <a:moveTo>
                    <a:pt x="0" y="0"/>
                  </a:moveTo>
                  <a:lnTo>
                    <a:pt x="30450" y="1643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750837" y="2129760"/>
              <a:ext cx="30450" cy="164370"/>
            </a:xfrm>
            <a:custGeom>
              <a:avLst/>
              <a:pathLst>
                <a:path w="30450" h="164370">
                  <a:moveTo>
                    <a:pt x="0" y="0"/>
                  </a:moveTo>
                  <a:lnTo>
                    <a:pt x="30450" y="1643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750837" y="2129760"/>
              <a:ext cx="30450" cy="164370"/>
            </a:xfrm>
            <a:custGeom>
              <a:avLst/>
              <a:pathLst>
                <a:path w="30450" h="164370">
                  <a:moveTo>
                    <a:pt x="0" y="0"/>
                  </a:moveTo>
                  <a:lnTo>
                    <a:pt x="30450" y="1643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750837" y="2129760"/>
              <a:ext cx="30450" cy="164370"/>
            </a:xfrm>
            <a:custGeom>
              <a:avLst/>
              <a:pathLst>
                <a:path w="30450" h="164370">
                  <a:moveTo>
                    <a:pt x="0" y="0"/>
                  </a:moveTo>
                  <a:lnTo>
                    <a:pt x="30450" y="16437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750837" y="2129760"/>
              <a:ext cx="30450" cy="164370"/>
            </a:xfrm>
            <a:custGeom>
              <a:avLst/>
              <a:pathLst>
                <a:path w="30450" h="164370">
                  <a:moveTo>
                    <a:pt x="0" y="0"/>
                  </a:moveTo>
                  <a:lnTo>
                    <a:pt x="30450" y="16437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614125" y="2128516"/>
              <a:ext cx="334325" cy="332776"/>
            </a:xfrm>
            <a:custGeom>
              <a:avLst/>
              <a:pathLst>
                <a:path w="334325" h="332776">
                  <a:moveTo>
                    <a:pt x="136711" y="1244"/>
                  </a:moveTo>
                  <a:lnTo>
                    <a:pt x="131513" y="2292"/>
                  </a:lnTo>
                  <a:lnTo>
                    <a:pt x="126351" y="3505"/>
                  </a:lnTo>
                  <a:lnTo>
                    <a:pt x="121231" y="4881"/>
                  </a:lnTo>
                  <a:lnTo>
                    <a:pt x="116156" y="6418"/>
                  </a:lnTo>
                  <a:lnTo>
                    <a:pt x="111132" y="8116"/>
                  </a:lnTo>
                  <a:lnTo>
                    <a:pt x="106165" y="9972"/>
                  </a:lnTo>
                  <a:lnTo>
                    <a:pt x="101260" y="11985"/>
                  </a:lnTo>
                  <a:lnTo>
                    <a:pt x="96420" y="14153"/>
                  </a:lnTo>
                  <a:lnTo>
                    <a:pt x="91652" y="16472"/>
                  </a:lnTo>
                  <a:lnTo>
                    <a:pt x="86960" y="18942"/>
                  </a:lnTo>
                  <a:lnTo>
                    <a:pt x="82348" y="21560"/>
                  </a:lnTo>
                  <a:lnTo>
                    <a:pt x="77822" y="24322"/>
                  </a:lnTo>
                  <a:lnTo>
                    <a:pt x="73386" y="27227"/>
                  </a:lnTo>
                  <a:lnTo>
                    <a:pt x="69044" y="30271"/>
                  </a:lnTo>
                  <a:lnTo>
                    <a:pt x="64801" y="33451"/>
                  </a:lnTo>
                  <a:lnTo>
                    <a:pt x="60661" y="36764"/>
                  </a:lnTo>
                  <a:lnTo>
                    <a:pt x="56628" y="40206"/>
                  </a:lnTo>
                  <a:lnTo>
                    <a:pt x="52706" y="43775"/>
                  </a:lnTo>
                  <a:lnTo>
                    <a:pt x="48899" y="47466"/>
                  </a:lnTo>
                  <a:lnTo>
                    <a:pt x="45211" y="51277"/>
                  </a:lnTo>
                  <a:lnTo>
                    <a:pt x="41646" y="55202"/>
                  </a:lnTo>
                  <a:lnTo>
                    <a:pt x="38208" y="59238"/>
                  </a:lnTo>
                  <a:lnTo>
                    <a:pt x="34899" y="63382"/>
                  </a:lnTo>
                  <a:lnTo>
                    <a:pt x="31723" y="67628"/>
                  </a:lnTo>
                  <a:lnTo>
                    <a:pt x="28683" y="71973"/>
                  </a:lnTo>
                  <a:lnTo>
                    <a:pt x="25783" y="76412"/>
                  </a:lnTo>
                  <a:lnTo>
                    <a:pt x="23025" y="80941"/>
                  </a:lnTo>
                  <a:lnTo>
                    <a:pt x="20412" y="85555"/>
                  </a:lnTo>
                  <a:lnTo>
                    <a:pt x="17947" y="90249"/>
                  </a:lnTo>
                  <a:lnTo>
                    <a:pt x="15631" y="95020"/>
                  </a:lnTo>
                  <a:lnTo>
                    <a:pt x="13469" y="99861"/>
                  </a:lnTo>
                  <a:lnTo>
                    <a:pt x="11461" y="104769"/>
                  </a:lnTo>
                  <a:lnTo>
                    <a:pt x="9609" y="109738"/>
                  </a:lnTo>
                  <a:lnTo>
                    <a:pt x="7916" y="114763"/>
                  </a:lnTo>
                  <a:lnTo>
                    <a:pt x="6383" y="119839"/>
                  </a:lnTo>
                  <a:lnTo>
                    <a:pt x="5013" y="124961"/>
                  </a:lnTo>
                  <a:lnTo>
                    <a:pt x="3805" y="130124"/>
                  </a:lnTo>
                  <a:lnTo>
                    <a:pt x="2761" y="135323"/>
                  </a:lnTo>
                  <a:lnTo>
                    <a:pt x="1883" y="140553"/>
                  </a:lnTo>
                  <a:lnTo>
                    <a:pt x="1172" y="145807"/>
                  </a:lnTo>
                  <a:lnTo>
                    <a:pt x="627" y="151082"/>
                  </a:lnTo>
                  <a:lnTo>
                    <a:pt x="250" y="156371"/>
                  </a:lnTo>
                  <a:lnTo>
                    <a:pt x="41" y="161669"/>
                  </a:lnTo>
                  <a:lnTo>
                    <a:pt x="0" y="166972"/>
                  </a:lnTo>
                  <a:lnTo>
                    <a:pt x="127" y="172273"/>
                  </a:lnTo>
                  <a:lnTo>
                    <a:pt x="422" y="177567"/>
                  </a:lnTo>
                  <a:lnTo>
                    <a:pt x="885" y="182849"/>
                  </a:lnTo>
                  <a:lnTo>
                    <a:pt x="1515" y="188114"/>
                  </a:lnTo>
                  <a:lnTo>
                    <a:pt x="2312" y="193357"/>
                  </a:lnTo>
                  <a:lnTo>
                    <a:pt x="3275" y="198571"/>
                  </a:lnTo>
                  <a:lnTo>
                    <a:pt x="4403" y="203752"/>
                  </a:lnTo>
                  <a:lnTo>
                    <a:pt x="5694" y="208895"/>
                  </a:lnTo>
                  <a:lnTo>
                    <a:pt x="7148" y="213994"/>
                  </a:lnTo>
                  <a:lnTo>
                    <a:pt x="8763" y="219045"/>
                  </a:lnTo>
                  <a:lnTo>
                    <a:pt x="10537" y="224042"/>
                  </a:lnTo>
                  <a:lnTo>
                    <a:pt x="12469" y="228980"/>
                  </a:lnTo>
                  <a:lnTo>
                    <a:pt x="14557" y="233854"/>
                  </a:lnTo>
                  <a:lnTo>
                    <a:pt x="16798" y="238660"/>
                  </a:lnTo>
                  <a:lnTo>
                    <a:pt x="19190" y="243392"/>
                  </a:lnTo>
                  <a:lnTo>
                    <a:pt x="21731" y="248046"/>
                  </a:lnTo>
                  <a:lnTo>
                    <a:pt x="24419" y="252617"/>
                  </a:lnTo>
                  <a:lnTo>
                    <a:pt x="27250" y="257101"/>
                  </a:lnTo>
                  <a:lnTo>
                    <a:pt x="30222" y="261492"/>
                  </a:lnTo>
                  <a:lnTo>
                    <a:pt x="33332" y="265787"/>
                  </a:lnTo>
                  <a:lnTo>
                    <a:pt x="36576" y="269981"/>
                  </a:lnTo>
                  <a:lnTo>
                    <a:pt x="39952" y="274070"/>
                  </a:lnTo>
                  <a:lnTo>
                    <a:pt x="43456" y="278050"/>
                  </a:lnTo>
                  <a:lnTo>
                    <a:pt x="47084" y="281917"/>
                  </a:lnTo>
                  <a:lnTo>
                    <a:pt x="50833" y="285667"/>
                  </a:lnTo>
                  <a:lnTo>
                    <a:pt x="54699" y="289296"/>
                  </a:lnTo>
                  <a:lnTo>
                    <a:pt x="58678" y="292801"/>
                  </a:lnTo>
                  <a:lnTo>
                    <a:pt x="62767" y="296177"/>
                  </a:lnTo>
                  <a:lnTo>
                    <a:pt x="66960" y="299423"/>
                  </a:lnTo>
                  <a:lnTo>
                    <a:pt x="71255" y="302533"/>
                  </a:lnTo>
                  <a:lnTo>
                    <a:pt x="75645" y="305506"/>
                  </a:lnTo>
                  <a:lnTo>
                    <a:pt x="80128" y="308338"/>
                  </a:lnTo>
                  <a:lnTo>
                    <a:pt x="84699" y="311027"/>
                  </a:lnTo>
                  <a:lnTo>
                    <a:pt x="89352" y="313569"/>
                  </a:lnTo>
                  <a:lnTo>
                    <a:pt x="94084" y="315963"/>
                  </a:lnTo>
                  <a:lnTo>
                    <a:pt x="98889" y="318205"/>
                  </a:lnTo>
                  <a:lnTo>
                    <a:pt x="103763" y="320293"/>
                  </a:lnTo>
                  <a:lnTo>
                    <a:pt x="108701" y="322226"/>
                  </a:lnTo>
                  <a:lnTo>
                    <a:pt x="113697" y="324002"/>
                  </a:lnTo>
                  <a:lnTo>
                    <a:pt x="118747" y="325618"/>
                  </a:lnTo>
                  <a:lnTo>
                    <a:pt x="123846" y="327073"/>
                  </a:lnTo>
                  <a:lnTo>
                    <a:pt x="128989" y="328365"/>
                  </a:lnTo>
                  <a:lnTo>
                    <a:pt x="134170" y="329494"/>
                  </a:lnTo>
                  <a:lnTo>
                    <a:pt x="139384" y="330458"/>
                  </a:lnTo>
                  <a:lnTo>
                    <a:pt x="144626" y="331256"/>
                  </a:lnTo>
                  <a:lnTo>
                    <a:pt x="149891" y="331887"/>
                  </a:lnTo>
                  <a:lnTo>
                    <a:pt x="155173" y="332351"/>
                  </a:lnTo>
                  <a:lnTo>
                    <a:pt x="160468" y="332648"/>
                  </a:lnTo>
                  <a:lnTo>
                    <a:pt x="165769" y="332776"/>
                  </a:lnTo>
                  <a:lnTo>
                    <a:pt x="171071" y="332736"/>
                  </a:lnTo>
                  <a:lnTo>
                    <a:pt x="176370" y="332528"/>
                  </a:lnTo>
                  <a:lnTo>
                    <a:pt x="181659" y="332152"/>
                  </a:lnTo>
                  <a:lnTo>
                    <a:pt x="186933" y="331608"/>
                  </a:lnTo>
                  <a:lnTo>
                    <a:pt x="192188" y="330898"/>
                  </a:lnTo>
                  <a:lnTo>
                    <a:pt x="197418" y="330021"/>
                  </a:lnTo>
                  <a:lnTo>
                    <a:pt x="202617" y="328979"/>
                  </a:lnTo>
                  <a:lnTo>
                    <a:pt x="207780" y="327772"/>
                  </a:lnTo>
                  <a:lnTo>
                    <a:pt x="212903" y="326402"/>
                  </a:lnTo>
                  <a:lnTo>
                    <a:pt x="217979" y="324870"/>
                  </a:lnTo>
                  <a:lnTo>
                    <a:pt x="223005" y="323179"/>
                  </a:lnTo>
                  <a:lnTo>
                    <a:pt x="227974" y="321328"/>
                  </a:lnTo>
                  <a:lnTo>
                    <a:pt x="232882" y="319321"/>
                  </a:lnTo>
                  <a:lnTo>
                    <a:pt x="237724" y="317159"/>
                  </a:lnTo>
                  <a:lnTo>
                    <a:pt x="242495" y="314845"/>
                  </a:lnTo>
                  <a:lnTo>
                    <a:pt x="247190" y="312381"/>
                  </a:lnTo>
                  <a:lnTo>
                    <a:pt x="251804" y="309769"/>
                  </a:lnTo>
                  <a:lnTo>
                    <a:pt x="256334" y="307012"/>
                  </a:lnTo>
                  <a:lnTo>
                    <a:pt x="260774" y="304112"/>
                  </a:lnTo>
                  <a:lnTo>
                    <a:pt x="265119" y="301074"/>
                  </a:lnTo>
                  <a:lnTo>
                    <a:pt x="269366" y="297899"/>
                  </a:lnTo>
                  <a:lnTo>
                    <a:pt x="273510" y="294591"/>
                  </a:lnTo>
                  <a:lnTo>
                    <a:pt x="277547" y="291153"/>
                  </a:lnTo>
                  <a:lnTo>
                    <a:pt x="281473" y="287589"/>
                  </a:lnTo>
                  <a:lnTo>
                    <a:pt x="285284" y="283902"/>
                  </a:lnTo>
                  <a:lnTo>
                    <a:pt x="288977" y="280096"/>
                  </a:lnTo>
                  <a:lnTo>
                    <a:pt x="292546" y="276175"/>
                  </a:lnTo>
                  <a:lnTo>
                    <a:pt x="295990" y="272143"/>
                  </a:lnTo>
                  <a:lnTo>
                    <a:pt x="299303" y="268003"/>
                  </a:lnTo>
                  <a:lnTo>
                    <a:pt x="302484" y="263760"/>
                  </a:lnTo>
                  <a:lnTo>
                    <a:pt x="305529" y="259419"/>
                  </a:lnTo>
                  <a:lnTo>
                    <a:pt x="308435" y="254984"/>
                  </a:lnTo>
                  <a:lnTo>
                    <a:pt x="311198" y="250458"/>
                  </a:lnTo>
                  <a:lnTo>
                    <a:pt x="313816" y="245847"/>
                  </a:lnTo>
                  <a:lnTo>
                    <a:pt x="316287" y="241155"/>
                  </a:lnTo>
                  <a:lnTo>
                    <a:pt x="318608" y="236388"/>
                  </a:lnTo>
                  <a:lnTo>
                    <a:pt x="320777" y="231549"/>
                  </a:lnTo>
                  <a:lnTo>
                    <a:pt x="322790" y="226644"/>
                  </a:lnTo>
                  <a:lnTo>
                    <a:pt x="324648" y="221677"/>
                  </a:lnTo>
                  <a:lnTo>
                    <a:pt x="326347" y="216654"/>
                  </a:lnTo>
                  <a:lnTo>
                    <a:pt x="327885" y="211579"/>
                  </a:lnTo>
                  <a:lnTo>
                    <a:pt x="329262" y="206459"/>
                  </a:lnTo>
                  <a:lnTo>
                    <a:pt x="330476" y="201297"/>
                  </a:lnTo>
                  <a:lnTo>
                    <a:pt x="331526" y="196099"/>
                  </a:lnTo>
                  <a:lnTo>
                    <a:pt x="332410" y="190871"/>
                  </a:lnTo>
                  <a:lnTo>
                    <a:pt x="333128" y="185617"/>
                  </a:lnTo>
                  <a:lnTo>
                    <a:pt x="333679" y="180344"/>
                  </a:lnTo>
                  <a:lnTo>
                    <a:pt x="334062" y="175055"/>
                  </a:lnTo>
                  <a:lnTo>
                    <a:pt x="334278" y="169757"/>
                  </a:lnTo>
                  <a:lnTo>
                    <a:pt x="334325" y="164454"/>
                  </a:lnTo>
                  <a:lnTo>
                    <a:pt x="334204" y="159153"/>
                  </a:lnTo>
                  <a:lnTo>
                    <a:pt x="333915" y="153858"/>
                  </a:lnTo>
                  <a:lnTo>
                    <a:pt x="333458" y="148576"/>
                  </a:lnTo>
                  <a:lnTo>
                    <a:pt x="332834" y="143310"/>
                  </a:lnTo>
                  <a:lnTo>
                    <a:pt x="332043" y="138067"/>
                  </a:lnTo>
                  <a:lnTo>
                    <a:pt x="331087" y="132851"/>
                  </a:lnTo>
                  <a:lnTo>
                    <a:pt x="329965" y="127669"/>
                  </a:lnTo>
                  <a:lnTo>
                    <a:pt x="328680" y="122524"/>
                  </a:lnTo>
                  <a:lnTo>
                    <a:pt x="327232" y="117423"/>
                  </a:lnTo>
                  <a:lnTo>
                    <a:pt x="325623" y="112371"/>
                  </a:lnTo>
                  <a:lnTo>
                    <a:pt x="323855" y="107372"/>
                  </a:lnTo>
                  <a:lnTo>
                    <a:pt x="321928" y="102431"/>
                  </a:lnTo>
                  <a:lnTo>
                    <a:pt x="319847" y="97554"/>
                  </a:lnTo>
                  <a:lnTo>
                    <a:pt x="317611" y="92746"/>
                  </a:lnTo>
                  <a:lnTo>
                    <a:pt x="315225" y="88011"/>
                  </a:lnTo>
                  <a:lnTo>
                    <a:pt x="312689" y="83354"/>
                  </a:lnTo>
                  <a:lnTo>
                    <a:pt x="310007" y="78780"/>
                  </a:lnTo>
                  <a:lnTo>
                    <a:pt x="307181" y="74293"/>
                  </a:lnTo>
                  <a:lnTo>
                    <a:pt x="304214" y="69898"/>
                  </a:lnTo>
                  <a:lnTo>
                    <a:pt x="301109" y="65600"/>
                  </a:lnTo>
                  <a:lnTo>
                    <a:pt x="297870" y="61402"/>
                  </a:lnTo>
                  <a:lnTo>
                    <a:pt x="294499" y="57309"/>
                  </a:lnTo>
                  <a:lnTo>
                    <a:pt x="291000" y="53324"/>
                  </a:lnTo>
                  <a:lnTo>
                    <a:pt x="287376" y="49453"/>
                  </a:lnTo>
                  <a:lnTo>
                    <a:pt x="283631" y="45699"/>
                  </a:lnTo>
                  <a:lnTo>
                    <a:pt x="279769" y="42065"/>
                  </a:lnTo>
                  <a:lnTo>
                    <a:pt x="275794" y="38556"/>
                  </a:lnTo>
                  <a:lnTo>
                    <a:pt x="271710" y="35174"/>
                  </a:lnTo>
                  <a:lnTo>
                    <a:pt x="267520" y="31924"/>
                  </a:lnTo>
                  <a:lnTo>
                    <a:pt x="263230" y="28808"/>
                  </a:lnTo>
                  <a:lnTo>
                    <a:pt x="258842" y="25830"/>
                  </a:lnTo>
                  <a:lnTo>
                    <a:pt x="254363" y="22993"/>
                  </a:lnTo>
                  <a:lnTo>
                    <a:pt x="249796" y="20299"/>
                  </a:lnTo>
                  <a:lnTo>
                    <a:pt x="245145" y="17751"/>
                  </a:lnTo>
                  <a:lnTo>
                    <a:pt x="240416" y="15352"/>
                  </a:lnTo>
                  <a:lnTo>
                    <a:pt x="235614" y="13105"/>
                  </a:lnTo>
                  <a:lnTo>
                    <a:pt x="230742" y="11010"/>
                  </a:lnTo>
                  <a:lnTo>
                    <a:pt x="225807" y="9072"/>
                  </a:lnTo>
                  <a:lnTo>
                    <a:pt x="220813" y="7290"/>
                  </a:lnTo>
                  <a:lnTo>
                    <a:pt x="215764" y="5668"/>
                  </a:lnTo>
                  <a:lnTo>
                    <a:pt x="210667" y="4207"/>
                  </a:lnTo>
                  <a:lnTo>
                    <a:pt x="205526" y="2909"/>
                  </a:lnTo>
                  <a:lnTo>
                    <a:pt x="200346" y="1774"/>
                  </a:lnTo>
                  <a:lnTo>
                    <a:pt x="195133" y="804"/>
                  </a:lnTo>
                  <a:lnTo>
                    <a:pt x="189892" y="0"/>
                  </a:lnTo>
                  <a:lnTo>
                    <a:pt x="167161" y="16561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781287" y="2126963"/>
              <a:ext cx="22730" cy="167167"/>
            </a:xfrm>
            <a:custGeom>
              <a:avLst/>
              <a:pathLst>
                <a:path w="22730" h="167167">
                  <a:moveTo>
                    <a:pt x="22730" y="1552"/>
                  </a:moveTo>
                  <a:lnTo>
                    <a:pt x="15179" y="690"/>
                  </a:lnTo>
                  <a:lnTo>
                    <a:pt x="7597" y="17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5745" y="2633064"/>
              <a:ext cx="5002" cy="167167"/>
            </a:xfrm>
            <a:custGeom>
              <a:avLst/>
              <a:pathLst>
                <a:path w="5002" h="167167">
                  <a:moveTo>
                    <a:pt x="5002" y="0"/>
                  </a:moveTo>
                  <a:lnTo>
                    <a:pt x="0" y="74"/>
                  </a:lnTo>
                  <a:lnTo>
                    <a:pt x="500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5745" y="2633139"/>
              <a:ext cx="5002" cy="167092"/>
            </a:xfrm>
            <a:custGeom>
              <a:avLst/>
              <a:pathLst>
                <a:path w="5002" h="167092">
                  <a:moveTo>
                    <a:pt x="0" y="0"/>
                  </a:moveTo>
                  <a:lnTo>
                    <a:pt x="5002" y="1670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5745" y="2633139"/>
              <a:ext cx="5002" cy="167092"/>
            </a:xfrm>
            <a:custGeom>
              <a:avLst/>
              <a:pathLst>
                <a:path w="5002" h="167092">
                  <a:moveTo>
                    <a:pt x="0" y="0"/>
                  </a:moveTo>
                  <a:lnTo>
                    <a:pt x="5002" y="1670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5745" y="2633139"/>
              <a:ext cx="5002" cy="167092"/>
            </a:xfrm>
            <a:custGeom>
              <a:avLst/>
              <a:pathLst>
                <a:path w="5002" h="167092">
                  <a:moveTo>
                    <a:pt x="0" y="0"/>
                  </a:moveTo>
                  <a:lnTo>
                    <a:pt x="5002" y="1670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5745" y="2633139"/>
              <a:ext cx="5002" cy="167092"/>
            </a:xfrm>
            <a:custGeom>
              <a:avLst/>
              <a:pathLst>
                <a:path w="5002" h="167092">
                  <a:moveTo>
                    <a:pt x="0" y="0"/>
                  </a:moveTo>
                  <a:lnTo>
                    <a:pt x="5002" y="16709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85745" y="2633139"/>
              <a:ext cx="5002" cy="167092"/>
            </a:xfrm>
            <a:custGeom>
              <a:avLst/>
              <a:pathLst>
                <a:path w="5002" h="167092">
                  <a:moveTo>
                    <a:pt x="0" y="0"/>
                  </a:moveTo>
                  <a:lnTo>
                    <a:pt x="5002" y="1670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85745" y="2633139"/>
              <a:ext cx="5002" cy="167092"/>
            </a:xfrm>
            <a:custGeom>
              <a:avLst/>
              <a:pathLst>
                <a:path w="5002" h="167092">
                  <a:moveTo>
                    <a:pt x="0" y="0"/>
                  </a:moveTo>
                  <a:lnTo>
                    <a:pt x="5002" y="1670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85745" y="2633139"/>
              <a:ext cx="5002" cy="167092"/>
            </a:xfrm>
            <a:custGeom>
              <a:avLst/>
              <a:pathLst>
                <a:path w="5002" h="167092">
                  <a:moveTo>
                    <a:pt x="0" y="0"/>
                  </a:moveTo>
                  <a:lnTo>
                    <a:pt x="5002" y="16709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85745" y="2633139"/>
              <a:ext cx="5002" cy="167092"/>
            </a:xfrm>
            <a:custGeom>
              <a:avLst/>
              <a:pathLst>
                <a:path w="5002" h="167092">
                  <a:moveTo>
                    <a:pt x="0" y="0"/>
                  </a:moveTo>
                  <a:lnTo>
                    <a:pt x="5002" y="1670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85745" y="2633139"/>
              <a:ext cx="5002" cy="167092"/>
            </a:xfrm>
            <a:custGeom>
              <a:avLst/>
              <a:pathLst>
                <a:path w="5002" h="167092">
                  <a:moveTo>
                    <a:pt x="0" y="0"/>
                  </a:moveTo>
                  <a:lnTo>
                    <a:pt x="5002" y="1670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85745" y="2633139"/>
              <a:ext cx="5002" cy="167092"/>
            </a:xfrm>
            <a:custGeom>
              <a:avLst/>
              <a:pathLst>
                <a:path w="5002" h="167092">
                  <a:moveTo>
                    <a:pt x="0" y="0"/>
                  </a:moveTo>
                  <a:lnTo>
                    <a:pt x="5002" y="1670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85745" y="2633139"/>
              <a:ext cx="5002" cy="167092"/>
            </a:xfrm>
            <a:custGeom>
              <a:avLst/>
              <a:pathLst>
                <a:path w="5002" h="167092">
                  <a:moveTo>
                    <a:pt x="0" y="0"/>
                  </a:moveTo>
                  <a:lnTo>
                    <a:pt x="5002" y="1670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85745" y="2633139"/>
              <a:ext cx="5002" cy="167092"/>
            </a:xfrm>
            <a:custGeom>
              <a:avLst/>
              <a:pathLst>
                <a:path w="5002" h="167092">
                  <a:moveTo>
                    <a:pt x="0" y="0"/>
                  </a:moveTo>
                  <a:lnTo>
                    <a:pt x="5002" y="16709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85745" y="2633139"/>
              <a:ext cx="5002" cy="167092"/>
            </a:xfrm>
            <a:custGeom>
              <a:avLst/>
              <a:pathLst>
                <a:path w="5002" h="167092">
                  <a:moveTo>
                    <a:pt x="0" y="0"/>
                  </a:moveTo>
                  <a:lnTo>
                    <a:pt x="5002" y="16709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423587" y="2633139"/>
              <a:ext cx="334328" cy="334247"/>
            </a:xfrm>
            <a:custGeom>
              <a:avLst/>
              <a:pathLst>
                <a:path w="334328" h="334247">
                  <a:moveTo>
                    <a:pt x="162157" y="0"/>
                  </a:moveTo>
                  <a:lnTo>
                    <a:pt x="156876" y="241"/>
                  </a:lnTo>
                  <a:lnTo>
                    <a:pt x="151605" y="650"/>
                  </a:lnTo>
                  <a:lnTo>
                    <a:pt x="146349" y="1225"/>
                  </a:lnTo>
                  <a:lnTo>
                    <a:pt x="141114" y="1966"/>
                  </a:lnTo>
                  <a:lnTo>
                    <a:pt x="135905" y="2872"/>
                  </a:lnTo>
                  <a:lnTo>
                    <a:pt x="130727" y="3943"/>
                  </a:lnTo>
                  <a:lnTo>
                    <a:pt x="125586" y="5177"/>
                  </a:lnTo>
                  <a:lnTo>
                    <a:pt x="120487" y="6572"/>
                  </a:lnTo>
                  <a:lnTo>
                    <a:pt x="115434" y="8129"/>
                  </a:lnTo>
                  <a:lnTo>
                    <a:pt x="110433" y="9844"/>
                  </a:lnTo>
                  <a:lnTo>
                    <a:pt x="105488" y="11717"/>
                  </a:lnTo>
                  <a:lnTo>
                    <a:pt x="100606" y="13745"/>
                  </a:lnTo>
                  <a:lnTo>
                    <a:pt x="95790" y="15926"/>
                  </a:lnTo>
                  <a:lnTo>
                    <a:pt x="91045" y="18259"/>
                  </a:lnTo>
                  <a:lnTo>
                    <a:pt x="86376" y="20740"/>
                  </a:lnTo>
                  <a:lnTo>
                    <a:pt x="81789" y="23368"/>
                  </a:lnTo>
                  <a:lnTo>
                    <a:pt x="77286" y="26140"/>
                  </a:lnTo>
                  <a:lnTo>
                    <a:pt x="72874" y="29052"/>
                  </a:lnTo>
                  <a:lnTo>
                    <a:pt x="68556" y="32103"/>
                  </a:lnTo>
                  <a:lnTo>
                    <a:pt x="64336" y="35289"/>
                  </a:lnTo>
                  <a:lnTo>
                    <a:pt x="60219" y="38606"/>
                  </a:lnTo>
                  <a:lnTo>
                    <a:pt x="56210" y="42052"/>
                  </a:lnTo>
                  <a:lnTo>
                    <a:pt x="52311" y="45624"/>
                  </a:lnTo>
                  <a:lnTo>
                    <a:pt x="48527" y="49316"/>
                  </a:lnTo>
                  <a:lnTo>
                    <a:pt x="44862" y="53127"/>
                  </a:lnTo>
                  <a:lnTo>
                    <a:pt x="41319" y="57051"/>
                  </a:lnTo>
                  <a:lnTo>
                    <a:pt x="37902" y="61086"/>
                  </a:lnTo>
                  <a:lnTo>
                    <a:pt x="34615" y="65227"/>
                  </a:lnTo>
                  <a:lnTo>
                    <a:pt x="31459" y="69469"/>
                  </a:lnTo>
                  <a:lnTo>
                    <a:pt x="28440" y="73809"/>
                  </a:lnTo>
                  <a:lnTo>
                    <a:pt x="25560" y="78243"/>
                  </a:lnTo>
                  <a:lnTo>
                    <a:pt x="22821" y="82765"/>
                  </a:lnTo>
                  <a:lnTo>
                    <a:pt x="20226" y="87372"/>
                  </a:lnTo>
                  <a:lnTo>
                    <a:pt x="17779" y="92058"/>
                  </a:lnTo>
                  <a:lnTo>
                    <a:pt x="15480" y="96820"/>
                  </a:lnTo>
                  <a:lnTo>
                    <a:pt x="13334" y="101652"/>
                  </a:lnTo>
                  <a:lnTo>
                    <a:pt x="11342" y="106549"/>
                  </a:lnTo>
                  <a:lnTo>
                    <a:pt x="9505" y="111507"/>
                  </a:lnTo>
                  <a:lnTo>
                    <a:pt x="7826" y="116520"/>
                  </a:lnTo>
                  <a:lnTo>
                    <a:pt x="6306" y="121584"/>
                  </a:lnTo>
                  <a:lnTo>
                    <a:pt x="4948" y="126694"/>
                  </a:lnTo>
                  <a:lnTo>
                    <a:pt x="3751" y="131844"/>
                  </a:lnTo>
                  <a:lnTo>
                    <a:pt x="2718" y="137029"/>
                  </a:lnTo>
                  <a:lnTo>
                    <a:pt x="1850" y="142244"/>
                  </a:lnTo>
                  <a:lnTo>
                    <a:pt x="1147" y="147484"/>
                  </a:lnTo>
                  <a:lnTo>
                    <a:pt x="610" y="152744"/>
                  </a:lnTo>
                  <a:lnTo>
                    <a:pt x="239" y="158018"/>
                  </a:lnTo>
                  <a:lnTo>
                    <a:pt x="36" y="163301"/>
                  </a:lnTo>
                  <a:lnTo>
                    <a:pt x="0" y="168588"/>
                  </a:lnTo>
                  <a:lnTo>
                    <a:pt x="130" y="173874"/>
                  </a:lnTo>
                  <a:lnTo>
                    <a:pt x="428" y="179152"/>
                  </a:lnTo>
                  <a:lnTo>
                    <a:pt x="893" y="184419"/>
                  </a:lnTo>
                  <a:lnTo>
                    <a:pt x="1524" y="189668"/>
                  </a:lnTo>
                  <a:lnTo>
                    <a:pt x="2321" y="194895"/>
                  </a:lnTo>
                  <a:lnTo>
                    <a:pt x="3283" y="200094"/>
                  </a:lnTo>
                  <a:lnTo>
                    <a:pt x="4408" y="205260"/>
                  </a:lnTo>
                  <a:lnTo>
                    <a:pt x="5697" y="210388"/>
                  </a:lnTo>
                  <a:lnTo>
                    <a:pt x="7147" y="215472"/>
                  </a:lnTo>
                  <a:lnTo>
                    <a:pt x="8757" y="220508"/>
                  </a:lnTo>
                  <a:lnTo>
                    <a:pt x="10525" y="225491"/>
                  </a:lnTo>
                  <a:lnTo>
                    <a:pt x="12450" y="230415"/>
                  </a:lnTo>
                  <a:lnTo>
                    <a:pt x="14530" y="235275"/>
                  </a:lnTo>
                  <a:lnTo>
                    <a:pt x="16763" y="240068"/>
                  </a:lnTo>
                  <a:lnTo>
                    <a:pt x="19146" y="244788"/>
                  </a:lnTo>
                  <a:lnTo>
                    <a:pt x="21677" y="249430"/>
                  </a:lnTo>
                  <a:lnTo>
                    <a:pt x="24353" y="253989"/>
                  </a:lnTo>
                  <a:lnTo>
                    <a:pt x="27173" y="258462"/>
                  </a:lnTo>
                  <a:lnTo>
                    <a:pt x="30132" y="262843"/>
                  </a:lnTo>
                  <a:lnTo>
                    <a:pt x="33229" y="267128"/>
                  </a:lnTo>
                  <a:lnTo>
                    <a:pt x="36459" y="271314"/>
                  </a:lnTo>
                  <a:lnTo>
                    <a:pt x="39820" y="275395"/>
                  </a:lnTo>
                  <a:lnTo>
                    <a:pt x="43309" y="279368"/>
                  </a:lnTo>
                  <a:lnTo>
                    <a:pt x="46921" y="283228"/>
                  </a:lnTo>
                  <a:lnTo>
                    <a:pt x="50654" y="286972"/>
                  </a:lnTo>
                  <a:lnTo>
                    <a:pt x="54504" y="290597"/>
                  </a:lnTo>
                  <a:lnTo>
                    <a:pt x="58466" y="294098"/>
                  </a:lnTo>
                  <a:lnTo>
                    <a:pt x="62536" y="297471"/>
                  </a:lnTo>
                  <a:lnTo>
                    <a:pt x="66712" y="300715"/>
                  </a:lnTo>
                  <a:lnTo>
                    <a:pt x="70988" y="303825"/>
                  </a:lnTo>
                  <a:lnTo>
                    <a:pt x="75360" y="306797"/>
                  </a:lnTo>
                  <a:lnTo>
                    <a:pt x="79824" y="309631"/>
                  </a:lnTo>
                  <a:lnTo>
                    <a:pt x="84375" y="312321"/>
                  </a:lnTo>
                  <a:lnTo>
                    <a:pt x="89009" y="314867"/>
                  </a:lnTo>
                  <a:lnTo>
                    <a:pt x="93721" y="317264"/>
                  </a:lnTo>
                  <a:lnTo>
                    <a:pt x="98507" y="319511"/>
                  </a:lnTo>
                  <a:lnTo>
                    <a:pt x="103361" y="321606"/>
                  </a:lnTo>
                  <a:lnTo>
                    <a:pt x="108279" y="323547"/>
                  </a:lnTo>
                  <a:lnTo>
                    <a:pt x="113257" y="325330"/>
                  </a:lnTo>
                  <a:lnTo>
                    <a:pt x="118288" y="326956"/>
                  </a:lnTo>
                  <a:lnTo>
                    <a:pt x="123367" y="328421"/>
                  </a:lnTo>
                  <a:lnTo>
                    <a:pt x="128491" y="329726"/>
                  </a:lnTo>
                  <a:lnTo>
                    <a:pt x="133654" y="330867"/>
                  </a:lnTo>
                  <a:lnTo>
                    <a:pt x="138849" y="331845"/>
                  </a:lnTo>
                  <a:lnTo>
                    <a:pt x="144074" y="332658"/>
                  </a:lnTo>
                  <a:lnTo>
                    <a:pt x="149321" y="333305"/>
                  </a:lnTo>
                  <a:lnTo>
                    <a:pt x="154586" y="333786"/>
                  </a:lnTo>
                  <a:lnTo>
                    <a:pt x="159864" y="334100"/>
                  </a:lnTo>
                  <a:lnTo>
                    <a:pt x="165149" y="334247"/>
                  </a:lnTo>
                  <a:lnTo>
                    <a:pt x="170436" y="334227"/>
                  </a:lnTo>
                  <a:lnTo>
                    <a:pt x="175720" y="334040"/>
                  </a:lnTo>
                  <a:lnTo>
                    <a:pt x="180995" y="333686"/>
                  </a:lnTo>
                  <a:lnTo>
                    <a:pt x="186256" y="333165"/>
                  </a:lnTo>
                  <a:lnTo>
                    <a:pt x="191499" y="332478"/>
                  </a:lnTo>
                  <a:lnTo>
                    <a:pt x="196717" y="331626"/>
                  </a:lnTo>
                  <a:lnTo>
                    <a:pt x="201905" y="330609"/>
                  </a:lnTo>
                  <a:lnTo>
                    <a:pt x="207059" y="329428"/>
                  </a:lnTo>
                  <a:lnTo>
                    <a:pt x="212172" y="328085"/>
                  </a:lnTo>
                  <a:lnTo>
                    <a:pt x="217241" y="326581"/>
                  </a:lnTo>
                  <a:lnTo>
                    <a:pt x="222260" y="324918"/>
                  </a:lnTo>
                  <a:lnTo>
                    <a:pt x="227223" y="323097"/>
                  </a:lnTo>
                  <a:lnTo>
                    <a:pt x="232126" y="321119"/>
                  </a:lnTo>
                  <a:lnTo>
                    <a:pt x="236965" y="318988"/>
                  </a:lnTo>
                  <a:lnTo>
                    <a:pt x="241733" y="316704"/>
                  </a:lnTo>
                  <a:lnTo>
                    <a:pt x="246427" y="314271"/>
                  </a:lnTo>
                  <a:lnTo>
                    <a:pt x="251042" y="311691"/>
                  </a:lnTo>
                  <a:lnTo>
                    <a:pt x="255573" y="308966"/>
                  </a:lnTo>
                  <a:lnTo>
                    <a:pt x="260015" y="306099"/>
                  </a:lnTo>
                  <a:lnTo>
                    <a:pt x="264365" y="303093"/>
                  </a:lnTo>
                  <a:lnTo>
                    <a:pt x="268617" y="299951"/>
                  </a:lnTo>
                  <a:lnTo>
                    <a:pt x="272768" y="296676"/>
                  </a:lnTo>
                  <a:lnTo>
                    <a:pt x="276813" y="293272"/>
                  </a:lnTo>
                  <a:lnTo>
                    <a:pt x="280748" y="289741"/>
                  </a:lnTo>
                  <a:lnTo>
                    <a:pt x="284570" y="286088"/>
                  </a:lnTo>
                  <a:lnTo>
                    <a:pt x="288274" y="282315"/>
                  </a:lnTo>
                  <a:lnTo>
                    <a:pt x="291857" y="278427"/>
                  </a:lnTo>
                  <a:lnTo>
                    <a:pt x="295316" y="274428"/>
                  </a:lnTo>
                  <a:lnTo>
                    <a:pt x="298646" y="270322"/>
                  </a:lnTo>
                  <a:lnTo>
                    <a:pt x="301845" y="266112"/>
                  </a:lnTo>
                  <a:lnTo>
                    <a:pt x="304909" y="261804"/>
                  </a:lnTo>
                  <a:lnTo>
                    <a:pt x="307835" y="257400"/>
                  </a:lnTo>
                  <a:lnTo>
                    <a:pt x="310621" y="252906"/>
                  </a:lnTo>
                  <a:lnTo>
                    <a:pt x="313263" y="248327"/>
                  </a:lnTo>
                  <a:lnTo>
                    <a:pt x="315758" y="243666"/>
                  </a:lnTo>
                  <a:lnTo>
                    <a:pt x="318106" y="238928"/>
                  </a:lnTo>
                  <a:lnTo>
                    <a:pt x="320302" y="234119"/>
                  </a:lnTo>
                  <a:lnTo>
                    <a:pt x="322345" y="229242"/>
                  </a:lnTo>
                  <a:lnTo>
                    <a:pt x="324233" y="224304"/>
                  </a:lnTo>
                  <a:lnTo>
                    <a:pt x="325963" y="219308"/>
                  </a:lnTo>
                  <a:lnTo>
                    <a:pt x="327535" y="214260"/>
                  </a:lnTo>
                  <a:lnTo>
                    <a:pt x="328947" y="209165"/>
                  </a:lnTo>
                  <a:lnTo>
                    <a:pt x="330196" y="204027"/>
                  </a:lnTo>
                  <a:lnTo>
                    <a:pt x="331283" y="198853"/>
                  </a:lnTo>
                  <a:lnTo>
                    <a:pt x="332205" y="193647"/>
                  </a:lnTo>
                  <a:lnTo>
                    <a:pt x="332962" y="188414"/>
                  </a:lnTo>
                  <a:lnTo>
                    <a:pt x="333554" y="183161"/>
                  </a:lnTo>
                  <a:lnTo>
                    <a:pt x="333979" y="177891"/>
                  </a:lnTo>
                  <a:lnTo>
                    <a:pt x="334237" y="172610"/>
                  </a:lnTo>
                  <a:lnTo>
                    <a:pt x="334328" y="167323"/>
                  </a:lnTo>
                  <a:lnTo>
                    <a:pt x="334251" y="162037"/>
                  </a:lnTo>
                  <a:lnTo>
                    <a:pt x="334008" y="156755"/>
                  </a:lnTo>
                  <a:lnTo>
                    <a:pt x="333597" y="151484"/>
                  </a:lnTo>
                  <a:lnTo>
                    <a:pt x="333021" y="146229"/>
                  </a:lnTo>
                  <a:lnTo>
                    <a:pt x="332278" y="140994"/>
                  </a:lnTo>
                  <a:lnTo>
                    <a:pt x="331370" y="135786"/>
                  </a:lnTo>
                  <a:lnTo>
                    <a:pt x="330298" y="130608"/>
                  </a:lnTo>
                  <a:lnTo>
                    <a:pt x="329063" y="125468"/>
                  </a:lnTo>
                  <a:lnTo>
                    <a:pt x="327665" y="120368"/>
                  </a:lnTo>
                  <a:lnTo>
                    <a:pt x="326107" y="115316"/>
                  </a:lnTo>
                  <a:lnTo>
                    <a:pt x="324391" y="110315"/>
                  </a:lnTo>
                  <a:lnTo>
                    <a:pt x="322516" y="105372"/>
                  </a:lnTo>
                  <a:lnTo>
                    <a:pt x="320487" y="100490"/>
                  </a:lnTo>
                  <a:lnTo>
                    <a:pt x="318304" y="95674"/>
                  </a:lnTo>
                  <a:lnTo>
                    <a:pt x="315970" y="90930"/>
                  </a:lnTo>
                  <a:lnTo>
                    <a:pt x="313487" y="86262"/>
                  </a:lnTo>
                  <a:lnTo>
                    <a:pt x="310858" y="81675"/>
                  </a:lnTo>
                  <a:lnTo>
                    <a:pt x="308085" y="77174"/>
                  </a:lnTo>
                  <a:lnTo>
                    <a:pt x="305171" y="72762"/>
                  </a:lnTo>
                  <a:lnTo>
                    <a:pt x="302119" y="68445"/>
                  </a:lnTo>
                  <a:lnTo>
                    <a:pt x="298931" y="64227"/>
                  </a:lnTo>
                  <a:lnTo>
                    <a:pt x="295613" y="60111"/>
                  </a:lnTo>
                  <a:lnTo>
                    <a:pt x="292165" y="56102"/>
                  </a:lnTo>
                  <a:lnTo>
                    <a:pt x="288593" y="52205"/>
                  </a:lnTo>
                  <a:lnTo>
                    <a:pt x="284899" y="48422"/>
                  </a:lnTo>
                  <a:lnTo>
                    <a:pt x="281087" y="44758"/>
                  </a:lnTo>
                  <a:lnTo>
                    <a:pt x="277162" y="41217"/>
                  </a:lnTo>
                  <a:lnTo>
                    <a:pt x="273126" y="37801"/>
                  </a:lnTo>
                  <a:lnTo>
                    <a:pt x="268984" y="34515"/>
                  </a:lnTo>
                  <a:lnTo>
                    <a:pt x="264741" y="31361"/>
                  </a:lnTo>
                  <a:lnTo>
                    <a:pt x="260400" y="28343"/>
                  </a:lnTo>
                  <a:lnTo>
                    <a:pt x="255965" y="25464"/>
                  </a:lnTo>
                  <a:lnTo>
                    <a:pt x="251442" y="22726"/>
                  </a:lnTo>
                  <a:lnTo>
                    <a:pt x="246835" y="20133"/>
                  </a:lnTo>
                  <a:lnTo>
                    <a:pt x="242147" y="17687"/>
                  </a:lnTo>
                  <a:lnTo>
                    <a:pt x="237385" y="15390"/>
                  </a:lnTo>
                  <a:lnTo>
                    <a:pt x="232553" y="13245"/>
                  </a:lnTo>
                  <a:lnTo>
                    <a:pt x="227655" y="11254"/>
                  </a:lnTo>
                  <a:lnTo>
                    <a:pt x="222696" y="9419"/>
                  </a:lnTo>
                  <a:lnTo>
                    <a:pt x="217682" y="7742"/>
                  </a:lnTo>
                  <a:lnTo>
                    <a:pt x="167160" y="1670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90748" y="2633064"/>
              <a:ext cx="50522" cy="167167"/>
            </a:xfrm>
            <a:custGeom>
              <a:avLst/>
              <a:pathLst>
                <a:path w="50522" h="167167">
                  <a:moveTo>
                    <a:pt x="50522" y="7817"/>
                  </a:moveTo>
                  <a:lnTo>
                    <a:pt x="44370" y="5996"/>
                  </a:lnTo>
                  <a:lnTo>
                    <a:pt x="38154" y="4412"/>
                  </a:lnTo>
                  <a:lnTo>
                    <a:pt x="31881" y="3068"/>
                  </a:lnTo>
                  <a:lnTo>
                    <a:pt x="25561" y="1965"/>
                  </a:lnTo>
                  <a:lnTo>
                    <a:pt x="19204" y="1106"/>
                  </a:lnTo>
                  <a:lnTo>
                    <a:pt x="12818" y="492"/>
                  </a:lnTo>
                  <a:lnTo>
                    <a:pt x="6414" y="12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0670" y="3170392"/>
              <a:ext cx="25309" cy="167167"/>
            </a:xfrm>
            <a:custGeom>
              <a:avLst/>
              <a:pathLst>
                <a:path w="25309" h="167167">
                  <a:moveTo>
                    <a:pt x="25309" y="0"/>
                  </a:moveTo>
                  <a:lnTo>
                    <a:pt x="16844" y="214"/>
                  </a:lnTo>
                  <a:lnTo>
                    <a:pt x="8400" y="857"/>
                  </a:lnTo>
                  <a:lnTo>
                    <a:pt x="0" y="1927"/>
                  </a:lnTo>
                  <a:lnTo>
                    <a:pt x="2530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0670" y="3172319"/>
              <a:ext cx="25309" cy="165240"/>
            </a:xfrm>
            <a:custGeom>
              <a:avLst/>
              <a:pathLst>
                <a:path w="25309" h="165240">
                  <a:moveTo>
                    <a:pt x="0" y="0"/>
                  </a:moveTo>
                  <a:lnTo>
                    <a:pt x="25309" y="1652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00670" y="3172319"/>
              <a:ext cx="25309" cy="165240"/>
            </a:xfrm>
            <a:custGeom>
              <a:avLst/>
              <a:pathLst>
                <a:path w="25309" h="165240">
                  <a:moveTo>
                    <a:pt x="0" y="0"/>
                  </a:moveTo>
                  <a:lnTo>
                    <a:pt x="25309" y="1652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00670" y="3172319"/>
              <a:ext cx="25309" cy="165240"/>
            </a:xfrm>
            <a:custGeom>
              <a:avLst/>
              <a:pathLst>
                <a:path w="25309" h="165240">
                  <a:moveTo>
                    <a:pt x="0" y="0"/>
                  </a:moveTo>
                  <a:lnTo>
                    <a:pt x="25309" y="16524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00670" y="3172319"/>
              <a:ext cx="25309" cy="165240"/>
            </a:xfrm>
            <a:custGeom>
              <a:avLst/>
              <a:pathLst>
                <a:path w="25309" h="165240">
                  <a:moveTo>
                    <a:pt x="0" y="0"/>
                  </a:moveTo>
                  <a:lnTo>
                    <a:pt x="25309" y="1652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00670" y="3172319"/>
              <a:ext cx="25309" cy="165240"/>
            </a:xfrm>
            <a:custGeom>
              <a:avLst/>
              <a:pathLst>
                <a:path w="25309" h="165240">
                  <a:moveTo>
                    <a:pt x="0" y="0"/>
                  </a:moveTo>
                  <a:lnTo>
                    <a:pt x="25309" y="1652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00670" y="3172319"/>
              <a:ext cx="25309" cy="165240"/>
            </a:xfrm>
            <a:custGeom>
              <a:avLst/>
              <a:pathLst>
                <a:path w="25309" h="165240">
                  <a:moveTo>
                    <a:pt x="0" y="0"/>
                  </a:moveTo>
                  <a:lnTo>
                    <a:pt x="25309" y="16524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00670" y="3172319"/>
              <a:ext cx="25309" cy="165240"/>
            </a:xfrm>
            <a:custGeom>
              <a:avLst/>
              <a:pathLst>
                <a:path w="25309" h="165240">
                  <a:moveTo>
                    <a:pt x="0" y="0"/>
                  </a:moveTo>
                  <a:lnTo>
                    <a:pt x="25309" y="1652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00670" y="3172319"/>
              <a:ext cx="25309" cy="165240"/>
            </a:xfrm>
            <a:custGeom>
              <a:avLst/>
              <a:pathLst>
                <a:path w="25309" h="165240">
                  <a:moveTo>
                    <a:pt x="0" y="0"/>
                  </a:moveTo>
                  <a:lnTo>
                    <a:pt x="25309" y="1652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00670" y="3172319"/>
              <a:ext cx="25309" cy="165240"/>
            </a:xfrm>
            <a:custGeom>
              <a:avLst/>
              <a:pathLst>
                <a:path w="25309" h="165240">
                  <a:moveTo>
                    <a:pt x="0" y="0"/>
                  </a:moveTo>
                  <a:lnTo>
                    <a:pt x="25309" y="1652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00670" y="3172319"/>
              <a:ext cx="25309" cy="165240"/>
            </a:xfrm>
            <a:custGeom>
              <a:avLst/>
              <a:pathLst>
                <a:path w="25309" h="165240">
                  <a:moveTo>
                    <a:pt x="0" y="0"/>
                  </a:moveTo>
                  <a:lnTo>
                    <a:pt x="25309" y="1652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00670" y="3172319"/>
              <a:ext cx="25309" cy="165240"/>
            </a:xfrm>
            <a:custGeom>
              <a:avLst/>
              <a:pathLst>
                <a:path w="25309" h="165240">
                  <a:moveTo>
                    <a:pt x="0" y="0"/>
                  </a:moveTo>
                  <a:lnTo>
                    <a:pt x="25309" y="16524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00670" y="3172319"/>
              <a:ext cx="25309" cy="165240"/>
            </a:xfrm>
            <a:custGeom>
              <a:avLst/>
              <a:pathLst>
                <a:path w="25309" h="165240">
                  <a:moveTo>
                    <a:pt x="0" y="0"/>
                  </a:moveTo>
                  <a:lnTo>
                    <a:pt x="25309" y="1652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358818" y="3172319"/>
              <a:ext cx="334326" cy="332401"/>
            </a:xfrm>
            <a:custGeom>
              <a:avLst/>
              <a:pathLst>
                <a:path w="334326" h="332401">
                  <a:moveTo>
                    <a:pt x="141851" y="0"/>
                  </a:moveTo>
                  <a:lnTo>
                    <a:pt x="136625" y="885"/>
                  </a:lnTo>
                  <a:lnTo>
                    <a:pt x="131430" y="1936"/>
                  </a:lnTo>
                  <a:lnTo>
                    <a:pt x="126271" y="3151"/>
                  </a:lnTo>
                  <a:lnTo>
                    <a:pt x="121152" y="4529"/>
                  </a:lnTo>
                  <a:lnTo>
                    <a:pt x="116080" y="6068"/>
                  </a:lnTo>
                  <a:lnTo>
                    <a:pt x="111059" y="7768"/>
                  </a:lnTo>
                  <a:lnTo>
                    <a:pt x="106095" y="9625"/>
                  </a:lnTo>
                  <a:lnTo>
                    <a:pt x="101192" y="11640"/>
                  </a:lnTo>
                  <a:lnTo>
                    <a:pt x="96356" y="13808"/>
                  </a:lnTo>
                  <a:lnTo>
                    <a:pt x="91590" y="16129"/>
                  </a:lnTo>
                  <a:lnTo>
                    <a:pt x="86901" y="18600"/>
                  </a:lnTo>
                  <a:lnTo>
                    <a:pt x="82292" y="21219"/>
                  </a:lnTo>
                  <a:lnTo>
                    <a:pt x="77769" y="23982"/>
                  </a:lnTo>
                  <a:lnTo>
                    <a:pt x="73335" y="26887"/>
                  </a:lnTo>
                  <a:lnTo>
                    <a:pt x="68996" y="29931"/>
                  </a:lnTo>
                  <a:lnTo>
                    <a:pt x="64755" y="33111"/>
                  </a:lnTo>
                  <a:lnTo>
                    <a:pt x="60618" y="36424"/>
                  </a:lnTo>
                  <a:lnTo>
                    <a:pt x="56587" y="39867"/>
                  </a:lnTo>
                  <a:lnTo>
                    <a:pt x="52668" y="43436"/>
                  </a:lnTo>
                  <a:lnTo>
                    <a:pt x="48864" y="47127"/>
                  </a:lnTo>
                  <a:lnTo>
                    <a:pt x="45179" y="50937"/>
                  </a:lnTo>
                  <a:lnTo>
                    <a:pt x="41616" y="54862"/>
                  </a:lnTo>
                  <a:lnTo>
                    <a:pt x="38180" y="58897"/>
                  </a:lnTo>
                  <a:lnTo>
                    <a:pt x="34873" y="63040"/>
                  </a:lnTo>
                  <a:lnTo>
                    <a:pt x="31700" y="67285"/>
                  </a:lnTo>
                  <a:lnTo>
                    <a:pt x="28662" y="71629"/>
                  </a:lnTo>
                  <a:lnTo>
                    <a:pt x="25764" y="76067"/>
                  </a:lnTo>
                  <a:lnTo>
                    <a:pt x="23008" y="80595"/>
                  </a:lnTo>
                  <a:lnTo>
                    <a:pt x="20397" y="85208"/>
                  </a:lnTo>
                  <a:lnTo>
                    <a:pt x="17933" y="89901"/>
                  </a:lnTo>
                  <a:lnTo>
                    <a:pt x="15620" y="94670"/>
                  </a:lnTo>
                  <a:lnTo>
                    <a:pt x="13459" y="99510"/>
                  </a:lnTo>
                  <a:lnTo>
                    <a:pt x="11452" y="104416"/>
                  </a:lnTo>
                  <a:lnTo>
                    <a:pt x="9602" y="109384"/>
                  </a:lnTo>
                  <a:lnTo>
                    <a:pt x="7910" y="114407"/>
                  </a:lnTo>
                  <a:lnTo>
                    <a:pt x="6379" y="119481"/>
                  </a:lnTo>
                  <a:lnTo>
                    <a:pt x="5009" y="124602"/>
                  </a:lnTo>
                  <a:lnTo>
                    <a:pt x="3802" y="129763"/>
                  </a:lnTo>
                  <a:lnTo>
                    <a:pt x="2759" y="134960"/>
                  </a:lnTo>
                  <a:lnTo>
                    <a:pt x="1882" y="140188"/>
                  </a:lnTo>
                  <a:lnTo>
                    <a:pt x="1171" y="145440"/>
                  </a:lnTo>
                  <a:lnTo>
                    <a:pt x="626" y="150713"/>
                  </a:lnTo>
                  <a:lnTo>
                    <a:pt x="250" y="156000"/>
                  </a:lnTo>
                  <a:lnTo>
                    <a:pt x="41" y="161296"/>
                  </a:lnTo>
                  <a:lnTo>
                    <a:pt x="0" y="166597"/>
                  </a:lnTo>
                  <a:lnTo>
                    <a:pt x="127" y="171896"/>
                  </a:lnTo>
                  <a:lnTo>
                    <a:pt x="422" y="177188"/>
                  </a:lnTo>
                  <a:lnTo>
                    <a:pt x="884" y="182469"/>
                  </a:lnTo>
                  <a:lnTo>
                    <a:pt x="1514" y="187732"/>
                  </a:lnTo>
                  <a:lnTo>
                    <a:pt x="2310" y="192972"/>
                  </a:lnTo>
                  <a:lnTo>
                    <a:pt x="3272" y="198184"/>
                  </a:lnTo>
                  <a:lnTo>
                    <a:pt x="4399" y="203364"/>
                  </a:lnTo>
                  <a:lnTo>
                    <a:pt x="5690" y="208505"/>
                  </a:lnTo>
                  <a:lnTo>
                    <a:pt x="7143" y="213602"/>
                  </a:lnTo>
                  <a:lnTo>
                    <a:pt x="8756" y="218651"/>
                  </a:lnTo>
                  <a:lnTo>
                    <a:pt x="10529" y="223647"/>
                  </a:lnTo>
                  <a:lnTo>
                    <a:pt x="12460" y="228583"/>
                  </a:lnTo>
                  <a:lnTo>
                    <a:pt x="14546" y="233456"/>
                  </a:lnTo>
                  <a:lnTo>
                    <a:pt x="16785" y="238260"/>
                  </a:lnTo>
                  <a:lnTo>
                    <a:pt x="19176" y="242991"/>
                  </a:lnTo>
                  <a:lnTo>
                    <a:pt x="21715" y="247644"/>
                  </a:lnTo>
                  <a:lnTo>
                    <a:pt x="24401" y="252214"/>
                  </a:lnTo>
                  <a:lnTo>
                    <a:pt x="27230" y="256696"/>
                  </a:lnTo>
                  <a:lnTo>
                    <a:pt x="30200" y="261086"/>
                  </a:lnTo>
                  <a:lnTo>
                    <a:pt x="33308" y="265380"/>
                  </a:lnTo>
                  <a:lnTo>
                    <a:pt x="36550" y="269574"/>
                  </a:lnTo>
                  <a:lnTo>
                    <a:pt x="39923" y="273662"/>
                  </a:lnTo>
                  <a:lnTo>
                    <a:pt x="43425" y="277642"/>
                  </a:lnTo>
                  <a:lnTo>
                    <a:pt x="47051" y="281508"/>
                  </a:lnTo>
                  <a:lnTo>
                    <a:pt x="50797" y="285258"/>
                  </a:lnTo>
                  <a:lnTo>
                    <a:pt x="54661" y="288887"/>
                  </a:lnTo>
                  <a:lnTo>
                    <a:pt x="58637" y="292391"/>
                  </a:lnTo>
                  <a:lnTo>
                    <a:pt x="62723" y="295768"/>
                  </a:lnTo>
                  <a:lnTo>
                    <a:pt x="66914" y="299013"/>
                  </a:lnTo>
                  <a:lnTo>
                    <a:pt x="71206" y="302124"/>
                  </a:lnTo>
                  <a:lnTo>
                    <a:pt x="75594" y="305098"/>
                  </a:lnTo>
                  <a:lnTo>
                    <a:pt x="80074" y="307931"/>
                  </a:lnTo>
                  <a:lnTo>
                    <a:pt x="84641" y="310620"/>
                  </a:lnTo>
                  <a:lnTo>
                    <a:pt x="89292" y="313163"/>
                  </a:lnTo>
                  <a:lnTo>
                    <a:pt x="94021" y="315558"/>
                  </a:lnTo>
                  <a:lnTo>
                    <a:pt x="98823" y="317801"/>
                  </a:lnTo>
                  <a:lnTo>
                    <a:pt x="103695" y="319891"/>
                  </a:lnTo>
                  <a:lnTo>
                    <a:pt x="108629" y="321825"/>
                  </a:lnTo>
                  <a:lnTo>
                    <a:pt x="113623" y="323602"/>
                  </a:lnTo>
                  <a:lnTo>
                    <a:pt x="118671" y="325220"/>
                  </a:lnTo>
                  <a:lnTo>
                    <a:pt x="123767" y="326677"/>
                  </a:lnTo>
                  <a:lnTo>
                    <a:pt x="128907" y="327971"/>
                  </a:lnTo>
                  <a:lnTo>
                    <a:pt x="134086" y="329102"/>
                  </a:lnTo>
                  <a:lnTo>
                    <a:pt x="139298" y="330069"/>
                  </a:lnTo>
                  <a:lnTo>
                    <a:pt x="144537" y="330869"/>
                  </a:lnTo>
                  <a:lnTo>
                    <a:pt x="149800" y="331503"/>
                  </a:lnTo>
                  <a:lnTo>
                    <a:pt x="155080" y="331970"/>
                  </a:lnTo>
                  <a:lnTo>
                    <a:pt x="160372" y="332269"/>
                  </a:lnTo>
                  <a:lnTo>
                    <a:pt x="165671" y="332401"/>
                  </a:lnTo>
                  <a:lnTo>
                    <a:pt x="170971" y="332364"/>
                  </a:lnTo>
                  <a:lnTo>
                    <a:pt x="176268" y="332159"/>
                  </a:lnTo>
                  <a:lnTo>
                    <a:pt x="181555" y="331786"/>
                  </a:lnTo>
                  <a:lnTo>
                    <a:pt x="186828" y="331246"/>
                  </a:lnTo>
                  <a:lnTo>
                    <a:pt x="192082" y="330539"/>
                  </a:lnTo>
                  <a:lnTo>
                    <a:pt x="197310" y="329666"/>
                  </a:lnTo>
                  <a:lnTo>
                    <a:pt x="202508" y="328628"/>
                  </a:lnTo>
                  <a:lnTo>
                    <a:pt x="207670" y="327425"/>
                  </a:lnTo>
                  <a:lnTo>
                    <a:pt x="212791" y="326059"/>
                  </a:lnTo>
                  <a:lnTo>
                    <a:pt x="217867" y="324532"/>
                  </a:lnTo>
                  <a:lnTo>
                    <a:pt x="222892" y="322844"/>
                  </a:lnTo>
                  <a:lnTo>
                    <a:pt x="227861" y="320998"/>
                  </a:lnTo>
                  <a:lnTo>
                    <a:pt x="232768" y="318995"/>
                  </a:lnTo>
                  <a:lnTo>
                    <a:pt x="237610" y="316838"/>
                  </a:lnTo>
                  <a:lnTo>
                    <a:pt x="242381" y="314528"/>
                  </a:lnTo>
                  <a:lnTo>
                    <a:pt x="247076" y="312068"/>
                  </a:lnTo>
                  <a:lnTo>
                    <a:pt x="251691" y="309461"/>
                  </a:lnTo>
                  <a:lnTo>
                    <a:pt x="256221" y="306708"/>
                  </a:lnTo>
                  <a:lnTo>
                    <a:pt x="260661" y="303814"/>
                  </a:lnTo>
                  <a:lnTo>
                    <a:pt x="265008" y="300780"/>
                  </a:lnTo>
                  <a:lnTo>
                    <a:pt x="269256" y="297610"/>
                  </a:lnTo>
                  <a:lnTo>
                    <a:pt x="273401" y="294306"/>
                  </a:lnTo>
                  <a:lnTo>
                    <a:pt x="277439" y="290873"/>
                  </a:lnTo>
                  <a:lnTo>
                    <a:pt x="281367" y="287314"/>
                  </a:lnTo>
                  <a:lnTo>
                    <a:pt x="285180" y="283631"/>
                  </a:lnTo>
                  <a:lnTo>
                    <a:pt x="288874" y="279830"/>
                  </a:lnTo>
                  <a:lnTo>
                    <a:pt x="292446" y="275914"/>
                  </a:lnTo>
                  <a:lnTo>
                    <a:pt x="295892" y="271886"/>
                  </a:lnTo>
                  <a:lnTo>
                    <a:pt x="299208" y="267751"/>
                  </a:lnTo>
                  <a:lnTo>
                    <a:pt x="302392" y="263513"/>
                  </a:lnTo>
                  <a:lnTo>
                    <a:pt x="305440" y="259177"/>
                  </a:lnTo>
                  <a:lnTo>
                    <a:pt x="308348" y="254745"/>
                  </a:lnTo>
                  <a:lnTo>
                    <a:pt x="311115" y="250224"/>
                  </a:lnTo>
                  <a:lnTo>
                    <a:pt x="313737" y="245618"/>
                  </a:lnTo>
                  <a:lnTo>
                    <a:pt x="316212" y="240930"/>
                  </a:lnTo>
                  <a:lnTo>
                    <a:pt x="318536" y="236167"/>
                  </a:lnTo>
                  <a:lnTo>
                    <a:pt x="320709" y="231332"/>
                  </a:lnTo>
                  <a:lnTo>
                    <a:pt x="322727" y="226430"/>
                  </a:lnTo>
                  <a:lnTo>
                    <a:pt x="324589" y="221468"/>
                  </a:lnTo>
                  <a:lnTo>
                    <a:pt x="326292" y="216448"/>
                  </a:lnTo>
                  <a:lnTo>
                    <a:pt x="327836" y="211377"/>
                  </a:lnTo>
                  <a:lnTo>
                    <a:pt x="329218" y="206260"/>
                  </a:lnTo>
                  <a:lnTo>
                    <a:pt x="330437" y="201102"/>
                  </a:lnTo>
                  <a:lnTo>
                    <a:pt x="331492" y="195907"/>
                  </a:lnTo>
                  <a:lnTo>
                    <a:pt x="332381" y="190682"/>
                  </a:lnTo>
                  <a:lnTo>
                    <a:pt x="333105" y="185431"/>
                  </a:lnTo>
                  <a:lnTo>
                    <a:pt x="333662" y="180160"/>
                  </a:lnTo>
                  <a:lnTo>
                    <a:pt x="334051" y="174873"/>
                  </a:lnTo>
                  <a:lnTo>
                    <a:pt x="334273" y="169577"/>
                  </a:lnTo>
                  <a:lnTo>
                    <a:pt x="334326" y="164277"/>
                  </a:lnTo>
                  <a:lnTo>
                    <a:pt x="334212" y="158978"/>
                  </a:lnTo>
                  <a:lnTo>
                    <a:pt x="333929" y="153685"/>
                  </a:lnTo>
                  <a:lnTo>
                    <a:pt x="333479" y="148403"/>
                  </a:lnTo>
                  <a:lnTo>
                    <a:pt x="332861" y="143139"/>
                  </a:lnTo>
                  <a:lnTo>
                    <a:pt x="332077" y="137897"/>
                  </a:lnTo>
                  <a:lnTo>
                    <a:pt x="331128" y="132682"/>
                  </a:lnTo>
                  <a:lnTo>
                    <a:pt x="330013" y="127500"/>
                  </a:lnTo>
                  <a:lnTo>
                    <a:pt x="328735" y="122356"/>
                  </a:lnTo>
                  <a:lnTo>
                    <a:pt x="327294" y="117255"/>
                  </a:lnTo>
                  <a:lnTo>
                    <a:pt x="325692" y="112202"/>
                  </a:lnTo>
                  <a:lnTo>
                    <a:pt x="323931" y="107203"/>
                  </a:lnTo>
                  <a:lnTo>
                    <a:pt x="322012" y="102261"/>
                  </a:lnTo>
                  <a:lnTo>
                    <a:pt x="319937" y="97384"/>
                  </a:lnTo>
                  <a:lnTo>
                    <a:pt x="317709" y="92574"/>
                  </a:lnTo>
                  <a:lnTo>
                    <a:pt x="315330" y="87838"/>
                  </a:lnTo>
                  <a:lnTo>
                    <a:pt x="312801" y="83179"/>
                  </a:lnTo>
                  <a:lnTo>
                    <a:pt x="310127" y="78603"/>
                  </a:lnTo>
                  <a:lnTo>
                    <a:pt x="307308" y="74114"/>
                  </a:lnTo>
                  <a:lnTo>
                    <a:pt x="304348" y="69717"/>
                  </a:lnTo>
                  <a:lnTo>
                    <a:pt x="301251" y="65415"/>
                  </a:lnTo>
                  <a:lnTo>
                    <a:pt x="298019" y="61214"/>
                  </a:lnTo>
                  <a:lnTo>
                    <a:pt x="294655" y="57118"/>
                  </a:lnTo>
                  <a:lnTo>
                    <a:pt x="291163" y="53130"/>
                  </a:lnTo>
                  <a:lnTo>
                    <a:pt x="287546" y="49255"/>
                  </a:lnTo>
                  <a:lnTo>
                    <a:pt x="283808" y="45497"/>
                  </a:lnTo>
                  <a:lnTo>
                    <a:pt x="279953" y="41859"/>
                  </a:lnTo>
                  <a:lnTo>
                    <a:pt x="275985" y="38345"/>
                  </a:lnTo>
                  <a:lnTo>
                    <a:pt x="271907" y="34958"/>
                  </a:lnTo>
                  <a:lnTo>
                    <a:pt x="267724" y="31703"/>
                  </a:lnTo>
                  <a:lnTo>
                    <a:pt x="263440" y="28582"/>
                  </a:lnTo>
                  <a:lnTo>
                    <a:pt x="259059" y="25598"/>
                  </a:lnTo>
                  <a:lnTo>
                    <a:pt x="254586" y="22755"/>
                  </a:lnTo>
                  <a:lnTo>
                    <a:pt x="250024" y="20055"/>
                  </a:lnTo>
                  <a:lnTo>
                    <a:pt x="245380" y="17501"/>
                  </a:lnTo>
                  <a:lnTo>
                    <a:pt x="240656" y="15095"/>
                  </a:lnTo>
                  <a:lnTo>
                    <a:pt x="235859" y="12840"/>
                  </a:lnTo>
                  <a:lnTo>
                    <a:pt x="230993" y="10739"/>
                  </a:lnTo>
                  <a:lnTo>
                    <a:pt x="226063" y="8793"/>
                  </a:lnTo>
                  <a:lnTo>
                    <a:pt x="167161" y="1652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25980" y="3170392"/>
              <a:ext cx="58901" cy="167167"/>
            </a:xfrm>
            <a:custGeom>
              <a:avLst/>
              <a:pathLst>
                <a:path w="58901" h="167167">
                  <a:moveTo>
                    <a:pt x="58901" y="10720"/>
                  </a:moveTo>
                  <a:lnTo>
                    <a:pt x="53230" y="8701"/>
                  </a:lnTo>
                  <a:lnTo>
                    <a:pt x="47491" y="6887"/>
                  </a:lnTo>
                  <a:lnTo>
                    <a:pt x="41690" y="5282"/>
                  </a:lnTo>
                  <a:lnTo>
                    <a:pt x="35835" y="3886"/>
                  </a:lnTo>
                  <a:lnTo>
                    <a:pt x="29934" y="2701"/>
                  </a:lnTo>
                  <a:lnTo>
                    <a:pt x="23994" y="1730"/>
                  </a:lnTo>
                  <a:lnTo>
                    <a:pt x="18022" y="974"/>
                  </a:lnTo>
                  <a:lnTo>
                    <a:pt x="12028" y="433"/>
                  </a:lnTo>
                  <a:lnTo>
                    <a:pt x="6018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5476" y="3707720"/>
              <a:ext cx="5272" cy="167167"/>
            </a:xfrm>
            <a:custGeom>
              <a:avLst/>
              <a:pathLst>
                <a:path w="5272" h="167167">
                  <a:moveTo>
                    <a:pt x="5272" y="0"/>
                  </a:moveTo>
                  <a:lnTo>
                    <a:pt x="0" y="83"/>
                  </a:lnTo>
                  <a:lnTo>
                    <a:pt x="527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5476" y="3707803"/>
              <a:ext cx="5272" cy="167084"/>
            </a:xfrm>
            <a:custGeom>
              <a:avLst/>
              <a:pathLst>
                <a:path w="5272" h="167084">
                  <a:moveTo>
                    <a:pt x="0" y="0"/>
                  </a:moveTo>
                  <a:lnTo>
                    <a:pt x="5272" y="1670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5476" y="3707803"/>
              <a:ext cx="5272" cy="167084"/>
            </a:xfrm>
            <a:custGeom>
              <a:avLst/>
              <a:pathLst>
                <a:path w="5272" h="167084">
                  <a:moveTo>
                    <a:pt x="0" y="0"/>
                  </a:moveTo>
                  <a:lnTo>
                    <a:pt x="5272" y="16708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85476" y="3707803"/>
              <a:ext cx="5272" cy="167084"/>
            </a:xfrm>
            <a:custGeom>
              <a:avLst/>
              <a:pathLst>
                <a:path w="5272" h="167084">
                  <a:moveTo>
                    <a:pt x="0" y="0"/>
                  </a:moveTo>
                  <a:lnTo>
                    <a:pt x="5272" y="1670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85476" y="3707803"/>
              <a:ext cx="5272" cy="167084"/>
            </a:xfrm>
            <a:custGeom>
              <a:avLst/>
              <a:pathLst>
                <a:path w="5272" h="167084">
                  <a:moveTo>
                    <a:pt x="0" y="0"/>
                  </a:moveTo>
                  <a:lnTo>
                    <a:pt x="5272" y="1670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85476" y="3707803"/>
              <a:ext cx="5272" cy="167084"/>
            </a:xfrm>
            <a:custGeom>
              <a:avLst/>
              <a:pathLst>
                <a:path w="5272" h="167084">
                  <a:moveTo>
                    <a:pt x="0" y="0"/>
                  </a:moveTo>
                  <a:lnTo>
                    <a:pt x="5272" y="16708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85476" y="3707803"/>
              <a:ext cx="5272" cy="167084"/>
            </a:xfrm>
            <a:custGeom>
              <a:avLst/>
              <a:pathLst>
                <a:path w="5272" h="167084">
                  <a:moveTo>
                    <a:pt x="0" y="0"/>
                  </a:moveTo>
                  <a:lnTo>
                    <a:pt x="5272" y="1670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85476" y="3707803"/>
              <a:ext cx="5272" cy="167084"/>
            </a:xfrm>
            <a:custGeom>
              <a:avLst/>
              <a:pathLst>
                <a:path w="5272" h="167084">
                  <a:moveTo>
                    <a:pt x="0" y="0"/>
                  </a:moveTo>
                  <a:lnTo>
                    <a:pt x="5272" y="1670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85476" y="3707803"/>
              <a:ext cx="5272" cy="167084"/>
            </a:xfrm>
            <a:custGeom>
              <a:avLst/>
              <a:pathLst>
                <a:path w="5272" h="167084">
                  <a:moveTo>
                    <a:pt x="0" y="0"/>
                  </a:moveTo>
                  <a:lnTo>
                    <a:pt x="5272" y="1670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85476" y="3707803"/>
              <a:ext cx="5272" cy="167084"/>
            </a:xfrm>
            <a:custGeom>
              <a:avLst/>
              <a:pathLst>
                <a:path w="5272" h="167084">
                  <a:moveTo>
                    <a:pt x="0" y="0"/>
                  </a:moveTo>
                  <a:lnTo>
                    <a:pt x="5272" y="1670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85476" y="3707803"/>
              <a:ext cx="5272" cy="167084"/>
            </a:xfrm>
            <a:custGeom>
              <a:avLst/>
              <a:pathLst>
                <a:path w="5272" h="167084">
                  <a:moveTo>
                    <a:pt x="0" y="0"/>
                  </a:moveTo>
                  <a:lnTo>
                    <a:pt x="5272" y="16708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85476" y="3707803"/>
              <a:ext cx="5272" cy="167084"/>
            </a:xfrm>
            <a:custGeom>
              <a:avLst/>
              <a:pathLst>
                <a:path w="5272" h="167084">
                  <a:moveTo>
                    <a:pt x="0" y="0"/>
                  </a:moveTo>
                  <a:lnTo>
                    <a:pt x="5272" y="16708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423601" y="3707720"/>
              <a:ext cx="334293" cy="334334"/>
            </a:xfrm>
            <a:custGeom>
              <a:avLst/>
              <a:pathLst>
                <a:path w="334293" h="334334">
                  <a:moveTo>
                    <a:pt x="161874" y="83"/>
                  </a:moveTo>
                  <a:lnTo>
                    <a:pt x="156575" y="334"/>
                  </a:lnTo>
                  <a:lnTo>
                    <a:pt x="151287" y="753"/>
                  </a:lnTo>
                  <a:lnTo>
                    <a:pt x="146015" y="1340"/>
                  </a:lnTo>
                  <a:lnTo>
                    <a:pt x="140764" y="2094"/>
                  </a:lnTo>
                  <a:lnTo>
                    <a:pt x="135540" y="3015"/>
                  </a:lnTo>
                  <a:lnTo>
                    <a:pt x="130347" y="4100"/>
                  </a:lnTo>
                  <a:lnTo>
                    <a:pt x="125192" y="5350"/>
                  </a:lnTo>
                  <a:lnTo>
                    <a:pt x="120079" y="6762"/>
                  </a:lnTo>
                  <a:lnTo>
                    <a:pt x="115013" y="8337"/>
                  </a:lnTo>
                  <a:lnTo>
                    <a:pt x="110000" y="10071"/>
                  </a:lnTo>
                  <a:lnTo>
                    <a:pt x="105044" y="11963"/>
                  </a:lnTo>
                  <a:lnTo>
                    <a:pt x="100151" y="14012"/>
                  </a:lnTo>
                  <a:lnTo>
                    <a:pt x="95325" y="16214"/>
                  </a:lnTo>
                  <a:lnTo>
                    <a:pt x="90572" y="18569"/>
                  </a:lnTo>
                  <a:lnTo>
                    <a:pt x="85895" y="21074"/>
                  </a:lnTo>
                  <a:lnTo>
                    <a:pt x="81301" y="23725"/>
                  </a:lnTo>
                  <a:lnTo>
                    <a:pt x="76793" y="26521"/>
                  </a:lnTo>
                  <a:lnTo>
                    <a:pt x="72376" y="29459"/>
                  </a:lnTo>
                  <a:lnTo>
                    <a:pt x="68054" y="32535"/>
                  </a:lnTo>
                  <a:lnTo>
                    <a:pt x="63832" y="35747"/>
                  </a:lnTo>
                  <a:lnTo>
                    <a:pt x="59715" y="39091"/>
                  </a:lnTo>
                  <a:lnTo>
                    <a:pt x="55705" y="42564"/>
                  </a:lnTo>
                  <a:lnTo>
                    <a:pt x="51808" y="46163"/>
                  </a:lnTo>
                  <a:lnTo>
                    <a:pt x="48026" y="49883"/>
                  </a:lnTo>
                  <a:lnTo>
                    <a:pt x="44365" y="53722"/>
                  </a:lnTo>
                  <a:lnTo>
                    <a:pt x="40827" y="57675"/>
                  </a:lnTo>
                  <a:lnTo>
                    <a:pt x="37417" y="61738"/>
                  </a:lnTo>
                  <a:lnTo>
                    <a:pt x="34137" y="65907"/>
                  </a:lnTo>
                  <a:lnTo>
                    <a:pt x="30991" y="70178"/>
                  </a:lnTo>
                  <a:lnTo>
                    <a:pt x="27982" y="74547"/>
                  </a:lnTo>
                  <a:lnTo>
                    <a:pt x="25114" y="79009"/>
                  </a:lnTo>
                  <a:lnTo>
                    <a:pt x="22388" y="83560"/>
                  </a:lnTo>
                  <a:lnTo>
                    <a:pt x="19808" y="88195"/>
                  </a:lnTo>
                  <a:lnTo>
                    <a:pt x="17377" y="92910"/>
                  </a:lnTo>
                  <a:lnTo>
                    <a:pt x="15096" y="97700"/>
                  </a:lnTo>
                  <a:lnTo>
                    <a:pt x="12969" y="102559"/>
                  </a:lnTo>
                  <a:lnTo>
                    <a:pt x="10996" y="107483"/>
                  </a:lnTo>
                  <a:lnTo>
                    <a:pt x="9181" y="112468"/>
                  </a:lnTo>
                  <a:lnTo>
                    <a:pt x="7525" y="117507"/>
                  </a:lnTo>
                  <a:lnTo>
                    <a:pt x="6030" y="122597"/>
                  </a:lnTo>
                  <a:lnTo>
                    <a:pt x="4697" y="127732"/>
                  </a:lnTo>
                  <a:lnTo>
                    <a:pt x="3527" y="132906"/>
                  </a:lnTo>
                  <a:lnTo>
                    <a:pt x="2523" y="138114"/>
                  </a:lnTo>
                  <a:lnTo>
                    <a:pt x="1684" y="143352"/>
                  </a:lnTo>
                  <a:lnTo>
                    <a:pt x="1012" y="148614"/>
                  </a:lnTo>
                  <a:lnTo>
                    <a:pt x="507" y="153895"/>
                  </a:lnTo>
                  <a:lnTo>
                    <a:pt x="169" y="159189"/>
                  </a:lnTo>
                  <a:lnTo>
                    <a:pt x="0" y="164491"/>
                  </a:lnTo>
                  <a:lnTo>
                    <a:pt x="0" y="169796"/>
                  </a:lnTo>
                  <a:lnTo>
                    <a:pt x="167" y="175098"/>
                  </a:lnTo>
                  <a:lnTo>
                    <a:pt x="503" y="180392"/>
                  </a:lnTo>
                  <a:lnTo>
                    <a:pt x="1006" y="185672"/>
                  </a:lnTo>
                  <a:lnTo>
                    <a:pt x="1677" y="190935"/>
                  </a:lnTo>
                  <a:lnTo>
                    <a:pt x="2515" y="196173"/>
                  </a:lnTo>
                  <a:lnTo>
                    <a:pt x="3518" y="201382"/>
                  </a:lnTo>
                  <a:lnTo>
                    <a:pt x="4686" y="206556"/>
                  </a:lnTo>
                  <a:lnTo>
                    <a:pt x="6017" y="211691"/>
                  </a:lnTo>
                  <a:lnTo>
                    <a:pt x="7511" y="216781"/>
                  </a:lnTo>
                  <a:lnTo>
                    <a:pt x="9166" y="221821"/>
                  </a:lnTo>
                  <a:lnTo>
                    <a:pt x="10979" y="226806"/>
                  </a:lnTo>
                  <a:lnTo>
                    <a:pt x="12950" y="231731"/>
                  </a:lnTo>
                  <a:lnTo>
                    <a:pt x="15076" y="236591"/>
                  </a:lnTo>
                  <a:lnTo>
                    <a:pt x="17356" y="241381"/>
                  </a:lnTo>
                  <a:lnTo>
                    <a:pt x="19786" y="246097"/>
                  </a:lnTo>
                  <a:lnTo>
                    <a:pt x="22364" y="250732"/>
                  </a:lnTo>
                  <a:lnTo>
                    <a:pt x="25089" y="255284"/>
                  </a:lnTo>
                  <a:lnTo>
                    <a:pt x="27956" y="259747"/>
                  </a:lnTo>
                  <a:lnTo>
                    <a:pt x="30964" y="264117"/>
                  </a:lnTo>
                  <a:lnTo>
                    <a:pt x="34108" y="268389"/>
                  </a:lnTo>
                  <a:lnTo>
                    <a:pt x="37387" y="272559"/>
                  </a:lnTo>
                  <a:lnTo>
                    <a:pt x="40796" y="276623"/>
                  </a:lnTo>
                  <a:lnTo>
                    <a:pt x="44333" y="280577"/>
                  </a:lnTo>
                  <a:lnTo>
                    <a:pt x="47993" y="284417"/>
                  </a:lnTo>
                  <a:lnTo>
                    <a:pt x="51773" y="288138"/>
                  </a:lnTo>
                  <a:lnTo>
                    <a:pt x="55670" y="291738"/>
                  </a:lnTo>
                  <a:lnTo>
                    <a:pt x="59678" y="295212"/>
                  </a:lnTo>
                  <a:lnTo>
                    <a:pt x="63795" y="298558"/>
                  </a:lnTo>
                  <a:lnTo>
                    <a:pt x="68016" y="301771"/>
                  </a:lnTo>
                  <a:lnTo>
                    <a:pt x="72337" y="304848"/>
                  </a:lnTo>
                  <a:lnTo>
                    <a:pt x="76753" y="307787"/>
                  </a:lnTo>
                  <a:lnTo>
                    <a:pt x="81260" y="310584"/>
                  </a:lnTo>
                  <a:lnTo>
                    <a:pt x="85854" y="313237"/>
                  </a:lnTo>
                  <a:lnTo>
                    <a:pt x="90530" y="315743"/>
                  </a:lnTo>
                  <a:lnTo>
                    <a:pt x="95282" y="318099"/>
                  </a:lnTo>
                  <a:lnTo>
                    <a:pt x="100107" y="320303"/>
                  </a:lnTo>
                  <a:lnTo>
                    <a:pt x="105000" y="322353"/>
                  </a:lnTo>
                  <a:lnTo>
                    <a:pt x="109955" y="324247"/>
                  </a:lnTo>
                  <a:lnTo>
                    <a:pt x="114968" y="325982"/>
                  </a:lnTo>
                  <a:lnTo>
                    <a:pt x="120033" y="327558"/>
                  </a:lnTo>
                  <a:lnTo>
                    <a:pt x="125146" y="328972"/>
                  </a:lnTo>
                  <a:lnTo>
                    <a:pt x="130301" y="330223"/>
                  </a:lnTo>
                  <a:lnTo>
                    <a:pt x="135493" y="331310"/>
                  </a:lnTo>
                  <a:lnTo>
                    <a:pt x="140717" y="332232"/>
                  </a:lnTo>
                  <a:lnTo>
                    <a:pt x="145968" y="332987"/>
                  </a:lnTo>
                  <a:lnTo>
                    <a:pt x="151240" y="333576"/>
                  </a:lnTo>
                  <a:lnTo>
                    <a:pt x="156528" y="333997"/>
                  </a:lnTo>
                  <a:lnTo>
                    <a:pt x="161826" y="334250"/>
                  </a:lnTo>
                  <a:lnTo>
                    <a:pt x="167130" y="334334"/>
                  </a:lnTo>
                  <a:lnTo>
                    <a:pt x="172435" y="334251"/>
                  </a:lnTo>
                  <a:lnTo>
                    <a:pt x="177733" y="333999"/>
                  </a:lnTo>
                  <a:lnTo>
                    <a:pt x="183021" y="333579"/>
                  </a:lnTo>
                  <a:lnTo>
                    <a:pt x="188293" y="332991"/>
                  </a:lnTo>
                  <a:lnTo>
                    <a:pt x="193544" y="332237"/>
                  </a:lnTo>
                  <a:lnTo>
                    <a:pt x="198768" y="331316"/>
                  </a:lnTo>
                  <a:lnTo>
                    <a:pt x="203961" y="330230"/>
                  </a:lnTo>
                  <a:lnTo>
                    <a:pt x="209116" y="328980"/>
                  </a:lnTo>
                  <a:lnTo>
                    <a:pt x="214229" y="327567"/>
                  </a:lnTo>
                  <a:lnTo>
                    <a:pt x="219295" y="325992"/>
                  </a:lnTo>
                  <a:lnTo>
                    <a:pt x="224308" y="324258"/>
                  </a:lnTo>
                  <a:lnTo>
                    <a:pt x="229263" y="322365"/>
                  </a:lnTo>
                  <a:lnTo>
                    <a:pt x="234156" y="320316"/>
                  </a:lnTo>
                  <a:lnTo>
                    <a:pt x="238982" y="318113"/>
                  </a:lnTo>
                  <a:lnTo>
                    <a:pt x="243735" y="315757"/>
                  </a:lnTo>
                  <a:lnTo>
                    <a:pt x="248411" y="313253"/>
                  </a:lnTo>
                  <a:lnTo>
                    <a:pt x="253005" y="310601"/>
                  </a:lnTo>
                  <a:lnTo>
                    <a:pt x="257513" y="307804"/>
                  </a:lnTo>
                  <a:lnTo>
                    <a:pt x="261930" y="304866"/>
                  </a:lnTo>
                  <a:lnTo>
                    <a:pt x="266251" y="301789"/>
                  </a:lnTo>
                  <a:lnTo>
                    <a:pt x="270473" y="298577"/>
                  </a:lnTo>
                  <a:lnTo>
                    <a:pt x="274590" y="295233"/>
                  </a:lnTo>
                  <a:lnTo>
                    <a:pt x="278599" y="291759"/>
                  </a:lnTo>
                  <a:lnTo>
                    <a:pt x="282496" y="288160"/>
                  </a:lnTo>
                  <a:lnTo>
                    <a:pt x="286277" y="284439"/>
                  </a:lnTo>
                  <a:lnTo>
                    <a:pt x="289938" y="280600"/>
                  </a:lnTo>
                  <a:lnTo>
                    <a:pt x="293475" y="276647"/>
                  </a:lnTo>
                  <a:lnTo>
                    <a:pt x="296886" y="272584"/>
                  </a:lnTo>
                  <a:lnTo>
                    <a:pt x="300165" y="268414"/>
                  </a:lnTo>
                  <a:lnTo>
                    <a:pt x="303310" y="264143"/>
                  </a:lnTo>
                  <a:lnTo>
                    <a:pt x="306319" y="259773"/>
                  </a:lnTo>
                  <a:lnTo>
                    <a:pt x="309187" y="255311"/>
                  </a:lnTo>
                  <a:lnTo>
                    <a:pt x="311912" y="250760"/>
                  </a:lnTo>
                  <a:lnTo>
                    <a:pt x="314492" y="246124"/>
                  </a:lnTo>
                  <a:lnTo>
                    <a:pt x="316923" y="241410"/>
                  </a:lnTo>
                  <a:lnTo>
                    <a:pt x="319203" y="236620"/>
                  </a:lnTo>
                  <a:lnTo>
                    <a:pt x="321330" y="231760"/>
                  </a:lnTo>
                  <a:lnTo>
                    <a:pt x="323302" y="226836"/>
                  </a:lnTo>
                  <a:lnTo>
                    <a:pt x="325117" y="221851"/>
                  </a:lnTo>
                  <a:lnTo>
                    <a:pt x="326772" y="216811"/>
                  </a:lnTo>
                  <a:lnTo>
                    <a:pt x="328267" y="211722"/>
                  </a:lnTo>
                  <a:lnTo>
                    <a:pt x="329599" y="206587"/>
                  </a:lnTo>
                  <a:lnTo>
                    <a:pt x="330768" y="201413"/>
                  </a:lnTo>
                  <a:lnTo>
                    <a:pt x="331773" y="196204"/>
                  </a:lnTo>
                  <a:lnTo>
                    <a:pt x="332611" y="190966"/>
                  </a:lnTo>
                  <a:lnTo>
                    <a:pt x="333283" y="185704"/>
                  </a:lnTo>
                  <a:lnTo>
                    <a:pt x="333787" y="180423"/>
                  </a:lnTo>
                  <a:lnTo>
                    <a:pt x="334124" y="175129"/>
                  </a:lnTo>
                  <a:lnTo>
                    <a:pt x="334293" y="169827"/>
                  </a:lnTo>
                  <a:lnTo>
                    <a:pt x="334293" y="164522"/>
                  </a:lnTo>
                  <a:lnTo>
                    <a:pt x="334125" y="159220"/>
                  </a:lnTo>
                  <a:lnTo>
                    <a:pt x="333789" y="153926"/>
                  </a:lnTo>
                  <a:lnTo>
                    <a:pt x="333285" y="148646"/>
                  </a:lnTo>
                  <a:lnTo>
                    <a:pt x="332613" y="143384"/>
                  </a:lnTo>
                  <a:lnTo>
                    <a:pt x="331775" y="138146"/>
                  </a:lnTo>
                  <a:lnTo>
                    <a:pt x="330772" y="132937"/>
                  </a:lnTo>
                  <a:lnTo>
                    <a:pt x="329603" y="127762"/>
                  </a:lnTo>
                  <a:lnTo>
                    <a:pt x="328271" y="122628"/>
                  </a:lnTo>
                  <a:lnTo>
                    <a:pt x="326777" y="117538"/>
                  </a:lnTo>
                  <a:lnTo>
                    <a:pt x="325122" y="112498"/>
                  </a:lnTo>
                  <a:lnTo>
                    <a:pt x="323308" y="107513"/>
                  </a:lnTo>
                  <a:lnTo>
                    <a:pt x="321336" y="102588"/>
                  </a:lnTo>
                  <a:lnTo>
                    <a:pt x="319210" y="97728"/>
                  </a:lnTo>
                  <a:lnTo>
                    <a:pt x="316930" y="92938"/>
                  </a:lnTo>
                  <a:lnTo>
                    <a:pt x="314499" y="88223"/>
                  </a:lnTo>
                  <a:lnTo>
                    <a:pt x="311920" y="83588"/>
                  </a:lnTo>
                  <a:lnTo>
                    <a:pt x="309195" y="79036"/>
                  </a:lnTo>
                  <a:lnTo>
                    <a:pt x="306328" y="74574"/>
                  </a:lnTo>
                  <a:lnTo>
                    <a:pt x="303320" y="70204"/>
                  </a:lnTo>
                  <a:lnTo>
                    <a:pt x="300175" y="65932"/>
                  </a:lnTo>
                  <a:lnTo>
                    <a:pt x="296896" y="61763"/>
                  </a:lnTo>
                  <a:lnTo>
                    <a:pt x="293486" y="57699"/>
                  </a:lnTo>
                  <a:lnTo>
                    <a:pt x="289949" y="53745"/>
                  </a:lnTo>
                  <a:lnTo>
                    <a:pt x="286288" y="49906"/>
                  </a:lnTo>
                  <a:lnTo>
                    <a:pt x="282508" y="46185"/>
                  </a:lnTo>
                  <a:lnTo>
                    <a:pt x="278611" y="42585"/>
                  </a:lnTo>
                  <a:lnTo>
                    <a:pt x="274602" y="39112"/>
                  </a:lnTo>
                  <a:lnTo>
                    <a:pt x="270485" y="35767"/>
                  </a:lnTo>
                  <a:lnTo>
                    <a:pt x="266264" y="32554"/>
                  </a:lnTo>
                  <a:lnTo>
                    <a:pt x="261943" y="29477"/>
                  </a:lnTo>
                  <a:lnTo>
                    <a:pt x="257526" y="26538"/>
                  </a:lnTo>
                  <a:lnTo>
                    <a:pt x="253019" y="23741"/>
                  </a:lnTo>
                  <a:lnTo>
                    <a:pt x="248425" y="21089"/>
                  </a:lnTo>
                  <a:lnTo>
                    <a:pt x="243749" y="18584"/>
                  </a:lnTo>
                  <a:lnTo>
                    <a:pt x="238996" y="16228"/>
                  </a:lnTo>
                  <a:lnTo>
                    <a:pt x="234171" y="14024"/>
                  </a:lnTo>
                  <a:lnTo>
                    <a:pt x="229278" y="11975"/>
                  </a:lnTo>
                  <a:lnTo>
                    <a:pt x="224323" y="10082"/>
                  </a:lnTo>
                  <a:lnTo>
                    <a:pt x="219310" y="8346"/>
                  </a:lnTo>
                  <a:lnTo>
                    <a:pt x="214244" y="6771"/>
                  </a:lnTo>
                  <a:lnTo>
                    <a:pt x="209131" y="5358"/>
                  </a:lnTo>
                  <a:lnTo>
                    <a:pt x="203976" y="4107"/>
                  </a:lnTo>
                  <a:lnTo>
                    <a:pt x="198784" y="3021"/>
                  </a:lnTo>
                  <a:lnTo>
                    <a:pt x="193560" y="2099"/>
                  </a:lnTo>
                  <a:lnTo>
                    <a:pt x="188309" y="1344"/>
                  </a:lnTo>
                  <a:lnTo>
                    <a:pt x="183037" y="756"/>
                  </a:lnTo>
                  <a:lnTo>
                    <a:pt x="177749" y="336"/>
                  </a:lnTo>
                  <a:lnTo>
                    <a:pt x="172450" y="84"/>
                  </a:lnTo>
                  <a:lnTo>
                    <a:pt x="167146" y="0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6015" y="4213821"/>
              <a:ext cx="5272" cy="167167"/>
            </a:xfrm>
            <a:custGeom>
              <a:avLst/>
              <a:pathLst>
                <a:path w="5272" h="167167">
                  <a:moveTo>
                    <a:pt x="5272" y="0"/>
                  </a:moveTo>
                  <a:lnTo>
                    <a:pt x="0" y="83"/>
                  </a:lnTo>
                  <a:lnTo>
                    <a:pt x="527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6015" y="4213904"/>
              <a:ext cx="5272" cy="167084"/>
            </a:xfrm>
            <a:custGeom>
              <a:avLst/>
              <a:pathLst>
                <a:path w="5272" h="167084">
                  <a:moveTo>
                    <a:pt x="0" y="0"/>
                  </a:moveTo>
                  <a:lnTo>
                    <a:pt x="5272" y="16708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76015" y="4213904"/>
              <a:ext cx="5272" cy="167084"/>
            </a:xfrm>
            <a:custGeom>
              <a:avLst/>
              <a:pathLst>
                <a:path w="5272" h="167084">
                  <a:moveTo>
                    <a:pt x="0" y="0"/>
                  </a:moveTo>
                  <a:lnTo>
                    <a:pt x="5272" y="1670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76015" y="4213904"/>
              <a:ext cx="5272" cy="167084"/>
            </a:xfrm>
            <a:custGeom>
              <a:avLst/>
              <a:pathLst>
                <a:path w="5272" h="167084">
                  <a:moveTo>
                    <a:pt x="0" y="0"/>
                  </a:moveTo>
                  <a:lnTo>
                    <a:pt x="5272" y="1670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76015" y="4213904"/>
              <a:ext cx="5272" cy="167084"/>
            </a:xfrm>
            <a:custGeom>
              <a:avLst/>
              <a:pathLst>
                <a:path w="5272" h="167084">
                  <a:moveTo>
                    <a:pt x="0" y="0"/>
                  </a:moveTo>
                  <a:lnTo>
                    <a:pt x="5272" y="16708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76015" y="4213904"/>
              <a:ext cx="5272" cy="167084"/>
            </a:xfrm>
            <a:custGeom>
              <a:avLst/>
              <a:pathLst>
                <a:path w="5272" h="167084">
                  <a:moveTo>
                    <a:pt x="0" y="0"/>
                  </a:moveTo>
                  <a:lnTo>
                    <a:pt x="5272" y="1670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76015" y="4213904"/>
              <a:ext cx="5272" cy="167084"/>
            </a:xfrm>
            <a:custGeom>
              <a:avLst/>
              <a:pathLst>
                <a:path w="5272" h="167084">
                  <a:moveTo>
                    <a:pt x="0" y="0"/>
                  </a:moveTo>
                  <a:lnTo>
                    <a:pt x="5272" y="1670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76015" y="4213904"/>
              <a:ext cx="5272" cy="167084"/>
            </a:xfrm>
            <a:custGeom>
              <a:avLst/>
              <a:pathLst>
                <a:path w="5272" h="167084">
                  <a:moveTo>
                    <a:pt x="0" y="0"/>
                  </a:moveTo>
                  <a:lnTo>
                    <a:pt x="5272" y="1670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76015" y="4213904"/>
              <a:ext cx="5272" cy="167084"/>
            </a:xfrm>
            <a:custGeom>
              <a:avLst/>
              <a:pathLst>
                <a:path w="5272" h="167084">
                  <a:moveTo>
                    <a:pt x="0" y="0"/>
                  </a:moveTo>
                  <a:lnTo>
                    <a:pt x="5272" y="1670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776015" y="4213904"/>
              <a:ext cx="5272" cy="167084"/>
            </a:xfrm>
            <a:custGeom>
              <a:avLst/>
              <a:pathLst>
                <a:path w="5272" h="167084">
                  <a:moveTo>
                    <a:pt x="0" y="0"/>
                  </a:moveTo>
                  <a:lnTo>
                    <a:pt x="5272" y="16708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776015" y="4213904"/>
              <a:ext cx="5272" cy="167084"/>
            </a:xfrm>
            <a:custGeom>
              <a:avLst/>
              <a:pathLst>
                <a:path w="5272" h="167084">
                  <a:moveTo>
                    <a:pt x="0" y="0"/>
                  </a:moveTo>
                  <a:lnTo>
                    <a:pt x="5272" y="16708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614140" y="4213821"/>
              <a:ext cx="334293" cy="334334"/>
            </a:xfrm>
            <a:custGeom>
              <a:avLst/>
              <a:pathLst>
                <a:path w="334293" h="334334">
                  <a:moveTo>
                    <a:pt x="161874" y="83"/>
                  </a:moveTo>
                  <a:lnTo>
                    <a:pt x="156575" y="334"/>
                  </a:lnTo>
                  <a:lnTo>
                    <a:pt x="151287" y="753"/>
                  </a:lnTo>
                  <a:lnTo>
                    <a:pt x="146015" y="1340"/>
                  </a:lnTo>
                  <a:lnTo>
                    <a:pt x="140764" y="2094"/>
                  </a:lnTo>
                  <a:lnTo>
                    <a:pt x="135540" y="3015"/>
                  </a:lnTo>
                  <a:lnTo>
                    <a:pt x="130347" y="4100"/>
                  </a:lnTo>
                  <a:lnTo>
                    <a:pt x="125192" y="5350"/>
                  </a:lnTo>
                  <a:lnTo>
                    <a:pt x="120079" y="6762"/>
                  </a:lnTo>
                  <a:lnTo>
                    <a:pt x="115013" y="8337"/>
                  </a:lnTo>
                  <a:lnTo>
                    <a:pt x="110000" y="10071"/>
                  </a:lnTo>
                  <a:lnTo>
                    <a:pt x="105044" y="11963"/>
                  </a:lnTo>
                  <a:lnTo>
                    <a:pt x="100151" y="14012"/>
                  </a:lnTo>
                  <a:lnTo>
                    <a:pt x="95325" y="16214"/>
                  </a:lnTo>
                  <a:lnTo>
                    <a:pt x="90572" y="18569"/>
                  </a:lnTo>
                  <a:lnTo>
                    <a:pt x="85895" y="21074"/>
                  </a:lnTo>
                  <a:lnTo>
                    <a:pt x="81301" y="23725"/>
                  </a:lnTo>
                  <a:lnTo>
                    <a:pt x="76793" y="26521"/>
                  </a:lnTo>
                  <a:lnTo>
                    <a:pt x="72376" y="29459"/>
                  </a:lnTo>
                  <a:lnTo>
                    <a:pt x="68054" y="32535"/>
                  </a:lnTo>
                  <a:lnTo>
                    <a:pt x="63832" y="35747"/>
                  </a:lnTo>
                  <a:lnTo>
                    <a:pt x="59715" y="39091"/>
                  </a:lnTo>
                  <a:lnTo>
                    <a:pt x="55705" y="42564"/>
                  </a:lnTo>
                  <a:lnTo>
                    <a:pt x="51808" y="46163"/>
                  </a:lnTo>
                  <a:lnTo>
                    <a:pt x="48026" y="49883"/>
                  </a:lnTo>
                  <a:lnTo>
                    <a:pt x="44365" y="53722"/>
                  </a:lnTo>
                  <a:lnTo>
                    <a:pt x="40827" y="57675"/>
                  </a:lnTo>
                  <a:lnTo>
                    <a:pt x="37417" y="61738"/>
                  </a:lnTo>
                  <a:lnTo>
                    <a:pt x="34137" y="65907"/>
                  </a:lnTo>
                  <a:lnTo>
                    <a:pt x="30991" y="70178"/>
                  </a:lnTo>
                  <a:lnTo>
                    <a:pt x="27982" y="74547"/>
                  </a:lnTo>
                  <a:lnTo>
                    <a:pt x="25114" y="79009"/>
                  </a:lnTo>
                  <a:lnTo>
                    <a:pt x="22388" y="83560"/>
                  </a:lnTo>
                  <a:lnTo>
                    <a:pt x="19808" y="88195"/>
                  </a:lnTo>
                  <a:lnTo>
                    <a:pt x="17377" y="92910"/>
                  </a:lnTo>
                  <a:lnTo>
                    <a:pt x="15096" y="97700"/>
                  </a:lnTo>
                  <a:lnTo>
                    <a:pt x="12969" y="102559"/>
                  </a:lnTo>
                  <a:lnTo>
                    <a:pt x="10996" y="107483"/>
                  </a:lnTo>
                  <a:lnTo>
                    <a:pt x="9181" y="112468"/>
                  </a:lnTo>
                  <a:lnTo>
                    <a:pt x="7525" y="117507"/>
                  </a:lnTo>
                  <a:lnTo>
                    <a:pt x="6030" y="122597"/>
                  </a:lnTo>
                  <a:lnTo>
                    <a:pt x="4697" y="127732"/>
                  </a:lnTo>
                  <a:lnTo>
                    <a:pt x="3527" y="132906"/>
                  </a:lnTo>
                  <a:lnTo>
                    <a:pt x="2523" y="138114"/>
                  </a:lnTo>
                  <a:lnTo>
                    <a:pt x="1684" y="143352"/>
                  </a:lnTo>
                  <a:lnTo>
                    <a:pt x="1012" y="148614"/>
                  </a:lnTo>
                  <a:lnTo>
                    <a:pt x="507" y="153895"/>
                  </a:lnTo>
                  <a:lnTo>
                    <a:pt x="169" y="159189"/>
                  </a:lnTo>
                  <a:lnTo>
                    <a:pt x="0" y="164491"/>
                  </a:lnTo>
                  <a:lnTo>
                    <a:pt x="0" y="169796"/>
                  </a:lnTo>
                  <a:lnTo>
                    <a:pt x="167" y="175098"/>
                  </a:lnTo>
                  <a:lnTo>
                    <a:pt x="503" y="180392"/>
                  </a:lnTo>
                  <a:lnTo>
                    <a:pt x="1006" y="185672"/>
                  </a:lnTo>
                  <a:lnTo>
                    <a:pt x="1677" y="190935"/>
                  </a:lnTo>
                  <a:lnTo>
                    <a:pt x="2515" y="196173"/>
                  </a:lnTo>
                  <a:lnTo>
                    <a:pt x="3518" y="201382"/>
                  </a:lnTo>
                  <a:lnTo>
                    <a:pt x="4686" y="206556"/>
                  </a:lnTo>
                  <a:lnTo>
                    <a:pt x="6017" y="211691"/>
                  </a:lnTo>
                  <a:lnTo>
                    <a:pt x="7511" y="216781"/>
                  </a:lnTo>
                  <a:lnTo>
                    <a:pt x="9166" y="221821"/>
                  </a:lnTo>
                  <a:lnTo>
                    <a:pt x="10979" y="226806"/>
                  </a:lnTo>
                  <a:lnTo>
                    <a:pt x="12950" y="231731"/>
                  </a:lnTo>
                  <a:lnTo>
                    <a:pt x="15076" y="236591"/>
                  </a:lnTo>
                  <a:lnTo>
                    <a:pt x="17356" y="241381"/>
                  </a:lnTo>
                  <a:lnTo>
                    <a:pt x="19786" y="246097"/>
                  </a:lnTo>
                  <a:lnTo>
                    <a:pt x="22364" y="250732"/>
                  </a:lnTo>
                  <a:lnTo>
                    <a:pt x="25089" y="255284"/>
                  </a:lnTo>
                  <a:lnTo>
                    <a:pt x="27956" y="259747"/>
                  </a:lnTo>
                  <a:lnTo>
                    <a:pt x="30964" y="264117"/>
                  </a:lnTo>
                  <a:lnTo>
                    <a:pt x="34108" y="268389"/>
                  </a:lnTo>
                  <a:lnTo>
                    <a:pt x="37387" y="272559"/>
                  </a:lnTo>
                  <a:lnTo>
                    <a:pt x="40796" y="276623"/>
                  </a:lnTo>
                  <a:lnTo>
                    <a:pt x="44333" y="280577"/>
                  </a:lnTo>
                  <a:lnTo>
                    <a:pt x="47993" y="284417"/>
                  </a:lnTo>
                  <a:lnTo>
                    <a:pt x="51773" y="288138"/>
                  </a:lnTo>
                  <a:lnTo>
                    <a:pt x="55670" y="291738"/>
                  </a:lnTo>
                  <a:lnTo>
                    <a:pt x="59678" y="295212"/>
                  </a:lnTo>
                  <a:lnTo>
                    <a:pt x="63795" y="298558"/>
                  </a:lnTo>
                  <a:lnTo>
                    <a:pt x="68016" y="301771"/>
                  </a:lnTo>
                  <a:lnTo>
                    <a:pt x="72337" y="304848"/>
                  </a:lnTo>
                  <a:lnTo>
                    <a:pt x="76753" y="307787"/>
                  </a:lnTo>
                  <a:lnTo>
                    <a:pt x="81260" y="310584"/>
                  </a:lnTo>
                  <a:lnTo>
                    <a:pt x="85854" y="313237"/>
                  </a:lnTo>
                  <a:lnTo>
                    <a:pt x="90530" y="315743"/>
                  </a:lnTo>
                  <a:lnTo>
                    <a:pt x="95282" y="318099"/>
                  </a:lnTo>
                  <a:lnTo>
                    <a:pt x="100107" y="320303"/>
                  </a:lnTo>
                  <a:lnTo>
                    <a:pt x="105000" y="322353"/>
                  </a:lnTo>
                  <a:lnTo>
                    <a:pt x="109955" y="324247"/>
                  </a:lnTo>
                  <a:lnTo>
                    <a:pt x="114968" y="325982"/>
                  </a:lnTo>
                  <a:lnTo>
                    <a:pt x="120033" y="327558"/>
                  </a:lnTo>
                  <a:lnTo>
                    <a:pt x="125146" y="328972"/>
                  </a:lnTo>
                  <a:lnTo>
                    <a:pt x="130301" y="330223"/>
                  </a:lnTo>
                  <a:lnTo>
                    <a:pt x="135493" y="331310"/>
                  </a:lnTo>
                  <a:lnTo>
                    <a:pt x="140717" y="332232"/>
                  </a:lnTo>
                  <a:lnTo>
                    <a:pt x="145968" y="332987"/>
                  </a:lnTo>
                  <a:lnTo>
                    <a:pt x="151240" y="333576"/>
                  </a:lnTo>
                  <a:lnTo>
                    <a:pt x="156528" y="333997"/>
                  </a:lnTo>
                  <a:lnTo>
                    <a:pt x="161826" y="334250"/>
                  </a:lnTo>
                  <a:lnTo>
                    <a:pt x="167130" y="334334"/>
                  </a:lnTo>
                  <a:lnTo>
                    <a:pt x="172435" y="334251"/>
                  </a:lnTo>
                  <a:lnTo>
                    <a:pt x="177733" y="333999"/>
                  </a:lnTo>
                  <a:lnTo>
                    <a:pt x="183021" y="333579"/>
                  </a:lnTo>
                  <a:lnTo>
                    <a:pt x="188293" y="332991"/>
                  </a:lnTo>
                  <a:lnTo>
                    <a:pt x="193544" y="332237"/>
                  </a:lnTo>
                  <a:lnTo>
                    <a:pt x="198768" y="331316"/>
                  </a:lnTo>
                  <a:lnTo>
                    <a:pt x="203961" y="330230"/>
                  </a:lnTo>
                  <a:lnTo>
                    <a:pt x="209116" y="328980"/>
                  </a:lnTo>
                  <a:lnTo>
                    <a:pt x="214229" y="327567"/>
                  </a:lnTo>
                  <a:lnTo>
                    <a:pt x="219295" y="325992"/>
                  </a:lnTo>
                  <a:lnTo>
                    <a:pt x="224308" y="324258"/>
                  </a:lnTo>
                  <a:lnTo>
                    <a:pt x="229263" y="322365"/>
                  </a:lnTo>
                  <a:lnTo>
                    <a:pt x="234156" y="320316"/>
                  </a:lnTo>
                  <a:lnTo>
                    <a:pt x="238982" y="318113"/>
                  </a:lnTo>
                  <a:lnTo>
                    <a:pt x="243735" y="315757"/>
                  </a:lnTo>
                  <a:lnTo>
                    <a:pt x="248411" y="313253"/>
                  </a:lnTo>
                  <a:lnTo>
                    <a:pt x="253005" y="310601"/>
                  </a:lnTo>
                  <a:lnTo>
                    <a:pt x="257513" y="307804"/>
                  </a:lnTo>
                  <a:lnTo>
                    <a:pt x="261930" y="304866"/>
                  </a:lnTo>
                  <a:lnTo>
                    <a:pt x="266251" y="301789"/>
                  </a:lnTo>
                  <a:lnTo>
                    <a:pt x="270473" y="298577"/>
                  </a:lnTo>
                  <a:lnTo>
                    <a:pt x="274590" y="295233"/>
                  </a:lnTo>
                  <a:lnTo>
                    <a:pt x="278599" y="291759"/>
                  </a:lnTo>
                  <a:lnTo>
                    <a:pt x="282496" y="288160"/>
                  </a:lnTo>
                  <a:lnTo>
                    <a:pt x="286277" y="284439"/>
                  </a:lnTo>
                  <a:lnTo>
                    <a:pt x="289938" y="280600"/>
                  </a:lnTo>
                  <a:lnTo>
                    <a:pt x="293475" y="276647"/>
                  </a:lnTo>
                  <a:lnTo>
                    <a:pt x="296886" y="272584"/>
                  </a:lnTo>
                  <a:lnTo>
                    <a:pt x="300165" y="268414"/>
                  </a:lnTo>
                  <a:lnTo>
                    <a:pt x="303310" y="264143"/>
                  </a:lnTo>
                  <a:lnTo>
                    <a:pt x="306319" y="259773"/>
                  </a:lnTo>
                  <a:lnTo>
                    <a:pt x="309187" y="255311"/>
                  </a:lnTo>
                  <a:lnTo>
                    <a:pt x="311912" y="250760"/>
                  </a:lnTo>
                  <a:lnTo>
                    <a:pt x="314492" y="246124"/>
                  </a:lnTo>
                  <a:lnTo>
                    <a:pt x="316923" y="241410"/>
                  </a:lnTo>
                  <a:lnTo>
                    <a:pt x="319203" y="236620"/>
                  </a:lnTo>
                  <a:lnTo>
                    <a:pt x="321330" y="231760"/>
                  </a:lnTo>
                  <a:lnTo>
                    <a:pt x="323302" y="226836"/>
                  </a:lnTo>
                  <a:lnTo>
                    <a:pt x="325117" y="221851"/>
                  </a:lnTo>
                  <a:lnTo>
                    <a:pt x="326772" y="216811"/>
                  </a:lnTo>
                  <a:lnTo>
                    <a:pt x="328267" y="211722"/>
                  </a:lnTo>
                  <a:lnTo>
                    <a:pt x="329599" y="206587"/>
                  </a:lnTo>
                  <a:lnTo>
                    <a:pt x="330768" y="201413"/>
                  </a:lnTo>
                  <a:lnTo>
                    <a:pt x="331773" y="196204"/>
                  </a:lnTo>
                  <a:lnTo>
                    <a:pt x="332611" y="190966"/>
                  </a:lnTo>
                  <a:lnTo>
                    <a:pt x="333283" y="185704"/>
                  </a:lnTo>
                  <a:lnTo>
                    <a:pt x="333787" y="180423"/>
                  </a:lnTo>
                  <a:lnTo>
                    <a:pt x="334124" y="175129"/>
                  </a:lnTo>
                  <a:lnTo>
                    <a:pt x="334293" y="169827"/>
                  </a:lnTo>
                  <a:lnTo>
                    <a:pt x="334293" y="164522"/>
                  </a:lnTo>
                  <a:lnTo>
                    <a:pt x="334125" y="159220"/>
                  </a:lnTo>
                  <a:lnTo>
                    <a:pt x="333789" y="153926"/>
                  </a:lnTo>
                  <a:lnTo>
                    <a:pt x="333285" y="148646"/>
                  </a:lnTo>
                  <a:lnTo>
                    <a:pt x="332613" y="143384"/>
                  </a:lnTo>
                  <a:lnTo>
                    <a:pt x="331775" y="138146"/>
                  </a:lnTo>
                  <a:lnTo>
                    <a:pt x="330772" y="132937"/>
                  </a:lnTo>
                  <a:lnTo>
                    <a:pt x="329603" y="127762"/>
                  </a:lnTo>
                  <a:lnTo>
                    <a:pt x="328271" y="122628"/>
                  </a:lnTo>
                  <a:lnTo>
                    <a:pt x="326777" y="117538"/>
                  </a:lnTo>
                  <a:lnTo>
                    <a:pt x="325122" y="112498"/>
                  </a:lnTo>
                  <a:lnTo>
                    <a:pt x="323308" y="107513"/>
                  </a:lnTo>
                  <a:lnTo>
                    <a:pt x="321336" y="102588"/>
                  </a:lnTo>
                  <a:lnTo>
                    <a:pt x="319210" y="97728"/>
                  </a:lnTo>
                  <a:lnTo>
                    <a:pt x="316930" y="92938"/>
                  </a:lnTo>
                  <a:lnTo>
                    <a:pt x="314499" y="88223"/>
                  </a:lnTo>
                  <a:lnTo>
                    <a:pt x="311920" y="83588"/>
                  </a:lnTo>
                  <a:lnTo>
                    <a:pt x="309195" y="79036"/>
                  </a:lnTo>
                  <a:lnTo>
                    <a:pt x="306328" y="74574"/>
                  </a:lnTo>
                  <a:lnTo>
                    <a:pt x="303320" y="70204"/>
                  </a:lnTo>
                  <a:lnTo>
                    <a:pt x="300175" y="65932"/>
                  </a:lnTo>
                  <a:lnTo>
                    <a:pt x="296896" y="61763"/>
                  </a:lnTo>
                  <a:lnTo>
                    <a:pt x="293486" y="57699"/>
                  </a:lnTo>
                  <a:lnTo>
                    <a:pt x="289949" y="53745"/>
                  </a:lnTo>
                  <a:lnTo>
                    <a:pt x="286288" y="49906"/>
                  </a:lnTo>
                  <a:lnTo>
                    <a:pt x="282508" y="46185"/>
                  </a:lnTo>
                  <a:lnTo>
                    <a:pt x="278611" y="42585"/>
                  </a:lnTo>
                  <a:lnTo>
                    <a:pt x="274602" y="39112"/>
                  </a:lnTo>
                  <a:lnTo>
                    <a:pt x="270485" y="35767"/>
                  </a:lnTo>
                  <a:lnTo>
                    <a:pt x="266264" y="32554"/>
                  </a:lnTo>
                  <a:lnTo>
                    <a:pt x="261943" y="29477"/>
                  </a:lnTo>
                  <a:lnTo>
                    <a:pt x="257526" y="26538"/>
                  </a:lnTo>
                  <a:lnTo>
                    <a:pt x="253019" y="23741"/>
                  </a:lnTo>
                  <a:lnTo>
                    <a:pt x="248425" y="21089"/>
                  </a:lnTo>
                  <a:lnTo>
                    <a:pt x="243749" y="18584"/>
                  </a:lnTo>
                  <a:lnTo>
                    <a:pt x="238996" y="16228"/>
                  </a:lnTo>
                  <a:lnTo>
                    <a:pt x="234171" y="14024"/>
                  </a:lnTo>
                  <a:lnTo>
                    <a:pt x="229278" y="11975"/>
                  </a:lnTo>
                  <a:lnTo>
                    <a:pt x="224323" y="10082"/>
                  </a:lnTo>
                  <a:lnTo>
                    <a:pt x="219310" y="8346"/>
                  </a:lnTo>
                  <a:lnTo>
                    <a:pt x="214244" y="6771"/>
                  </a:lnTo>
                  <a:lnTo>
                    <a:pt x="209131" y="5358"/>
                  </a:lnTo>
                  <a:lnTo>
                    <a:pt x="203976" y="4107"/>
                  </a:lnTo>
                  <a:lnTo>
                    <a:pt x="198784" y="3021"/>
                  </a:lnTo>
                  <a:lnTo>
                    <a:pt x="193560" y="2099"/>
                  </a:lnTo>
                  <a:lnTo>
                    <a:pt x="188309" y="1344"/>
                  </a:lnTo>
                  <a:lnTo>
                    <a:pt x="183037" y="756"/>
                  </a:lnTo>
                  <a:lnTo>
                    <a:pt x="177749" y="336"/>
                  </a:lnTo>
                  <a:lnTo>
                    <a:pt x="172450" y="84"/>
                  </a:lnTo>
                  <a:lnTo>
                    <a:pt x="167146" y="0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5206" y="4659281"/>
              <a:ext cx="1318" cy="167167"/>
            </a:xfrm>
            <a:custGeom>
              <a:avLst/>
              <a:pathLst>
                <a:path w="1318" h="167167">
                  <a:moveTo>
                    <a:pt x="1318" y="0"/>
                  </a:moveTo>
                  <a:lnTo>
                    <a:pt x="0" y="5"/>
                  </a:lnTo>
                  <a:lnTo>
                    <a:pt x="1318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085206" y="4659287"/>
              <a:ext cx="1318" cy="167162"/>
            </a:xfrm>
            <a:custGeom>
              <a:avLst/>
              <a:pathLst>
                <a:path w="1318" h="167162">
                  <a:moveTo>
                    <a:pt x="0" y="0"/>
                  </a:moveTo>
                  <a:lnTo>
                    <a:pt x="1318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085206" y="4659287"/>
              <a:ext cx="1318" cy="167162"/>
            </a:xfrm>
            <a:custGeom>
              <a:avLst/>
              <a:pathLst>
                <a:path w="1318" h="167162">
                  <a:moveTo>
                    <a:pt x="0" y="0"/>
                  </a:moveTo>
                  <a:lnTo>
                    <a:pt x="1318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085206" y="4659287"/>
              <a:ext cx="1318" cy="167162"/>
            </a:xfrm>
            <a:custGeom>
              <a:avLst/>
              <a:pathLst>
                <a:path w="1318" h="167162">
                  <a:moveTo>
                    <a:pt x="0" y="0"/>
                  </a:moveTo>
                  <a:lnTo>
                    <a:pt x="1318" y="1671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085206" y="4659287"/>
              <a:ext cx="1318" cy="167162"/>
            </a:xfrm>
            <a:custGeom>
              <a:avLst/>
              <a:pathLst>
                <a:path w="1318" h="167162">
                  <a:moveTo>
                    <a:pt x="0" y="0"/>
                  </a:moveTo>
                  <a:lnTo>
                    <a:pt x="1318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085206" y="4659287"/>
              <a:ext cx="1318" cy="167162"/>
            </a:xfrm>
            <a:custGeom>
              <a:avLst/>
              <a:pathLst>
                <a:path w="1318" h="167162">
                  <a:moveTo>
                    <a:pt x="0" y="0"/>
                  </a:moveTo>
                  <a:lnTo>
                    <a:pt x="1318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085206" y="4659287"/>
              <a:ext cx="1318" cy="167162"/>
            </a:xfrm>
            <a:custGeom>
              <a:avLst/>
              <a:pathLst>
                <a:path w="1318" h="167162">
                  <a:moveTo>
                    <a:pt x="0" y="0"/>
                  </a:moveTo>
                  <a:lnTo>
                    <a:pt x="1318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085206" y="4659287"/>
              <a:ext cx="1318" cy="167162"/>
            </a:xfrm>
            <a:custGeom>
              <a:avLst/>
              <a:pathLst>
                <a:path w="1318" h="167162">
                  <a:moveTo>
                    <a:pt x="0" y="0"/>
                  </a:moveTo>
                  <a:lnTo>
                    <a:pt x="1318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085206" y="4659287"/>
              <a:ext cx="1318" cy="167162"/>
            </a:xfrm>
            <a:custGeom>
              <a:avLst/>
              <a:pathLst>
                <a:path w="1318" h="167162">
                  <a:moveTo>
                    <a:pt x="0" y="0"/>
                  </a:moveTo>
                  <a:lnTo>
                    <a:pt x="1318" y="1671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085206" y="4659287"/>
              <a:ext cx="1318" cy="167162"/>
            </a:xfrm>
            <a:custGeom>
              <a:avLst/>
              <a:pathLst>
                <a:path w="1318" h="167162">
                  <a:moveTo>
                    <a:pt x="0" y="0"/>
                  </a:moveTo>
                  <a:lnTo>
                    <a:pt x="1318" y="1671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937493" y="4659287"/>
              <a:ext cx="149031" cy="167162"/>
            </a:xfrm>
            <a:custGeom>
              <a:avLst/>
              <a:pathLst>
                <a:path w="149031" h="167162">
                  <a:moveTo>
                    <a:pt x="147713" y="0"/>
                  </a:moveTo>
                  <a:lnTo>
                    <a:pt x="142179" y="135"/>
                  </a:lnTo>
                  <a:lnTo>
                    <a:pt x="136653" y="453"/>
                  </a:lnTo>
                  <a:lnTo>
                    <a:pt x="131140" y="954"/>
                  </a:lnTo>
                  <a:lnTo>
                    <a:pt x="125647" y="1638"/>
                  </a:lnTo>
                  <a:lnTo>
                    <a:pt x="120179" y="2503"/>
                  </a:lnTo>
                  <a:lnTo>
                    <a:pt x="114744" y="3548"/>
                  </a:lnTo>
                  <a:lnTo>
                    <a:pt x="109345" y="4773"/>
                  </a:lnTo>
                  <a:lnTo>
                    <a:pt x="103991" y="6176"/>
                  </a:lnTo>
                  <a:lnTo>
                    <a:pt x="98685" y="7756"/>
                  </a:lnTo>
                  <a:lnTo>
                    <a:pt x="93435" y="9510"/>
                  </a:lnTo>
                  <a:lnTo>
                    <a:pt x="88246" y="11437"/>
                  </a:lnTo>
                  <a:lnTo>
                    <a:pt x="83124" y="13535"/>
                  </a:lnTo>
                  <a:lnTo>
                    <a:pt x="78073" y="15801"/>
                  </a:lnTo>
                  <a:lnTo>
                    <a:pt x="73101" y="18234"/>
                  </a:lnTo>
                  <a:lnTo>
                    <a:pt x="68212" y="20829"/>
                  </a:lnTo>
                  <a:lnTo>
                    <a:pt x="63411" y="23585"/>
                  </a:lnTo>
                  <a:lnTo>
                    <a:pt x="58705" y="26499"/>
                  </a:lnTo>
                  <a:lnTo>
                    <a:pt x="54097" y="29566"/>
                  </a:lnTo>
                  <a:lnTo>
                    <a:pt x="49593" y="32785"/>
                  </a:lnTo>
                  <a:lnTo>
                    <a:pt x="45199" y="36151"/>
                  </a:lnTo>
                  <a:lnTo>
                    <a:pt x="40918" y="39660"/>
                  </a:lnTo>
                  <a:lnTo>
                    <a:pt x="36756" y="43310"/>
                  </a:lnTo>
                  <a:lnTo>
                    <a:pt x="32717" y="47095"/>
                  </a:lnTo>
                  <a:lnTo>
                    <a:pt x="28806" y="51012"/>
                  </a:lnTo>
                  <a:lnTo>
                    <a:pt x="25026" y="55056"/>
                  </a:lnTo>
                  <a:lnTo>
                    <a:pt x="21382" y="59223"/>
                  </a:lnTo>
                  <a:lnTo>
                    <a:pt x="17879" y="63508"/>
                  </a:lnTo>
                  <a:lnTo>
                    <a:pt x="14519" y="67907"/>
                  </a:lnTo>
                  <a:lnTo>
                    <a:pt x="11306" y="72415"/>
                  </a:lnTo>
                  <a:lnTo>
                    <a:pt x="8245" y="77027"/>
                  </a:lnTo>
                  <a:lnTo>
                    <a:pt x="5338" y="81738"/>
                  </a:lnTo>
                  <a:lnTo>
                    <a:pt x="2588" y="86542"/>
                  </a:lnTo>
                  <a:lnTo>
                    <a:pt x="0" y="91435"/>
                  </a:lnTo>
                  <a:lnTo>
                    <a:pt x="149031" y="1671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919361" y="4659281"/>
              <a:ext cx="334317" cy="334331"/>
            </a:xfrm>
            <a:custGeom>
              <a:avLst/>
              <a:pathLst>
                <a:path w="334317" h="334331">
                  <a:moveTo>
                    <a:pt x="18132" y="91440"/>
                  </a:moveTo>
                  <a:lnTo>
                    <a:pt x="15800" y="96216"/>
                  </a:lnTo>
                  <a:lnTo>
                    <a:pt x="13621" y="101064"/>
                  </a:lnTo>
                  <a:lnTo>
                    <a:pt x="11597" y="105978"/>
                  </a:lnTo>
                  <a:lnTo>
                    <a:pt x="9730" y="110954"/>
                  </a:lnTo>
                  <a:lnTo>
                    <a:pt x="8023" y="115987"/>
                  </a:lnTo>
                  <a:lnTo>
                    <a:pt x="6476" y="121072"/>
                  </a:lnTo>
                  <a:lnTo>
                    <a:pt x="5092" y="126203"/>
                  </a:lnTo>
                  <a:lnTo>
                    <a:pt x="3872" y="131376"/>
                  </a:lnTo>
                  <a:lnTo>
                    <a:pt x="2817" y="136585"/>
                  </a:lnTo>
                  <a:lnTo>
                    <a:pt x="1928" y="141825"/>
                  </a:lnTo>
                  <a:lnTo>
                    <a:pt x="1206" y="147091"/>
                  </a:lnTo>
                  <a:lnTo>
                    <a:pt x="651" y="152376"/>
                  </a:lnTo>
                  <a:lnTo>
                    <a:pt x="265" y="157677"/>
                  </a:lnTo>
                  <a:lnTo>
                    <a:pt x="48" y="162988"/>
                  </a:lnTo>
                  <a:lnTo>
                    <a:pt x="0" y="168302"/>
                  </a:lnTo>
                  <a:lnTo>
                    <a:pt x="120" y="173616"/>
                  </a:lnTo>
                  <a:lnTo>
                    <a:pt x="409" y="178923"/>
                  </a:lnTo>
                  <a:lnTo>
                    <a:pt x="867" y="184218"/>
                  </a:lnTo>
                  <a:lnTo>
                    <a:pt x="1494" y="189495"/>
                  </a:lnTo>
                  <a:lnTo>
                    <a:pt x="2287" y="194751"/>
                  </a:lnTo>
                  <a:lnTo>
                    <a:pt x="3247" y="199978"/>
                  </a:lnTo>
                  <a:lnTo>
                    <a:pt x="4373" y="205172"/>
                  </a:lnTo>
                  <a:lnTo>
                    <a:pt x="5664" y="210328"/>
                  </a:lnTo>
                  <a:lnTo>
                    <a:pt x="7117" y="215440"/>
                  </a:lnTo>
                  <a:lnTo>
                    <a:pt x="8733" y="220503"/>
                  </a:lnTo>
                  <a:lnTo>
                    <a:pt x="10508" y="225513"/>
                  </a:lnTo>
                  <a:lnTo>
                    <a:pt x="12442" y="230463"/>
                  </a:lnTo>
                  <a:lnTo>
                    <a:pt x="14533" y="235350"/>
                  </a:lnTo>
                  <a:lnTo>
                    <a:pt x="16777" y="240167"/>
                  </a:lnTo>
                  <a:lnTo>
                    <a:pt x="19174" y="244911"/>
                  </a:lnTo>
                  <a:lnTo>
                    <a:pt x="21720" y="249576"/>
                  </a:lnTo>
                  <a:lnTo>
                    <a:pt x="24413" y="254158"/>
                  </a:lnTo>
                  <a:lnTo>
                    <a:pt x="27251" y="258652"/>
                  </a:lnTo>
                  <a:lnTo>
                    <a:pt x="30230" y="263053"/>
                  </a:lnTo>
                  <a:lnTo>
                    <a:pt x="33347" y="267358"/>
                  </a:lnTo>
                  <a:lnTo>
                    <a:pt x="36600" y="271561"/>
                  </a:lnTo>
                  <a:lnTo>
                    <a:pt x="39984" y="275659"/>
                  </a:lnTo>
                  <a:lnTo>
                    <a:pt x="43497" y="279647"/>
                  </a:lnTo>
                  <a:lnTo>
                    <a:pt x="47136" y="283521"/>
                  </a:lnTo>
                  <a:lnTo>
                    <a:pt x="50895" y="287278"/>
                  </a:lnTo>
                  <a:lnTo>
                    <a:pt x="54772" y="290914"/>
                  </a:lnTo>
                  <a:lnTo>
                    <a:pt x="58763" y="294424"/>
                  </a:lnTo>
                  <a:lnTo>
                    <a:pt x="62863" y="297805"/>
                  </a:lnTo>
                  <a:lnTo>
                    <a:pt x="67069" y="301055"/>
                  </a:lnTo>
                  <a:lnTo>
                    <a:pt x="71375" y="304169"/>
                  </a:lnTo>
                  <a:lnTo>
                    <a:pt x="75779" y="307145"/>
                  </a:lnTo>
                  <a:lnTo>
                    <a:pt x="80275" y="309979"/>
                  </a:lnTo>
                  <a:lnTo>
                    <a:pt x="84859" y="312669"/>
                  </a:lnTo>
                  <a:lnTo>
                    <a:pt x="89526" y="315212"/>
                  </a:lnTo>
                  <a:lnTo>
                    <a:pt x="94271" y="317605"/>
                  </a:lnTo>
                  <a:lnTo>
                    <a:pt x="99090" y="319847"/>
                  </a:lnTo>
                  <a:lnTo>
                    <a:pt x="103978" y="321933"/>
                  </a:lnTo>
                  <a:lnTo>
                    <a:pt x="108930" y="323864"/>
                  </a:lnTo>
                  <a:lnTo>
                    <a:pt x="113941" y="325636"/>
                  </a:lnTo>
                  <a:lnTo>
                    <a:pt x="119005" y="327248"/>
                  </a:lnTo>
                  <a:lnTo>
                    <a:pt x="124119" y="328697"/>
                  </a:lnTo>
                  <a:lnTo>
                    <a:pt x="129275" y="329984"/>
                  </a:lnTo>
                  <a:lnTo>
                    <a:pt x="134470" y="331106"/>
                  </a:lnTo>
                  <a:lnTo>
                    <a:pt x="139698" y="332063"/>
                  </a:lnTo>
                  <a:lnTo>
                    <a:pt x="144954" y="332853"/>
                  </a:lnTo>
                  <a:lnTo>
                    <a:pt x="150232" y="333475"/>
                  </a:lnTo>
                  <a:lnTo>
                    <a:pt x="155528" y="333929"/>
                  </a:lnTo>
                  <a:lnTo>
                    <a:pt x="160835" y="334215"/>
                  </a:lnTo>
                  <a:lnTo>
                    <a:pt x="166148" y="334331"/>
                  </a:lnTo>
                  <a:lnTo>
                    <a:pt x="171463" y="334279"/>
                  </a:lnTo>
                  <a:lnTo>
                    <a:pt x="176773" y="334058"/>
                  </a:lnTo>
                  <a:lnTo>
                    <a:pt x="182073" y="333668"/>
                  </a:lnTo>
                  <a:lnTo>
                    <a:pt x="187359" y="333110"/>
                  </a:lnTo>
                  <a:lnTo>
                    <a:pt x="192624" y="332384"/>
                  </a:lnTo>
                  <a:lnTo>
                    <a:pt x="197863" y="331491"/>
                  </a:lnTo>
                  <a:lnTo>
                    <a:pt x="203071" y="330432"/>
                  </a:lnTo>
                  <a:lnTo>
                    <a:pt x="208243" y="329208"/>
                  </a:lnTo>
                  <a:lnTo>
                    <a:pt x="213374" y="327820"/>
                  </a:lnTo>
                  <a:lnTo>
                    <a:pt x="218457" y="326270"/>
                  </a:lnTo>
                  <a:lnTo>
                    <a:pt x="223489" y="324559"/>
                  </a:lnTo>
                  <a:lnTo>
                    <a:pt x="228464" y="322689"/>
                  </a:lnTo>
                  <a:lnTo>
                    <a:pt x="233377" y="320662"/>
                  </a:lnTo>
                  <a:lnTo>
                    <a:pt x="238223" y="318479"/>
                  </a:lnTo>
                  <a:lnTo>
                    <a:pt x="242997" y="316144"/>
                  </a:lnTo>
                  <a:lnTo>
                    <a:pt x="247695" y="313658"/>
                  </a:lnTo>
                  <a:lnTo>
                    <a:pt x="252311" y="311024"/>
                  </a:lnTo>
                  <a:lnTo>
                    <a:pt x="256841" y="308244"/>
                  </a:lnTo>
                  <a:lnTo>
                    <a:pt x="261280" y="305322"/>
                  </a:lnTo>
                  <a:lnTo>
                    <a:pt x="265625" y="302260"/>
                  </a:lnTo>
                  <a:lnTo>
                    <a:pt x="269869" y="299062"/>
                  </a:lnTo>
                  <a:lnTo>
                    <a:pt x="274010" y="295731"/>
                  </a:lnTo>
                  <a:lnTo>
                    <a:pt x="278043" y="292269"/>
                  </a:lnTo>
                  <a:lnTo>
                    <a:pt x="281964" y="288681"/>
                  </a:lnTo>
                  <a:lnTo>
                    <a:pt x="285769" y="284970"/>
                  </a:lnTo>
                  <a:lnTo>
                    <a:pt x="289454" y="281140"/>
                  </a:lnTo>
                  <a:lnTo>
                    <a:pt x="293015" y="277195"/>
                  </a:lnTo>
                  <a:lnTo>
                    <a:pt x="296449" y="273139"/>
                  </a:lnTo>
                  <a:lnTo>
                    <a:pt x="299753" y="268975"/>
                  </a:lnTo>
                  <a:lnTo>
                    <a:pt x="302922" y="264709"/>
                  </a:lnTo>
                  <a:lnTo>
                    <a:pt x="305954" y="260344"/>
                  </a:lnTo>
                  <a:lnTo>
                    <a:pt x="308846" y="255885"/>
                  </a:lnTo>
                  <a:lnTo>
                    <a:pt x="311595" y="251336"/>
                  </a:lnTo>
                  <a:lnTo>
                    <a:pt x="314198" y="246702"/>
                  </a:lnTo>
                  <a:lnTo>
                    <a:pt x="316652" y="241988"/>
                  </a:lnTo>
                  <a:lnTo>
                    <a:pt x="318955" y="237198"/>
                  </a:lnTo>
                  <a:lnTo>
                    <a:pt x="321104" y="232337"/>
                  </a:lnTo>
                  <a:lnTo>
                    <a:pt x="323098" y="227410"/>
                  </a:lnTo>
                  <a:lnTo>
                    <a:pt x="324934" y="222423"/>
                  </a:lnTo>
                  <a:lnTo>
                    <a:pt x="326611" y="217380"/>
                  </a:lnTo>
                  <a:lnTo>
                    <a:pt x="328127" y="212285"/>
                  </a:lnTo>
                  <a:lnTo>
                    <a:pt x="329480" y="207146"/>
                  </a:lnTo>
                  <a:lnTo>
                    <a:pt x="330668" y="201966"/>
                  </a:lnTo>
                  <a:lnTo>
                    <a:pt x="331692" y="196750"/>
                  </a:lnTo>
                  <a:lnTo>
                    <a:pt x="332549" y="191505"/>
                  </a:lnTo>
                  <a:lnTo>
                    <a:pt x="333239" y="186235"/>
                  </a:lnTo>
                  <a:lnTo>
                    <a:pt x="333762" y="180946"/>
                  </a:lnTo>
                  <a:lnTo>
                    <a:pt x="334115" y="175643"/>
                  </a:lnTo>
                  <a:lnTo>
                    <a:pt x="334301" y="170332"/>
                  </a:lnTo>
                  <a:lnTo>
                    <a:pt x="334317" y="165017"/>
                  </a:lnTo>
                  <a:lnTo>
                    <a:pt x="334164" y="159704"/>
                  </a:lnTo>
                  <a:lnTo>
                    <a:pt x="333842" y="154399"/>
                  </a:lnTo>
                  <a:lnTo>
                    <a:pt x="333352" y="149107"/>
                  </a:lnTo>
                  <a:lnTo>
                    <a:pt x="332694" y="143833"/>
                  </a:lnTo>
                  <a:lnTo>
                    <a:pt x="331869" y="138583"/>
                  </a:lnTo>
                  <a:lnTo>
                    <a:pt x="330877" y="133362"/>
                  </a:lnTo>
                  <a:lnTo>
                    <a:pt x="329719" y="128174"/>
                  </a:lnTo>
                  <a:lnTo>
                    <a:pt x="328398" y="123026"/>
                  </a:lnTo>
                  <a:lnTo>
                    <a:pt x="326913" y="117923"/>
                  </a:lnTo>
                  <a:lnTo>
                    <a:pt x="325267" y="112870"/>
                  </a:lnTo>
                  <a:lnTo>
                    <a:pt x="323461" y="107871"/>
                  </a:lnTo>
                  <a:lnTo>
                    <a:pt x="321497" y="102933"/>
                  </a:lnTo>
                  <a:lnTo>
                    <a:pt x="319377" y="98059"/>
                  </a:lnTo>
                  <a:lnTo>
                    <a:pt x="317103" y="93255"/>
                  </a:lnTo>
                  <a:lnTo>
                    <a:pt x="314678" y="88526"/>
                  </a:lnTo>
                  <a:lnTo>
                    <a:pt x="312103" y="83876"/>
                  </a:lnTo>
                  <a:lnTo>
                    <a:pt x="309382" y="79311"/>
                  </a:lnTo>
                  <a:lnTo>
                    <a:pt x="306517" y="74834"/>
                  </a:lnTo>
                  <a:lnTo>
                    <a:pt x="303512" y="70451"/>
                  </a:lnTo>
                  <a:lnTo>
                    <a:pt x="300368" y="66165"/>
                  </a:lnTo>
                  <a:lnTo>
                    <a:pt x="297090" y="61982"/>
                  </a:lnTo>
                  <a:lnTo>
                    <a:pt x="293681" y="57905"/>
                  </a:lnTo>
                  <a:lnTo>
                    <a:pt x="290144" y="53938"/>
                  </a:lnTo>
                  <a:lnTo>
                    <a:pt x="286482" y="50086"/>
                  </a:lnTo>
                  <a:lnTo>
                    <a:pt x="282700" y="46352"/>
                  </a:lnTo>
                  <a:lnTo>
                    <a:pt x="278801" y="42740"/>
                  </a:lnTo>
                  <a:lnTo>
                    <a:pt x="274789" y="39254"/>
                  </a:lnTo>
                  <a:lnTo>
                    <a:pt x="270668" y="35898"/>
                  </a:lnTo>
                  <a:lnTo>
                    <a:pt x="266443" y="32674"/>
                  </a:lnTo>
                  <a:lnTo>
                    <a:pt x="262117" y="29586"/>
                  </a:lnTo>
                  <a:lnTo>
                    <a:pt x="257696" y="26637"/>
                  </a:lnTo>
                  <a:lnTo>
                    <a:pt x="253183" y="23830"/>
                  </a:lnTo>
                  <a:lnTo>
                    <a:pt x="248583" y="21168"/>
                  </a:lnTo>
                  <a:lnTo>
                    <a:pt x="243900" y="18653"/>
                  </a:lnTo>
                  <a:lnTo>
                    <a:pt x="239140" y="16289"/>
                  </a:lnTo>
                  <a:lnTo>
                    <a:pt x="234308" y="14077"/>
                  </a:lnTo>
                  <a:lnTo>
                    <a:pt x="229407" y="12020"/>
                  </a:lnTo>
                  <a:lnTo>
                    <a:pt x="224444" y="10120"/>
                  </a:lnTo>
                  <a:lnTo>
                    <a:pt x="219422" y="8378"/>
                  </a:lnTo>
                  <a:lnTo>
                    <a:pt x="214348" y="6797"/>
                  </a:lnTo>
                  <a:lnTo>
                    <a:pt x="209226" y="5378"/>
                  </a:lnTo>
                  <a:lnTo>
                    <a:pt x="204062" y="4123"/>
                  </a:lnTo>
                  <a:lnTo>
                    <a:pt x="198860" y="3032"/>
                  </a:lnTo>
                  <a:lnTo>
                    <a:pt x="193626" y="2107"/>
                  </a:lnTo>
                  <a:lnTo>
                    <a:pt x="188366" y="1350"/>
                  </a:lnTo>
                  <a:lnTo>
                    <a:pt x="183084" y="759"/>
                  </a:lnTo>
                  <a:lnTo>
                    <a:pt x="177786" y="337"/>
                  </a:lnTo>
                  <a:lnTo>
                    <a:pt x="172477" y="84"/>
                  </a:lnTo>
                  <a:lnTo>
                    <a:pt x="167163" y="0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481" y="5018213"/>
              <a:ext cx="239" cy="167167"/>
            </a:xfrm>
            <a:custGeom>
              <a:avLst/>
              <a:pathLst>
                <a:path w="239" h="167167">
                  <a:moveTo>
                    <a:pt x="239" y="0"/>
                  </a:moveTo>
                  <a:lnTo>
                    <a:pt x="0" y="0"/>
                  </a:lnTo>
                  <a:lnTo>
                    <a:pt x="239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481" y="5018213"/>
              <a:ext cx="239" cy="167167"/>
            </a:xfrm>
            <a:custGeom>
              <a:avLst/>
              <a:pathLst>
                <a:path w="239" h="167167">
                  <a:moveTo>
                    <a:pt x="0" y="0"/>
                  </a:moveTo>
                  <a:lnTo>
                    <a:pt x="239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488481" y="5018213"/>
              <a:ext cx="239" cy="167167"/>
            </a:xfrm>
            <a:custGeom>
              <a:avLst/>
              <a:pathLst>
                <a:path w="239" h="167167">
                  <a:moveTo>
                    <a:pt x="0" y="0"/>
                  </a:moveTo>
                  <a:lnTo>
                    <a:pt x="239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488481" y="5018213"/>
              <a:ext cx="239" cy="167167"/>
            </a:xfrm>
            <a:custGeom>
              <a:avLst/>
              <a:pathLst>
                <a:path w="239" h="167167">
                  <a:moveTo>
                    <a:pt x="0" y="0"/>
                  </a:moveTo>
                  <a:lnTo>
                    <a:pt x="23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488481" y="5018213"/>
              <a:ext cx="239" cy="167167"/>
            </a:xfrm>
            <a:custGeom>
              <a:avLst/>
              <a:pathLst>
                <a:path w="239" h="167167">
                  <a:moveTo>
                    <a:pt x="0" y="0"/>
                  </a:moveTo>
                  <a:lnTo>
                    <a:pt x="23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488481" y="5018213"/>
              <a:ext cx="239" cy="167167"/>
            </a:xfrm>
            <a:custGeom>
              <a:avLst/>
              <a:pathLst>
                <a:path w="239" h="167167">
                  <a:moveTo>
                    <a:pt x="0" y="0"/>
                  </a:moveTo>
                  <a:lnTo>
                    <a:pt x="23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488481" y="5018213"/>
              <a:ext cx="239" cy="167167"/>
            </a:xfrm>
            <a:custGeom>
              <a:avLst/>
              <a:pathLst>
                <a:path w="239" h="167167">
                  <a:moveTo>
                    <a:pt x="0" y="0"/>
                  </a:moveTo>
                  <a:lnTo>
                    <a:pt x="23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488481" y="5018213"/>
              <a:ext cx="239" cy="167167"/>
            </a:xfrm>
            <a:custGeom>
              <a:avLst/>
              <a:pathLst>
                <a:path w="239" h="167167">
                  <a:moveTo>
                    <a:pt x="0" y="0"/>
                  </a:moveTo>
                  <a:lnTo>
                    <a:pt x="239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488481" y="5018213"/>
              <a:ext cx="239" cy="167167"/>
            </a:xfrm>
            <a:custGeom>
              <a:avLst/>
              <a:pathLst>
                <a:path w="239" h="167167">
                  <a:moveTo>
                    <a:pt x="0" y="0"/>
                  </a:moveTo>
                  <a:lnTo>
                    <a:pt x="239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321571" y="5018213"/>
              <a:ext cx="334308" cy="334333"/>
            </a:xfrm>
            <a:custGeom>
              <a:avLst/>
              <a:pathLst>
                <a:path w="334308" h="334333">
                  <a:moveTo>
                    <a:pt x="166909" y="0"/>
                  </a:moveTo>
                  <a:lnTo>
                    <a:pt x="161613" y="91"/>
                  </a:lnTo>
                  <a:lnTo>
                    <a:pt x="156323" y="350"/>
                  </a:lnTo>
                  <a:lnTo>
                    <a:pt x="151044" y="777"/>
                  </a:lnTo>
                  <a:lnTo>
                    <a:pt x="145781" y="1371"/>
                  </a:lnTo>
                  <a:lnTo>
                    <a:pt x="140539" y="2131"/>
                  </a:lnTo>
                  <a:lnTo>
                    <a:pt x="135325" y="3056"/>
                  </a:lnTo>
                  <a:lnTo>
                    <a:pt x="130142" y="4147"/>
                  </a:lnTo>
                  <a:lnTo>
                    <a:pt x="124996" y="5401"/>
                  </a:lnTo>
                  <a:lnTo>
                    <a:pt x="119893" y="6818"/>
                  </a:lnTo>
                  <a:lnTo>
                    <a:pt x="114837" y="8395"/>
                  </a:lnTo>
                  <a:lnTo>
                    <a:pt x="109833" y="10132"/>
                  </a:lnTo>
                  <a:lnTo>
                    <a:pt x="104887" y="12027"/>
                  </a:lnTo>
                  <a:lnTo>
                    <a:pt x="100004" y="14077"/>
                  </a:lnTo>
                  <a:lnTo>
                    <a:pt x="95188" y="16281"/>
                  </a:lnTo>
                  <a:lnTo>
                    <a:pt x="90444" y="18636"/>
                  </a:lnTo>
                  <a:lnTo>
                    <a:pt x="85777" y="21141"/>
                  </a:lnTo>
                  <a:lnTo>
                    <a:pt x="81192" y="23792"/>
                  </a:lnTo>
                  <a:lnTo>
                    <a:pt x="76693" y="26587"/>
                  </a:lnTo>
                  <a:lnTo>
                    <a:pt x="72285" y="29523"/>
                  </a:lnTo>
                  <a:lnTo>
                    <a:pt x="67972" y="32597"/>
                  </a:lnTo>
                  <a:lnTo>
                    <a:pt x="63759" y="35806"/>
                  </a:lnTo>
                  <a:lnTo>
                    <a:pt x="59649" y="39148"/>
                  </a:lnTo>
                  <a:lnTo>
                    <a:pt x="55648" y="42617"/>
                  </a:lnTo>
                  <a:lnTo>
                    <a:pt x="51758" y="46212"/>
                  </a:lnTo>
                  <a:lnTo>
                    <a:pt x="47984" y="49928"/>
                  </a:lnTo>
                  <a:lnTo>
                    <a:pt x="44330" y="53762"/>
                  </a:lnTo>
                  <a:lnTo>
                    <a:pt x="40799" y="57710"/>
                  </a:lnTo>
                  <a:lnTo>
                    <a:pt x="37395" y="61767"/>
                  </a:lnTo>
                  <a:lnTo>
                    <a:pt x="34121" y="65931"/>
                  </a:lnTo>
                  <a:lnTo>
                    <a:pt x="30981" y="70196"/>
                  </a:lnTo>
                  <a:lnTo>
                    <a:pt x="27977" y="74558"/>
                  </a:lnTo>
                  <a:lnTo>
                    <a:pt x="25114" y="79013"/>
                  </a:lnTo>
                  <a:lnTo>
                    <a:pt x="22392" y="83557"/>
                  </a:lnTo>
                  <a:lnTo>
                    <a:pt x="19816" y="88185"/>
                  </a:lnTo>
                  <a:lnTo>
                    <a:pt x="17388" y="92892"/>
                  </a:lnTo>
                  <a:lnTo>
                    <a:pt x="15110" y="97673"/>
                  </a:lnTo>
                  <a:lnTo>
                    <a:pt x="12985" y="102525"/>
                  </a:lnTo>
                  <a:lnTo>
                    <a:pt x="11015" y="107441"/>
                  </a:lnTo>
                  <a:lnTo>
                    <a:pt x="9201" y="112417"/>
                  </a:lnTo>
                  <a:lnTo>
                    <a:pt x="7546" y="117448"/>
                  </a:lnTo>
                  <a:lnTo>
                    <a:pt x="6051" y="122529"/>
                  </a:lnTo>
                  <a:lnTo>
                    <a:pt x="4718" y="127655"/>
                  </a:lnTo>
                  <a:lnTo>
                    <a:pt x="3548" y="132820"/>
                  </a:lnTo>
                  <a:lnTo>
                    <a:pt x="2542" y="138020"/>
                  </a:lnTo>
                  <a:lnTo>
                    <a:pt x="1701" y="143250"/>
                  </a:lnTo>
                  <a:lnTo>
                    <a:pt x="1026" y="148503"/>
                  </a:lnTo>
                  <a:lnTo>
                    <a:pt x="518" y="153775"/>
                  </a:lnTo>
                  <a:lnTo>
                    <a:pt x="178" y="159060"/>
                  </a:lnTo>
                  <a:lnTo>
                    <a:pt x="5" y="164354"/>
                  </a:lnTo>
                  <a:lnTo>
                    <a:pt x="0" y="169650"/>
                  </a:lnTo>
                  <a:lnTo>
                    <a:pt x="162" y="174944"/>
                  </a:lnTo>
                  <a:lnTo>
                    <a:pt x="492" y="180230"/>
                  </a:lnTo>
                  <a:lnTo>
                    <a:pt x="990" y="185503"/>
                  </a:lnTo>
                  <a:lnTo>
                    <a:pt x="1654" y="190758"/>
                  </a:lnTo>
                  <a:lnTo>
                    <a:pt x="2484" y="195989"/>
                  </a:lnTo>
                  <a:lnTo>
                    <a:pt x="3480" y="201190"/>
                  </a:lnTo>
                  <a:lnTo>
                    <a:pt x="4640" y="206358"/>
                  </a:lnTo>
                  <a:lnTo>
                    <a:pt x="5963" y="211487"/>
                  </a:lnTo>
                  <a:lnTo>
                    <a:pt x="7448" y="216571"/>
                  </a:lnTo>
                  <a:lnTo>
                    <a:pt x="9093" y="221605"/>
                  </a:lnTo>
                  <a:lnTo>
                    <a:pt x="10897" y="226585"/>
                  </a:lnTo>
                  <a:lnTo>
                    <a:pt x="12858" y="231505"/>
                  </a:lnTo>
                  <a:lnTo>
                    <a:pt x="14974" y="236360"/>
                  </a:lnTo>
                  <a:lnTo>
                    <a:pt x="17242" y="241146"/>
                  </a:lnTo>
                  <a:lnTo>
                    <a:pt x="19661" y="245858"/>
                  </a:lnTo>
                  <a:lnTo>
                    <a:pt x="22228" y="250491"/>
                  </a:lnTo>
                  <a:lnTo>
                    <a:pt x="24940" y="255040"/>
                  </a:lnTo>
                  <a:lnTo>
                    <a:pt x="27795" y="259501"/>
                  </a:lnTo>
                  <a:lnTo>
                    <a:pt x="30790" y="263869"/>
                  </a:lnTo>
                  <a:lnTo>
                    <a:pt x="33922" y="268140"/>
                  </a:lnTo>
                  <a:lnTo>
                    <a:pt x="37188" y="272310"/>
                  </a:lnTo>
                  <a:lnTo>
                    <a:pt x="40584" y="276374"/>
                  </a:lnTo>
                  <a:lnTo>
                    <a:pt x="44107" y="280329"/>
                  </a:lnTo>
                  <a:lnTo>
                    <a:pt x="47753" y="284170"/>
                  </a:lnTo>
                  <a:lnTo>
                    <a:pt x="51520" y="287894"/>
                  </a:lnTo>
                  <a:lnTo>
                    <a:pt x="55403" y="291496"/>
                  </a:lnTo>
                  <a:lnTo>
                    <a:pt x="59397" y="294974"/>
                  </a:lnTo>
                  <a:lnTo>
                    <a:pt x="63500" y="298323"/>
                  </a:lnTo>
                  <a:lnTo>
                    <a:pt x="67707" y="301541"/>
                  </a:lnTo>
                  <a:lnTo>
                    <a:pt x="72014" y="304623"/>
                  </a:lnTo>
                  <a:lnTo>
                    <a:pt x="76416" y="307568"/>
                  </a:lnTo>
                  <a:lnTo>
                    <a:pt x="80909" y="310372"/>
                  </a:lnTo>
                  <a:lnTo>
                    <a:pt x="85489" y="313032"/>
                  </a:lnTo>
                  <a:lnTo>
                    <a:pt x="90151" y="315546"/>
                  </a:lnTo>
                  <a:lnTo>
                    <a:pt x="94890" y="317911"/>
                  </a:lnTo>
                  <a:lnTo>
                    <a:pt x="99702" y="320124"/>
                  </a:lnTo>
                  <a:lnTo>
                    <a:pt x="104581" y="322184"/>
                  </a:lnTo>
                  <a:lnTo>
                    <a:pt x="109524" y="324088"/>
                  </a:lnTo>
                  <a:lnTo>
                    <a:pt x="114524" y="325835"/>
                  </a:lnTo>
                  <a:lnTo>
                    <a:pt x="119577" y="327422"/>
                  </a:lnTo>
                  <a:lnTo>
                    <a:pt x="124677" y="328849"/>
                  </a:lnTo>
                  <a:lnTo>
                    <a:pt x="129820" y="330113"/>
                  </a:lnTo>
                  <a:lnTo>
                    <a:pt x="135001" y="331214"/>
                  </a:lnTo>
                  <a:lnTo>
                    <a:pt x="140214" y="332150"/>
                  </a:lnTo>
                  <a:lnTo>
                    <a:pt x="145454" y="332921"/>
                  </a:lnTo>
                  <a:lnTo>
                    <a:pt x="150716" y="333525"/>
                  </a:lnTo>
                  <a:lnTo>
                    <a:pt x="155994" y="333962"/>
                  </a:lnTo>
                  <a:lnTo>
                    <a:pt x="161284" y="334231"/>
                  </a:lnTo>
                  <a:lnTo>
                    <a:pt x="166579" y="334333"/>
                  </a:lnTo>
                  <a:lnTo>
                    <a:pt x="171875" y="334267"/>
                  </a:lnTo>
                  <a:lnTo>
                    <a:pt x="177166" y="334034"/>
                  </a:lnTo>
                  <a:lnTo>
                    <a:pt x="182448" y="333633"/>
                  </a:lnTo>
                  <a:lnTo>
                    <a:pt x="187713" y="333064"/>
                  </a:lnTo>
                  <a:lnTo>
                    <a:pt x="192959" y="332330"/>
                  </a:lnTo>
                  <a:lnTo>
                    <a:pt x="198178" y="331429"/>
                  </a:lnTo>
                  <a:lnTo>
                    <a:pt x="203366" y="330364"/>
                  </a:lnTo>
                  <a:lnTo>
                    <a:pt x="208518" y="329135"/>
                  </a:lnTo>
                  <a:lnTo>
                    <a:pt x="213628" y="327743"/>
                  </a:lnTo>
                  <a:lnTo>
                    <a:pt x="218691" y="326190"/>
                  </a:lnTo>
                  <a:lnTo>
                    <a:pt x="223703" y="324477"/>
                  </a:lnTo>
                  <a:lnTo>
                    <a:pt x="228658" y="322606"/>
                  </a:lnTo>
                  <a:lnTo>
                    <a:pt x="233552" y="320580"/>
                  </a:lnTo>
                  <a:lnTo>
                    <a:pt x="238378" y="318399"/>
                  </a:lnTo>
                  <a:lnTo>
                    <a:pt x="243133" y="316067"/>
                  </a:lnTo>
                  <a:lnTo>
                    <a:pt x="247812" y="313585"/>
                  </a:lnTo>
                  <a:lnTo>
                    <a:pt x="252410" y="310956"/>
                  </a:lnTo>
                  <a:lnTo>
                    <a:pt x="256923" y="308183"/>
                  </a:lnTo>
                  <a:lnTo>
                    <a:pt x="261345" y="305268"/>
                  </a:lnTo>
                  <a:lnTo>
                    <a:pt x="265672" y="302215"/>
                  </a:lnTo>
                  <a:lnTo>
                    <a:pt x="269901" y="299026"/>
                  </a:lnTo>
                  <a:lnTo>
                    <a:pt x="274027" y="295705"/>
                  </a:lnTo>
                  <a:lnTo>
                    <a:pt x="278045" y="292254"/>
                  </a:lnTo>
                  <a:lnTo>
                    <a:pt x="281952" y="288678"/>
                  </a:lnTo>
                  <a:lnTo>
                    <a:pt x="285744" y="284981"/>
                  </a:lnTo>
                  <a:lnTo>
                    <a:pt x="289417" y="281164"/>
                  </a:lnTo>
                  <a:lnTo>
                    <a:pt x="292967" y="277234"/>
                  </a:lnTo>
                  <a:lnTo>
                    <a:pt x="296390" y="273193"/>
                  </a:lnTo>
                  <a:lnTo>
                    <a:pt x="299684" y="269045"/>
                  </a:lnTo>
                  <a:lnTo>
                    <a:pt x="302845" y="264796"/>
                  </a:lnTo>
                  <a:lnTo>
                    <a:pt x="305870" y="260448"/>
                  </a:lnTo>
                  <a:lnTo>
                    <a:pt x="308755" y="256007"/>
                  </a:lnTo>
                  <a:lnTo>
                    <a:pt x="311498" y="251476"/>
                  </a:lnTo>
                  <a:lnTo>
                    <a:pt x="314097" y="246861"/>
                  </a:lnTo>
                  <a:lnTo>
                    <a:pt x="316548" y="242166"/>
                  </a:lnTo>
                  <a:lnTo>
                    <a:pt x="318849" y="237395"/>
                  </a:lnTo>
                  <a:lnTo>
                    <a:pt x="320997" y="232554"/>
                  </a:lnTo>
                  <a:lnTo>
                    <a:pt x="322991" y="227648"/>
                  </a:lnTo>
                  <a:lnTo>
                    <a:pt x="324829" y="222680"/>
                  </a:lnTo>
                  <a:lnTo>
                    <a:pt x="326509" y="217657"/>
                  </a:lnTo>
                  <a:lnTo>
                    <a:pt x="328028" y="212583"/>
                  </a:lnTo>
                  <a:lnTo>
                    <a:pt x="329386" y="207464"/>
                  </a:lnTo>
                  <a:lnTo>
                    <a:pt x="330581" y="202304"/>
                  </a:lnTo>
                  <a:lnTo>
                    <a:pt x="331612" y="197109"/>
                  </a:lnTo>
                  <a:lnTo>
                    <a:pt x="332478" y="191884"/>
                  </a:lnTo>
                  <a:lnTo>
                    <a:pt x="333179" y="186634"/>
                  </a:lnTo>
                  <a:lnTo>
                    <a:pt x="333712" y="181365"/>
                  </a:lnTo>
                  <a:lnTo>
                    <a:pt x="334078" y="176081"/>
                  </a:lnTo>
                  <a:lnTo>
                    <a:pt x="334277" y="170789"/>
                  </a:lnTo>
                  <a:lnTo>
                    <a:pt x="334308" y="165492"/>
                  </a:lnTo>
                  <a:lnTo>
                    <a:pt x="334171" y="160198"/>
                  </a:lnTo>
                  <a:lnTo>
                    <a:pt x="333866" y="154910"/>
                  </a:lnTo>
                  <a:lnTo>
                    <a:pt x="333394" y="149635"/>
                  </a:lnTo>
                  <a:lnTo>
                    <a:pt x="332755" y="144377"/>
                  </a:lnTo>
                  <a:lnTo>
                    <a:pt x="331950" y="139142"/>
                  </a:lnTo>
                  <a:lnTo>
                    <a:pt x="330980" y="133936"/>
                  </a:lnTo>
                  <a:lnTo>
                    <a:pt x="329845" y="128762"/>
                  </a:lnTo>
                  <a:lnTo>
                    <a:pt x="328546" y="123627"/>
                  </a:lnTo>
                  <a:lnTo>
                    <a:pt x="327086" y="118536"/>
                  </a:lnTo>
                  <a:lnTo>
                    <a:pt x="325465" y="113494"/>
                  </a:lnTo>
                  <a:lnTo>
                    <a:pt x="323685" y="108506"/>
                  </a:lnTo>
                  <a:lnTo>
                    <a:pt x="321749" y="103576"/>
                  </a:lnTo>
                  <a:lnTo>
                    <a:pt x="319656" y="98710"/>
                  </a:lnTo>
                  <a:lnTo>
                    <a:pt x="317411" y="93914"/>
                  </a:lnTo>
                  <a:lnTo>
                    <a:pt x="315015" y="89190"/>
                  </a:lnTo>
                  <a:lnTo>
                    <a:pt x="312471" y="84545"/>
                  </a:lnTo>
                  <a:lnTo>
                    <a:pt x="309781" y="79983"/>
                  </a:lnTo>
                  <a:lnTo>
                    <a:pt x="306947" y="75508"/>
                  </a:lnTo>
                  <a:lnTo>
                    <a:pt x="303973" y="71125"/>
                  </a:lnTo>
                  <a:lnTo>
                    <a:pt x="300862" y="66839"/>
                  </a:lnTo>
                  <a:lnTo>
                    <a:pt x="297617" y="62654"/>
                  </a:lnTo>
                  <a:lnTo>
                    <a:pt x="294240" y="58573"/>
                  </a:lnTo>
                  <a:lnTo>
                    <a:pt x="290736" y="54601"/>
                  </a:lnTo>
                  <a:lnTo>
                    <a:pt x="287108" y="50743"/>
                  </a:lnTo>
                  <a:lnTo>
                    <a:pt x="283360" y="47001"/>
                  </a:lnTo>
                  <a:lnTo>
                    <a:pt x="279495" y="43380"/>
                  </a:lnTo>
                  <a:lnTo>
                    <a:pt x="275517" y="39883"/>
                  </a:lnTo>
                  <a:lnTo>
                    <a:pt x="271430" y="36514"/>
                  </a:lnTo>
                  <a:lnTo>
                    <a:pt x="267239" y="33276"/>
                  </a:lnTo>
                  <a:lnTo>
                    <a:pt x="262947" y="30172"/>
                  </a:lnTo>
                  <a:lnTo>
                    <a:pt x="258559" y="27206"/>
                  </a:lnTo>
                  <a:lnTo>
                    <a:pt x="254080" y="24380"/>
                  </a:lnTo>
                  <a:lnTo>
                    <a:pt x="249513" y="21698"/>
                  </a:lnTo>
                  <a:lnTo>
                    <a:pt x="244863" y="19162"/>
                  </a:lnTo>
                  <a:lnTo>
                    <a:pt x="240135" y="16774"/>
                  </a:lnTo>
                  <a:lnTo>
                    <a:pt x="235334" y="14538"/>
                  </a:lnTo>
                  <a:lnTo>
                    <a:pt x="230465" y="12454"/>
                  </a:lnTo>
                  <a:lnTo>
                    <a:pt x="225532" y="10526"/>
                  </a:lnTo>
                  <a:lnTo>
                    <a:pt x="220541" y="8755"/>
                  </a:lnTo>
                  <a:lnTo>
                    <a:pt x="215495" y="7143"/>
                  </a:lnTo>
                  <a:lnTo>
                    <a:pt x="210402" y="5692"/>
                  </a:lnTo>
                  <a:lnTo>
                    <a:pt x="205265" y="4403"/>
                  </a:lnTo>
                  <a:lnTo>
                    <a:pt x="200089" y="3277"/>
                  </a:lnTo>
                  <a:lnTo>
                    <a:pt x="194881" y="2316"/>
                  </a:lnTo>
                  <a:lnTo>
                    <a:pt x="189645" y="1520"/>
                  </a:lnTo>
                  <a:lnTo>
                    <a:pt x="184386" y="890"/>
                  </a:lnTo>
                  <a:lnTo>
                    <a:pt x="179110" y="428"/>
                  </a:lnTo>
                  <a:lnTo>
                    <a:pt x="173822" y="133"/>
                  </a:lnTo>
                  <a:lnTo>
                    <a:pt x="168527" y="5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488720" y="5018213"/>
              <a:ext cx="1378" cy="167167"/>
            </a:xfrm>
            <a:custGeom>
              <a:avLst/>
              <a:pathLst>
                <a:path w="1378" h="167167">
                  <a:moveTo>
                    <a:pt x="1378" y="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810626" y="5269756"/>
              <a:ext cx="153874" cy="167167"/>
            </a:xfrm>
            <a:custGeom>
              <a:avLst/>
              <a:pathLst>
                <a:path w="153874" h="167167">
                  <a:moveTo>
                    <a:pt x="153874" y="0"/>
                  </a:moveTo>
                  <a:lnTo>
                    <a:pt x="148445" y="88"/>
                  </a:lnTo>
                  <a:lnTo>
                    <a:pt x="143022" y="352"/>
                  </a:lnTo>
                  <a:lnTo>
                    <a:pt x="137611" y="793"/>
                  </a:lnTo>
                  <a:lnTo>
                    <a:pt x="132216" y="1408"/>
                  </a:lnTo>
                  <a:lnTo>
                    <a:pt x="126845" y="2199"/>
                  </a:lnTo>
                  <a:lnTo>
                    <a:pt x="121502" y="3164"/>
                  </a:lnTo>
                  <a:lnTo>
                    <a:pt x="116193" y="4302"/>
                  </a:lnTo>
                  <a:lnTo>
                    <a:pt x="110923" y="5611"/>
                  </a:lnTo>
                  <a:lnTo>
                    <a:pt x="105699" y="7092"/>
                  </a:lnTo>
                  <a:lnTo>
                    <a:pt x="100526" y="8740"/>
                  </a:lnTo>
                  <a:lnTo>
                    <a:pt x="95410" y="10556"/>
                  </a:lnTo>
                  <a:lnTo>
                    <a:pt x="90354" y="12538"/>
                  </a:lnTo>
                  <a:lnTo>
                    <a:pt x="85366" y="14682"/>
                  </a:lnTo>
                  <a:lnTo>
                    <a:pt x="80451" y="16987"/>
                  </a:lnTo>
                  <a:lnTo>
                    <a:pt x="75612" y="19451"/>
                  </a:lnTo>
                  <a:lnTo>
                    <a:pt x="70856" y="22071"/>
                  </a:lnTo>
                  <a:lnTo>
                    <a:pt x="66188" y="24843"/>
                  </a:lnTo>
                  <a:lnTo>
                    <a:pt x="61612" y="27766"/>
                  </a:lnTo>
                  <a:lnTo>
                    <a:pt x="57134" y="30836"/>
                  </a:lnTo>
                  <a:lnTo>
                    <a:pt x="52757" y="34049"/>
                  </a:lnTo>
                  <a:lnTo>
                    <a:pt x="48488" y="37403"/>
                  </a:lnTo>
                  <a:lnTo>
                    <a:pt x="44329" y="40894"/>
                  </a:lnTo>
                  <a:lnTo>
                    <a:pt x="40286" y="44518"/>
                  </a:lnTo>
                  <a:lnTo>
                    <a:pt x="36363" y="48272"/>
                  </a:lnTo>
                  <a:lnTo>
                    <a:pt x="32564" y="52151"/>
                  </a:lnTo>
                  <a:lnTo>
                    <a:pt x="28893" y="56151"/>
                  </a:lnTo>
                  <a:lnTo>
                    <a:pt x="25353" y="60268"/>
                  </a:lnTo>
                  <a:lnTo>
                    <a:pt x="21950" y="64498"/>
                  </a:lnTo>
                  <a:lnTo>
                    <a:pt x="18685" y="68837"/>
                  </a:lnTo>
                  <a:lnTo>
                    <a:pt x="15563" y="73279"/>
                  </a:lnTo>
                  <a:lnTo>
                    <a:pt x="12587" y="77820"/>
                  </a:lnTo>
                  <a:lnTo>
                    <a:pt x="9760" y="82456"/>
                  </a:lnTo>
                  <a:lnTo>
                    <a:pt x="7085" y="87180"/>
                  </a:lnTo>
                  <a:lnTo>
                    <a:pt x="4565" y="91990"/>
                  </a:lnTo>
                  <a:lnTo>
                    <a:pt x="2202" y="96878"/>
                  </a:lnTo>
                  <a:lnTo>
                    <a:pt x="0" y="101841"/>
                  </a:lnTo>
                  <a:lnTo>
                    <a:pt x="153874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797344" y="5269756"/>
              <a:ext cx="334306" cy="334334"/>
            </a:xfrm>
            <a:custGeom>
              <a:avLst/>
              <a:pathLst>
                <a:path w="334306" h="334334">
                  <a:moveTo>
                    <a:pt x="13281" y="101841"/>
                  </a:moveTo>
                  <a:lnTo>
                    <a:pt x="11284" y="106761"/>
                  </a:lnTo>
                  <a:lnTo>
                    <a:pt x="9444" y="111741"/>
                  </a:lnTo>
                  <a:lnTo>
                    <a:pt x="7764" y="116778"/>
                  </a:lnTo>
                  <a:lnTo>
                    <a:pt x="6244" y="121865"/>
                  </a:lnTo>
                  <a:lnTo>
                    <a:pt x="4886" y="126998"/>
                  </a:lnTo>
                  <a:lnTo>
                    <a:pt x="3693" y="132172"/>
                  </a:lnTo>
                  <a:lnTo>
                    <a:pt x="2664" y="137381"/>
                  </a:lnTo>
                  <a:lnTo>
                    <a:pt x="1801" y="142620"/>
                  </a:lnTo>
                  <a:lnTo>
                    <a:pt x="1105" y="147883"/>
                  </a:lnTo>
                  <a:lnTo>
                    <a:pt x="576" y="153166"/>
                  </a:lnTo>
                  <a:lnTo>
                    <a:pt x="215" y="158464"/>
                  </a:lnTo>
                  <a:lnTo>
                    <a:pt x="23" y="163770"/>
                  </a:lnTo>
                  <a:lnTo>
                    <a:pt x="0" y="169079"/>
                  </a:lnTo>
                  <a:lnTo>
                    <a:pt x="145" y="174387"/>
                  </a:lnTo>
                  <a:lnTo>
                    <a:pt x="458" y="179687"/>
                  </a:lnTo>
                  <a:lnTo>
                    <a:pt x="940" y="184975"/>
                  </a:lnTo>
                  <a:lnTo>
                    <a:pt x="1589" y="190244"/>
                  </a:lnTo>
                  <a:lnTo>
                    <a:pt x="2406" y="195491"/>
                  </a:lnTo>
                  <a:lnTo>
                    <a:pt x="3388" y="200709"/>
                  </a:lnTo>
                  <a:lnTo>
                    <a:pt x="4536" y="205893"/>
                  </a:lnTo>
                  <a:lnTo>
                    <a:pt x="5848" y="211038"/>
                  </a:lnTo>
                  <a:lnTo>
                    <a:pt x="7322" y="216138"/>
                  </a:lnTo>
                  <a:lnTo>
                    <a:pt x="8958" y="221190"/>
                  </a:lnTo>
                  <a:lnTo>
                    <a:pt x="10754" y="226186"/>
                  </a:lnTo>
                  <a:lnTo>
                    <a:pt x="12707" y="231124"/>
                  </a:lnTo>
                  <a:lnTo>
                    <a:pt x="14816" y="235996"/>
                  </a:lnTo>
                  <a:lnTo>
                    <a:pt x="17079" y="240799"/>
                  </a:lnTo>
                  <a:lnTo>
                    <a:pt x="19493" y="245528"/>
                  </a:lnTo>
                  <a:lnTo>
                    <a:pt x="22056" y="250178"/>
                  </a:lnTo>
                  <a:lnTo>
                    <a:pt x="24765" y="254745"/>
                  </a:lnTo>
                  <a:lnTo>
                    <a:pt x="27618" y="259222"/>
                  </a:lnTo>
                  <a:lnTo>
                    <a:pt x="30612" y="263607"/>
                  </a:lnTo>
                  <a:lnTo>
                    <a:pt x="33744" y="267895"/>
                  </a:lnTo>
                  <a:lnTo>
                    <a:pt x="37010" y="272081"/>
                  </a:lnTo>
                  <a:lnTo>
                    <a:pt x="40408" y="276161"/>
                  </a:lnTo>
                  <a:lnTo>
                    <a:pt x="43933" y="280132"/>
                  </a:lnTo>
                  <a:lnTo>
                    <a:pt x="47583" y="283988"/>
                  </a:lnTo>
                  <a:lnTo>
                    <a:pt x="51353" y="287726"/>
                  </a:lnTo>
                  <a:lnTo>
                    <a:pt x="55240" y="291343"/>
                  </a:lnTo>
                  <a:lnTo>
                    <a:pt x="59240" y="294835"/>
                  </a:lnTo>
                  <a:lnTo>
                    <a:pt x="63349" y="298198"/>
                  </a:lnTo>
                  <a:lnTo>
                    <a:pt x="67563" y="301428"/>
                  </a:lnTo>
                  <a:lnTo>
                    <a:pt x="71877" y="304523"/>
                  </a:lnTo>
                  <a:lnTo>
                    <a:pt x="76287" y="307480"/>
                  </a:lnTo>
                  <a:lnTo>
                    <a:pt x="80789" y="310295"/>
                  </a:lnTo>
                  <a:lnTo>
                    <a:pt x="85378" y="312966"/>
                  </a:lnTo>
                  <a:lnTo>
                    <a:pt x="90049" y="315489"/>
                  </a:lnTo>
                  <a:lnTo>
                    <a:pt x="94799" y="317863"/>
                  </a:lnTo>
                  <a:lnTo>
                    <a:pt x="99621" y="320085"/>
                  </a:lnTo>
                  <a:lnTo>
                    <a:pt x="104511" y="322153"/>
                  </a:lnTo>
                  <a:lnTo>
                    <a:pt x="109465" y="324064"/>
                  </a:lnTo>
                  <a:lnTo>
                    <a:pt x="114477" y="325817"/>
                  </a:lnTo>
                  <a:lnTo>
                    <a:pt x="119542" y="327410"/>
                  </a:lnTo>
                  <a:lnTo>
                    <a:pt x="124655" y="328841"/>
                  </a:lnTo>
                  <a:lnTo>
                    <a:pt x="129810" y="330109"/>
                  </a:lnTo>
                  <a:lnTo>
                    <a:pt x="135004" y="331213"/>
                  </a:lnTo>
                  <a:lnTo>
                    <a:pt x="140230" y="332152"/>
                  </a:lnTo>
                  <a:lnTo>
                    <a:pt x="145483" y="332924"/>
                  </a:lnTo>
                  <a:lnTo>
                    <a:pt x="150758" y="333528"/>
                  </a:lnTo>
                  <a:lnTo>
                    <a:pt x="156050" y="333965"/>
                  </a:lnTo>
                  <a:lnTo>
                    <a:pt x="161352" y="334234"/>
                  </a:lnTo>
                  <a:lnTo>
                    <a:pt x="166661" y="334334"/>
                  </a:lnTo>
                  <a:lnTo>
                    <a:pt x="171970" y="334265"/>
                  </a:lnTo>
                  <a:lnTo>
                    <a:pt x="177274" y="334028"/>
                  </a:lnTo>
                  <a:lnTo>
                    <a:pt x="182568" y="333622"/>
                  </a:lnTo>
                  <a:lnTo>
                    <a:pt x="187847" y="333049"/>
                  </a:lnTo>
                  <a:lnTo>
                    <a:pt x="193104" y="332308"/>
                  </a:lnTo>
                  <a:lnTo>
                    <a:pt x="198336" y="331401"/>
                  </a:lnTo>
                  <a:lnTo>
                    <a:pt x="203536" y="330328"/>
                  </a:lnTo>
                  <a:lnTo>
                    <a:pt x="208699" y="329090"/>
                  </a:lnTo>
                  <a:lnTo>
                    <a:pt x="213821" y="327689"/>
                  </a:lnTo>
                  <a:lnTo>
                    <a:pt x="218895" y="326126"/>
                  </a:lnTo>
                  <a:lnTo>
                    <a:pt x="223917" y="324403"/>
                  </a:lnTo>
                  <a:lnTo>
                    <a:pt x="228882" y="322521"/>
                  </a:lnTo>
                  <a:lnTo>
                    <a:pt x="233784" y="320482"/>
                  </a:lnTo>
                  <a:lnTo>
                    <a:pt x="238620" y="318289"/>
                  </a:lnTo>
                  <a:lnTo>
                    <a:pt x="243383" y="315943"/>
                  </a:lnTo>
                  <a:lnTo>
                    <a:pt x="248069" y="313447"/>
                  </a:lnTo>
                  <a:lnTo>
                    <a:pt x="252674" y="310804"/>
                  </a:lnTo>
                  <a:lnTo>
                    <a:pt x="257193" y="308016"/>
                  </a:lnTo>
                  <a:lnTo>
                    <a:pt x="261620" y="305085"/>
                  </a:lnTo>
                  <a:lnTo>
                    <a:pt x="265953" y="302016"/>
                  </a:lnTo>
                  <a:lnTo>
                    <a:pt x="270185" y="298810"/>
                  </a:lnTo>
                  <a:lnTo>
                    <a:pt x="274314" y="295472"/>
                  </a:lnTo>
                  <a:lnTo>
                    <a:pt x="278335" y="292004"/>
                  </a:lnTo>
                  <a:lnTo>
                    <a:pt x="282243" y="288410"/>
                  </a:lnTo>
                  <a:lnTo>
                    <a:pt x="286035" y="284694"/>
                  </a:lnTo>
                  <a:lnTo>
                    <a:pt x="289708" y="280859"/>
                  </a:lnTo>
                  <a:lnTo>
                    <a:pt x="293257" y="276910"/>
                  </a:lnTo>
                  <a:lnTo>
                    <a:pt x="296678" y="272850"/>
                  </a:lnTo>
                  <a:lnTo>
                    <a:pt x="299969" y="268683"/>
                  </a:lnTo>
                  <a:lnTo>
                    <a:pt x="303126" y="264414"/>
                  </a:lnTo>
                  <a:lnTo>
                    <a:pt x="306146" y="260047"/>
                  </a:lnTo>
                  <a:lnTo>
                    <a:pt x="309026" y="255586"/>
                  </a:lnTo>
                  <a:lnTo>
                    <a:pt x="311762" y="251036"/>
                  </a:lnTo>
                  <a:lnTo>
                    <a:pt x="314353" y="246402"/>
                  </a:lnTo>
                  <a:lnTo>
                    <a:pt x="316795" y="241687"/>
                  </a:lnTo>
                  <a:lnTo>
                    <a:pt x="319086" y="236897"/>
                  </a:lnTo>
                  <a:lnTo>
                    <a:pt x="321224" y="232037"/>
                  </a:lnTo>
                  <a:lnTo>
                    <a:pt x="323206" y="227112"/>
                  </a:lnTo>
                  <a:lnTo>
                    <a:pt x="325031" y="222125"/>
                  </a:lnTo>
                  <a:lnTo>
                    <a:pt x="326697" y="217084"/>
                  </a:lnTo>
                  <a:lnTo>
                    <a:pt x="328202" y="211992"/>
                  </a:lnTo>
                  <a:lnTo>
                    <a:pt x="329544" y="206855"/>
                  </a:lnTo>
                  <a:lnTo>
                    <a:pt x="330722" y="201678"/>
                  </a:lnTo>
                  <a:lnTo>
                    <a:pt x="331736" y="196466"/>
                  </a:lnTo>
                  <a:lnTo>
                    <a:pt x="332583" y="191225"/>
                  </a:lnTo>
                  <a:lnTo>
                    <a:pt x="333264" y="185959"/>
                  </a:lnTo>
                  <a:lnTo>
                    <a:pt x="333777" y="180674"/>
                  </a:lnTo>
                  <a:lnTo>
                    <a:pt x="334122" y="175376"/>
                  </a:lnTo>
                  <a:lnTo>
                    <a:pt x="334298" y="170069"/>
                  </a:lnTo>
                  <a:lnTo>
                    <a:pt x="334306" y="164760"/>
                  </a:lnTo>
                  <a:lnTo>
                    <a:pt x="334145" y="159453"/>
                  </a:lnTo>
                  <a:lnTo>
                    <a:pt x="333816" y="154153"/>
                  </a:lnTo>
                  <a:lnTo>
                    <a:pt x="333319" y="148867"/>
                  </a:lnTo>
                  <a:lnTo>
                    <a:pt x="332654" y="143599"/>
                  </a:lnTo>
                  <a:lnTo>
                    <a:pt x="331822" y="138355"/>
                  </a:lnTo>
                  <a:lnTo>
                    <a:pt x="330824" y="133140"/>
                  </a:lnTo>
                  <a:lnTo>
                    <a:pt x="329661" y="127960"/>
                  </a:lnTo>
                  <a:lnTo>
                    <a:pt x="328334" y="122819"/>
                  </a:lnTo>
                  <a:lnTo>
                    <a:pt x="326844" y="117723"/>
                  </a:lnTo>
                  <a:lnTo>
                    <a:pt x="325193" y="112676"/>
                  </a:lnTo>
                  <a:lnTo>
                    <a:pt x="323383" y="107685"/>
                  </a:lnTo>
                  <a:lnTo>
                    <a:pt x="321415" y="102753"/>
                  </a:lnTo>
                  <a:lnTo>
                    <a:pt x="319292" y="97887"/>
                  </a:lnTo>
                  <a:lnTo>
                    <a:pt x="317015" y="93090"/>
                  </a:lnTo>
                  <a:lnTo>
                    <a:pt x="314587" y="88368"/>
                  </a:lnTo>
                  <a:lnTo>
                    <a:pt x="312010" y="83726"/>
                  </a:lnTo>
                  <a:lnTo>
                    <a:pt x="309287" y="79168"/>
                  </a:lnTo>
                  <a:lnTo>
                    <a:pt x="306420" y="74699"/>
                  </a:lnTo>
                  <a:lnTo>
                    <a:pt x="303414" y="70323"/>
                  </a:lnTo>
                  <a:lnTo>
                    <a:pt x="300269" y="66044"/>
                  </a:lnTo>
                  <a:lnTo>
                    <a:pt x="296991" y="61868"/>
                  </a:lnTo>
                  <a:lnTo>
                    <a:pt x="293581" y="57798"/>
                  </a:lnTo>
                  <a:lnTo>
                    <a:pt x="290044" y="53838"/>
                  </a:lnTo>
                  <a:lnTo>
                    <a:pt x="286383" y="49992"/>
                  </a:lnTo>
                  <a:lnTo>
                    <a:pt x="282602" y="46265"/>
                  </a:lnTo>
                  <a:lnTo>
                    <a:pt x="278704" y="42660"/>
                  </a:lnTo>
                  <a:lnTo>
                    <a:pt x="274693" y="39180"/>
                  </a:lnTo>
                  <a:lnTo>
                    <a:pt x="270575" y="35829"/>
                  </a:lnTo>
                  <a:lnTo>
                    <a:pt x="266351" y="32611"/>
                  </a:lnTo>
                  <a:lnTo>
                    <a:pt x="262028" y="29529"/>
                  </a:lnTo>
                  <a:lnTo>
                    <a:pt x="257609" y="26585"/>
                  </a:lnTo>
                  <a:lnTo>
                    <a:pt x="253099" y="23784"/>
                  </a:lnTo>
                  <a:lnTo>
                    <a:pt x="248502" y="21127"/>
                  </a:lnTo>
                  <a:lnTo>
                    <a:pt x="243823" y="18617"/>
                  </a:lnTo>
                  <a:lnTo>
                    <a:pt x="239067" y="16257"/>
                  </a:lnTo>
                  <a:lnTo>
                    <a:pt x="234238" y="14050"/>
                  </a:lnTo>
                  <a:lnTo>
                    <a:pt x="229342" y="11996"/>
                  </a:lnTo>
                  <a:lnTo>
                    <a:pt x="224382" y="10100"/>
                  </a:lnTo>
                  <a:lnTo>
                    <a:pt x="219365" y="8362"/>
                  </a:lnTo>
                  <a:lnTo>
                    <a:pt x="214296" y="6784"/>
                  </a:lnTo>
                  <a:lnTo>
                    <a:pt x="209178" y="5367"/>
                  </a:lnTo>
                  <a:lnTo>
                    <a:pt x="204019" y="4115"/>
                  </a:lnTo>
                  <a:lnTo>
                    <a:pt x="198822" y="3026"/>
                  </a:lnTo>
                  <a:lnTo>
                    <a:pt x="193593" y="2103"/>
                  </a:lnTo>
                  <a:lnTo>
                    <a:pt x="188338" y="1347"/>
                  </a:lnTo>
                  <a:lnTo>
                    <a:pt x="183061" y="758"/>
                  </a:lnTo>
                  <a:lnTo>
                    <a:pt x="177768" y="337"/>
                  </a:lnTo>
                  <a:lnTo>
                    <a:pt x="172465" y="84"/>
                  </a:lnTo>
                  <a:lnTo>
                    <a:pt x="167156" y="0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479985" y="5399291"/>
              <a:ext cx="6230" cy="167167"/>
            </a:xfrm>
            <a:custGeom>
              <a:avLst/>
              <a:pathLst>
                <a:path w="6230" h="167167">
                  <a:moveTo>
                    <a:pt x="6230" y="0"/>
                  </a:moveTo>
                  <a:lnTo>
                    <a:pt x="0" y="116"/>
                  </a:lnTo>
                  <a:lnTo>
                    <a:pt x="623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479985" y="5399407"/>
              <a:ext cx="6230" cy="167051"/>
            </a:xfrm>
            <a:custGeom>
              <a:avLst/>
              <a:pathLst>
                <a:path w="6230" h="167051">
                  <a:moveTo>
                    <a:pt x="0" y="0"/>
                  </a:moveTo>
                  <a:lnTo>
                    <a:pt x="6230" y="1670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479985" y="5399407"/>
              <a:ext cx="6230" cy="167051"/>
            </a:xfrm>
            <a:custGeom>
              <a:avLst/>
              <a:pathLst>
                <a:path w="6230" h="167051">
                  <a:moveTo>
                    <a:pt x="0" y="0"/>
                  </a:moveTo>
                  <a:lnTo>
                    <a:pt x="6230" y="1670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479985" y="5399407"/>
              <a:ext cx="6230" cy="167051"/>
            </a:xfrm>
            <a:custGeom>
              <a:avLst/>
              <a:pathLst>
                <a:path w="6230" h="167051">
                  <a:moveTo>
                    <a:pt x="0" y="0"/>
                  </a:moveTo>
                  <a:lnTo>
                    <a:pt x="6230" y="1670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479985" y="5399407"/>
              <a:ext cx="6230" cy="167051"/>
            </a:xfrm>
            <a:custGeom>
              <a:avLst/>
              <a:pathLst>
                <a:path w="6230" h="167051">
                  <a:moveTo>
                    <a:pt x="0" y="0"/>
                  </a:moveTo>
                  <a:lnTo>
                    <a:pt x="6230" y="1670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479985" y="5399407"/>
              <a:ext cx="6230" cy="167051"/>
            </a:xfrm>
            <a:custGeom>
              <a:avLst/>
              <a:pathLst>
                <a:path w="6230" h="167051">
                  <a:moveTo>
                    <a:pt x="0" y="0"/>
                  </a:moveTo>
                  <a:lnTo>
                    <a:pt x="6230" y="16705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479985" y="5399407"/>
              <a:ext cx="6230" cy="167051"/>
            </a:xfrm>
            <a:custGeom>
              <a:avLst/>
              <a:pathLst>
                <a:path w="6230" h="167051">
                  <a:moveTo>
                    <a:pt x="0" y="0"/>
                  </a:moveTo>
                  <a:lnTo>
                    <a:pt x="6230" y="16705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4319061" y="5399407"/>
              <a:ext cx="334303" cy="334218"/>
            </a:xfrm>
            <a:custGeom>
              <a:avLst/>
              <a:pathLst>
                <a:path w="334303" h="334218">
                  <a:moveTo>
                    <a:pt x="160923" y="0"/>
                  </a:moveTo>
                  <a:lnTo>
                    <a:pt x="155634" y="281"/>
                  </a:lnTo>
                  <a:lnTo>
                    <a:pt x="150356" y="730"/>
                  </a:lnTo>
                  <a:lnTo>
                    <a:pt x="145094" y="1345"/>
                  </a:lnTo>
                  <a:lnTo>
                    <a:pt x="139855" y="2127"/>
                  </a:lnTo>
                  <a:lnTo>
                    <a:pt x="134643" y="3075"/>
                  </a:lnTo>
                  <a:lnTo>
                    <a:pt x="129464" y="4188"/>
                  </a:lnTo>
                  <a:lnTo>
                    <a:pt x="124323" y="5463"/>
                  </a:lnTo>
                  <a:lnTo>
                    <a:pt x="119225" y="6902"/>
                  </a:lnTo>
                  <a:lnTo>
                    <a:pt x="114175" y="8501"/>
                  </a:lnTo>
                  <a:lnTo>
                    <a:pt x="109178" y="10259"/>
                  </a:lnTo>
                  <a:lnTo>
                    <a:pt x="104239" y="12174"/>
                  </a:lnTo>
                  <a:lnTo>
                    <a:pt x="99364" y="14246"/>
                  </a:lnTo>
                  <a:lnTo>
                    <a:pt x="94556" y="16470"/>
                  </a:lnTo>
                  <a:lnTo>
                    <a:pt x="89822" y="18846"/>
                  </a:lnTo>
                  <a:lnTo>
                    <a:pt x="85165" y="21371"/>
                  </a:lnTo>
                  <a:lnTo>
                    <a:pt x="80590" y="24042"/>
                  </a:lnTo>
                  <a:lnTo>
                    <a:pt x="76103" y="26856"/>
                  </a:lnTo>
                  <a:lnTo>
                    <a:pt x="71706" y="29811"/>
                  </a:lnTo>
                  <a:lnTo>
                    <a:pt x="67406" y="32904"/>
                  </a:lnTo>
                  <a:lnTo>
                    <a:pt x="63206" y="36132"/>
                  </a:lnTo>
                  <a:lnTo>
                    <a:pt x="59110" y="39491"/>
                  </a:lnTo>
                  <a:lnTo>
                    <a:pt x="55123" y="42979"/>
                  </a:lnTo>
                  <a:lnTo>
                    <a:pt x="51248" y="46591"/>
                  </a:lnTo>
                  <a:lnTo>
                    <a:pt x="47489" y="50323"/>
                  </a:lnTo>
                  <a:lnTo>
                    <a:pt x="43851" y="54173"/>
                  </a:lnTo>
                  <a:lnTo>
                    <a:pt x="40336" y="58137"/>
                  </a:lnTo>
                  <a:lnTo>
                    <a:pt x="36949" y="62210"/>
                  </a:lnTo>
                  <a:lnTo>
                    <a:pt x="33693" y="66388"/>
                  </a:lnTo>
                  <a:lnTo>
                    <a:pt x="30570" y="70667"/>
                  </a:lnTo>
                  <a:lnTo>
                    <a:pt x="27585" y="75043"/>
                  </a:lnTo>
                  <a:lnTo>
                    <a:pt x="24740" y="79511"/>
                  </a:lnTo>
                  <a:lnTo>
                    <a:pt x="22038" y="84067"/>
                  </a:lnTo>
                  <a:lnTo>
                    <a:pt x="19482" y="88707"/>
                  </a:lnTo>
                  <a:lnTo>
                    <a:pt x="17073" y="93425"/>
                  </a:lnTo>
                  <a:lnTo>
                    <a:pt x="14816" y="98217"/>
                  </a:lnTo>
                  <a:lnTo>
                    <a:pt x="12712" y="103078"/>
                  </a:lnTo>
                  <a:lnTo>
                    <a:pt x="10762" y="108004"/>
                  </a:lnTo>
                  <a:lnTo>
                    <a:pt x="8970" y="112989"/>
                  </a:lnTo>
                  <a:lnTo>
                    <a:pt x="7336" y="118028"/>
                  </a:lnTo>
                  <a:lnTo>
                    <a:pt x="5863" y="123116"/>
                  </a:lnTo>
                  <a:lnTo>
                    <a:pt x="4552" y="128248"/>
                  </a:lnTo>
                  <a:lnTo>
                    <a:pt x="3405" y="133420"/>
                  </a:lnTo>
                  <a:lnTo>
                    <a:pt x="2421" y="138625"/>
                  </a:lnTo>
                  <a:lnTo>
                    <a:pt x="1603" y="143858"/>
                  </a:lnTo>
                  <a:lnTo>
                    <a:pt x="952" y="149115"/>
                  </a:lnTo>
                  <a:lnTo>
                    <a:pt x="467" y="154390"/>
                  </a:lnTo>
                  <a:lnTo>
                    <a:pt x="149" y="159678"/>
                  </a:lnTo>
                  <a:lnTo>
                    <a:pt x="0" y="164973"/>
                  </a:lnTo>
                  <a:lnTo>
                    <a:pt x="18" y="170270"/>
                  </a:lnTo>
                  <a:lnTo>
                    <a:pt x="204" y="175564"/>
                  </a:lnTo>
                  <a:lnTo>
                    <a:pt x="557" y="180850"/>
                  </a:lnTo>
                  <a:lnTo>
                    <a:pt x="1078" y="186121"/>
                  </a:lnTo>
                  <a:lnTo>
                    <a:pt x="1766" y="191373"/>
                  </a:lnTo>
                  <a:lnTo>
                    <a:pt x="2619" y="196601"/>
                  </a:lnTo>
                  <a:lnTo>
                    <a:pt x="3638" y="201800"/>
                  </a:lnTo>
                  <a:lnTo>
                    <a:pt x="4821" y="206963"/>
                  </a:lnTo>
                  <a:lnTo>
                    <a:pt x="6167" y="212086"/>
                  </a:lnTo>
                  <a:lnTo>
                    <a:pt x="7675" y="217165"/>
                  </a:lnTo>
                  <a:lnTo>
                    <a:pt x="9343" y="222192"/>
                  </a:lnTo>
                  <a:lnTo>
                    <a:pt x="11169" y="227165"/>
                  </a:lnTo>
                  <a:lnTo>
                    <a:pt x="13152" y="232077"/>
                  </a:lnTo>
                  <a:lnTo>
                    <a:pt x="15290" y="236923"/>
                  </a:lnTo>
                  <a:lnTo>
                    <a:pt x="17580" y="241700"/>
                  </a:lnTo>
                  <a:lnTo>
                    <a:pt x="20020" y="246402"/>
                  </a:lnTo>
                  <a:lnTo>
                    <a:pt x="22608" y="251024"/>
                  </a:lnTo>
                  <a:lnTo>
                    <a:pt x="25341" y="255561"/>
                  </a:lnTo>
                  <a:lnTo>
                    <a:pt x="28217" y="260010"/>
                  </a:lnTo>
                  <a:lnTo>
                    <a:pt x="31232" y="264365"/>
                  </a:lnTo>
                  <a:lnTo>
                    <a:pt x="34384" y="268623"/>
                  </a:lnTo>
                  <a:lnTo>
                    <a:pt x="37668" y="272779"/>
                  </a:lnTo>
                  <a:lnTo>
                    <a:pt x="41083" y="276828"/>
                  </a:lnTo>
                  <a:lnTo>
                    <a:pt x="44625" y="280768"/>
                  </a:lnTo>
                  <a:lnTo>
                    <a:pt x="48289" y="284593"/>
                  </a:lnTo>
                  <a:lnTo>
                    <a:pt x="52073" y="288300"/>
                  </a:lnTo>
                  <a:lnTo>
                    <a:pt x="55973" y="291885"/>
                  </a:lnTo>
                  <a:lnTo>
                    <a:pt x="59984" y="295345"/>
                  </a:lnTo>
                  <a:lnTo>
                    <a:pt x="64102" y="298676"/>
                  </a:lnTo>
                  <a:lnTo>
                    <a:pt x="68325" y="301875"/>
                  </a:lnTo>
                  <a:lnTo>
                    <a:pt x="72646" y="304939"/>
                  </a:lnTo>
                  <a:lnTo>
                    <a:pt x="77062" y="307864"/>
                  </a:lnTo>
                  <a:lnTo>
                    <a:pt x="81569" y="310648"/>
                  </a:lnTo>
                  <a:lnTo>
                    <a:pt x="86162" y="313288"/>
                  </a:lnTo>
                  <a:lnTo>
                    <a:pt x="90836" y="315780"/>
                  </a:lnTo>
                  <a:lnTo>
                    <a:pt x="95586" y="318124"/>
                  </a:lnTo>
                  <a:lnTo>
                    <a:pt x="100409" y="320315"/>
                  </a:lnTo>
                  <a:lnTo>
                    <a:pt x="105298" y="322353"/>
                  </a:lnTo>
                  <a:lnTo>
                    <a:pt x="110250" y="324235"/>
                  </a:lnTo>
                  <a:lnTo>
                    <a:pt x="115259" y="325959"/>
                  </a:lnTo>
                  <a:lnTo>
                    <a:pt x="120320" y="327524"/>
                  </a:lnTo>
                  <a:lnTo>
                    <a:pt x="125428" y="328927"/>
                  </a:lnTo>
                  <a:lnTo>
                    <a:pt x="130578" y="330168"/>
                  </a:lnTo>
                  <a:lnTo>
                    <a:pt x="135764" y="331245"/>
                  </a:lnTo>
                  <a:lnTo>
                    <a:pt x="140982" y="332157"/>
                  </a:lnTo>
                  <a:lnTo>
                    <a:pt x="146227" y="332903"/>
                  </a:lnTo>
                  <a:lnTo>
                    <a:pt x="151492" y="333483"/>
                  </a:lnTo>
                  <a:lnTo>
                    <a:pt x="156773" y="333896"/>
                  </a:lnTo>
                  <a:lnTo>
                    <a:pt x="162065" y="334141"/>
                  </a:lnTo>
                  <a:lnTo>
                    <a:pt x="167361" y="334218"/>
                  </a:lnTo>
                  <a:lnTo>
                    <a:pt x="172658" y="334128"/>
                  </a:lnTo>
                  <a:lnTo>
                    <a:pt x="177949" y="333869"/>
                  </a:lnTo>
                  <a:lnTo>
                    <a:pt x="183229" y="333444"/>
                  </a:lnTo>
                  <a:lnTo>
                    <a:pt x="188493" y="332851"/>
                  </a:lnTo>
                  <a:lnTo>
                    <a:pt x="193735" y="332091"/>
                  </a:lnTo>
                  <a:lnTo>
                    <a:pt x="198951" y="331166"/>
                  </a:lnTo>
                  <a:lnTo>
                    <a:pt x="204135" y="330077"/>
                  </a:lnTo>
                  <a:lnTo>
                    <a:pt x="209281" y="328823"/>
                  </a:lnTo>
                  <a:lnTo>
                    <a:pt x="214386" y="327407"/>
                  </a:lnTo>
                  <a:lnTo>
                    <a:pt x="219443" y="325830"/>
                  </a:lnTo>
                  <a:lnTo>
                    <a:pt x="224447" y="324094"/>
                  </a:lnTo>
                  <a:lnTo>
                    <a:pt x="229394" y="322199"/>
                  </a:lnTo>
                  <a:lnTo>
                    <a:pt x="234279" y="320149"/>
                  </a:lnTo>
                  <a:lnTo>
                    <a:pt x="239096" y="317946"/>
                  </a:lnTo>
                  <a:lnTo>
                    <a:pt x="243841" y="315591"/>
                  </a:lnTo>
                  <a:lnTo>
                    <a:pt x="248509" y="313086"/>
                  </a:lnTo>
                  <a:lnTo>
                    <a:pt x="253095" y="310435"/>
                  </a:lnTo>
                  <a:lnTo>
                    <a:pt x="257595" y="307640"/>
                  </a:lnTo>
                  <a:lnTo>
                    <a:pt x="262004" y="304704"/>
                  </a:lnTo>
                  <a:lnTo>
                    <a:pt x="266317" y="301630"/>
                  </a:lnTo>
                  <a:lnTo>
                    <a:pt x="270532" y="298421"/>
                  </a:lnTo>
                  <a:lnTo>
                    <a:pt x="274642" y="295079"/>
                  </a:lnTo>
                  <a:lnTo>
                    <a:pt x="278645" y="291609"/>
                  </a:lnTo>
                  <a:lnTo>
                    <a:pt x="282535" y="288014"/>
                  </a:lnTo>
                  <a:lnTo>
                    <a:pt x="286310" y="284298"/>
                  </a:lnTo>
                  <a:lnTo>
                    <a:pt x="289965" y="280464"/>
                  </a:lnTo>
                  <a:lnTo>
                    <a:pt x="293497" y="276516"/>
                  </a:lnTo>
                  <a:lnTo>
                    <a:pt x="296901" y="272458"/>
                  </a:lnTo>
                  <a:lnTo>
                    <a:pt x="300176" y="268294"/>
                  </a:lnTo>
                  <a:lnTo>
                    <a:pt x="303317" y="264028"/>
                  </a:lnTo>
                  <a:lnTo>
                    <a:pt x="306321" y="259665"/>
                  </a:lnTo>
                  <a:lnTo>
                    <a:pt x="309186" y="255209"/>
                  </a:lnTo>
                  <a:lnTo>
                    <a:pt x="311908" y="250665"/>
                  </a:lnTo>
                  <a:lnTo>
                    <a:pt x="314484" y="246037"/>
                  </a:lnTo>
                  <a:lnTo>
                    <a:pt x="316913" y="241329"/>
                  </a:lnTo>
                  <a:lnTo>
                    <a:pt x="319191" y="236547"/>
                  </a:lnTo>
                  <a:lnTo>
                    <a:pt x="321317" y="231695"/>
                  </a:lnTo>
                  <a:lnTo>
                    <a:pt x="323287" y="226778"/>
                  </a:lnTo>
                  <a:lnTo>
                    <a:pt x="325101" y="221801"/>
                  </a:lnTo>
                  <a:lnTo>
                    <a:pt x="326757" y="216769"/>
                  </a:lnTo>
                  <a:lnTo>
                    <a:pt x="328252" y="211687"/>
                  </a:lnTo>
                  <a:lnTo>
                    <a:pt x="329585" y="206561"/>
                  </a:lnTo>
                  <a:lnTo>
                    <a:pt x="330756" y="201394"/>
                  </a:lnTo>
                  <a:lnTo>
                    <a:pt x="331762" y="196193"/>
                  </a:lnTo>
                  <a:lnTo>
                    <a:pt x="332602" y="190963"/>
                  </a:lnTo>
                  <a:lnTo>
                    <a:pt x="333277" y="185709"/>
                  </a:lnTo>
                  <a:lnTo>
                    <a:pt x="333785" y="180437"/>
                  </a:lnTo>
                  <a:lnTo>
                    <a:pt x="334125" y="175150"/>
                  </a:lnTo>
                  <a:lnTo>
                    <a:pt x="334298" y="169856"/>
                  </a:lnTo>
                  <a:lnTo>
                    <a:pt x="334303" y="164559"/>
                  </a:lnTo>
                  <a:lnTo>
                    <a:pt x="334140" y="159264"/>
                  </a:lnTo>
                  <a:lnTo>
                    <a:pt x="333809" y="153977"/>
                  </a:lnTo>
                  <a:lnTo>
                    <a:pt x="333312" y="148703"/>
                  </a:lnTo>
                  <a:lnTo>
                    <a:pt x="332647" y="143448"/>
                  </a:lnTo>
                  <a:lnTo>
                    <a:pt x="331816" y="138216"/>
                  </a:lnTo>
                  <a:lnTo>
                    <a:pt x="330820" y="133014"/>
                  </a:lnTo>
                  <a:lnTo>
                    <a:pt x="329659" y="127845"/>
                  </a:lnTo>
                  <a:lnTo>
                    <a:pt x="328335" y="122716"/>
                  </a:lnTo>
                  <a:lnTo>
                    <a:pt x="326850" y="117632"/>
                  </a:lnTo>
                  <a:lnTo>
                    <a:pt x="325204" y="112597"/>
                  </a:lnTo>
                  <a:lnTo>
                    <a:pt x="323399" y="107616"/>
                  </a:lnTo>
                  <a:lnTo>
                    <a:pt x="321437" y="102696"/>
                  </a:lnTo>
                  <a:lnTo>
                    <a:pt x="319321" y="97840"/>
                  </a:lnTo>
                  <a:lnTo>
                    <a:pt x="317052" y="93053"/>
                  </a:lnTo>
                  <a:lnTo>
                    <a:pt x="314632" y="88341"/>
                  </a:lnTo>
                  <a:lnTo>
                    <a:pt x="312064" y="83708"/>
                  </a:lnTo>
                  <a:lnTo>
                    <a:pt x="309351" y="79158"/>
                  </a:lnTo>
                  <a:lnTo>
                    <a:pt x="306494" y="74697"/>
                  </a:lnTo>
                  <a:lnTo>
                    <a:pt x="303498" y="70329"/>
                  </a:lnTo>
                  <a:lnTo>
                    <a:pt x="300365" y="66057"/>
                  </a:lnTo>
                  <a:lnTo>
                    <a:pt x="297099" y="61887"/>
                  </a:lnTo>
                  <a:lnTo>
                    <a:pt x="293701" y="57823"/>
                  </a:lnTo>
                  <a:lnTo>
                    <a:pt x="290177" y="53868"/>
                  </a:lnTo>
                  <a:lnTo>
                    <a:pt x="286529" y="50027"/>
                  </a:lnTo>
                  <a:lnTo>
                    <a:pt x="282761" y="46304"/>
                  </a:lnTo>
                  <a:lnTo>
                    <a:pt x="278878" y="42701"/>
                  </a:lnTo>
                  <a:lnTo>
                    <a:pt x="274882" y="39224"/>
                  </a:lnTo>
                  <a:lnTo>
                    <a:pt x="270777" y="35875"/>
                  </a:lnTo>
                  <a:lnTo>
                    <a:pt x="266569" y="32657"/>
                  </a:lnTo>
                  <a:lnTo>
                    <a:pt x="262261" y="29575"/>
                  </a:lnTo>
                  <a:lnTo>
                    <a:pt x="257858" y="26631"/>
                  </a:lnTo>
                  <a:lnTo>
                    <a:pt x="253363" y="23827"/>
                  </a:lnTo>
                  <a:lnTo>
                    <a:pt x="248782" y="21168"/>
                  </a:lnTo>
                  <a:lnTo>
                    <a:pt x="244119" y="18655"/>
                  </a:lnTo>
                  <a:lnTo>
                    <a:pt x="239378" y="16291"/>
                  </a:lnTo>
                  <a:lnTo>
                    <a:pt x="234565" y="14078"/>
                  </a:lnTo>
                  <a:lnTo>
                    <a:pt x="229685" y="12019"/>
                  </a:lnTo>
                  <a:lnTo>
                    <a:pt x="224741" y="10116"/>
                  </a:lnTo>
                  <a:lnTo>
                    <a:pt x="219740" y="8370"/>
                  </a:lnTo>
                  <a:lnTo>
                    <a:pt x="214686" y="6783"/>
                  </a:lnTo>
                  <a:lnTo>
                    <a:pt x="209584" y="5358"/>
                  </a:lnTo>
                  <a:lnTo>
                    <a:pt x="204440" y="4095"/>
                  </a:lnTo>
                  <a:lnTo>
                    <a:pt x="167154" y="1670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4486215" y="5399291"/>
              <a:ext cx="37285" cy="167167"/>
            </a:xfrm>
            <a:custGeom>
              <a:avLst/>
              <a:pathLst>
                <a:path w="37285" h="167167">
                  <a:moveTo>
                    <a:pt x="37285" y="4211"/>
                  </a:moveTo>
                  <a:lnTo>
                    <a:pt x="31151" y="2928"/>
                  </a:lnTo>
                  <a:lnTo>
                    <a:pt x="24974" y="1876"/>
                  </a:lnTo>
                  <a:lnTo>
                    <a:pt x="18761" y="1056"/>
                  </a:lnTo>
                  <a:lnTo>
                    <a:pt x="12522" y="469"/>
                  </a:lnTo>
                  <a:lnTo>
                    <a:pt x="6265" y="11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958991" y="5399291"/>
              <a:ext cx="64553" cy="167167"/>
            </a:xfrm>
            <a:custGeom>
              <a:avLst/>
              <a:pathLst>
                <a:path w="64553" h="167167">
                  <a:moveTo>
                    <a:pt x="64553" y="0"/>
                  </a:moveTo>
                  <a:lnTo>
                    <a:pt x="58529" y="108"/>
                  </a:lnTo>
                  <a:lnTo>
                    <a:pt x="52513" y="434"/>
                  </a:lnTo>
                  <a:lnTo>
                    <a:pt x="46513" y="976"/>
                  </a:lnTo>
                  <a:lnTo>
                    <a:pt x="40536" y="1734"/>
                  </a:lnTo>
                  <a:lnTo>
                    <a:pt x="34590" y="2707"/>
                  </a:lnTo>
                  <a:lnTo>
                    <a:pt x="28683" y="3893"/>
                  </a:lnTo>
                  <a:lnTo>
                    <a:pt x="22823" y="5292"/>
                  </a:lnTo>
                  <a:lnTo>
                    <a:pt x="17017" y="6900"/>
                  </a:lnTo>
                  <a:lnTo>
                    <a:pt x="11273" y="8717"/>
                  </a:lnTo>
                  <a:lnTo>
                    <a:pt x="5598" y="10740"/>
                  </a:lnTo>
                  <a:lnTo>
                    <a:pt x="0" y="12966"/>
                  </a:lnTo>
                  <a:lnTo>
                    <a:pt x="6455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958991" y="5412258"/>
              <a:ext cx="64553" cy="154200"/>
            </a:xfrm>
            <a:custGeom>
              <a:avLst/>
              <a:pathLst>
                <a:path w="64553" h="154200">
                  <a:moveTo>
                    <a:pt x="0" y="0"/>
                  </a:moveTo>
                  <a:lnTo>
                    <a:pt x="64553" y="1542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958991" y="5412258"/>
              <a:ext cx="64553" cy="154200"/>
            </a:xfrm>
            <a:custGeom>
              <a:avLst/>
              <a:pathLst>
                <a:path w="64553" h="154200">
                  <a:moveTo>
                    <a:pt x="0" y="0"/>
                  </a:moveTo>
                  <a:lnTo>
                    <a:pt x="64553" y="1542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958991" y="5412258"/>
              <a:ext cx="64553" cy="154200"/>
            </a:xfrm>
            <a:custGeom>
              <a:avLst/>
              <a:pathLst>
                <a:path w="64553" h="154200">
                  <a:moveTo>
                    <a:pt x="0" y="0"/>
                  </a:moveTo>
                  <a:lnTo>
                    <a:pt x="64553" y="1542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958991" y="5412258"/>
              <a:ext cx="64553" cy="154200"/>
            </a:xfrm>
            <a:custGeom>
              <a:avLst/>
              <a:pathLst>
                <a:path w="64553" h="154200">
                  <a:moveTo>
                    <a:pt x="0" y="0"/>
                  </a:moveTo>
                  <a:lnTo>
                    <a:pt x="64553" y="15420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958991" y="5412258"/>
              <a:ext cx="64553" cy="154200"/>
            </a:xfrm>
            <a:custGeom>
              <a:avLst/>
              <a:pathLst>
                <a:path w="64553" h="154200">
                  <a:moveTo>
                    <a:pt x="0" y="0"/>
                  </a:moveTo>
                  <a:lnTo>
                    <a:pt x="64553" y="15420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856382" y="5412258"/>
              <a:ext cx="167162" cy="278045"/>
            </a:xfrm>
            <a:custGeom>
              <a:avLst/>
              <a:pathLst>
                <a:path w="167162" h="278045">
                  <a:moveTo>
                    <a:pt x="102609" y="0"/>
                  </a:moveTo>
                  <a:lnTo>
                    <a:pt x="97648" y="2171"/>
                  </a:lnTo>
                  <a:lnTo>
                    <a:pt x="92759" y="4503"/>
                  </a:lnTo>
                  <a:lnTo>
                    <a:pt x="87949" y="6992"/>
                  </a:lnTo>
                  <a:lnTo>
                    <a:pt x="83223" y="9635"/>
                  </a:lnTo>
                  <a:lnTo>
                    <a:pt x="78584" y="12429"/>
                  </a:lnTo>
                  <a:lnTo>
                    <a:pt x="74038" y="15373"/>
                  </a:lnTo>
                  <a:lnTo>
                    <a:pt x="69590" y="18462"/>
                  </a:lnTo>
                  <a:lnTo>
                    <a:pt x="65244" y="21694"/>
                  </a:lnTo>
                  <a:lnTo>
                    <a:pt x="61006" y="25065"/>
                  </a:lnTo>
                  <a:lnTo>
                    <a:pt x="56879" y="28571"/>
                  </a:lnTo>
                  <a:lnTo>
                    <a:pt x="52867" y="32210"/>
                  </a:lnTo>
                  <a:lnTo>
                    <a:pt x="48975" y="35976"/>
                  </a:lnTo>
                  <a:lnTo>
                    <a:pt x="45208" y="39866"/>
                  </a:lnTo>
                  <a:lnTo>
                    <a:pt x="41568" y="43877"/>
                  </a:lnTo>
                  <a:lnTo>
                    <a:pt x="38061" y="48003"/>
                  </a:lnTo>
                  <a:lnTo>
                    <a:pt x="34689" y="52240"/>
                  </a:lnTo>
                  <a:lnTo>
                    <a:pt x="31455" y="56585"/>
                  </a:lnTo>
                  <a:lnTo>
                    <a:pt x="28365" y="61032"/>
                  </a:lnTo>
                  <a:lnTo>
                    <a:pt x="25419" y="65577"/>
                  </a:lnTo>
                  <a:lnTo>
                    <a:pt x="22623" y="70214"/>
                  </a:lnTo>
                  <a:lnTo>
                    <a:pt x="19979" y="74940"/>
                  </a:lnTo>
                  <a:lnTo>
                    <a:pt x="17488" y="79750"/>
                  </a:lnTo>
                  <a:lnTo>
                    <a:pt x="15155" y="84637"/>
                  </a:lnTo>
                  <a:lnTo>
                    <a:pt x="12982" y="89597"/>
                  </a:lnTo>
                  <a:lnTo>
                    <a:pt x="10970" y="94625"/>
                  </a:lnTo>
                  <a:lnTo>
                    <a:pt x="9122" y="99716"/>
                  </a:lnTo>
                  <a:lnTo>
                    <a:pt x="7440" y="104864"/>
                  </a:lnTo>
                  <a:lnTo>
                    <a:pt x="5926" y="110063"/>
                  </a:lnTo>
                  <a:lnTo>
                    <a:pt x="4581" y="115309"/>
                  </a:lnTo>
                  <a:lnTo>
                    <a:pt x="3407" y="120596"/>
                  </a:lnTo>
                  <a:lnTo>
                    <a:pt x="2404" y="125918"/>
                  </a:lnTo>
                  <a:lnTo>
                    <a:pt x="1574" y="131270"/>
                  </a:lnTo>
                  <a:lnTo>
                    <a:pt x="918" y="136645"/>
                  </a:lnTo>
                  <a:lnTo>
                    <a:pt x="437" y="142040"/>
                  </a:lnTo>
                  <a:lnTo>
                    <a:pt x="131" y="147447"/>
                  </a:lnTo>
                  <a:lnTo>
                    <a:pt x="0" y="152861"/>
                  </a:lnTo>
                  <a:lnTo>
                    <a:pt x="44" y="158276"/>
                  </a:lnTo>
                  <a:lnTo>
                    <a:pt x="264" y="163687"/>
                  </a:lnTo>
                  <a:lnTo>
                    <a:pt x="658" y="169088"/>
                  </a:lnTo>
                  <a:lnTo>
                    <a:pt x="1228" y="174474"/>
                  </a:lnTo>
                  <a:lnTo>
                    <a:pt x="1972" y="179838"/>
                  </a:lnTo>
                  <a:lnTo>
                    <a:pt x="2889" y="185176"/>
                  </a:lnTo>
                  <a:lnTo>
                    <a:pt x="3979" y="190481"/>
                  </a:lnTo>
                  <a:lnTo>
                    <a:pt x="5239" y="195747"/>
                  </a:lnTo>
                  <a:lnTo>
                    <a:pt x="6670" y="200971"/>
                  </a:lnTo>
                  <a:lnTo>
                    <a:pt x="8269" y="206145"/>
                  </a:lnTo>
                  <a:lnTo>
                    <a:pt x="10035" y="211264"/>
                  </a:lnTo>
                  <a:lnTo>
                    <a:pt x="11966" y="216324"/>
                  </a:lnTo>
                  <a:lnTo>
                    <a:pt x="14060" y="221318"/>
                  </a:lnTo>
                  <a:lnTo>
                    <a:pt x="16314" y="226243"/>
                  </a:lnTo>
                  <a:lnTo>
                    <a:pt x="18727" y="231091"/>
                  </a:lnTo>
                  <a:lnTo>
                    <a:pt x="21296" y="235859"/>
                  </a:lnTo>
                  <a:lnTo>
                    <a:pt x="24017" y="240541"/>
                  </a:lnTo>
                  <a:lnTo>
                    <a:pt x="26889" y="245132"/>
                  </a:lnTo>
                  <a:lnTo>
                    <a:pt x="29908" y="249628"/>
                  </a:lnTo>
                  <a:lnTo>
                    <a:pt x="33071" y="254024"/>
                  </a:lnTo>
                  <a:lnTo>
                    <a:pt x="36375" y="258315"/>
                  </a:lnTo>
                  <a:lnTo>
                    <a:pt x="39817" y="262497"/>
                  </a:lnTo>
                  <a:lnTo>
                    <a:pt x="43391" y="266565"/>
                  </a:lnTo>
                  <a:lnTo>
                    <a:pt x="47096" y="270515"/>
                  </a:lnTo>
                  <a:lnTo>
                    <a:pt x="50927" y="274343"/>
                  </a:lnTo>
                  <a:lnTo>
                    <a:pt x="54879" y="278045"/>
                  </a:lnTo>
                  <a:lnTo>
                    <a:pt x="167162" y="1542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911261" y="5399291"/>
              <a:ext cx="279435" cy="334332"/>
            </a:xfrm>
            <a:custGeom>
              <a:avLst/>
              <a:pathLst>
                <a:path w="279435" h="334332">
                  <a:moveTo>
                    <a:pt x="0" y="291012"/>
                  </a:moveTo>
                  <a:lnTo>
                    <a:pt x="3992" y="294518"/>
                  </a:lnTo>
                  <a:lnTo>
                    <a:pt x="8094" y="297896"/>
                  </a:lnTo>
                  <a:lnTo>
                    <a:pt x="12302" y="301141"/>
                  </a:lnTo>
                  <a:lnTo>
                    <a:pt x="16610" y="304251"/>
                  </a:lnTo>
                  <a:lnTo>
                    <a:pt x="21016" y="307222"/>
                  </a:lnTo>
                  <a:lnTo>
                    <a:pt x="25513" y="310052"/>
                  </a:lnTo>
                  <a:lnTo>
                    <a:pt x="30098" y="312737"/>
                  </a:lnTo>
                  <a:lnTo>
                    <a:pt x="34766" y="315276"/>
                  </a:lnTo>
                  <a:lnTo>
                    <a:pt x="39512" y="317665"/>
                  </a:lnTo>
                  <a:lnTo>
                    <a:pt x="44332" y="319901"/>
                  </a:lnTo>
                  <a:lnTo>
                    <a:pt x="49221" y="321984"/>
                  </a:lnTo>
                  <a:lnTo>
                    <a:pt x="54173" y="323910"/>
                  </a:lnTo>
                  <a:lnTo>
                    <a:pt x="59184" y="325677"/>
                  </a:lnTo>
                  <a:lnTo>
                    <a:pt x="64249" y="327285"/>
                  </a:lnTo>
                  <a:lnTo>
                    <a:pt x="69362" y="328731"/>
                  </a:lnTo>
                  <a:lnTo>
                    <a:pt x="74518" y="330013"/>
                  </a:lnTo>
                  <a:lnTo>
                    <a:pt x="79713" y="331131"/>
                  </a:lnTo>
                  <a:lnTo>
                    <a:pt x="84940" y="332083"/>
                  </a:lnTo>
                  <a:lnTo>
                    <a:pt x="90196" y="332869"/>
                  </a:lnTo>
                  <a:lnTo>
                    <a:pt x="95473" y="333487"/>
                  </a:lnTo>
                  <a:lnTo>
                    <a:pt x="100768" y="333937"/>
                  </a:lnTo>
                  <a:lnTo>
                    <a:pt x="106074" y="334219"/>
                  </a:lnTo>
                  <a:lnTo>
                    <a:pt x="111386" y="334332"/>
                  </a:lnTo>
                  <a:lnTo>
                    <a:pt x="116699" y="334276"/>
                  </a:lnTo>
                  <a:lnTo>
                    <a:pt x="122008" y="334051"/>
                  </a:lnTo>
                  <a:lnTo>
                    <a:pt x="127307" y="333658"/>
                  </a:lnTo>
                  <a:lnTo>
                    <a:pt x="132591" y="333096"/>
                  </a:lnTo>
                  <a:lnTo>
                    <a:pt x="137854" y="332367"/>
                  </a:lnTo>
                  <a:lnTo>
                    <a:pt x="143092" y="331471"/>
                  </a:lnTo>
                  <a:lnTo>
                    <a:pt x="148298" y="330408"/>
                  </a:lnTo>
                  <a:lnTo>
                    <a:pt x="153468" y="329181"/>
                  </a:lnTo>
                  <a:lnTo>
                    <a:pt x="158596" y="327790"/>
                  </a:lnTo>
                  <a:lnTo>
                    <a:pt x="163678" y="326237"/>
                  </a:lnTo>
                  <a:lnTo>
                    <a:pt x="168708" y="324523"/>
                  </a:lnTo>
                  <a:lnTo>
                    <a:pt x="173680" y="322651"/>
                  </a:lnTo>
                  <a:lnTo>
                    <a:pt x="178591" y="320621"/>
                  </a:lnTo>
                  <a:lnTo>
                    <a:pt x="183434" y="318436"/>
                  </a:lnTo>
                  <a:lnTo>
                    <a:pt x="188206" y="316098"/>
                  </a:lnTo>
                  <a:lnTo>
                    <a:pt x="192901" y="313610"/>
                  </a:lnTo>
                  <a:lnTo>
                    <a:pt x="197515" y="310973"/>
                  </a:lnTo>
                  <a:lnTo>
                    <a:pt x="202042" y="308192"/>
                  </a:lnTo>
                  <a:lnTo>
                    <a:pt x="206479" y="305268"/>
                  </a:lnTo>
                  <a:lnTo>
                    <a:pt x="210820" y="302204"/>
                  </a:lnTo>
                  <a:lnTo>
                    <a:pt x="215062" y="299004"/>
                  </a:lnTo>
                  <a:lnTo>
                    <a:pt x="219200" y="295671"/>
                  </a:lnTo>
                  <a:lnTo>
                    <a:pt x="223230" y="292208"/>
                  </a:lnTo>
                  <a:lnTo>
                    <a:pt x="227148" y="288619"/>
                  </a:lnTo>
                  <a:lnTo>
                    <a:pt x="230950" y="284907"/>
                  </a:lnTo>
                  <a:lnTo>
                    <a:pt x="234632" y="281076"/>
                  </a:lnTo>
                  <a:lnTo>
                    <a:pt x="238191" y="277130"/>
                  </a:lnTo>
                  <a:lnTo>
                    <a:pt x="241622" y="273073"/>
                  </a:lnTo>
                  <a:lnTo>
                    <a:pt x="244923" y="268908"/>
                  </a:lnTo>
                  <a:lnTo>
                    <a:pt x="248089" y="264641"/>
                  </a:lnTo>
                  <a:lnTo>
                    <a:pt x="251119" y="260276"/>
                  </a:lnTo>
                  <a:lnTo>
                    <a:pt x="254008" y="255816"/>
                  </a:lnTo>
                  <a:lnTo>
                    <a:pt x="256753" y="251267"/>
                  </a:lnTo>
                  <a:lnTo>
                    <a:pt x="259353" y="246633"/>
                  </a:lnTo>
                  <a:lnTo>
                    <a:pt x="261805" y="241919"/>
                  </a:lnTo>
                  <a:lnTo>
                    <a:pt x="264105" y="237129"/>
                  </a:lnTo>
                  <a:lnTo>
                    <a:pt x="266252" y="232268"/>
                  </a:lnTo>
                  <a:lnTo>
                    <a:pt x="268243" y="227342"/>
                  </a:lnTo>
                  <a:lnTo>
                    <a:pt x="270077" y="222355"/>
                  </a:lnTo>
                  <a:lnTo>
                    <a:pt x="271751" y="217312"/>
                  </a:lnTo>
                  <a:lnTo>
                    <a:pt x="273264" y="212218"/>
                  </a:lnTo>
                  <a:lnTo>
                    <a:pt x="274615" y="207079"/>
                  </a:lnTo>
                  <a:lnTo>
                    <a:pt x="275801" y="201900"/>
                  </a:lnTo>
                  <a:lnTo>
                    <a:pt x="276822" y="196685"/>
                  </a:lnTo>
                  <a:lnTo>
                    <a:pt x="277677" y="191441"/>
                  </a:lnTo>
                  <a:lnTo>
                    <a:pt x="278365" y="186172"/>
                  </a:lnTo>
                  <a:lnTo>
                    <a:pt x="278885" y="180884"/>
                  </a:lnTo>
                  <a:lnTo>
                    <a:pt x="279237" y="175582"/>
                  </a:lnTo>
                  <a:lnTo>
                    <a:pt x="279420" y="170272"/>
                  </a:lnTo>
                  <a:lnTo>
                    <a:pt x="279435" y="164958"/>
                  </a:lnTo>
                  <a:lnTo>
                    <a:pt x="279280" y="159647"/>
                  </a:lnTo>
                  <a:lnTo>
                    <a:pt x="278957" y="154343"/>
                  </a:lnTo>
                  <a:lnTo>
                    <a:pt x="278465" y="149052"/>
                  </a:lnTo>
                  <a:lnTo>
                    <a:pt x="277805" y="143780"/>
                  </a:lnTo>
                  <a:lnTo>
                    <a:pt x="276978" y="138531"/>
                  </a:lnTo>
                  <a:lnTo>
                    <a:pt x="275985" y="133311"/>
                  </a:lnTo>
                  <a:lnTo>
                    <a:pt x="274826" y="128125"/>
                  </a:lnTo>
                  <a:lnTo>
                    <a:pt x="273503" y="122979"/>
                  </a:lnTo>
                  <a:lnTo>
                    <a:pt x="272017" y="117877"/>
                  </a:lnTo>
                  <a:lnTo>
                    <a:pt x="270370" y="112825"/>
                  </a:lnTo>
                  <a:lnTo>
                    <a:pt x="268563" y="107828"/>
                  </a:lnTo>
                  <a:lnTo>
                    <a:pt x="266598" y="102891"/>
                  </a:lnTo>
                  <a:lnTo>
                    <a:pt x="264478" y="98019"/>
                  </a:lnTo>
                  <a:lnTo>
                    <a:pt x="262203" y="93217"/>
                  </a:lnTo>
                  <a:lnTo>
                    <a:pt x="259777" y="88490"/>
                  </a:lnTo>
                  <a:lnTo>
                    <a:pt x="257202" y="83842"/>
                  </a:lnTo>
                  <a:lnTo>
                    <a:pt x="254481" y="79278"/>
                  </a:lnTo>
                  <a:lnTo>
                    <a:pt x="251615" y="74803"/>
                  </a:lnTo>
                  <a:lnTo>
                    <a:pt x="248610" y="70422"/>
                  </a:lnTo>
                  <a:lnTo>
                    <a:pt x="245466" y="66138"/>
                  </a:lnTo>
                  <a:lnTo>
                    <a:pt x="242188" y="61956"/>
                  </a:lnTo>
                  <a:lnTo>
                    <a:pt x="238778" y="57880"/>
                  </a:lnTo>
                  <a:lnTo>
                    <a:pt x="235241" y="53915"/>
                  </a:lnTo>
                  <a:lnTo>
                    <a:pt x="231580" y="50064"/>
                  </a:lnTo>
                  <a:lnTo>
                    <a:pt x="227798" y="46332"/>
                  </a:lnTo>
                  <a:lnTo>
                    <a:pt x="223899" y="42722"/>
                  </a:lnTo>
                  <a:lnTo>
                    <a:pt x="219887" y="39237"/>
                  </a:lnTo>
                  <a:lnTo>
                    <a:pt x="215767" y="35882"/>
                  </a:lnTo>
                  <a:lnTo>
                    <a:pt x="211542" y="32659"/>
                  </a:lnTo>
                  <a:lnTo>
                    <a:pt x="207217" y="29573"/>
                  </a:lnTo>
                  <a:lnTo>
                    <a:pt x="202796" y="26625"/>
                  </a:lnTo>
                  <a:lnTo>
                    <a:pt x="198284" y="23819"/>
                  </a:lnTo>
                  <a:lnTo>
                    <a:pt x="193684" y="21158"/>
                  </a:lnTo>
                  <a:lnTo>
                    <a:pt x="189003" y="18645"/>
                  </a:lnTo>
                  <a:lnTo>
                    <a:pt x="184244" y="16282"/>
                  </a:lnTo>
                  <a:lnTo>
                    <a:pt x="179412" y="14071"/>
                  </a:lnTo>
                  <a:lnTo>
                    <a:pt x="174512" y="12014"/>
                  </a:lnTo>
                  <a:lnTo>
                    <a:pt x="169550" y="10115"/>
                  </a:lnTo>
                  <a:lnTo>
                    <a:pt x="164529" y="8374"/>
                  </a:lnTo>
                  <a:lnTo>
                    <a:pt x="159456" y="6794"/>
                  </a:lnTo>
                  <a:lnTo>
                    <a:pt x="154336" y="5376"/>
                  </a:lnTo>
                  <a:lnTo>
                    <a:pt x="149172" y="4121"/>
                  </a:lnTo>
                  <a:lnTo>
                    <a:pt x="143972" y="3031"/>
                  </a:lnTo>
                  <a:lnTo>
                    <a:pt x="138739" y="2106"/>
                  </a:lnTo>
                  <a:lnTo>
                    <a:pt x="133480" y="1349"/>
                  </a:lnTo>
                  <a:lnTo>
                    <a:pt x="128199" y="759"/>
                  </a:lnTo>
                  <a:lnTo>
                    <a:pt x="122902" y="337"/>
                  </a:lnTo>
                  <a:lnTo>
                    <a:pt x="117595" y="84"/>
                  </a:lnTo>
                  <a:lnTo>
                    <a:pt x="112282" y="0"/>
                  </a:lnTo>
                  <a:lnTo>
                    <a:pt x="11228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508498" y="5269756"/>
              <a:ext cx="36759" cy="167167"/>
            </a:xfrm>
            <a:custGeom>
              <a:avLst/>
              <a:pathLst>
                <a:path w="36759" h="167167">
                  <a:moveTo>
                    <a:pt x="36759" y="0"/>
                  </a:moveTo>
                  <a:lnTo>
                    <a:pt x="30584" y="114"/>
                  </a:lnTo>
                  <a:lnTo>
                    <a:pt x="24416" y="456"/>
                  </a:lnTo>
                  <a:lnTo>
                    <a:pt x="18266" y="1026"/>
                  </a:lnTo>
                  <a:lnTo>
                    <a:pt x="12141" y="1822"/>
                  </a:lnTo>
                  <a:lnTo>
                    <a:pt x="6049" y="2845"/>
                  </a:lnTo>
                  <a:lnTo>
                    <a:pt x="0" y="4091"/>
                  </a:lnTo>
                  <a:lnTo>
                    <a:pt x="3675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508498" y="5273848"/>
              <a:ext cx="36759" cy="163075"/>
            </a:xfrm>
            <a:custGeom>
              <a:avLst/>
              <a:pathLst>
                <a:path w="36759" h="163075">
                  <a:moveTo>
                    <a:pt x="0" y="0"/>
                  </a:moveTo>
                  <a:lnTo>
                    <a:pt x="36759" y="1630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508498" y="5273848"/>
              <a:ext cx="36759" cy="163075"/>
            </a:xfrm>
            <a:custGeom>
              <a:avLst/>
              <a:pathLst>
                <a:path w="36759" h="163075">
                  <a:moveTo>
                    <a:pt x="0" y="0"/>
                  </a:moveTo>
                  <a:lnTo>
                    <a:pt x="36759" y="1630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508498" y="5273848"/>
              <a:ext cx="36759" cy="163075"/>
            </a:xfrm>
            <a:custGeom>
              <a:avLst/>
              <a:pathLst>
                <a:path w="36759" h="163075">
                  <a:moveTo>
                    <a:pt x="0" y="0"/>
                  </a:moveTo>
                  <a:lnTo>
                    <a:pt x="36759" y="1630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508498" y="5273848"/>
              <a:ext cx="36759" cy="163075"/>
            </a:xfrm>
            <a:custGeom>
              <a:avLst/>
              <a:pathLst>
                <a:path w="36759" h="163075">
                  <a:moveTo>
                    <a:pt x="0" y="0"/>
                  </a:moveTo>
                  <a:lnTo>
                    <a:pt x="36759" y="1630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380334" y="5273848"/>
              <a:ext cx="164924" cy="163075"/>
            </a:xfrm>
            <a:custGeom>
              <a:avLst/>
              <a:pathLst>
                <a:path w="164924" h="163075">
                  <a:moveTo>
                    <a:pt x="128164" y="0"/>
                  </a:moveTo>
                  <a:lnTo>
                    <a:pt x="122817" y="1298"/>
                  </a:lnTo>
                  <a:lnTo>
                    <a:pt x="117515" y="2771"/>
                  </a:lnTo>
                  <a:lnTo>
                    <a:pt x="112264" y="4419"/>
                  </a:lnTo>
                  <a:lnTo>
                    <a:pt x="107071" y="6238"/>
                  </a:lnTo>
                  <a:lnTo>
                    <a:pt x="101940" y="8227"/>
                  </a:lnTo>
                  <a:lnTo>
                    <a:pt x="96878" y="10384"/>
                  </a:lnTo>
                  <a:lnTo>
                    <a:pt x="91889" y="12706"/>
                  </a:lnTo>
                  <a:lnTo>
                    <a:pt x="86980" y="15191"/>
                  </a:lnTo>
                  <a:lnTo>
                    <a:pt x="82155" y="17837"/>
                  </a:lnTo>
                  <a:lnTo>
                    <a:pt x="77419" y="20640"/>
                  </a:lnTo>
                  <a:lnTo>
                    <a:pt x="72779" y="23597"/>
                  </a:lnTo>
                  <a:lnTo>
                    <a:pt x="68238" y="26705"/>
                  </a:lnTo>
                  <a:lnTo>
                    <a:pt x="63802" y="29961"/>
                  </a:lnTo>
                  <a:lnTo>
                    <a:pt x="59475" y="33362"/>
                  </a:lnTo>
                  <a:lnTo>
                    <a:pt x="55263" y="36903"/>
                  </a:lnTo>
                  <a:lnTo>
                    <a:pt x="51170" y="40580"/>
                  </a:lnTo>
                  <a:lnTo>
                    <a:pt x="47200" y="44391"/>
                  </a:lnTo>
                  <a:lnTo>
                    <a:pt x="43357" y="48330"/>
                  </a:lnTo>
                  <a:lnTo>
                    <a:pt x="39647" y="52393"/>
                  </a:lnTo>
                  <a:lnTo>
                    <a:pt x="36072" y="56576"/>
                  </a:lnTo>
                  <a:lnTo>
                    <a:pt x="32636" y="60875"/>
                  </a:lnTo>
                  <a:lnTo>
                    <a:pt x="29344" y="65284"/>
                  </a:lnTo>
                  <a:lnTo>
                    <a:pt x="26199" y="69800"/>
                  </a:lnTo>
                  <a:lnTo>
                    <a:pt x="23204" y="74416"/>
                  </a:lnTo>
                  <a:lnTo>
                    <a:pt x="20363" y="79128"/>
                  </a:lnTo>
                  <a:lnTo>
                    <a:pt x="17678" y="83932"/>
                  </a:lnTo>
                  <a:lnTo>
                    <a:pt x="15153" y="88821"/>
                  </a:lnTo>
                  <a:lnTo>
                    <a:pt x="12790" y="93791"/>
                  </a:lnTo>
                  <a:lnTo>
                    <a:pt x="10592" y="98835"/>
                  </a:lnTo>
                  <a:lnTo>
                    <a:pt x="8562" y="103950"/>
                  </a:lnTo>
                  <a:lnTo>
                    <a:pt x="6700" y="109128"/>
                  </a:lnTo>
                  <a:lnTo>
                    <a:pt x="5011" y="114365"/>
                  </a:lnTo>
                  <a:lnTo>
                    <a:pt x="3494" y="119655"/>
                  </a:lnTo>
                  <a:lnTo>
                    <a:pt x="2152" y="124991"/>
                  </a:lnTo>
                  <a:lnTo>
                    <a:pt x="987" y="130369"/>
                  </a:lnTo>
                  <a:lnTo>
                    <a:pt x="0" y="135783"/>
                  </a:lnTo>
                  <a:lnTo>
                    <a:pt x="164924" y="1630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378093" y="5269756"/>
              <a:ext cx="334319" cy="334331"/>
            </a:xfrm>
            <a:custGeom>
              <a:avLst/>
              <a:pathLst>
                <a:path w="334319" h="334331">
                  <a:moveTo>
                    <a:pt x="2240" y="139875"/>
                  </a:moveTo>
                  <a:lnTo>
                    <a:pt x="1458" y="145110"/>
                  </a:lnTo>
                  <a:lnTo>
                    <a:pt x="843" y="150367"/>
                  </a:lnTo>
                  <a:lnTo>
                    <a:pt x="395" y="155641"/>
                  </a:lnTo>
                  <a:lnTo>
                    <a:pt x="113" y="160927"/>
                  </a:lnTo>
                  <a:lnTo>
                    <a:pt x="0" y="166218"/>
                  </a:lnTo>
                  <a:lnTo>
                    <a:pt x="53" y="171511"/>
                  </a:lnTo>
                  <a:lnTo>
                    <a:pt x="275" y="176800"/>
                  </a:lnTo>
                  <a:lnTo>
                    <a:pt x="663" y="182079"/>
                  </a:lnTo>
                  <a:lnTo>
                    <a:pt x="1219" y="187342"/>
                  </a:lnTo>
                  <a:lnTo>
                    <a:pt x="1941" y="192586"/>
                  </a:lnTo>
                  <a:lnTo>
                    <a:pt x="2828" y="197804"/>
                  </a:lnTo>
                  <a:lnTo>
                    <a:pt x="3881" y="202992"/>
                  </a:lnTo>
                  <a:lnTo>
                    <a:pt x="5097" y="208143"/>
                  </a:lnTo>
                  <a:lnTo>
                    <a:pt x="6475" y="213254"/>
                  </a:lnTo>
                  <a:lnTo>
                    <a:pt x="8015" y="218318"/>
                  </a:lnTo>
                  <a:lnTo>
                    <a:pt x="9714" y="223331"/>
                  </a:lnTo>
                  <a:lnTo>
                    <a:pt x="11571" y="228288"/>
                  </a:lnTo>
                  <a:lnTo>
                    <a:pt x="13584" y="233183"/>
                  </a:lnTo>
                  <a:lnTo>
                    <a:pt x="15751" y="238012"/>
                  </a:lnTo>
                  <a:lnTo>
                    <a:pt x="18070" y="242770"/>
                  </a:lnTo>
                  <a:lnTo>
                    <a:pt x="20538" y="247453"/>
                  </a:lnTo>
                  <a:lnTo>
                    <a:pt x="23154" y="252055"/>
                  </a:lnTo>
                  <a:lnTo>
                    <a:pt x="25913" y="256571"/>
                  </a:lnTo>
                  <a:lnTo>
                    <a:pt x="28815" y="260998"/>
                  </a:lnTo>
                  <a:lnTo>
                    <a:pt x="31855" y="265331"/>
                  </a:lnTo>
                  <a:lnTo>
                    <a:pt x="35030" y="269566"/>
                  </a:lnTo>
                  <a:lnTo>
                    <a:pt x="38338" y="273698"/>
                  </a:lnTo>
                  <a:lnTo>
                    <a:pt x="41776" y="277723"/>
                  </a:lnTo>
                  <a:lnTo>
                    <a:pt x="45339" y="281638"/>
                  </a:lnTo>
                  <a:lnTo>
                    <a:pt x="49024" y="285437"/>
                  </a:lnTo>
                  <a:lnTo>
                    <a:pt x="52828" y="289118"/>
                  </a:lnTo>
                  <a:lnTo>
                    <a:pt x="56746" y="292677"/>
                  </a:lnTo>
                  <a:lnTo>
                    <a:pt x="60775" y="296110"/>
                  </a:lnTo>
                  <a:lnTo>
                    <a:pt x="64910" y="299413"/>
                  </a:lnTo>
                  <a:lnTo>
                    <a:pt x="69148" y="302584"/>
                  </a:lnTo>
                  <a:lnTo>
                    <a:pt x="73485" y="305620"/>
                  </a:lnTo>
                  <a:lnTo>
                    <a:pt x="77915" y="308516"/>
                  </a:lnTo>
                  <a:lnTo>
                    <a:pt x="82435" y="311271"/>
                  </a:lnTo>
                  <a:lnTo>
                    <a:pt x="87040" y="313881"/>
                  </a:lnTo>
                  <a:lnTo>
                    <a:pt x="91725" y="316344"/>
                  </a:lnTo>
                  <a:lnTo>
                    <a:pt x="96485" y="318658"/>
                  </a:lnTo>
                  <a:lnTo>
                    <a:pt x="101317" y="320819"/>
                  </a:lnTo>
                  <a:lnTo>
                    <a:pt x="106215" y="322827"/>
                  </a:lnTo>
                  <a:lnTo>
                    <a:pt x="111173" y="324679"/>
                  </a:lnTo>
                  <a:lnTo>
                    <a:pt x="116188" y="326372"/>
                  </a:lnTo>
                  <a:lnTo>
                    <a:pt x="121254" y="327907"/>
                  </a:lnTo>
                  <a:lnTo>
                    <a:pt x="126366" y="329279"/>
                  </a:lnTo>
                  <a:lnTo>
                    <a:pt x="131519" y="330490"/>
                  </a:lnTo>
                  <a:lnTo>
                    <a:pt x="136707" y="331536"/>
                  </a:lnTo>
                  <a:lnTo>
                    <a:pt x="141927" y="332418"/>
                  </a:lnTo>
                  <a:lnTo>
                    <a:pt x="147171" y="333134"/>
                  </a:lnTo>
                  <a:lnTo>
                    <a:pt x="152436" y="333684"/>
                  </a:lnTo>
                  <a:lnTo>
                    <a:pt x="157715" y="334067"/>
                  </a:lnTo>
                  <a:lnTo>
                    <a:pt x="163003" y="334283"/>
                  </a:lnTo>
                  <a:lnTo>
                    <a:pt x="168296" y="334331"/>
                  </a:lnTo>
                  <a:lnTo>
                    <a:pt x="173588" y="334211"/>
                  </a:lnTo>
                  <a:lnTo>
                    <a:pt x="178873" y="333924"/>
                  </a:lnTo>
                  <a:lnTo>
                    <a:pt x="184147" y="333469"/>
                  </a:lnTo>
                  <a:lnTo>
                    <a:pt x="189404" y="332848"/>
                  </a:lnTo>
                  <a:lnTo>
                    <a:pt x="194638" y="332061"/>
                  </a:lnTo>
                  <a:lnTo>
                    <a:pt x="199845" y="331109"/>
                  </a:lnTo>
                  <a:lnTo>
                    <a:pt x="205018" y="329992"/>
                  </a:lnTo>
                  <a:lnTo>
                    <a:pt x="210154" y="328712"/>
                  </a:lnTo>
                  <a:lnTo>
                    <a:pt x="215247" y="327270"/>
                  </a:lnTo>
                  <a:lnTo>
                    <a:pt x="220292" y="325667"/>
                  </a:lnTo>
                  <a:lnTo>
                    <a:pt x="225283" y="323906"/>
                  </a:lnTo>
                  <a:lnTo>
                    <a:pt x="230217" y="321987"/>
                  </a:lnTo>
                  <a:lnTo>
                    <a:pt x="235087" y="319913"/>
                  </a:lnTo>
                  <a:lnTo>
                    <a:pt x="239888" y="317687"/>
                  </a:lnTo>
                  <a:lnTo>
                    <a:pt x="244617" y="315309"/>
                  </a:lnTo>
                  <a:lnTo>
                    <a:pt x="249269" y="312782"/>
                  </a:lnTo>
                  <a:lnTo>
                    <a:pt x="253838" y="310110"/>
                  </a:lnTo>
                  <a:lnTo>
                    <a:pt x="258320" y="307294"/>
                  </a:lnTo>
                  <a:lnTo>
                    <a:pt x="262710" y="304338"/>
                  </a:lnTo>
                  <a:lnTo>
                    <a:pt x="267005" y="301244"/>
                  </a:lnTo>
                  <a:lnTo>
                    <a:pt x="271200" y="298016"/>
                  </a:lnTo>
                  <a:lnTo>
                    <a:pt x="275290" y="294657"/>
                  </a:lnTo>
                  <a:lnTo>
                    <a:pt x="279273" y="291170"/>
                  </a:lnTo>
                  <a:lnTo>
                    <a:pt x="283142" y="287558"/>
                  </a:lnTo>
                  <a:lnTo>
                    <a:pt x="286896" y="283826"/>
                  </a:lnTo>
                  <a:lnTo>
                    <a:pt x="290529" y="279977"/>
                  </a:lnTo>
                  <a:lnTo>
                    <a:pt x="294039" y="276015"/>
                  </a:lnTo>
                  <a:lnTo>
                    <a:pt x="297421" y="271943"/>
                  </a:lnTo>
                  <a:lnTo>
                    <a:pt x="300673" y="267767"/>
                  </a:lnTo>
                  <a:lnTo>
                    <a:pt x="303791" y="263490"/>
                  </a:lnTo>
                  <a:lnTo>
                    <a:pt x="306772" y="259116"/>
                  </a:lnTo>
                  <a:lnTo>
                    <a:pt x="309613" y="254650"/>
                  </a:lnTo>
                  <a:lnTo>
                    <a:pt x="312311" y="250096"/>
                  </a:lnTo>
                  <a:lnTo>
                    <a:pt x="314864" y="245459"/>
                  </a:lnTo>
                  <a:lnTo>
                    <a:pt x="317269" y="240744"/>
                  </a:lnTo>
                  <a:lnTo>
                    <a:pt x="319523" y="235955"/>
                  </a:lnTo>
                  <a:lnTo>
                    <a:pt x="321624" y="231097"/>
                  </a:lnTo>
                  <a:lnTo>
                    <a:pt x="323571" y="226175"/>
                  </a:lnTo>
                  <a:lnTo>
                    <a:pt x="325361" y="221193"/>
                  </a:lnTo>
                  <a:lnTo>
                    <a:pt x="326992" y="216158"/>
                  </a:lnTo>
                  <a:lnTo>
                    <a:pt x="328463" y="211073"/>
                  </a:lnTo>
                  <a:lnTo>
                    <a:pt x="329772" y="205944"/>
                  </a:lnTo>
                  <a:lnTo>
                    <a:pt x="330918" y="200777"/>
                  </a:lnTo>
                  <a:lnTo>
                    <a:pt x="331900" y="195576"/>
                  </a:lnTo>
                  <a:lnTo>
                    <a:pt x="332717" y="190346"/>
                  </a:lnTo>
                  <a:lnTo>
                    <a:pt x="333368" y="185093"/>
                  </a:lnTo>
                  <a:lnTo>
                    <a:pt x="333852" y="179822"/>
                  </a:lnTo>
                  <a:lnTo>
                    <a:pt x="334169" y="174538"/>
                  </a:lnTo>
                  <a:lnTo>
                    <a:pt x="334319" y="169247"/>
                  </a:lnTo>
                  <a:lnTo>
                    <a:pt x="334301" y="163954"/>
                  </a:lnTo>
                  <a:lnTo>
                    <a:pt x="334115" y="158665"/>
                  </a:lnTo>
                  <a:lnTo>
                    <a:pt x="333762" y="153383"/>
                  </a:lnTo>
                  <a:lnTo>
                    <a:pt x="333243" y="148116"/>
                  </a:lnTo>
                  <a:lnTo>
                    <a:pt x="332556" y="142867"/>
                  </a:lnTo>
                  <a:lnTo>
                    <a:pt x="331704" y="137643"/>
                  </a:lnTo>
                  <a:lnTo>
                    <a:pt x="330687" y="132449"/>
                  </a:lnTo>
                  <a:lnTo>
                    <a:pt x="329506" y="127289"/>
                  </a:lnTo>
                  <a:lnTo>
                    <a:pt x="328162" y="122169"/>
                  </a:lnTo>
                  <a:lnTo>
                    <a:pt x="326656" y="117095"/>
                  </a:lnTo>
                  <a:lnTo>
                    <a:pt x="324991" y="112071"/>
                  </a:lnTo>
                  <a:lnTo>
                    <a:pt x="323168" y="107101"/>
                  </a:lnTo>
                  <a:lnTo>
                    <a:pt x="321188" y="102193"/>
                  </a:lnTo>
                  <a:lnTo>
                    <a:pt x="319054" y="97349"/>
                  </a:lnTo>
                  <a:lnTo>
                    <a:pt x="316767" y="92575"/>
                  </a:lnTo>
                  <a:lnTo>
                    <a:pt x="314331" y="87876"/>
                  </a:lnTo>
                  <a:lnTo>
                    <a:pt x="311746" y="83257"/>
                  </a:lnTo>
                  <a:lnTo>
                    <a:pt x="309017" y="78721"/>
                  </a:lnTo>
                  <a:lnTo>
                    <a:pt x="306146" y="74275"/>
                  </a:lnTo>
                  <a:lnTo>
                    <a:pt x="303136" y="69921"/>
                  </a:lnTo>
                  <a:lnTo>
                    <a:pt x="299989" y="65665"/>
                  </a:lnTo>
                  <a:lnTo>
                    <a:pt x="296709" y="61511"/>
                  </a:lnTo>
                  <a:lnTo>
                    <a:pt x="293299" y="57462"/>
                  </a:lnTo>
                  <a:lnTo>
                    <a:pt x="289762" y="53524"/>
                  </a:lnTo>
                  <a:lnTo>
                    <a:pt x="286103" y="49700"/>
                  </a:lnTo>
                  <a:lnTo>
                    <a:pt x="282324" y="45993"/>
                  </a:lnTo>
                  <a:lnTo>
                    <a:pt x="278430" y="42408"/>
                  </a:lnTo>
                  <a:lnTo>
                    <a:pt x="274425" y="38948"/>
                  </a:lnTo>
                  <a:lnTo>
                    <a:pt x="270311" y="35616"/>
                  </a:lnTo>
                  <a:lnTo>
                    <a:pt x="266095" y="32416"/>
                  </a:lnTo>
                  <a:lnTo>
                    <a:pt x="261779" y="29352"/>
                  </a:lnTo>
                  <a:lnTo>
                    <a:pt x="257369" y="26426"/>
                  </a:lnTo>
                  <a:lnTo>
                    <a:pt x="252868" y="23640"/>
                  </a:lnTo>
                  <a:lnTo>
                    <a:pt x="248281" y="20999"/>
                  </a:lnTo>
                  <a:lnTo>
                    <a:pt x="243612" y="18504"/>
                  </a:lnTo>
                  <a:lnTo>
                    <a:pt x="238867" y="16158"/>
                  </a:lnTo>
                  <a:lnTo>
                    <a:pt x="234051" y="13964"/>
                  </a:lnTo>
                  <a:lnTo>
                    <a:pt x="229167" y="11923"/>
                  </a:lnTo>
                  <a:lnTo>
                    <a:pt x="224221" y="10038"/>
                  </a:lnTo>
                  <a:lnTo>
                    <a:pt x="219217" y="8310"/>
                  </a:lnTo>
                  <a:lnTo>
                    <a:pt x="214162" y="6742"/>
                  </a:lnTo>
                  <a:lnTo>
                    <a:pt x="209059" y="5334"/>
                  </a:lnTo>
                  <a:lnTo>
                    <a:pt x="203915" y="4089"/>
                  </a:lnTo>
                  <a:lnTo>
                    <a:pt x="198734" y="3007"/>
                  </a:lnTo>
                  <a:lnTo>
                    <a:pt x="193520" y="2090"/>
                  </a:lnTo>
                  <a:lnTo>
                    <a:pt x="188281" y="1339"/>
                  </a:lnTo>
                  <a:lnTo>
                    <a:pt x="183020" y="753"/>
                  </a:lnTo>
                  <a:lnTo>
                    <a:pt x="177744" y="335"/>
                  </a:lnTo>
                  <a:lnTo>
                    <a:pt x="172457" y="83"/>
                  </a:lnTo>
                  <a:lnTo>
                    <a:pt x="167164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995610" y="5018213"/>
              <a:ext cx="25428" cy="167167"/>
            </a:xfrm>
            <a:custGeom>
              <a:avLst/>
              <a:pathLst>
                <a:path w="25428" h="167167">
                  <a:moveTo>
                    <a:pt x="25428" y="0"/>
                  </a:moveTo>
                  <a:lnTo>
                    <a:pt x="16922" y="216"/>
                  </a:lnTo>
                  <a:lnTo>
                    <a:pt x="8439" y="865"/>
                  </a:lnTo>
                  <a:lnTo>
                    <a:pt x="0" y="1945"/>
                  </a:lnTo>
                  <a:lnTo>
                    <a:pt x="2542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995610" y="5020158"/>
              <a:ext cx="25428" cy="165222"/>
            </a:xfrm>
            <a:custGeom>
              <a:avLst/>
              <a:pathLst>
                <a:path w="25428" h="165222">
                  <a:moveTo>
                    <a:pt x="0" y="0"/>
                  </a:moveTo>
                  <a:lnTo>
                    <a:pt x="25428" y="1652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995610" y="5020158"/>
              <a:ext cx="25428" cy="165222"/>
            </a:xfrm>
            <a:custGeom>
              <a:avLst/>
              <a:pathLst>
                <a:path w="25428" h="165222">
                  <a:moveTo>
                    <a:pt x="0" y="0"/>
                  </a:moveTo>
                  <a:lnTo>
                    <a:pt x="25428" y="1652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995610" y="5020158"/>
              <a:ext cx="25428" cy="165222"/>
            </a:xfrm>
            <a:custGeom>
              <a:avLst/>
              <a:pathLst>
                <a:path w="25428" h="165222">
                  <a:moveTo>
                    <a:pt x="0" y="0"/>
                  </a:moveTo>
                  <a:lnTo>
                    <a:pt x="25428" y="1652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883161" y="5020158"/>
              <a:ext cx="137877" cy="165222"/>
            </a:xfrm>
            <a:custGeom>
              <a:avLst/>
              <a:pathLst>
                <a:path w="137877" h="165222">
                  <a:moveTo>
                    <a:pt x="112449" y="0"/>
                  </a:moveTo>
                  <a:lnTo>
                    <a:pt x="107063" y="919"/>
                  </a:lnTo>
                  <a:lnTo>
                    <a:pt x="101710" y="2013"/>
                  </a:lnTo>
                  <a:lnTo>
                    <a:pt x="96396" y="3283"/>
                  </a:lnTo>
                  <a:lnTo>
                    <a:pt x="91126" y="4725"/>
                  </a:lnTo>
                  <a:lnTo>
                    <a:pt x="85906" y="6338"/>
                  </a:lnTo>
                  <a:lnTo>
                    <a:pt x="80742" y="8121"/>
                  </a:lnTo>
                  <a:lnTo>
                    <a:pt x="75639" y="10072"/>
                  </a:lnTo>
                  <a:lnTo>
                    <a:pt x="70602" y="12189"/>
                  </a:lnTo>
                  <a:lnTo>
                    <a:pt x="65637" y="14469"/>
                  </a:lnTo>
                  <a:lnTo>
                    <a:pt x="60749" y="16911"/>
                  </a:lnTo>
                  <a:lnTo>
                    <a:pt x="55943" y="19510"/>
                  </a:lnTo>
                  <a:lnTo>
                    <a:pt x="51225" y="22266"/>
                  </a:lnTo>
                  <a:lnTo>
                    <a:pt x="46600" y="25174"/>
                  </a:lnTo>
                  <a:lnTo>
                    <a:pt x="42072" y="28231"/>
                  </a:lnTo>
                  <a:lnTo>
                    <a:pt x="37647" y="31435"/>
                  </a:lnTo>
                  <a:lnTo>
                    <a:pt x="33328" y="34782"/>
                  </a:lnTo>
                  <a:lnTo>
                    <a:pt x="29121" y="38269"/>
                  </a:lnTo>
                  <a:lnTo>
                    <a:pt x="25031" y="41890"/>
                  </a:lnTo>
                  <a:lnTo>
                    <a:pt x="21061" y="45644"/>
                  </a:lnTo>
                  <a:lnTo>
                    <a:pt x="17215" y="49525"/>
                  </a:lnTo>
                  <a:lnTo>
                    <a:pt x="13499" y="53530"/>
                  </a:lnTo>
                  <a:lnTo>
                    <a:pt x="9915" y="57654"/>
                  </a:lnTo>
                  <a:lnTo>
                    <a:pt x="6469" y="61894"/>
                  </a:lnTo>
                  <a:lnTo>
                    <a:pt x="3162" y="66243"/>
                  </a:lnTo>
                  <a:lnTo>
                    <a:pt x="0" y="70698"/>
                  </a:lnTo>
                  <a:lnTo>
                    <a:pt x="137877" y="1652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853871" y="5018213"/>
              <a:ext cx="334325" cy="334325"/>
            </a:xfrm>
            <a:custGeom>
              <a:avLst/>
              <a:pathLst>
                <a:path w="334325" h="334325">
                  <a:moveTo>
                    <a:pt x="29289" y="72644"/>
                  </a:moveTo>
                  <a:lnTo>
                    <a:pt x="26369" y="77051"/>
                  </a:lnTo>
                  <a:lnTo>
                    <a:pt x="23590" y="81548"/>
                  </a:lnTo>
                  <a:lnTo>
                    <a:pt x="20954" y="86131"/>
                  </a:lnTo>
                  <a:lnTo>
                    <a:pt x="18465" y="90795"/>
                  </a:lnTo>
                  <a:lnTo>
                    <a:pt x="16124" y="95536"/>
                  </a:lnTo>
                  <a:lnTo>
                    <a:pt x="13935" y="100348"/>
                  </a:lnTo>
                  <a:lnTo>
                    <a:pt x="11898" y="105227"/>
                  </a:lnTo>
                  <a:lnTo>
                    <a:pt x="10017" y="110168"/>
                  </a:lnTo>
                  <a:lnTo>
                    <a:pt x="8293" y="115165"/>
                  </a:lnTo>
                  <a:lnTo>
                    <a:pt x="6728" y="120215"/>
                  </a:lnTo>
                  <a:lnTo>
                    <a:pt x="5324" y="125312"/>
                  </a:lnTo>
                  <a:lnTo>
                    <a:pt x="4081" y="130451"/>
                  </a:lnTo>
                  <a:lnTo>
                    <a:pt x="3002" y="135626"/>
                  </a:lnTo>
                  <a:lnTo>
                    <a:pt x="2087" y="140833"/>
                  </a:lnTo>
                  <a:lnTo>
                    <a:pt x="1337" y="146067"/>
                  </a:lnTo>
                  <a:lnTo>
                    <a:pt x="752" y="151321"/>
                  </a:lnTo>
                  <a:lnTo>
                    <a:pt x="334" y="156591"/>
                  </a:lnTo>
                  <a:lnTo>
                    <a:pt x="83" y="161872"/>
                  </a:lnTo>
                  <a:lnTo>
                    <a:pt x="0" y="167158"/>
                  </a:lnTo>
                  <a:lnTo>
                    <a:pt x="83" y="172444"/>
                  </a:lnTo>
                  <a:lnTo>
                    <a:pt x="333" y="177725"/>
                  </a:lnTo>
                  <a:lnTo>
                    <a:pt x="751" y="182996"/>
                  </a:lnTo>
                  <a:lnTo>
                    <a:pt x="1334" y="188250"/>
                  </a:lnTo>
                  <a:lnTo>
                    <a:pt x="2084" y="193483"/>
                  </a:lnTo>
                  <a:lnTo>
                    <a:pt x="2999" y="198690"/>
                  </a:lnTo>
                  <a:lnTo>
                    <a:pt x="4078" y="203866"/>
                  </a:lnTo>
                  <a:lnTo>
                    <a:pt x="5320" y="209005"/>
                  </a:lnTo>
                  <a:lnTo>
                    <a:pt x="6724" y="214102"/>
                  </a:lnTo>
                  <a:lnTo>
                    <a:pt x="8288" y="219152"/>
                  </a:lnTo>
                  <a:lnTo>
                    <a:pt x="10011" y="224150"/>
                  </a:lnTo>
                  <a:lnTo>
                    <a:pt x="11892" y="229091"/>
                  </a:lnTo>
                  <a:lnTo>
                    <a:pt x="13928" y="233970"/>
                  </a:lnTo>
                  <a:lnTo>
                    <a:pt x="16117" y="238782"/>
                  </a:lnTo>
                  <a:lnTo>
                    <a:pt x="18457" y="243523"/>
                  </a:lnTo>
                  <a:lnTo>
                    <a:pt x="20946" y="248187"/>
                  </a:lnTo>
                  <a:lnTo>
                    <a:pt x="23581" y="252771"/>
                  </a:lnTo>
                  <a:lnTo>
                    <a:pt x="26360" y="257268"/>
                  </a:lnTo>
                  <a:lnTo>
                    <a:pt x="29279" y="261676"/>
                  </a:lnTo>
                  <a:lnTo>
                    <a:pt x="32337" y="265989"/>
                  </a:lnTo>
                  <a:lnTo>
                    <a:pt x="35529" y="270203"/>
                  </a:lnTo>
                  <a:lnTo>
                    <a:pt x="38853" y="274314"/>
                  </a:lnTo>
                  <a:lnTo>
                    <a:pt x="42305" y="278318"/>
                  </a:lnTo>
                  <a:lnTo>
                    <a:pt x="45883" y="282211"/>
                  </a:lnTo>
                  <a:lnTo>
                    <a:pt x="49581" y="285988"/>
                  </a:lnTo>
                  <a:lnTo>
                    <a:pt x="53397" y="289647"/>
                  </a:lnTo>
                  <a:lnTo>
                    <a:pt x="57327" y="293184"/>
                  </a:lnTo>
                  <a:lnTo>
                    <a:pt x="61367" y="296594"/>
                  </a:lnTo>
                  <a:lnTo>
                    <a:pt x="65513" y="299875"/>
                  </a:lnTo>
                  <a:lnTo>
                    <a:pt x="69760" y="303023"/>
                  </a:lnTo>
                  <a:lnTo>
                    <a:pt x="74105" y="306035"/>
                  </a:lnTo>
                  <a:lnTo>
                    <a:pt x="78543" y="308909"/>
                  </a:lnTo>
                  <a:lnTo>
                    <a:pt x="83069" y="311640"/>
                  </a:lnTo>
                  <a:lnTo>
                    <a:pt x="87680" y="314227"/>
                  </a:lnTo>
                  <a:lnTo>
                    <a:pt x="92370" y="316667"/>
                  </a:lnTo>
                  <a:lnTo>
                    <a:pt x="97135" y="318958"/>
                  </a:lnTo>
                  <a:lnTo>
                    <a:pt x="101970" y="321096"/>
                  </a:lnTo>
                  <a:lnTo>
                    <a:pt x="106870" y="323081"/>
                  </a:lnTo>
                  <a:lnTo>
                    <a:pt x="111830" y="324910"/>
                  </a:lnTo>
                  <a:lnTo>
                    <a:pt x="116846" y="326581"/>
                  </a:lnTo>
                  <a:lnTo>
                    <a:pt x="121912" y="328092"/>
                  </a:lnTo>
                  <a:lnTo>
                    <a:pt x="127023" y="329443"/>
                  </a:lnTo>
                  <a:lnTo>
                    <a:pt x="132175" y="330631"/>
                  </a:lnTo>
                  <a:lnTo>
                    <a:pt x="137362" y="331656"/>
                  </a:lnTo>
                  <a:lnTo>
                    <a:pt x="142578" y="332516"/>
                  </a:lnTo>
                  <a:lnTo>
                    <a:pt x="147819" y="333211"/>
                  </a:lnTo>
                  <a:lnTo>
                    <a:pt x="153079" y="333740"/>
                  </a:lnTo>
                  <a:lnTo>
                    <a:pt x="158353" y="334102"/>
                  </a:lnTo>
                  <a:lnTo>
                    <a:pt x="163637" y="334297"/>
                  </a:lnTo>
                  <a:lnTo>
                    <a:pt x="168923" y="334325"/>
                  </a:lnTo>
                  <a:lnTo>
                    <a:pt x="174208" y="334186"/>
                  </a:lnTo>
                  <a:lnTo>
                    <a:pt x="179486" y="333880"/>
                  </a:lnTo>
                  <a:lnTo>
                    <a:pt x="184752" y="333407"/>
                  </a:lnTo>
                  <a:lnTo>
                    <a:pt x="190000" y="332768"/>
                  </a:lnTo>
                  <a:lnTo>
                    <a:pt x="195225" y="331963"/>
                  </a:lnTo>
                  <a:lnTo>
                    <a:pt x="200422" y="330993"/>
                  </a:lnTo>
                  <a:lnTo>
                    <a:pt x="205586" y="329860"/>
                  </a:lnTo>
                  <a:lnTo>
                    <a:pt x="210712" y="328563"/>
                  </a:lnTo>
                  <a:lnTo>
                    <a:pt x="215793" y="327106"/>
                  </a:lnTo>
                  <a:lnTo>
                    <a:pt x="220827" y="325488"/>
                  </a:lnTo>
                  <a:lnTo>
                    <a:pt x="225806" y="323712"/>
                  </a:lnTo>
                  <a:lnTo>
                    <a:pt x="230727" y="321780"/>
                  </a:lnTo>
                  <a:lnTo>
                    <a:pt x="235585" y="319692"/>
                  </a:lnTo>
                  <a:lnTo>
                    <a:pt x="240373" y="317453"/>
                  </a:lnTo>
                  <a:lnTo>
                    <a:pt x="245089" y="315062"/>
                  </a:lnTo>
                  <a:lnTo>
                    <a:pt x="249727" y="312524"/>
                  </a:lnTo>
                  <a:lnTo>
                    <a:pt x="254282" y="309841"/>
                  </a:lnTo>
                  <a:lnTo>
                    <a:pt x="258750" y="307015"/>
                  </a:lnTo>
                  <a:lnTo>
                    <a:pt x="263127" y="304049"/>
                  </a:lnTo>
                  <a:lnTo>
                    <a:pt x="267407" y="300946"/>
                  </a:lnTo>
                  <a:lnTo>
                    <a:pt x="271587" y="297709"/>
                  </a:lnTo>
                  <a:lnTo>
                    <a:pt x="275663" y="294342"/>
                  </a:lnTo>
                  <a:lnTo>
                    <a:pt x="279630" y="290848"/>
                  </a:lnTo>
                  <a:lnTo>
                    <a:pt x="283485" y="287230"/>
                  </a:lnTo>
                  <a:lnTo>
                    <a:pt x="287224" y="283491"/>
                  </a:lnTo>
                  <a:lnTo>
                    <a:pt x="290842" y="279637"/>
                  </a:lnTo>
                  <a:lnTo>
                    <a:pt x="294337" y="275670"/>
                  </a:lnTo>
                  <a:lnTo>
                    <a:pt x="297704" y="271594"/>
                  </a:lnTo>
                  <a:lnTo>
                    <a:pt x="300941" y="267414"/>
                  </a:lnTo>
                  <a:lnTo>
                    <a:pt x="304044" y="263134"/>
                  </a:lnTo>
                  <a:lnTo>
                    <a:pt x="307010" y="258757"/>
                  </a:lnTo>
                  <a:lnTo>
                    <a:pt x="309837" y="254290"/>
                  </a:lnTo>
                  <a:lnTo>
                    <a:pt x="312520" y="249734"/>
                  </a:lnTo>
                  <a:lnTo>
                    <a:pt x="315058" y="245097"/>
                  </a:lnTo>
                  <a:lnTo>
                    <a:pt x="317449" y="240381"/>
                  </a:lnTo>
                  <a:lnTo>
                    <a:pt x="319689" y="235592"/>
                  </a:lnTo>
                  <a:lnTo>
                    <a:pt x="321776" y="230735"/>
                  </a:lnTo>
                  <a:lnTo>
                    <a:pt x="323709" y="225814"/>
                  </a:lnTo>
                  <a:lnTo>
                    <a:pt x="325485" y="220835"/>
                  </a:lnTo>
                  <a:lnTo>
                    <a:pt x="327103" y="215802"/>
                  </a:lnTo>
                  <a:lnTo>
                    <a:pt x="328561" y="210720"/>
                  </a:lnTo>
                  <a:lnTo>
                    <a:pt x="329858" y="205595"/>
                  </a:lnTo>
                  <a:lnTo>
                    <a:pt x="330991" y="200431"/>
                  </a:lnTo>
                  <a:lnTo>
                    <a:pt x="331961" y="195234"/>
                  </a:lnTo>
                  <a:lnTo>
                    <a:pt x="332766" y="190009"/>
                  </a:lnTo>
                  <a:lnTo>
                    <a:pt x="333406" y="184761"/>
                  </a:lnTo>
                  <a:lnTo>
                    <a:pt x="333879" y="179495"/>
                  </a:lnTo>
                  <a:lnTo>
                    <a:pt x="334186" y="174217"/>
                  </a:lnTo>
                  <a:lnTo>
                    <a:pt x="334325" y="168932"/>
                  </a:lnTo>
                  <a:lnTo>
                    <a:pt x="334297" y="163645"/>
                  </a:lnTo>
                  <a:lnTo>
                    <a:pt x="334102" y="158362"/>
                  </a:lnTo>
                  <a:lnTo>
                    <a:pt x="333740" y="153088"/>
                  </a:lnTo>
                  <a:lnTo>
                    <a:pt x="333212" y="147827"/>
                  </a:lnTo>
                  <a:lnTo>
                    <a:pt x="332517" y="142587"/>
                  </a:lnTo>
                  <a:lnTo>
                    <a:pt x="331657" y="137370"/>
                  </a:lnTo>
                  <a:lnTo>
                    <a:pt x="330633" y="132184"/>
                  </a:lnTo>
                  <a:lnTo>
                    <a:pt x="329445" y="127032"/>
                  </a:lnTo>
                  <a:lnTo>
                    <a:pt x="328095" y="121920"/>
                  </a:lnTo>
                  <a:lnTo>
                    <a:pt x="326583" y="116854"/>
                  </a:lnTo>
                  <a:lnTo>
                    <a:pt x="324913" y="111838"/>
                  </a:lnTo>
                  <a:lnTo>
                    <a:pt x="323084" y="106878"/>
                  </a:lnTo>
                  <a:lnTo>
                    <a:pt x="321100" y="101978"/>
                  </a:lnTo>
                  <a:lnTo>
                    <a:pt x="318961" y="97143"/>
                  </a:lnTo>
                  <a:lnTo>
                    <a:pt x="316671" y="92378"/>
                  </a:lnTo>
                  <a:lnTo>
                    <a:pt x="314231" y="87687"/>
                  </a:lnTo>
                  <a:lnTo>
                    <a:pt x="311645" y="83077"/>
                  </a:lnTo>
                  <a:lnTo>
                    <a:pt x="308913" y="78550"/>
                  </a:lnTo>
                  <a:lnTo>
                    <a:pt x="306040" y="74112"/>
                  </a:lnTo>
                  <a:lnTo>
                    <a:pt x="303028" y="69767"/>
                  </a:lnTo>
                  <a:lnTo>
                    <a:pt x="299880" y="65520"/>
                  </a:lnTo>
                  <a:lnTo>
                    <a:pt x="296600" y="61374"/>
                  </a:lnTo>
                  <a:lnTo>
                    <a:pt x="293189" y="57334"/>
                  </a:lnTo>
                  <a:lnTo>
                    <a:pt x="289653" y="53404"/>
                  </a:lnTo>
                  <a:lnTo>
                    <a:pt x="285995" y="49587"/>
                  </a:lnTo>
                  <a:lnTo>
                    <a:pt x="282217" y="45889"/>
                  </a:lnTo>
                  <a:lnTo>
                    <a:pt x="278325" y="42311"/>
                  </a:lnTo>
                  <a:lnTo>
                    <a:pt x="274321" y="38859"/>
                  </a:lnTo>
                  <a:lnTo>
                    <a:pt x="270210" y="35534"/>
                  </a:lnTo>
                  <a:lnTo>
                    <a:pt x="265996" y="32342"/>
                  </a:lnTo>
                  <a:lnTo>
                    <a:pt x="261683" y="29284"/>
                  </a:lnTo>
                  <a:lnTo>
                    <a:pt x="257276" y="26364"/>
                  </a:lnTo>
                  <a:lnTo>
                    <a:pt x="252778" y="23585"/>
                  </a:lnTo>
                  <a:lnTo>
                    <a:pt x="248195" y="20950"/>
                  </a:lnTo>
                  <a:lnTo>
                    <a:pt x="243531" y="18461"/>
                  </a:lnTo>
                  <a:lnTo>
                    <a:pt x="238790" y="16120"/>
                  </a:lnTo>
                  <a:lnTo>
                    <a:pt x="233978" y="13931"/>
                  </a:lnTo>
                  <a:lnTo>
                    <a:pt x="229099" y="11895"/>
                  </a:lnTo>
                  <a:lnTo>
                    <a:pt x="224158" y="10014"/>
                  </a:lnTo>
                  <a:lnTo>
                    <a:pt x="219160" y="8291"/>
                  </a:lnTo>
                  <a:lnTo>
                    <a:pt x="214110" y="6726"/>
                  </a:lnTo>
                  <a:lnTo>
                    <a:pt x="209013" y="5322"/>
                  </a:lnTo>
                  <a:lnTo>
                    <a:pt x="203875" y="4080"/>
                  </a:lnTo>
                  <a:lnTo>
                    <a:pt x="198699" y="3000"/>
                  </a:lnTo>
                  <a:lnTo>
                    <a:pt x="193492" y="2085"/>
                  </a:lnTo>
                  <a:lnTo>
                    <a:pt x="188259" y="1335"/>
                  </a:lnTo>
                  <a:lnTo>
                    <a:pt x="183004" y="751"/>
                  </a:lnTo>
                  <a:lnTo>
                    <a:pt x="177734" y="334"/>
                  </a:lnTo>
                  <a:lnTo>
                    <a:pt x="172453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283949" y="4659281"/>
              <a:ext cx="139285" cy="167167"/>
            </a:xfrm>
            <a:custGeom>
              <a:avLst/>
              <a:pathLst>
                <a:path w="139285" h="167167">
                  <a:moveTo>
                    <a:pt x="139285" y="0"/>
                  </a:moveTo>
                  <a:lnTo>
                    <a:pt x="133798" y="90"/>
                  </a:lnTo>
                  <a:lnTo>
                    <a:pt x="128317" y="360"/>
                  </a:lnTo>
                  <a:lnTo>
                    <a:pt x="122847" y="810"/>
                  </a:lnTo>
                  <a:lnTo>
                    <a:pt x="117396" y="1439"/>
                  </a:lnTo>
                  <a:lnTo>
                    <a:pt x="111968" y="2247"/>
                  </a:lnTo>
                  <a:lnTo>
                    <a:pt x="106569" y="3232"/>
                  </a:lnTo>
                  <a:lnTo>
                    <a:pt x="101206" y="4394"/>
                  </a:lnTo>
                  <a:lnTo>
                    <a:pt x="95884" y="5732"/>
                  </a:lnTo>
                  <a:lnTo>
                    <a:pt x="90608" y="7243"/>
                  </a:lnTo>
                  <a:lnTo>
                    <a:pt x="85385" y="8927"/>
                  </a:lnTo>
                  <a:lnTo>
                    <a:pt x="80220" y="10782"/>
                  </a:lnTo>
                  <a:lnTo>
                    <a:pt x="75119" y="12805"/>
                  </a:lnTo>
                  <a:lnTo>
                    <a:pt x="70087" y="14994"/>
                  </a:lnTo>
                  <a:lnTo>
                    <a:pt x="65129" y="17347"/>
                  </a:lnTo>
                  <a:lnTo>
                    <a:pt x="60251" y="19862"/>
                  </a:lnTo>
                  <a:lnTo>
                    <a:pt x="55459" y="22536"/>
                  </a:lnTo>
                  <a:lnTo>
                    <a:pt x="50757" y="25365"/>
                  </a:lnTo>
                  <a:lnTo>
                    <a:pt x="46150" y="28347"/>
                  </a:lnTo>
                  <a:lnTo>
                    <a:pt x="41644" y="31479"/>
                  </a:lnTo>
                  <a:lnTo>
                    <a:pt x="37243" y="34757"/>
                  </a:lnTo>
                  <a:lnTo>
                    <a:pt x="32951" y="38178"/>
                  </a:lnTo>
                  <a:lnTo>
                    <a:pt x="28775" y="41738"/>
                  </a:lnTo>
                  <a:lnTo>
                    <a:pt x="24717" y="45433"/>
                  </a:lnTo>
                  <a:lnTo>
                    <a:pt x="20783" y="49259"/>
                  </a:lnTo>
                  <a:lnTo>
                    <a:pt x="16977" y="53212"/>
                  </a:lnTo>
                  <a:lnTo>
                    <a:pt x="13302" y="57288"/>
                  </a:lnTo>
                  <a:lnTo>
                    <a:pt x="9764" y="61482"/>
                  </a:lnTo>
                  <a:lnTo>
                    <a:pt x="6365" y="65791"/>
                  </a:lnTo>
                  <a:lnTo>
                    <a:pt x="3109" y="70208"/>
                  </a:lnTo>
                  <a:lnTo>
                    <a:pt x="0" y="74730"/>
                  </a:lnTo>
                  <a:lnTo>
                    <a:pt x="13928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283949" y="4734012"/>
              <a:ext cx="139285" cy="92436"/>
            </a:xfrm>
            <a:custGeom>
              <a:avLst/>
              <a:pathLst>
                <a:path w="139285" h="92436">
                  <a:moveTo>
                    <a:pt x="0" y="0"/>
                  </a:moveTo>
                  <a:lnTo>
                    <a:pt x="139285" y="9243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283949" y="4734012"/>
              <a:ext cx="139285" cy="92436"/>
            </a:xfrm>
            <a:custGeom>
              <a:avLst/>
              <a:pathLst>
                <a:path w="139285" h="92436">
                  <a:moveTo>
                    <a:pt x="0" y="0"/>
                  </a:moveTo>
                  <a:lnTo>
                    <a:pt x="139285" y="9243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256083" y="4734012"/>
              <a:ext cx="334313" cy="259602"/>
            </a:xfrm>
            <a:custGeom>
              <a:avLst/>
              <a:pathLst>
                <a:path w="334313" h="259602">
                  <a:moveTo>
                    <a:pt x="27866" y="0"/>
                  </a:moveTo>
                  <a:lnTo>
                    <a:pt x="24998" y="4473"/>
                  </a:lnTo>
                  <a:lnTo>
                    <a:pt x="22274" y="9036"/>
                  </a:lnTo>
                  <a:lnTo>
                    <a:pt x="19697" y="13682"/>
                  </a:lnTo>
                  <a:lnTo>
                    <a:pt x="17268" y="18409"/>
                  </a:lnTo>
                  <a:lnTo>
                    <a:pt x="14991" y="23210"/>
                  </a:lnTo>
                  <a:lnTo>
                    <a:pt x="12868" y="28081"/>
                  </a:lnTo>
                  <a:lnTo>
                    <a:pt x="10900" y="33017"/>
                  </a:lnTo>
                  <a:lnTo>
                    <a:pt x="9091" y="38013"/>
                  </a:lnTo>
                  <a:lnTo>
                    <a:pt x="7441" y="43064"/>
                  </a:lnTo>
                  <a:lnTo>
                    <a:pt x="5952" y="48165"/>
                  </a:lnTo>
                  <a:lnTo>
                    <a:pt x="4627" y="53311"/>
                  </a:lnTo>
                  <a:lnTo>
                    <a:pt x="3465" y="58497"/>
                  </a:lnTo>
                  <a:lnTo>
                    <a:pt x="2469" y="63716"/>
                  </a:lnTo>
                  <a:lnTo>
                    <a:pt x="1640" y="68965"/>
                  </a:lnTo>
                  <a:lnTo>
                    <a:pt x="977" y="74237"/>
                  </a:lnTo>
                  <a:lnTo>
                    <a:pt x="483" y="79528"/>
                  </a:lnTo>
                  <a:lnTo>
                    <a:pt x="157" y="84832"/>
                  </a:lnTo>
                  <a:lnTo>
                    <a:pt x="0" y="90143"/>
                  </a:lnTo>
                  <a:lnTo>
                    <a:pt x="11" y="95457"/>
                  </a:lnTo>
                  <a:lnTo>
                    <a:pt x="192" y="100768"/>
                  </a:lnTo>
                  <a:lnTo>
                    <a:pt x="541" y="106070"/>
                  </a:lnTo>
                  <a:lnTo>
                    <a:pt x="1058" y="111358"/>
                  </a:lnTo>
                  <a:lnTo>
                    <a:pt x="1743" y="116628"/>
                  </a:lnTo>
                  <a:lnTo>
                    <a:pt x="2596" y="121873"/>
                  </a:lnTo>
                  <a:lnTo>
                    <a:pt x="3615" y="127088"/>
                  </a:lnTo>
                  <a:lnTo>
                    <a:pt x="4799" y="132268"/>
                  </a:lnTo>
                  <a:lnTo>
                    <a:pt x="6147" y="137408"/>
                  </a:lnTo>
                  <a:lnTo>
                    <a:pt x="7657" y="142503"/>
                  </a:lnTo>
                  <a:lnTo>
                    <a:pt x="9329" y="147547"/>
                  </a:lnTo>
                  <a:lnTo>
                    <a:pt x="11160" y="152535"/>
                  </a:lnTo>
                  <a:lnTo>
                    <a:pt x="13149" y="157462"/>
                  </a:lnTo>
                  <a:lnTo>
                    <a:pt x="15294" y="162324"/>
                  </a:lnTo>
                  <a:lnTo>
                    <a:pt x="17592" y="167115"/>
                  </a:lnTo>
                  <a:lnTo>
                    <a:pt x="20041" y="171831"/>
                  </a:lnTo>
                  <a:lnTo>
                    <a:pt x="22639" y="176467"/>
                  </a:lnTo>
                  <a:lnTo>
                    <a:pt x="25382" y="181017"/>
                  </a:lnTo>
                  <a:lnTo>
                    <a:pt x="28269" y="185478"/>
                  </a:lnTo>
                  <a:lnTo>
                    <a:pt x="31297" y="189845"/>
                  </a:lnTo>
                  <a:lnTo>
                    <a:pt x="34461" y="194114"/>
                  </a:lnTo>
                  <a:lnTo>
                    <a:pt x="37760" y="198280"/>
                  </a:lnTo>
                  <a:lnTo>
                    <a:pt x="41189" y="202339"/>
                  </a:lnTo>
                  <a:lnTo>
                    <a:pt x="44746" y="206287"/>
                  </a:lnTo>
                  <a:lnTo>
                    <a:pt x="48427" y="210120"/>
                  </a:lnTo>
                  <a:lnTo>
                    <a:pt x="52227" y="213834"/>
                  </a:lnTo>
                  <a:lnTo>
                    <a:pt x="56143" y="217425"/>
                  </a:lnTo>
                  <a:lnTo>
                    <a:pt x="60172" y="220890"/>
                  </a:lnTo>
                  <a:lnTo>
                    <a:pt x="64309" y="224225"/>
                  </a:lnTo>
                  <a:lnTo>
                    <a:pt x="68549" y="227427"/>
                  </a:lnTo>
                  <a:lnTo>
                    <a:pt x="72890" y="230493"/>
                  </a:lnTo>
                  <a:lnTo>
                    <a:pt x="77325" y="233419"/>
                  </a:lnTo>
                  <a:lnTo>
                    <a:pt x="81851" y="236203"/>
                  </a:lnTo>
                  <a:lnTo>
                    <a:pt x="86464" y="238842"/>
                  </a:lnTo>
                  <a:lnTo>
                    <a:pt x="91158" y="241332"/>
                  </a:lnTo>
                  <a:lnTo>
                    <a:pt x="95929" y="243672"/>
                  </a:lnTo>
                  <a:lnTo>
                    <a:pt x="100771" y="245859"/>
                  </a:lnTo>
                  <a:lnTo>
                    <a:pt x="105681" y="247892"/>
                  </a:lnTo>
                  <a:lnTo>
                    <a:pt x="110653" y="249767"/>
                  </a:lnTo>
                  <a:lnTo>
                    <a:pt x="115682" y="251483"/>
                  </a:lnTo>
                  <a:lnTo>
                    <a:pt x="120763" y="253039"/>
                  </a:lnTo>
                  <a:lnTo>
                    <a:pt x="125891" y="254432"/>
                  </a:lnTo>
                  <a:lnTo>
                    <a:pt x="131060" y="255661"/>
                  </a:lnTo>
                  <a:lnTo>
                    <a:pt x="136267" y="256726"/>
                  </a:lnTo>
                  <a:lnTo>
                    <a:pt x="141504" y="257625"/>
                  </a:lnTo>
                  <a:lnTo>
                    <a:pt x="146767" y="258356"/>
                  </a:lnTo>
                  <a:lnTo>
                    <a:pt x="152051" y="258920"/>
                  </a:lnTo>
                  <a:lnTo>
                    <a:pt x="157350" y="259316"/>
                  </a:lnTo>
                  <a:lnTo>
                    <a:pt x="162659" y="259543"/>
                  </a:lnTo>
                  <a:lnTo>
                    <a:pt x="167972" y="259602"/>
                  </a:lnTo>
                  <a:lnTo>
                    <a:pt x="173285" y="259491"/>
                  </a:lnTo>
                  <a:lnTo>
                    <a:pt x="178591" y="259212"/>
                  </a:lnTo>
                  <a:lnTo>
                    <a:pt x="183886" y="258764"/>
                  </a:lnTo>
                  <a:lnTo>
                    <a:pt x="189164" y="258148"/>
                  </a:lnTo>
                  <a:lnTo>
                    <a:pt x="194420" y="257365"/>
                  </a:lnTo>
                  <a:lnTo>
                    <a:pt x="199648" y="256415"/>
                  </a:lnTo>
                  <a:lnTo>
                    <a:pt x="204843" y="255299"/>
                  </a:lnTo>
                  <a:lnTo>
                    <a:pt x="210000" y="254019"/>
                  </a:lnTo>
                  <a:lnTo>
                    <a:pt x="215114" y="252575"/>
                  </a:lnTo>
                  <a:lnTo>
                    <a:pt x="220180" y="250970"/>
                  </a:lnTo>
                  <a:lnTo>
                    <a:pt x="225192" y="249204"/>
                  </a:lnTo>
                  <a:lnTo>
                    <a:pt x="230145" y="247281"/>
                  </a:lnTo>
                  <a:lnTo>
                    <a:pt x="235035" y="245200"/>
                  </a:lnTo>
                  <a:lnTo>
                    <a:pt x="239856" y="242965"/>
                  </a:lnTo>
                  <a:lnTo>
                    <a:pt x="244603" y="240579"/>
                  </a:lnTo>
                  <a:lnTo>
                    <a:pt x="249273" y="238042"/>
                  </a:lnTo>
                  <a:lnTo>
                    <a:pt x="253859" y="235358"/>
                  </a:lnTo>
                  <a:lnTo>
                    <a:pt x="258358" y="232530"/>
                  </a:lnTo>
                  <a:lnTo>
                    <a:pt x="262764" y="229561"/>
                  </a:lnTo>
                  <a:lnTo>
                    <a:pt x="267074" y="226453"/>
                  </a:lnTo>
                  <a:lnTo>
                    <a:pt x="271283" y="223209"/>
                  </a:lnTo>
                  <a:lnTo>
                    <a:pt x="275387" y="219833"/>
                  </a:lnTo>
                  <a:lnTo>
                    <a:pt x="279381" y="216329"/>
                  </a:lnTo>
                  <a:lnTo>
                    <a:pt x="283262" y="212699"/>
                  </a:lnTo>
                  <a:lnTo>
                    <a:pt x="287026" y="208948"/>
                  </a:lnTo>
                  <a:lnTo>
                    <a:pt x="290668" y="205079"/>
                  </a:lnTo>
                  <a:lnTo>
                    <a:pt x="294186" y="201097"/>
                  </a:lnTo>
                  <a:lnTo>
                    <a:pt x="297576" y="197004"/>
                  </a:lnTo>
                  <a:lnTo>
                    <a:pt x="300833" y="192806"/>
                  </a:lnTo>
                  <a:lnTo>
                    <a:pt x="303956" y="188507"/>
                  </a:lnTo>
                  <a:lnTo>
                    <a:pt x="306940" y="184110"/>
                  </a:lnTo>
                  <a:lnTo>
                    <a:pt x="309783" y="179621"/>
                  </a:lnTo>
                  <a:lnTo>
                    <a:pt x="312482" y="175043"/>
                  </a:lnTo>
                  <a:lnTo>
                    <a:pt x="315034" y="170383"/>
                  </a:lnTo>
                  <a:lnTo>
                    <a:pt x="317437" y="165643"/>
                  </a:lnTo>
                  <a:lnTo>
                    <a:pt x="319688" y="160829"/>
                  </a:lnTo>
                  <a:lnTo>
                    <a:pt x="321784" y="155947"/>
                  </a:lnTo>
                  <a:lnTo>
                    <a:pt x="323725" y="151000"/>
                  </a:lnTo>
                  <a:lnTo>
                    <a:pt x="325507" y="145994"/>
                  </a:lnTo>
                  <a:lnTo>
                    <a:pt x="327129" y="140934"/>
                  </a:lnTo>
                  <a:lnTo>
                    <a:pt x="328590" y="135825"/>
                  </a:lnTo>
                  <a:lnTo>
                    <a:pt x="329887" y="130672"/>
                  </a:lnTo>
                  <a:lnTo>
                    <a:pt x="331020" y="125480"/>
                  </a:lnTo>
                  <a:lnTo>
                    <a:pt x="331988" y="120255"/>
                  </a:lnTo>
                  <a:lnTo>
                    <a:pt x="332789" y="115002"/>
                  </a:lnTo>
                  <a:lnTo>
                    <a:pt x="333422" y="109726"/>
                  </a:lnTo>
                  <a:lnTo>
                    <a:pt x="333888" y="104433"/>
                  </a:lnTo>
                  <a:lnTo>
                    <a:pt x="334185" y="99127"/>
                  </a:lnTo>
                  <a:lnTo>
                    <a:pt x="334313" y="93815"/>
                  </a:lnTo>
                  <a:lnTo>
                    <a:pt x="334272" y="88502"/>
                  </a:lnTo>
                  <a:lnTo>
                    <a:pt x="334063" y="83192"/>
                  </a:lnTo>
                  <a:lnTo>
                    <a:pt x="333685" y="77892"/>
                  </a:lnTo>
                  <a:lnTo>
                    <a:pt x="333138" y="72606"/>
                  </a:lnTo>
                  <a:lnTo>
                    <a:pt x="332424" y="67340"/>
                  </a:lnTo>
                  <a:lnTo>
                    <a:pt x="331543" y="62100"/>
                  </a:lnTo>
                  <a:lnTo>
                    <a:pt x="330496" y="56891"/>
                  </a:lnTo>
                  <a:lnTo>
                    <a:pt x="329284" y="51717"/>
                  </a:lnTo>
                  <a:lnTo>
                    <a:pt x="327907" y="46585"/>
                  </a:lnTo>
                  <a:lnTo>
                    <a:pt x="326369" y="41498"/>
                  </a:lnTo>
                  <a:lnTo>
                    <a:pt x="324670" y="36464"/>
                  </a:lnTo>
                  <a:lnTo>
                    <a:pt x="322811" y="31486"/>
                  </a:lnTo>
                  <a:lnTo>
                    <a:pt x="320795" y="26569"/>
                  </a:lnTo>
                  <a:lnTo>
                    <a:pt x="318624" y="21719"/>
                  </a:lnTo>
                  <a:lnTo>
                    <a:pt x="167151" y="924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423235" y="4659281"/>
              <a:ext cx="151472" cy="167167"/>
            </a:xfrm>
            <a:custGeom>
              <a:avLst/>
              <a:pathLst>
                <a:path w="151472" h="167167">
                  <a:moveTo>
                    <a:pt x="151472" y="96450"/>
                  </a:moveTo>
                  <a:lnTo>
                    <a:pt x="149102" y="91580"/>
                  </a:lnTo>
                  <a:lnTo>
                    <a:pt x="146575" y="86789"/>
                  </a:lnTo>
                  <a:lnTo>
                    <a:pt x="143894" y="82083"/>
                  </a:lnTo>
                  <a:lnTo>
                    <a:pt x="141063" y="77467"/>
                  </a:lnTo>
                  <a:lnTo>
                    <a:pt x="138083" y="72944"/>
                  </a:lnTo>
                  <a:lnTo>
                    <a:pt x="134958" y="68520"/>
                  </a:lnTo>
                  <a:lnTo>
                    <a:pt x="131692" y="64200"/>
                  </a:lnTo>
                  <a:lnTo>
                    <a:pt x="128287" y="59988"/>
                  </a:lnTo>
                  <a:lnTo>
                    <a:pt x="124748" y="55889"/>
                  </a:lnTo>
                  <a:lnTo>
                    <a:pt x="121077" y="51906"/>
                  </a:lnTo>
                  <a:lnTo>
                    <a:pt x="117280" y="48044"/>
                  </a:lnTo>
                  <a:lnTo>
                    <a:pt x="113359" y="44307"/>
                  </a:lnTo>
                  <a:lnTo>
                    <a:pt x="109320" y="40700"/>
                  </a:lnTo>
                  <a:lnTo>
                    <a:pt x="105166" y="37225"/>
                  </a:lnTo>
                  <a:lnTo>
                    <a:pt x="100901" y="33886"/>
                  </a:lnTo>
                  <a:lnTo>
                    <a:pt x="96531" y="30687"/>
                  </a:lnTo>
                  <a:lnTo>
                    <a:pt x="92059" y="27632"/>
                  </a:lnTo>
                  <a:lnTo>
                    <a:pt x="87490" y="24723"/>
                  </a:lnTo>
                  <a:lnTo>
                    <a:pt x="82830" y="21963"/>
                  </a:lnTo>
                  <a:lnTo>
                    <a:pt x="78083" y="19356"/>
                  </a:lnTo>
                  <a:lnTo>
                    <a:pt x="73253" y="16904"/>
                  </a:lnTo>
                  <a:lnTo>
                    <a:pt x="68347" y="14610"/>
                  </a:lnTo>
                  <a:lnTo>
                    <a:pt x="63369" y="12476"/>
                  </a:lnTo>
                  <a:lnTo>
                    <a:pt x="58325" y="10505"/>
                  </a:lnTo>
                  <a:lnTo>
                    <a:pt x="53219" y="8697"/>
                  </a:lnTo>
                  <a:lnTo>
                    <a:pt x="48058" y="7057"/>
                  </a:lnTo>
                  <a:lnTo>
                    <a:pt x="42846" y="5584"/>
                  </a:lnTo>
                  <a:lnTo>
                    <a:pt x="37589" y="4281"/>
                  </a:lnTo>
                  <a:lnTo>
                    <a:pt x="32293" y="3148"/>
                  </a:lnTo>
                  <a:lnTo>
                    <a:pt x="26962" y="2188"/>
                  </a:lnTo>
                  <a:lnTo>
                    <a:pt x="21604" y="1401"/>
                  </a:lnTo>
                  <a:lnTo>
                    <a:pt x="16223" y="789"/>
                  </a:lnTo>
                  <a:lnTo>
                    <a:pt x="10824" y="350"/>
                  </a:lnTo>
                  <a:lnTo>
                    <a:pt x="5415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645052" y="4213821"/>
              <a:ext cx="83419" cy="167167"/>
            </a:xfrm>
            <a:custGeom>
              <a:avLst/>
              <a:pathLst>
                <a:path w="83419" h="167167">
                  <a:moveTo>
                    <a:pt x="83419" y="0"/>
                  </a:moveTo>
                  <a:lnTo>
                    <a:pt x="77597" y="101"/>
                  </a:lnTo>
                  <a:lnTo>
                    <a:pt x="71783" y="405"/>
                  </a:lnTo>
                  <a:lnTo>
                    <a:pt x="65983" y="911"/>
                  </a:lnTo>
                  <a:lnTo>
                    <a:pt x="60204" y="1619"/>
                  </a:lnTo>
                  <a:lnTo>
                    <a:pt x="54453" y="2528"/>
                  </a:lnTo>
                  <a:lnTo>
                    <a:pt x="48737" y="3637"/>
                  </a:lnTo>
                  <a:lnTo>
                    <a:pt x="43063" y="4944"/>
                  </a:lnTo>
                  <a:lnTo>
                    <a:pt x="37439" y="6447"/>
                  </a:lnTo>
                  <a:lnTo>
                    <a:pt x="31870" y="8146"/>
                  </a:lnTo>
                  <a:lnTo>
                    <a:pt x="26363" y="10038"/>
                  </a:lnTo>
                  <a:lnTo>
                    <a:pt x="20926" y="12120"/>
                  </a:lnTo>
                  <a:lnTo>
                    <a:pt x="15564" y="14390"/>
                  </a:lnTo>
                  <a:lnTo>
                    <a:pt x="10285" y="16846"/>
                  </a:lnTo>
                  <a:lnTo>
                    <a:pt x="5095" y="19484"/>
                  </a:lnTo>
                  <a:lnTo>
                    <a:pt x="0" y="22301"/>
                  </a:lnTo>
                  <a:lnTo>
                    <a:pt x="83419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645052" y="4236122"/>
              <a:ext cx="83419" cy="144866"/>
            </a:xfrm>
            <a:custGeom>
              <a:avLst/>
              <a:pathLst>
                <a:path w="83419" h="144866">
                  <a:moveTo>
                    <a:pt x="0" y="0"/>
                  </a:moveTo>
                  <a:lnTo>
                    <a:pt x="83419" y="1448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561321" y="4236122"/>
              <a:ext cx="167150" cy="300983"/>
            </a:xfrm>
            <a:custGeom>
              <a:avLst/>
              <a:pathLst>
                <a:path w="167150" h="300983">
                  <a:moveTo>
                    <a:pt x="83731" y="0"/>
                  </a:moveTo>
                  <a:lnTo>
                    <a:pt x="79112" y="2760"/>
                  </a:lnTo>
                  <a:lnTo>
                    <a:pt x="74583" y="5667"/>
                  </a:lnTo>
                  <a:lnTo>
                    <a:pt x="70151" y="8719"/>
                  </a:lnTo>
                  <a:lnTo>
                    <a:pt x="65819" y="11911"/>
                  </a:lnTo>
                  <a:lnTo>
                    <a:pt x="61592" y="15242"/>
                  </a:lnTo>
                  <a:lnTo>
                    <a:pt x="57474" y="18707"/>
                  </a:lnTo>
                  <a:lnTo>
                    <a:pt x="53470" y="22302"/>
                  </a:lnTo>
                  <a:lnTo>
                    <a:pt x="49584" y="26025"/>
                  </a:lnTo>
                  <a:lnTo>
                    <a:pt x="45820" y="29870"/>
                  </a:lnTo>
                  <a:lnTo>
                    <a:pt x="42182" y="33835"/>
                  </a:lnTo>
                  <a:lnTo>
                    <a:pt x="38673" y="37915"/>
                  </a:lnTo>
                  <a:lnTo>
                    <a:pt x="35297" y="42106"/>
                  </a:lnTo>
                  <a:lnTo>
                    <a:pt x="32058" y="46403"/>
                  </a:lnTo>
                  <a:lnTo>
                    <a:pt x="28958" y="50802"/>
                  </a:lnTo>
                  <a:lnTo>
                    <a:pt x="26002" y="55299"/>
                  </a:lnTo>
                  <a:lnTo>
                    <a:pt x="23193" y="59889"/>
                  </a:lnTo>
                  <a:lnTo>
                    <a:pt x="20532" y="64566"/>
                  </a:lnTo>
                  <a:lnTo>
                    <a:pt x="18023" y="69327"/>
                  </a:lnTo>
                  <a:lnTo>
                    <a:pt x="15669" y="74166"/>
                  </a:lnTo>
                  <a:lnTo>
                    <a:pt x="13472" y="79079"/>
                  </a:lnTo>
                  <a:lnTo>
                    <a:pt x="11434" y="84059"/>
                  </a:lnTo>
                  <a:lnTo>
                    <a:pt x="9558" y="89103"/>
                  </a:lnTo>
                  <a:lnTo>
                    <a:pt x="7845" y="94204"/>
                  </a:lnTo>
                  <a:lnTo>
                    <a:pt x="6296" y="99358"/>
                  </a:lnTo>
                  <a:lnTo>
                    <a:pt x="4915" y="104559"/>
                  </a:lnTo>
                  <a:lnTo>
                    <a:pt x="3702" y="109802"/>
                  </a:lnTo>
                  <a:lnTo>
                    <a:pt x="2658" y="115081"/>
                  </a:lnTo>
                  <a:lnTo>
                    <a:pt x="1784" y="120391"/>
                  </a:lnTo>
                  <a:lnTo>
                    <a:pt x="1082" y="125726"/>
                  </a:lnTo>
                  <a:lnTo>
                    <a:pt x="552" y="131082"/>
                  </a:lnTo>
                  <a:lnTo>
                    <a:pt x="195" y="136451"/>
                  </a:lnTo>
                  <a:lnTo>
                    <a:pt x="11" y="141829"/>
                  </a:lnTo>
                  <a:lnTo>
                    <a:pt x="0" y="147211"/>
                  </a:lnTo>
                  <a:lnTo>
                    <a:pt x="162" y="152590"/>
                  </a:lnTo>
                  <a:lnTo>
                    <a:pt x="497" y="157960"/>
                  </a:lnTo>
                  <a:lnTo>
                    <a:pt x="1005" y="163318"/>
                  </a:lnTo>
                  <a:lnTo>
                    <a:pt x="1685" y="168656"/>
                  </a:lnTo>
                  <a:lnTo>
                    <a:pt x="2536" y="173970"/>
                  </a:lnTo>
                  <a:lnTo>
                    <a:pt x="3558" y="179253"/>
                  </a:lnTo>
                  <a:lnTo>
                    <a:pt x="4750" y="184501"/>
                  </a:lnTo>
                  <a:lnTo>
                    <a:pt x="6110" y="189707"/>
                  </a:lnTo>
                  <a:lnTo>
                    <a:pt x="7636" y="194868"/>
                  </a:lnTo>
                  <a:lnTo>
                    <a:pt x="9328" y="199976"/>
                  </a:lnTo>
                  <a:lnTo>
                    <a:pt x="11184" y="205027"/>
                  </a:lnTo>
                  <a:lnTo>
                    <a:pt x="13201" y="210016"/>
                  </a:lnTo>
                  <a:lnTo>
                    <a:pt x="15378" y="214938"/>
                  </a:lnTo>
                  <a:lnTo>
                    <a:pt x="17712" y="219787"/>
                  </a:lnTo>
                  <a:lnTo>
                    <a:pt x="20201" y="224558"/>
                  </a:lnTo>
                  <a:lnTo>
                    <a:pt x="22842" y="229246"/>
                  </a:lnTo>
                  <a:lnTo>
                    <a:pt x="25633" y="233847"/>
                  </a:lnTo>
                  <a:lnTo>
                    <a:pt x="28571" y="238356"/>
                  </a:lnTo>
                  <a:lnTo>
                    <a:pt x="31652" y="242768"/>
                  </a:lnTo>
                  <a:lnTo>
                    <a:pt x="34873" y="247079"/>
                  </a:lnTo>
                  <a:lnTo>
                    <a:pt x="38231" y="251284"/>
                  </a:lnTo>
                  <a:lnTo>
                    <a:pt x="41724" y="255378"/>
                  </a:lnTo>
                  <a:lnTo>
                    <a:pt x="45346" y="259358"/>
                  </a:lnTo>
                  <a:lnTo>
                    <a:pt x="49094" y="263219"/>
                  </a:lnTo>
                  <a:lnTo>
                    <a:pt x="52965" y="266958"/>
                  </a:lnTo>
                  <a:lnTo>
                    <a:pt x="56954" y="270570"/>
                  </a:lnTo>
                  <a:lnTo>
                    <a:pt x="61057" y="274052"/>
                  </a:lnTo>
                  <a:lnTo>
                    <a:pt x="65270" y="277400"/>
                  </a:lnTo>
                  <a:lnTo>
                    <a:pt x="69589" y="280610"/>
                  </a:lnTo>
                  <a:lnTo>
                    <a:pt x="74008" y="283680"/>
                  </a:lnTo>
                  <a:lnTo>
                    <a:pt x="78525" y="286606"/>
                  </a:lnTo>
                  <a:lnTo>
                    <a:pt x="83133" y="289385"/>
                  </a:lnTo>
                  <a:lnTo>
                    <a:pt x="87828" y="292015"/>
                  </a:lnTo>
                  <a:lnTo>
                    <a:pt x="92605" y="294492"/>
                  </a:lnTo>
                  <a:lnTo>
                    <a:pt x="97460" y="296814"/>
                  </a:lnTo>
                  <a:lnTo>
                    <a:pt x="102387" y="298978"/>
                  </a:lnTo>
                  <a:lnTo>
                    <a:pt x="107381" y="300983"/>
                  </a:lnTo>
                  <a:lnTo>
                    <a:pt x="167150" y="1448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668702" y="4213821"/>
              <a:ext cx="226930" cy="334316"/>
            </a:xfrm>
            <a:custGeom>
              <a:avLst/>
              <a:pathLst>
                <a:path w="226930" h="334316">
                  <a:moveTo>
                    <a:pt x="0" y="323284"/>
                  </a:moveTo>
                  <a:lnTo>
                    <a:pt x="5007" y="325110"/>
                  </a:lnTo>
                  <a:lnTo>
                    <a:pt x="10069" y="326776"/>
                  </a:lnTo>
                  <a:lnTo>
                    <a:pt x="15183" y="328279"/>
                  </a:lnTo>
                  <a:lnTo>
                    <a:pt x="20341" y="329618"/>
                  </a:lnTo>
                  <a:lnTo>
                    <a:pt x="25540" y="330793"/>
                  </a:lnTo>
                  <a:lnTo>
                    <a:pt x="30774" y="331801"/>
                  </a:lnTo>
                  <a:lnTo>
                    <a:pt x="36037" y="332641"/>
                  </a:lnTo>
                  <a:lnTo>
                    <a:pt x="41324" y="333314"/>
                  </a:lnTo>
                  <a:lnTo>
                    <a:pt x="46630" y="333817"/>
                  </a:lnTo>
                  <a:lnTo>
                    <a:pt x="51949" y="334151"/>
                  </a:lnTo>
                  <a:lnTo>
                    <a:pt x="57276" y="334316"/>
                  </a:lnTo>
                  <a:lnTo>
                    <a:pt x="62606" y="334310"/>
                  </a:lnTo>
                  <a:lnTo>
                    <a:pt x="67933" y="334135"/>
                  </a:lnTo>
                  <a:lnTo>
                    <a:pt x="73251" y="333790"/>
                  </a:lnTo>
                  <a:lnTo>
                    <a:pt x="78556" y="333275"/>
                  </a:lnTo>
                  <a:lnTo>
                    <a:pt x="83842" y="332592"/>
                  </a:lnTo>
                  <a:lnTo>
                    <a:pt x="89103" y="331741"/>
                  </a:lnTo>
                  <a:lnTo>
                    <a:pt x="94335" y="330722"/>
                  </a:lnTo>
                  <a:lnTo>
                    <a:pt x="99531" y="329537"/>
                  </a:lnTo>
                  <a:lnTo>
                    <a:pt x="104687" y="328187"/>
                  </a:lnTo>
                  <a:lnTo>
                    <a:pt x="109797" y="326673"/>
                  </a:lnTo>
                  <a:lnTo>
                    <a:pt x="114856" y="324997"/>
                  </a:lnTo>
                  <a:lnTo>
                    <a:pt x="119860" y="323161"/>
                  </a:lnTo>
                  <a:lnTo>
                    <a:pt x="124802" y="321166"/>
                  </a:lnTo>
                  <a:lnTo>
                    <a:pt x="129678" y="319014"/>
                  </a:lnTo>
                  <a:lnTo>
                    <a:pt x="134483" y="316709"/>
                  </a:lnTo>
                  <a:lnTo>
                    <a:pt x="139213" y="314251"/>
                  </a:lnTo>
                  <a:lnTo>
                    <a:pt x="143861" y="311643"/>
                  </a:lnTo>
                  <a:lnTo>
                    <a:pt x="148424" y="308889"/>
                  </a:lnTo>
                  <a:lnTo>
                    <a:pt x="152897" y="305991"/>
                  </a:lnTo>
                  <a:lnTo>
                    <a:pt x="157275" y="302952"/>
                  </a:lnTo>
                  <a:lnTo>
                    <a:pt x="161554" y="299774"/>
                  </a:lnTo>
                  <a:lnTo>
                    <a:pt x="165730" y="296462"/>
                  </a:lnTo>
                  <a:lnTo>
                    <a:pt x="169798" y="293019"/>
                  </a:lnTo>
                  <a:lnTo>
                    <a:pt x="173754" y="289447"/>
                  </a:lnTo>
                  <a:lnTo>
                    <a:pt x="177594" y="285751"/>
                  </a:lnTo>
                  <a:lnTo>
                    <a:pt x="181314" y="281935"/>
                  </a:lnTo>
                  <a:lnTo>
                    <a:pt x="184911" y="278002"/>
                  </a:lnTo>
                  <a:lnTo>
                    <a:pt x="188381" y="273956"/>
                  </a:lnTo>
                  <a:lnTo>
                    <a:pt x="191720" y="269802"/>
                  </a:lnTo>
                  <a:lnTo>
                    <a:pt x="194924" y="265544"/>
                  </a:lnTo>
                  <a:lnTo>
                    <a:pt x="197992" y="261185"/>
                  </a:lnTo>
                  <a:lnTo>
                    <a:pt x="200919" y="256731"/>
                  </a:lnTo>
                  <a:lnTo>
                    <a:pt x="203702" y="252186"/>
                  </a:lnTo>
                  <a:lnTo>
                    <a:pt x="206339" y="247554"/>
                  </a:lnTo>
                  <a:lnTo>
                    <a:pt x="208827" y="242841"/>
                  </a:lnTo>
                  <a:lnTo>
                    <a:pt x="211164" y="238051"/>
                  </a:lnTo>
                  <a:lnTo>
                    <a:pt x="213347" y="233188"/>
                  </a:lnTo>
                  <a:lnTo>
                    <a:pt x="215373" y="228259"/>
                  </a:lnTo>
                  <a:lnTo>
                    <a:pt x="217242" y="223268"/>
                  </a:lnTo>
                  <a:lnTo>
                    <a:pt x="218950" y="218219"/>
                  </a:lnTo>
                  <a:lnTo>
                    <a:pt x="220497" y="213119"/>
                  </a:lnTo>
                  <a:lnTo>
                    <a:pt x="221880" y="207971"/>
                  </a:lnTo>
                  <a:lnTo>
                    <a:pt x="223098" y="202783"/>
                  </a:lnTo>
                  <a:lnTo>
                    <a:pt x="224151" y="197558"/>
                  </a:lnTo>
                  <a:lnTo>
                    <a:pt x="225036" y="192302"/>
                  </a:lnTo>
                  <a:lnTo>
                    <a:pt x="225753" y="187021"/>
                  </a:lnTo>
                  <a:lnTo>
                    <a:pt x="226302" y="181720"/>
                  </a:lnTo>
                  <a:lnTo>
                    <a:pt x="226681" y="176404"/>
                  </a:lnTo>
                  <a:lnTo>
                    <a:pt x="226891" y="171078"/>
                  </a:lnTo>
                  <a:lnTo>
                    <a:pt x="226930" y="165748"/>
                  </a:lnTo>
                  <a:lnTo>
                    <a:pt x="226800" y="160420"/>
                  </a:lnTo>
                  <a:lnTo>
                    <a:pt x="226500" y="155099"/>
                  </a:lnTo>
                  <a:lnTo>
                    <a:pt x="226031" y="149790"/>
                  </a:lnTo>
                  <a:lnTo>
                    <a:pt x="225392" y="144499"/>
                  </a:lnTo>
                  <a:lnTo>
                    <a:pt x="224586" y="139230"/>
                  </a:lnTo>
                  <a:lnTo>
                    <a:pt x="223611" y="133990"/>
                  </a:lnTo>
                  <a:lnTo>
                    <a:pt x="222470" y="128784"/>
                  </a:lnTo>
                  <a:lnTo>
                    <a:pt x="221164" y="123617"/>
                  </a:lnTo>
                  <a:lnTo>
                    <a:pt x="219694" y="118494"/>
                  </a:lnTo>
                  <a:lnTo>
                    <a:pt x="218061" y="113421"/>
                  </a:lnTo>
                  <a:lnTo>
                    <a:pt x="216267" y="108402"/>
                  </a:lnTo>
                  <a:lnTo>
                    <a:pt x="214314" y="103443"/>
                  </a:lnTo>
                  <a:lnTo>
                    <a:pt x="212204" y="98549"/>
                  </a:lnTo>
                  <a:lnTo>
                    <a:pt x="209939" y="93724"/>
                  </a:lnTo>
                  <a:lnTo>
                    <a:pt x="207522" y="88974"/>
                  </a:lnTo>
                  <a:lnTo>
                    <a:pt x="204954" y="84304"/>
                  </a:lnTo>
                  <a:lnTo>
                    <a:pt x="202239" y="79718"/>
                  </a:lnTo>
                  <a:lnTo>
                    <a:pt x="199378" y="75220"/>
                  </a:lnTo>
                  <a:lnTo>
                    <a:pt x="196376" y="70817"/>
                  </a:lnTo>
                  <a:lnTo>
                    <a:pt x="193235" y="66511"/>
                  </a:lnTo>
                  <a:lnTo>
                    <a:pt x="189959" y="62307"/>
                  </a:lnTo>
                  <a:lnTo>
                    <a:pt x="186550" y="58210"/>
                  </a:lnTo>
                  <a:lnTo>
                    <a:pt x="183012" y="54224"/>
                  </a:lnTo>
                  <a:lnTo>
                    <a:pt x="179349" y="50353"/>
                  </a:lnTo>
                  <a:lnTo>
                    <a:pt x="175564" y="46600"/>
                  </a:lnTo>
                  <a:lnTo>
                    <a:pt x="171662" y="42970"/>
                  </a:lnTo>
                  <a:lnTo>
                    <a:pt x="167646" y="39466"/>
                  </a:lnTo>
                  <a:lnTo>
                    <a:pt x="163520" y="36092"/>
                  </a:lnTo>
                  <a:lnTo>
                    <a:pt x="159289" y="32851"/>
                  </a:lnTo>
                  <a:lnTo>
                    <a:pt x="154957" y="29747"/>
                  </a:lnTo>
                  <a:lnTo>
                    <a:pt x="150527" y="26782"/>
                  </a:lnTo>
                  <a:lnTo>
                    <a:pt x="146006" y="23960"/>
                  </a:lnTo>
                  <a:lnTo>
                    <a:pt x="141397" y="21284"/>
                  </a:lnTo>
                  <a:lnTo>
                    <a:pt x="136705" y="18756"/>
                  </a:lnTo>
                  <a:lnTo>
                    <a:pt x="131935" y="16379"/>
                  </a:lnTo>
                  <a:lnTo>
                    <a:pt x="127091" y="14155"/>
                  </a:lnTo>
                  <a:lnTo>
                    <a:pt x="122179" y="12087"/>
                  </a:lnTo>
                  <a:lnTo>
                    <a:pt x="117204" y="10176"/>
                  </a:lnTo>
                  <a:lnTo>
                    <a:pt x="112170" y="8425"/>
                  </a:lnTo>
                  <a:lnTo>
                    <a:pt x="107083" y="6835"/>
                  </a:lnTo>
                  <a:lnTo>
                    <a:pt x="101948" y="5408"/>
                  </a:lnTo>
                  <a:lnTo>
                    <a:pt x="96770" y="4146"/>
                  </a:lnTo>
                  <a:lnTo>
                    <a:pt x="91554" y="3049"/>
                  </a:lnTo>
                  <a:lnTo>
                    <a:pt x="86306" y="2119"/>
                  </a:lnTo>
                  <a:lnTo>
                    <a:pt x="81031" y="1357"/>
                  </a:lnTo>
                  <a:lnTo>
                    <a:pt x="75734" y="764"/>
                  </a:lnTo>
                  <a:lnTo>
                    <a:pt x="70422" y="339"/>
                  </a:lnTo>
                  <a:lnTo>
                    <a:pt x="65098" y="84"/>
                  </a:lnTo>
                  <a:lnTo>
                    <a:pt x="59769" y="0"/>
                  </a:lnTo>
                  <a:lnTo>
                    <a:pt x="5976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52060" y="3707720"/>
              <a:ext cx="166950" cy="167167"/>
            </a:xfrm>
            <a:custGeom>
              <a:avLst/>
              <a:pathLst>
                <a:path w="166950" h="167167">
                  <a:moveTo>
                    <a:pt x="166950" y="0"/>
                  </a:moveTo>
                  <a:lnTo>
                    <a:pt x="161545" y="87"/>
                  </a:lnTo>
                  <a:lnTo>
                    <a:pt x="156146" y="349"/>
                  </a:lnTo>
                  <a:lnTo>
                    <a:pt x="150758" y="786"/>
                  </a:lnTo>
                  <a:lnTo>
                    <a:pt x="145387" y="1396"/>
                  </a:lnTo>
                  <a:lnTo>
                    <a:pt x="140039" y="2180"/>
                  </a:lnTo>
                  <a:lnTo>
                    <a:pt x="134718" y="3136"/>
                  </a:lnTo>
                  <a:lnTo>
                    <a:pt x="129432" y="4264"/>
                  </a:lnTo>
                  <a:lnTo>
                    <a:pt x="124184" y="5563"/>
                  </a:lnTo>
                  <a:lnTo>
                    <a:pt x="118981" y="7030"/>
                  </a:lnTo>
                  <a:lnTo>
                    <a:pt x="113829" y="8664"/>
                  </a:lnTo>
                  <a:lnTo>
                    <a:pt x="108732" y="10465"/>
                  </a:lnTo>
                  <a:lnTo>
                    <a:pt x="103696" y="12429"/>
                  </a:lnTo>
                  <a:lnTo>
                    <a:pt x="98726" y="14555"/>
                  </a:lnTo>
                  <a:lnTo>
                    <a:pt x="93827" y="16841"/>
                  </a:lnTo>
                  <a:lnTo>
                    <a:pt x="89005" y="19284"/>
                  </a:lnTo>
                  <a:lnTo>
                    <a:pt x="84264" y="21881"/>
                  </a:lnTo>
                  <a:lnTo>
                    <a:pt x="79610" y="24631"/>
                  </a:lnTo>
                  <a:lnTo>
                    <a:pt x="75047" y="27529"/>
                  </a:lnTo>
                  <a:lnTo>
                    <a:pt x="70580" y="30574"/>
                  </a:lnTo>
                  <a:lnTo>
                    <a:pt x="66214" y="33761"/>
                  </a:lnTo>
                  <a:lnTo>
                    <a:pt x="61954" y="37088"/>
                  </a:lnTo>
                  <a:lnTo>
                    <a:pt x="57803" y="40551"/>
                  </a:lnTo>
                  <a:lnTo>
                    <a:pt x="53766" y="44146"/>
                  </a:lnTo>
                  <a:lnTo>
                    <a:pt x="49847" y="47870"/>
                  </a:lnTo>
                  <a:lnTo>
                    <a:pt x="46051" y="51718"/>
                  </a:lnTo>
                  <a:lnTo>
                    <a:pt x="42382" y="55688"/>
                  </a:lnTo>
                  <a:lnTo>
                    <a:pt x="38843" y="59773"/>
                  </a:lnTo>
                  <a:lnTo>
                    <a:pt x="35437" y="63972"/>
                  </a:lnTo>
                  <a:lnTo>
                    <a:pt x="32170" y="68278"/>
                  </a:lnTo>
                  <a:lnTo>
                    <a:pt x="29043" y="72687"/>
                  </a:lnTo>
                  <a:lnTo>
                    <a:pt x="26060" y="77196"/>
                  </a:lnTo>
                  <a:lnTo>
                    <a:pt x="23225" y="81798"/>
                  </a:lnTo>
                  <a:lnTo>
                    <a:pt x="20540" y="86490"/>
                  </a:lnTo>
                  <a:lnTo>
                    <a:pt x="18008" y="91266"/>
                  </a:lnTo>
                  <a:lnTo>
                    <a:pt x="15631" y="96121"/>
                  </a:lnTo>
                  <a:lnTo>
                    <a:pt x="13413" y="101051"/>
                  </a:lnTo>
                  <a:lnTo>
                    <a:pt x="11356" y="106050"/>
                  </a:lnTo>
                  <a:lnTo>
                    <a:pt x="9461" y="111112"/>
                  </a:lnTo>
                  <a:lnTo>
                    <a:pt x="7731" y="116234"/>
                  </a:lnTo>
                  <a:lnTo>
                    <a:pt x="6168" y="121408"/>
                  </a:lnTo>
                  <a:lnTo>
                    <a:pt x="4772" y="126631"/>
                  </a:lnTo>
                  <a:lnTo>
                    <a:pt x="3546" y="131895"/>
                  </a:lnTo>
                  <a:lnTo>
                    <a:pt x="2491" y="137197"/>
                  </a:lnTo>
                  <a:lnTo>
                    <a:pt x="1608" y="142530"/>
                  </a:lnTo>
                  <a:lnTo>
                    <a:pt x="898" y="147889"/>
                  </a:lnTo>
                  <a:lnTo>
                    <a:pt x="362" y="153268"/>
                  </a:lnTo>
                  <a:lnTo>
                    <a:pt x="0" y="158661"/>
                  </a:lnTo>
                  <a:lnTo>
                    <a:pt x="16695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51857" y="3707728"/>
              <a:ext cx="334316" cy="334324"/>
            </a:xfrm>
            <a:custGeom>
              <a:avLst/>
              <a:pathLst>
                <a:path w="334316" h="334324">
                  <a:moveTo>
                    <a:pt x="203" y="158653"/>
                  </a:moveTo>
                  <a:lnTo>
                    <a:pt x="17" y="163947"/>
                  </a:lnTo>
                  <a:lnTo>
                    <a:pt x="0" y="169245"/>
                  </a:lnTo>
                  <a:lnTo>
                    <a:pt x="150" y="174540"/>
                  </a:lnTo>
                  <a:lnTo>
                    <a:pt x="467" y="179827"/>
                  </a:lnTo>
                  <a:lnTo>
                    <a:pt x="952" y="185102"/>
                  </a:lnTo>
                  <a:lnTo>
                    <a:pt x="1604" y="190359"/>
                  </a:lnTo>
                  <a:lnTo>
                    <a:pt x="2422" y="195593"/>
                  </a:lnTo>
                  <a:lnTo>
                    <a:pt x="3406" y="200798"/>
                  </a:lnTo>
                  <a:lnTo>
                    <a:pt x="4554" y="205969"/>
                  </a:lnTo>
                  <a:lnTo>
                    <a:pt x="5865" y="211102"/>
                  </a:lnTo>
                  <a:lnTo>
                    <a:pt x="7339" y="216190"/>
                  </a:lnTo>
                  <a:lnTo>
                    <a:pt x="8972" y="221229"/>
                  </a:lnTo>
                  <a:lnTo>
                    <a:pt x="10765" y="226214"/>
                  </a:lnTo>
                  <a:lnTo>
                    <a:pt x="12715" y="231139"/>
                  </a:lnTo>
                  <a:lnTo>
                    <a:pt x="14819" y="236000"/>
                  </a:lnTo>
                  <a:lnTo>
                    <a:pt x="17077" y="240792"/>
                  </a:lnTo>
                  <a:lnTo>
                    <a:pt x="19485" y="245510"/>
                  </a:lnTo>
                  <a:lnTo>
                    <a:pt x="22042" y="250150"/>
                  </a:lnTo>
                  <a:lnTo>
                    <a:pt x="24744" y="254706"/>
                  </a:lnTo>
                  <a:lnTo>
                    <a:pt x="27590" y="259174"/>
                  </a:lnTo>
                  <a:lnTo>
                    <a:pt x="30575" y="263550"/>
                  </a:lnTo>
                  <a:lnTo>
                    <a:pt x="33698" y="267829"/>
                  </a:lnTo>
                  <a:lnTo>
                    <a:pt x="36955" y="272007"/>
                  </a:lnTo>
                  <a:lnTo>
                    <a:pt x="40342" y="276079"/>
                  </a:lnTo>
                  <a:lnTo>
                    <a:pt x="43857" y="280043"/>
                  </a:lnTo>
                  <a:lnTo>
                    <a:pt x="47495" y="283893"/>
                  </a:lnTo>
                  <a:lnTo>
                    <a:pt x="51254" y="287625"/>
                  </a:lnTo>
                  <a:lnTo>
                    <a:pt x="55129" y="291237"/>
                  </a:lnTo>
                  <a:lnTo>
                    <a:pt x="59117" y="294724"/>
                  </a:lnTo>
                  <a:lnTo>
                    <a:pt x="63213" y="298083"/>
                  </a:lnTo>
                  <a:lnTo>
                    <a:pt x="67413" y="301311"/>
                  </a:lnTo>
                  <a:lnTo>
                    <a:pt x="71714" y="304404"/>
                  </a:lnTo>
                  <a:lnTo>
                    <a:pt x="76110" y="307359"/>
                  </a:lnTo>
                  <a:lnTo>
                    <a:pt x="80598" y="310173"/>
                  </a:lnTo>
                  <a:lnTo>
                    <a:pt x="85173" y="312844"/>
                  </a:lnTo>
                  <a:lnTo>
                    <a:pt x="89830" y="315368"/>
                  </a:lnTo>
                  <a:lnTo>
                    <a:pt x="94565" y="317743"/>
                  </a:lnTo>
                  <a:lnTo>
                    <a:pt x="99372" y="319968"/>
                  </a:lnTo>
                  <a:lnTo>
                    <a:pt x="104248" y="322039"/>
                  </a:lnTo>
                  <a:lnTo>
                    <a:pt x="109187" y="323954"/>
                  </a:lnTo>
                  <a:lnTo>
                    <a:pt x="114184" y="325712"/>
                  </a:lnTo>
                  <a:lnTo>
                    <a:pt x="119234" y="327311"/>
                  </a:lnTo>
                  <a:lnTo>
                    <a:pt x="124332" y="328749"/>
                  </a:lnTo>
                  <a:lnTo>
                    <a:pt x="129474" y="330024"/>
                  </a:lnTo>
                  <a:lnTo>
                    <a:pt x="134653" y="331136"/>
                  </a:lnTo>
                  <a:lnTo>
                    <a:pt x="139865" y="332084"/>
                  </a:lnTo>
                  <a:lnTo>
                    <a:pt x="145104" y="332866"/>
                  </a:lnTo>
                  <a:lnTo>
                    <a:pt x="150365" y="333481"/>
                  </a:lnTo>
                  <a:lnTo>
                    <a:pt x="155643" y="333930"/>
                  </a:lnTo>
                  <a:lnTo>
                    <a:pt x="160933" y="334210"/>
                  </a:lnTo>
                  <a:lnTo>
                    <a:pt x="166229" y="334324"/>
                  </a:lnTo>
                  <a:lnTo>
                    <a:pt x="171526" y="334269"/>
                  </a:lnTo>
                  <a:lnTo>
                    <a:pt x="176819" y="334047"/>
                  </a:lnTo>
                  <a:lnTo>
                    <a:pt x="182102" y="333657"/>
                  </a:lnTo>
                  <a:lnTo>
                    <a:pt x="187370" y="333099"/>
                  </a:lnTo>
                  <a:lnTo>
                    <a:pt x="192617" y="332376"/>
                  </a:lnTo>
                  <a:lnTo>
                    <a:pt x="197839" y="331486"/>
                  </a:lnTo>
                  <a:lnTo>
                    <a:pt x="203030" y="330431"/>
                  </a:lnTo>
                  <a:lnTo>
                    <a:pt x="208185" y="329212"/>
                  </a:lnTo>
                  <a:lnTo>
                    <a:pt x="213299" y="327831"/>
                  </a:lnTo>
                  <a:lnTo>
                    <a:pt x="218367" y="326288"/>
                  </a:lnTo>
                  <a:lnTo>
                    <a:pt x="223383" y="324586"/>
                  </a:lnTo>
                  <a:lnTo>
                    <a:pt x="228343" y="322725"/>
                  </a:lnTo>
                  <a:lnTo>
                    <a:pt x="233241" y="320708"/>
                  </a:lnTo>
                  <a:lnTo>
                    <a:pt x="238073" y="318537"/>
                  </a:lnTo>
                  <a:lnTo>
                    <a:pt x="242834" y="316214"/>
                  </a:lnTo>
                  <a:lnTo>
                    <a:pt x="247518" y="313742"/>
                  </a:lnTo>
                  <a:lnTo>
                    <a:pt x="252123" y="311122"/>
                  </a:lnTo>
                  <a:lnTo>
                    <a:pt x="256641" y="308357"/>
                  </a:lnTo>
                  <a:lnTo>
                    <a:pt x="261070" y="305451"/>
                  </a:lnTo>
                  <a:lnTo>
                    <a:pt x="265405" y="302406"/>
                  </a:lnTo>
                  <a:lnTo>
                    <a:pt x="269640" y="299225"/>
                  </a:lnTo>
                  <a:lnTo>
                    <a:pt x="273773" y="295911"/>
                  </a:lnTo>
                  <a:lnTo>
                    <a:pt x="277799" y="292469"/>
                  </a:lnTo>
                  <a:lnTo>
                    <a:pt x="281714" y="288900"/>
                  </a:lnTo>
                  <a:lnTo>
                    <a:pt x="285514" y="285209"/>
                  </a:lnTo>
                  <a:lnTo>
                    <a:pt x="289195" y="281400"/>
                  </a:lnTo>
                  <a:lnTo>
                    <a:pt x="292753" y="277476"/>
                  </a:lnTo>
                  <a:lnTo>
                    <a:pt x="296185" y="273441"/>
                  </a:lnTo>
                  <a:lnTo>
                    <a:pt x="299488" y="269299"/>
                  </a:lnTo>
                  <a:lnTo>
                    <a:pt x="302658" y="265055"/>
                  </a:lnTo>
                  <a:lnTo>
                    <a:pt x="305692" y="260712"/>
                  </a:lnTo>
                  <a:lnTo>
                    <a:pt x="308586" y="256276"/>
                  </a:lnTo>
                  <a:lnTo>
                    <a:pt x="311339" y="251750"/>
                  </a:lnTo>
                  <a:lnTo>
                    <a:pt x="313947" y="247139"/>
                  </a:lnTo>
                  <a:lnTo>
                    <a:pt x="316407" y="242448"/>
                  </a:lnTo>
                  <a:lnTo>
                    <a:pt x="318718" y="237681"/>
                  </a:lnTo>
                  <a:lnTo>
                    <a:pt x="320876" y="232844"/>
                  </a:lnTo>
                  <a:lnTo>
                    <a:pt x="322880" y="227940"/>
                  </a:lnTo>
                  <a:lnTo>
                    <a:pt x="324728" y="222976"/>
                  </a:lnTo>
                  <a:lnTo>
                    <a:pt x="326417" y="217955"/>
                  </a:lnTo>
                  <a:lnTo>
                    <a:pt x="327946" y="212883"/>
                  </a:lnTo>
                  <a:lnTo>
                    <a:pt x="329314" y="207766"/>
                  </a:lnTo>
                  <a:lnTo>
                    <a:pt x="330520" y="202607"/>
                  </a:lnTo>
                  <a:lnTo>
                    <a:pt x="331561" y="197413"/>
                  </a:lnTo>
                  <a:lnTo>
                    <a:pt x="332437" y="192189"/>
                  </a:lnTo>
                  <a:lnTo>
                    <a:pt x="333147" y="186940"/>
                  </a:lnTo>
                  <a:lnTo>
                    <a:pt x="333690" y="181670"/>
                  </a:lnTo>
                  <a:lnTo>
                    <a:pt x="334066" y="176387"/>
                  </a:lnTo>
                  <a:lnTo>
                    <a:pt x="334275" y="171093"/>
                  </a:lnTo>
                  <a:lnTo>
                    <a:pt x="334316" y="165796"/>
                  </a:lnTo>
                  <a:lnTo>
                    <a:pt x="334189" y="160501"/>
                  </a:lnTo>
                  <a:lnTo>
                    <a:pt x="333894" y="155212"/>
                  </a:lnTo>
                  <a:lnTo>
                    <a:pt x="333432" y="149935"/>
                  </a:lnTo>
                  <a:lnTo>
                    <a:pt x="332802" y="144675"/>
                  </a:lnTo>
                  <a:lnTo>
                    <a:pt x="332007" y="139438"/>
                  </a:lnTo>
                  <a:lnTo>
                    <a:pt x="331046" y="134228"/>
                  </a:lnTo>
                  <a:lnTo>
                    <a:pt x="329920" y="129052"/>
                  </a:lnTo>
                  <a:lnTo>
                    <a:pt x="328631" y="123914"/>
                  </a:lnTo>
                  <a:lnTo>
                    <a:pt x="327180" y="118820"/>
                  </a:lnTo>
                  <a:lnTo>
                    <a:pt x="325568" y="113774"/>
                  </a:lnTo>
                  <a:lnTo>
                    <a:pt x="323797" y="108781"/>
                  </a:lnTo>
                  <a:lnTo>
                    <a:pt x="321869" y="103847"/>
                  </a:lnTo>
                  <a:lnTo>
                    <a:pt x="319785" y="98977"/>
                  </a:lnTo>
                  <a:lnTo>
                    <a:pt x="317548" y="94175"/>
                  </a:lnTo>
                  <a:lnTo>
                    <a:pt x="315160" y="89447"/>
                  </a:lnTo>
                  <a:lnTo>
                    <a:pt x="312623" y="84796"/>
                  </a:lnTo>
                  <a:lnTo>
                    <a:pt x="309941" y="80229"/>
                  </a:lnTo>
                  <a:lnTo>
                    <a:pt x="307115" y="75748"/>
                  </a:lnTo>
                  <a:lnTo>
                    <a:pt x="304148" y="71360"/>
                  </a:lnTo>
                  <a:lnTo>
                    <a:pt x="301044" y="67067"/>
                  </a:lnTo>
                  <a:lnTo>
                    <a:pt x="297806" y="62875"/>
                  </a:lnTo>
                  <a:lnTo>
                    <a:pt x="294436" y="58788"/>
                  </a:lnTo>
                  <a:lnTo>
                    <a:pt x="290938" y="54809"/>
                  </a:lnTo>
                  <a:lnTo>
                    <a:pt x="287316" y="50944"/>
                  </a:lnTo>
                  <a:lnTo>
                    <a:pt x="283574" y="47195"/>
                  </a:lnTo>
                  <a:lnTo>
                    <a:pt x="279715" y="43566"/>
                  </a:lnTo>
                  <a:lnTo>
                    <a:pt x="275742" y="40062"/>
                  </a:lnTo>
                  <a:lnTo>
                    <a:pt x="271661" y="36685"/>
                  </a:lnTo>
                  <a:lnTo>
                    <a:pt x="267474" y="33440"/>
                  </a:lnTo>
                  <a:lnTo>
                    <a:pt x="263187" y="30328"/>
                  </a:lnTo>
                  <a:lnTo>
                    <a:pt x="258803" y="27354"/>
                  </a:lnTo>
                  <a:lnTo>
                    <a:pt x="254328" y="24521"/>
                  </a:lnTo>
                  <a:lnTo>
                    <a:pt x="249765" y="21830"/>
                  </a:lnTo>
                  <a:lnTo>
                    <a:pt x="245119" y="19286"/>
                  </a:lnTo>
                  <a:lnTo>
                    <a:pt x="240394" y="16890"/>
                  </a:lnTo>
                  <a:lnTo>
                    <a:pt x="235596" y="14645"/>
                  </a:lnTo>
                  <a:lnTo>
                    <a:pt x="230730" y="12553"/>
                  </a:lnTo>
                  <a:lnTo>
                    <a:pt x="225799" y="10616"/>
                  </a:lnTo>
                  <a:lnTo>
                    <a:pt x="220810" y="8836"/>
                  </a:lnTo>
                  <a:lnTo>
                    <a:pt x="215766" y="7216"/>
                  </a:lnTo>
                  <a:lnTo>
                    <a:pt x="210674" y="5756"/>
                  </a:lnTo>
                  <a:lnTo>
                    <a:pt x="205539" y="4458"/>
                  </a:lnTo>
                  <a:lnTo>
                    <a:pt x="200364" y="3323"/>
                  </a:lnTo>
                  <a:lnTo>
                    <a:pt x="195157" y="2353"/>
                  </a:lnTo>
                  <a:lnTo>
                    <a:pt x="189921" y="1549"/>
                  </a:lnTo>
                  <a:lnTo>
                    <a:pt x="184662" y="911"/>
                  </a:lnTo>
                  <a:lnTo>
                    <a:pt x="179386" y="439"/>
                  </a:lnTo>
                  <a:lnTo>
                    <a:pt x="174097" y="136"/>
                  </a:lnTo>
                  <a:lnTo>
                    <a:pt x="168802" y="0"/>
                  </a:lnTo>
                  <a:lnTo>
                    <a:pt x="167154" y="1671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919011" y="3707720"/>
              <a:ext cx="1647" cy="167167"/>
            </a:xfrm>
            <a:custGeom>
              <a:avLst/>
              <a:pathLst>
                <a:path w="1647" h="167167">
                  <a:moveTo>
                    <a:pt x="1647" y="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tx770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88" name="tx788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9" name="tx789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90" name="tx790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91" name="tx791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92" name="tx792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93" name="tx793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94" name="tx794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95" name="tx795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2025-06-05T11:53:24Z</dcterms:modified>
  <cp:category/>
</cp:coreProperties>
</file>