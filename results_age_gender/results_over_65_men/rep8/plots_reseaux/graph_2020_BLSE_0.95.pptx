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24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76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27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24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71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76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73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71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27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26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39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91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24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73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26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24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24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60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93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582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78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24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67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24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67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24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73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686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60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15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23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73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952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91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26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26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68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193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33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18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26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76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27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392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91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24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171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76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27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73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26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24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76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27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12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24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60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93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58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78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76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27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4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76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27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52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70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24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76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27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67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8249" y="3170392"/>
              <a:ext cx="55529" cy="167167"/>
            </a:xfrm>
            <a:custGeom>
              <a:avLst/>
              <a:pathLst>
                <a:path w="55529" h="167167">
                  <a:moveTo>
                    <a:pt x="55529" y="0"/>
                  </a:moveTo>
                  <a:lnTo>
                    <a:pt x="49241" y="118"/>
                  </a:lnTo>
                  <a:lnTo>
                    <a:pt x="42962" y="473"/>
                  </a:lnTo>
                  <a:lnTo>
                    <a:pt x="36701" y="1063"/>
                  </a:lnTo>
                  <a:lnTo>
                    <a:pt x="30466" y="1889"/>
                  </a:lnTo>
                  <a:lnTo>
                    <a:pt x="24267" y="2949"/>
                  </a:lnTo>
                  <a:lnTo>
                    <a:pt x="18112" y="4241"/>
                  </a:lnTo>
                  <a:lnTo>
                    <a:pt x="12010" y="5764"/>
                  </a:lnTo>
                  <a:lnTo>
                    <a:pt x="5970" y="7515"/>
                  </a:lnTo>
                  <a:lnTo>
                    <a:pt x="0" y="9492"/>
                  </a:lnTo>
                  <a:lnTo>
                    <a:pt x="5552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8249" y="3179885"/>
              <a:ext cx="55529" cy="157674"/>
            </a:xfrm>
            <a:custGeom>
              <a:avLst/>
              <a:pathLst>
                <a:path w="55529" h="157674">
                  <a:moveTo>
                    <a:pt x="0" y="0"/>
                  </a:moveTo>
                  <a:lnTo>
                    <a:pt x="55529" y="1576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816611" y="3170510"/>
              <a:ext cx="334316" cy="334210"/>
            </a:xfrm>
            <a:custGeom>
              <a:avLst/>
              <a:pathLst>
                <a:path w="334316" h="334210">
                  <a:moveTo>
                    <a:pt x="111637" y="9374"/>
                  </a:moveTo>
                  <a:lnTo>
                    <a:pt x="106685" y="11206"/>
                  </a:lnTo>
                  <a:lnTo>
                    <a:pt x="101793" y="13194"/>
                  </a:lnTo>
                  <a:lnTo>
                    <a:pt x="96967" y="15335"/>
                  </a:lnTo>
                  <a:lnTo>
                    <a:pt x="92210" y="17628"/>
                  </a:lnTo>
                  <a:lnTo>
                    <a:pt x="87529" y="20070"/>
                  </a:lnTo>
                  <a:lnTo>
                    <a:pt x="82926" y="22659"/>
                  </a:lnTo>
                  <a:lnTo>
                    <a:pt x="78408" y="25391"/>
                  </a:lnTo>
                  <a:lnTo>
                    <a:pt x="73978" y="28265"/>
                  </a:lnTo>
                  <a:lnTo>
                    <a:pt x="69642" y="31278"/>
                  </a:lnTo>
                  <a:lnTo>
                    <a:pt x="65402" y="34425"/>
                  </a:lnTo>
                  <a:lnTo>
                    <a:pt x="61265" y="37706"/>
                  </a:lnTo>
                  <a:lnTo>
                    <a:pt x="57232" y="41115"/>
                  </a:lnTo>
                  <a:lnTo>
                    <a:pt x="53310" y="44650"/>
                  </a:lnTo>
                  <a:lnTo>
                    <a:pt x="49501" y="48307"/>
                  </a:lnTo>
                  <a:lnTo>
                    <a:pt x="45810" y="52082"/>
                  </a:lnTo>
                  <a:lnTo>
                    <a:pt x="42239" y="55972"/>
                  </a:lnTo>
                  <a:lnTo>
                    <a:pt x="38793" y="59973"/>
                  </a:lnTo>
                  <a:lnTo>
                    <a:pt x="35476" y="64081"/>
                  </a:lnTo>
                  <a:lnTo>
                    <a:pt x="32289" y="68291"/>
                  </a:lnTo>
                  <a:lnTo>
                    <a:pt x="29238" y="72601"/>
                  </a:lnTo>
                  <a:lnTo>
                    <a:pt x="26323" y="77004"/>
                  </a:lnTo>
                  <a:lnTo>
                    <a:pt x="23550" y="81497"/>
                  </a:lnTo>
                  <a:lnTo>
                    <a:pt x="20920" y="86075"/>
                  </a:lnTo>
                  <a:lnTo>
                    <a:pt x="18435" y="90735"/>
                  </a:lnTo>
                  <a:lnTo>
                    <a:pt x="16099" y="95470"/>
                  </a:lnTo>
                  <a:lnTo>
                    <a:pt x="13914" y="100277"/>
                  </a:lnTo>
                  <a:lnTo>
                    <a:pt x="11882" y="105150"/>
                  </a:lnTo>
                  <a:lnTo>
                    <a:pt x="10004" y="110086"/>
                  </a:lnTo>
                  <a:lnTo>
                    <a:pt x="8283" y="115078"/>
                  </a:lnTo>
                  <a:lnTo>
                    <a:pt x="6721" y="120122"/>
                  </a:lnTo>
                  <a:lnTo>
                    <a:pt x="5319" y="125212"/>
                  </a:lnTo>
                  <a:lnTo>
                    <a:pt x="4079" y="130345"/>
                  </a:lnTo>
                  <a:lnTo>
                    <a:pt x="3001" y="135514"/>
                  </a:lnTo>
                  <a:lnTo>
                    <a:pt x="2087" y="140714"/>
                  </a:lnTo>
                  <a:lnTo>
                    <a:pt x="1337" y="145941"/>
                  </a:lnTo>
                  <a:lnTo>
                    <a:pt x="754" y="151189"/>
                  </a:lnTo>
                  <a:lnTo>
                    <a:pt x="336" y="156453"/>
                  </a:lnTo>
                  <a:lnTo>
                    <a:pt x="84" y="161727"/>
                  </a:lnTo>
                  <a:lnTo>
                    <a:pt x="0" y="167007"/>
                  </a:lnTo>
                  <a:lnTo>
                    <a:pt x="82" y="172286"/>
                  </a:lnTo>
                  <a:lnTo>
                    <a:pt x="330" y="177561"/>
                  </a:lnTo>
                  <a:lnTo>
                    <a:pt x="746" y="182825"/>
                  </a:lnTo>
                  <a:lnTo>
                    <a:pt x="1327" y="188073"/>
                  </a:lnTo>
                  <a:lnTo>
                    <a:pt x="2074" y="193300"/>
                  </a:lnTo>
                  <a:lnTo>
                    <a:pt x="2985" y="198501"/>
                  </a:lnTo>
                  <a:lnTo>
                    <a:pt x="4060" y="203670"/>
                  </a:lnTo>
                  <a:lnTo>
                    <a:pt x="5298" y="208804"/>
                  </a:lnTo>
                  <a:lnTo>
                    <a:pt x="6698" y="213895"/>
                  </a:lnTo>
                  <a:lnTo>
                    <a:pt x="8257" y="218940"/>
                  </a:lnTo>
                  <a:lnTo>
                    <a:pt x="9975" y="223933"/>
                  </a:lnTo>
                  <a:lnTo>
                    <a:pt x="11850" y="228869"/>
                  </a:lnTo>
                  <a:lnTo>
                    <a:pt x="13880" y="233743"/>
                  </a:lnTo>
                  <a:lnTo>
                    <a:pt x="16063" y="238551"/>
                  </a:lnTo>
                  <a:lnTo>
                    <a:pt x="18397" y="243288"/>
                  </a:lnTo>
                  <a:lnTo>
                    <a:pt x="20879" y="247948"/>
                  </a:lnTo>
                  <a:lnTo>
                    <a:pt x="23507" y="252528"/>
                  </a:lnTo>
                  <a:lnTo>
                    <a:pt x="26278" y="257023"/>
                  </a:lnTo>
                  <a:lnTo>
                    <a:pt x="29190" y="261427"/>
                  </a:lnTo>
                  <a:lnTo>
                    <a:pt x="32240" y="265738"/>
                  </a:lnTo>
                  <a:lnTo>
                    <a:pt x="35424" y="269950"/>
                  </a:lnTo>
                  <a:lnTo>
                    <a:pt x="38739" y="274060"/>
                  </a:lnTo>
                  <a:lnTo>
                    <a:pt x="42183" y="278062"/>
                  </a:lnTo>
                  <a:lnTo>
                    <a:pt x="45752" y="281954"/>
                  </a:lnTo>
                  <a:lnTo>
                    <a:pt x="49441" y="285732"/>
                  </a:lnTo>
                  <a:lnTo>
                    <a:pt x="53248" y="289390"/>
                  </a:lnTo>
                  <a:lnTo>
                    <a:pt x="57169" y="292927"/>
                  </a:lnTo>
                  <a:lnTo>
                    <a:pt x="61200" y="296338"/>
                  </a:lnTo>
                  <a:lnTo>
                    <a:pt x="65336" y="299621"/>
                  </a:lnTo>
                  <a:lnTo>
                    <a:pt x="69573" y="302771"/>
                  </a:lnTo>
                  <a:lnTo>
                    <a:pt x="73909" y="305785"/>
                  </a:lnTo>
                  <a:lnTo>
                    <a:pt x="78337" y="308661"/>
                  </a:lnTo>
                  <a:lnTo>
                    <a:pt x="82854" y="311396"/>
                  </a:lnTo>
                  <a:lnTo>
                    <a:pt x="87455" y="313987"/>
                  </a:lnTo>
                  <a:lnTo>
                    <a:pt x="92135" y="316431"/>
                  </a:lnTo>
                  <a:lnTo>
                    <a:pt x="96890" y="318726"/>
                  </a:lnTo>
                  <a:lnTo>
                    <a:pt x="101716" y="320870"/>
                  </a:lnTo>
                  <a:lnTo>
                    <a:pt x="106607" y="322861"/>
                  </a:lnTo>
                  <a:lnTo>
                    <a:pt x="111558" y="324696"/>
                  </a:lnTo>
                  <a:lnTo>
                    <a:pt x="116564" y="326373"/>
                  </a:lnTo>
                  <a:lnTo>
                    <a:pt x="121622" y="327892"/>
                  </a:lnTo>
                  <a:lnTo>
                    <a:pt x="126724" y="329250"/>
                  </a:lnTo>
                  <a:lnTo>
                    <a:pt x="131867" y="330447"/>
                  </a:lnTo>
                  <a:lnTo>
                    <a:pt x="137045" y="331480"/>
                  </a:lnTo>
                  <a:lnTo>
                    <a:pt x="142254" y="332349"/>
                  </a:lnTo>
                  <a:lnTo>
                    <a:pt x="147487" y="333054"/>
                  </a:lnTo>
                  <a:lnTo>
                    <a:pt x="152739" y="333592"/>
                  </a:lnTo>
                  <a:lnTo>
                    <a:pt x="158006" y="333965"/>
                  </a:lnTo>
                  <a:lnTo>
                    <a:pt x="163283" y="334171"/>
                  </a:lnTo>
                  <a:lnTo>
                    <a:pt x="168563" y="334210"/>
                  </a:lnTo>
                  <a:lnTo>
                    <a:pt x="173841" y="334083"/>
                  </a:lnTo>
                  <a:lnTo>
                    <a:pt x="179113" y="333789"/>
                  </a:lnTo>
                  <a:lnTo>
                    <a:pt x="184374" y="333328"/>
                  </a:lnTo>
                  <a:lnTo>
                    <a:pt x="189617" y="332702"/>
                  </a:lnTo>
                  <a:lnTo>
                    <a:pt x="194837" y="331910"/>
                  </a:lnTo>
                  <a:lnTo>
                    <a:pt x="200030" y="330954"/>
                  </a:lnTo>
                  <a:lnTo>
                    <a:pt x="205190" y="329834"/>
                  </a:lnTo>
                  <a:lnTo>
                    <a:pt x="210313" y="328552"/>
                  </a:lnTo>
                  <a:lnTo>
                    <a:pt x="215392" y="327109"/>
                  </a:lnTo>
                  <a:lnTo>
                    <a:pt x="220423" y="325506"/>
                  </a:lnTo>
                  <a:lnTo>
                    <a:pt x="225401" y="323745"/>
                  </a:lnTo>
                  <a:lnTo>
                    <a:pt x="230321" y="321828"/>
                  </a:lnTo>
                  <a:lnTo>
                    <a:pt x="235177" y="319756"/>
                  </a:lnTo>
                  <a:lnTo>
                    <a:pt x="239966" y="317532"/>
                  </a:lnTo>
                  <a:lnTo>
                    <a:pt x="244683" y="315158"/>
                  </a:lnTo>
                  <a:lnTo>
                    <a:pt x="249322" y="312635"/>
                  </a:lnTo>
                  <a:lnTo>
                    <a:pt x="253879" y="309968"/>
                  </a:lnTo>
                  <a:lnTo>
                    <a:pt x="258349" y="307158"/>
                  </a:lnTo>
                  <a:lnTo>
                    <a:pt x="262729" y="304209"/>
                  </a:lnTo>
                  <a:lnTo>
                    <a:pt x="267013" y="301122"/>
                  </a:lnTo>
                  <a:lnTo>
                    <a:pt x="271198" y="297902"/>
                  </a:lnTo>
                  <a:lnTo>
                    <a:pt x="275279" y="294551"/>
                  </a:lnTo>
                  <a:lnTo>
                    <a:pt x="279251" y="291073"/>
                  </a:lnTo>
                  <a:lnTo>
                    <a:pt x="283113" y="287471"/>
                  </a:lnTo>
                  <a:lnTo>
                    <a:pt x="286858" y="283749"/>
                  </a:lnTo>
                  <a:lnTo>
                    <a:pt x="290484" y="279911"/>
                  </a:lnTo>
                  <a:lnTo>
                    <a:pt x="293987" y="275960"/>
                  </a:lnTo>
                  <a:lnTo>
                    <a:pt x="297363" y="271900"/>
                  </a:lnTo>
                  <a:lnTo>
                    <a:pt x="300610" y="267736"/>
                  </a:lnTo>
                  <a:lnTo>
                    <a:pt x="303723" y="263471"/>
                  </a:lnTo>
                  <a:lnTo>
                    <a:pt x="306701" y="259110"/>
                  </a:lnTo>
                  <a:lnTo>
                    <a:pt x="309538" y="254657"/>
                  </a:lnTo>
                  <a:lnTo>
                    <a:pt x="312234" y="250117"/>
                  </a:lnTo>
                  <a:lnTo>
                    <a:pt x="314786" y="245494"/>
                  </a:lnTo>
                  <a:lnTo>
                    <a:pt x="317189" y="240793"/>
                  </a:lnTo>
                  <a:lnTo>
                    <a:pt x="319444" y="236018"/>
                  </a:lnTo>
                  <a:lnTo>
                    <a:pt x="321546" y="231174"/>
                  </a:lnTo>
                  <a:lnTo>
                    <a:pt x="323494" y="226267"/>
                  </a:lnTo>
                  <a:lnTo>
                    <a:pt x="325286" y="221300"/>
                  </a:lnTo>
                  <a:lnTo>
                    <a:pt x="326921" y="216279"/>
                  </a:lnTo>
                  <a:lnTo>
                    <a:pt x="328396" y="211209"/>
                  </a:lnTo>
                  <a:lnTo>
                    <a:pt x="329710" y="206095"/>
                  </a:lnTo>
                  <a:lnTo>
                    <a:pt x="330862" y="200942"/>
                  </a:lnTo>
                  <a:lnTo>
                    <a:pt x="331851" y="195755"/>
                  </a:lnTo>
                  <a:lnTo>
                    <a:pt x="332676" y="190539"/>
                  </a:lnTo>
                  <a:lnTo>
                    <a:pt x="333335" y="185300"/>
                  </a:lnTo>
                  <a:lnTo>
                    <a:pt x="333829" y="180043"/>
                  </a:lnTo>
                  <a:lnTo>
                    <a:pt x="334156" y="174773"/>
                  </a:lnTo>
                  <a:lnTo>
                    <a:pt x="334316" y="169495"/>
                  </a:lnTo>
                  <a:lnTo>
                    <a:pt x="334310" y="164215"/>
                  </a:lnTo>
                  <a:lnTo>
                    <a:pt x="334137" y="158938"/>
                  </a:lnTo>
                  <a:lnTo>
                    <a:pt x="333798" y="153668"/>
                  </a:lnTo>
                  <a:lnTo>
                    <a:pt x="333292" y="148412"/>
                  </a:lnTo>
                  <a:lnTo>
                    <a:pt x="332621" y="143175"/>
                  </a:lnTo>
                  <a:lnTo>
                    <a:pt x="331784" y="137961"/>
                  </a:lnTo>
                  <a:lnTo>
                    <a:pt x="330784" y="132777"/>
                  </a:lnTo>
                  <a:lnTo>
                    <a:pt x="329620" y="127627"/>
                  </a:lnTo>
                  <a:lnTo>
                    <a:pt x="328293" y="122515"/>
                  </a:lnTo>
                  <a:lnTo>
                    <a:pt x="326807" y="117449"/>
                  </a:lnTo>
                  <a:lnTo>
                    <a:pt x="325160" y="112432"/>
                  </a:lnTo>
                  <a:lnTo>
                    <a:pt x="323357" y="107469"/>
                  </a:lnTo>
                  <a:lnTo>
                    <a:pt x="321397" y="102566"/>
                  </a:lnTo>
                  <a:lnTo>
                    <a:pt x="319284" y="97727"/>
                  </a:lnTo>
                  <a:lnTo>
                    <a:pt x="317018" y="92957"/>
                  </a:lnTo>
                  <a:lnTo>
                    <a:pt x="314604" y="88262"/>
                  </a:lnTo>
                  <a:lnTo>
                    <a:pt x="312042" y="83645"/>
                  </a:lnTo>
                  <a:lnTo>
                    <a:pt x="309335" y="79111"/>
                  </a:lnTo>
                  <a:lnTo>
                    <a:pt x="306487" y="74664"/>
                  </a:lnTo>
                  <a:lnTo>
                    <a:pt x="303500" y="70310"/>
                  </a:lnTo>
                  <a:lnTo>
                    <a:pt x="300377" y="66053"/>
                  </a:lnTo>
                  <a:lnTo>
                    <a:pt x="297120" y="61896"/>
                  </a:lnTo>
                  <a:lnTo>
                    <a:pt x="293735" y="57844"/>
                  </a:lnTo>
                  <a:lnTo>
                    <a:pt x="290223" y="53902"/>
                  </a:lnTo>
                  <a:lnTo>
                    <a:pt x="286588" y="50072"/>
                  </a:lnTo>
                  <a:lnTo>
                    <a:pt x="282834" y="46358"/>
                  </a:lnTo>
                  <a:lnTo>
                    <a:pt x="278964" y="42765"/>
                  </a:lnTo>
                  <a:lnTo>
                    <a:pt x="274983" y="39297"/>
                  </a:lnTo>
                  <a:lnTo>
                    <a:pt x="270895" y="35955"/>
                  </a:lnTo>
                  <a:lnTo>
                    <a:pt x="266703" y="32745"/>
                  </a:lnTo>
                  <a:lnTo>
                    <a:pt x="262411" y="29668"/>
                  </a:lnTo>
                  <a:lnTo>
                    <a:pt x="258025" y="26728"/>
                  </a:lnTo>
                  <a:lnTo>
                    <a:pt x="253548" y="23929"/>
                  </a:lnTo>
                  <a:lnTo>
                    <a:pt x="248985" y="21272"/>
                  </a:lnTo>
                  <a:lnTo>
                    <a:pt x="244340" y="18761"/>
                  </a:lnTo>
                  <a:lnTo>
                    <a:pt x="239618" y="16397"/>
                  </a:lnTo>
                  <a:lnTo>
                    <a:pt x="234824" y="14184"/>
                  </a:lnTo>
                  <a:lnTo>
                    <a:pt x="229962" y="12124"/>
                  </a:lnTo>
                  <a:lnTo>
                    <a:pt x="225038" y="10218"/>
                  </a:lnTo>
                  <a:lnTo>
                    <a:pt x="220056" y="8468"/>
                  </a:lnTo>
                  <a:lnTo>
                    <a:pt x="215021" y="6877"/>
                  </a:lnTo>
                  <a:lnTo>
                    <a:pt x="209939" y="5446"/>
                  </a:lnTo>
                  <a:lnTo>
                    <a:pt x="204814" y="4175"/>
                  </a:lnTo>
                  <a:lnTo>
                    <a:pt x="199651" y="3068"/>
                  </a:lnTo>
                  <a:lnTo>
                    <a:pt x="194456" y="2124"/>
                  </a:lnTo>
                  <a:lnTo>
                    <a:pt x="189233" y="1344"/>
                  </a:lnTo>
                  <a:lnTo>
                    <a:pt x="183989" y="730"/>
                  </a:lnTo>
                  <a:lnTo>
                    <a:pt x="178728" y="281"/>
                  </a:lnTo>
                  <a:lnTo>
                    <a:pt x="173455" y="0"/>
                  </a:lnTo>
                  <a:lnTo>
                    <a:pt x="167167" y="167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83779" y="3170392"/>
              <a:ext cx="6288" cy="167167"/>
            </a:xfrm>
            <a:custGeom>
              <a:avLst/>
              <a:pathLst>
                <a:path w="6288" h="167167">
                  <a:moveTo>
                    <a:pt x="6288" y="1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2647" y="2633064"/>
              <a:ext cx="166363" cy="167167"/>
            </a:xfrm>
            <a:custGeom>
              <a:avLst/>
              <a:pathLst>
                <a:path w="166363" h="167167">
                  <a:moveTo>
                    <a:pt x="166363" y="0"/>
                  </a:moveTo>
                  <a:lnTo>
                    <a:pt x="160893" y="89"/>
                  </a:lnTo>
                  <a:lnTo>
                    <a:pt x="155429" y="357"/>
                  </a:lnTo>
                  <a:lnTo>
                    <a:pt x="149977" y="805"/>
                  </a:lnTo>
                  <a:lnTo>
                    <a:pt x="144542" y="1430"/>
                  </a:lnTo>
                  <a:lnTo>
                    <a:pt x="139131" y="2233"/>
                  </a:lnTo>
                  <a:lnTo>
                    <a:pt x="133749" y="3212"/>
                  </a:lnTo>
                  <a:lnTo>
                    <a:pt x="128401" y="4367"/>
                  </a:lnTo>
                  <a:lnTo>
                    <a:pt x="123095" y="5696"/>
                  </a:lnTo>
                  <a:lnTo>
                    <a:pt x="117835" y="7198"/>
                  </a:lnTo>
                  <a:lnTo>
                    <a:pt x="112626" y="8872"/>
                  </a:lnTo>
                  <a:lnTo>
                    <a:pt x="107475" y="10715"/>
                  </a:lnTo>
                  <a:lnTo>
                    <a:pt x="102388" y="12726"/>
                  </a:lnTo>
                  <a:lnTo>
                    <a:pt x="97368" y="14902"/>
                  </a:lnTo>
                  <a:lnTo>
                    <a:pt x="92423" y="17241"/>
                  </a:lnTo>
                  <a:lnTo>
                    <a:pt x="87557" y="19741"/>
                  </a:lnTo>
                  <a:lnTo>
                    <a:pt x="82775" y="22398"/>
                  </a:lnTo>
                  <a:lnTo>
                    <a:pt x="78083" y="25211"/>
                  </a:lnTo>
                  <a:lnTo>
                    <a:pt x="73485" y="28175"/>
                  </a:lnTo>
                  <a:lnTo>
                    <a:pt x="68987" y="31289"/>
                  </a:lnTo>
                  <a:lnTo>
                    <a:pt x="64593" y="34548"/>
                  </a:lnTo>
                  <a:lnTo>
                    <a:pt x="60308" y="37949"/>
                  </a:lnTo>
                  <a:lnTo>
                    <a:pt x="56137" y="41488"/>
                  </a:lnTo>
                  <a:lnTo>
                    <a:pt x="52084" y="45162"/>
                  </a:lnTo>
                  <a:lnTo>
                    <a:pt x="48153" y="48967"/>
                  </a:lnTo>
                  <a:lnTo>
                    <a:pt x="44349" y="52898"/>
                  </a:lnTo>
                  <a:lnTo>
                    <a:pt x="40675" y="56952"/>
                  </a:lnTo>
                  <a:lnTo>
                    <a:pt x="37136" y="61124"/>
                  </a:lnTo>
                  <a:lnTo>
                    <a:pt x="33735" y="65409"/>
                  </a:lnTo>
                  <a:lnTo>
                    <a:pt x="30477" y="69803"/>
                  </a:lnTo>
                  <a:lnTo>
                    <a:pt x="27364" y="74301"/>
                  </a:lnTo>
                  <a:lnTo>
                    <a:pt x="24399" y="78899"/>
                  </a:lnTo>
                  <a:lnTo>
                    <a:pt x="21587" y="83592"/>
                  </a:lnTo>
                  <a:lnTo>
                    <a:pt x="18930" y="88374"/>
                  </a:lnTo>
                  <a:lnTo>
                    <a:pt x="16431" y="93240"/>
                  </a:lnTo>
                  <a:lnTo>
                    <a:pt x="14092" y="98186"/>
                  </a:lnTo>
                  <a:lnTo>
                    <a:pt x="11916" y="103205"/>
                  </a:lnTo>
                  <a:lnTo>
                    <a:pt x="9906" y="108293"/>
                  </a:lnTo>
                  <a:lnTo>
                    <a:pt x="8064" y="113444"/>
                  </a:lnTo>
                  <a:lnTo>
                    <a:pt x="6391" y="118652"/>
                  </a:lnTo>
                  <a:lnTo>
                    <a:pt x="4889" y="123913"/>
                  </a:lnTo>
                  <a:lnTo>
                    <a:pt x="3560" y="129220"/>
                  </a:lnTo>
                  <a:lnTo>
                    <a:pt x="2405" y="134567"/>
                  </a:lnTo>
                  <a:lnTo>
                    <a:pt x="1427" y="139949"/>
                  </a:lnTo>
                  <a:lnTo>
                    <a:pt x="624" y="145361"/>
                  </a:lnTo>
                  <a:lnTo>
                    <a:pt x="0" y="150796"/>
                  </a:lnTo>
                  <a:lnTo>
                    <a:pt x="16636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647" y="2783860"/>
              <a:ext cx="166363" cy="16371"/>
            </a:xfrm>
            <a:custGeom>
              <a:avLst/>
              <a:pathLst>
                <a:path w="166363" h="16371">
                  <a:moveTo>
                    <a:pt x="0" y="0"/>
                  </a:moveTo>
                  <a:lnTo>
                    <a:pt x="166363" y="163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844" y="2706124"/>
              <a:ext cx="334332" cy="261262"/>
            </a:xfrm>
            <a:custGeom>
              <a:avLst/>
              <a:pathLst>
                <a:path w="334332" h="261262">
                  <a:moveTo>
                    <a:pt x="802" y="77735"/>
                  </a:moveTo>
                  <a:lnTo>
                    <a:pt x="367" y="83019"/>
                  </a:lnTo>
                  <a:lnTo>
                    <a:pt x="99" y="88314"/>
                  </a:lnTo>
                  <a:lnTo>
                    <a:pt x="0" y="93614"/>
                  </a:lnTo>
                  <a:lnTo>
                    <a:pt x="68" y="98916"/>
                  </a:lnTo>
                  <a:lnTo>
                    <a:pt x="305" y="104212"/>
                  </a:lnTo>
                  <a:lnTo>
                    <a:pt x="709" y="109498"/>
                  </a:lnTo>
                  <a:lnTo>
                    <a:pt x="1281" y="114769"/>
                  </a:lnTo>
                  <a:lnTo>
                    <a:pt x="2019" y="120019"/>
                  </a:lnTo>
                  <a:lnTo>
                    <a:pt x="2924" y="125243"/>
                  </a:lnTo>
                  <a:lnTo>
                    <a:pt x="3994" y="130435"/>
                  </a:lnTo>
                  <a:lnTo>
                    <a:pt x="5228" y="135591"/>
                  </a:lnTo>
                  <a:lnTo>
                    <a:pt x="6625" y="140706"/>
                  </a:lnTo>
                  <a:lnTo>
                    <a:pt x="8184" y="145773"/>
                  </a:lnTo>
                  <a:lnTo>
                    <a:pt x="9902" y="150789"/>
                  </a:lnTo>
                  <a:lnTo>
                    <a:pt x="11778" y="155747"/>
                  </a:lnTo>
                  <a:lnTo>
                    <a:pt x="13811" y="160644"/>
                  </a:lnTo>
                  <a:lnTo>
                    <a:pt x="15998" y="165473"/>
                  </a:lnTo>
                  <a:lnTo>
                    <a:pt x="18337" y="170231"/>
                  </a:lnTo>
                  <a:lnTo>
                    <a:pt x="20826" y="174912"/>
                  </a:lnTo>
                  <a:lnTo>
                    <a:pt x="23462" y="179512"/>
                  </a:lnTo>
                  <a:lnTo>
                    <a:pt x="26243" y="184026"/>
                  </a:lnTo>
                  <a:lnTo>
                    <a:pt x="29165" y="188449"/>
                  </a:lnTo>
                  <a:lnTo>
                    <a:pt x="32226" y="192778"/>
                  </a:lnTo>
                  <a:lnTo>
                    <a:pt x="35423" y="197008"/>
                  </a:lnTo>
                  <a:lnTo>
                    <a:pt x="38752" y="201133"/>
                  </a:lnTo>
                  <a:lnTo>
                    <a:pt x="42211" y="205152"/>
                  </a:lnTo>
                  <a:lnTo>
                    <a:pt x="45795" y="209058"/>
                  </a:lnTo>
                  <a:lnTo>
                    <a:pt x="49501" y="212849"/>
                  </a:lnTo>
                  <a:lnTo>
                    <a:pt x="53326" y="216521"/>
                  </a:lnTo>
                  <a:lnTo>
                    <a:pt x="57265" y="220069"/>
                  </a:lnTo>
                  <a:lnTo>
                    <a:pt x="61314" y="223491"/>
                  </a:lnTo>
                  <a:lnTo>
                    <a:pt x="65470" y="226782"/>
                  </a:lnTo>
                  <a:lnTo>
                    <a:pt x="69729" y="229941"/>
                  </a:lnTo>
                  <a:lnTo>
                    <a:pt x="74085" y="232962"/>
                  </a:lnTo>
                  <a:lnTo>
                    <a:pt x="78535" y="235844"/>
                  </a:lnTo>
                  <a:lnTo>
                    <a:pt x="83074" y="238583"/>
                  </a:lnTo>
                  <a:lnTo>
                    <a:pt x="87698" y="241177"/>
                  </a:lnTo>
                  <a:lnTo>
                    <a:pt x="92402" y="243623"/>
                  </a:lnTo>
                  <a:lnTo>
                    <a:pt x="97181" y="245919"/>
                  </a:lnTo>
                  <a:lnTo>
                    <a:pt x="102030" y="248062"/>
                  </a:lnTo>
                  <a:lnTo>
                    <a:pt x="106945" y="250050"/>
                  </a:lnTo>
                  <a:lnTo>
                    <a:pt x="111920" y="251881"/>
                  </a:lnTo>
                  <a:lnTo>
                    <a:pt x="116951" y="253554"/>
                  </a:lnTo>
                  <a:lnTo>
                    <a:pt x="122032" y="255066"/>
                  </a:lnTo>
                  <a:lnTo>
                    <a:pt x="127159" y="256416"/>
                  </a:lnTo>
                  <a:lnTo>
                    <a:pt x="132326" y="257603"/>
                  </a:lnTo>
                  <a:lnTo>
                    <a:pt x="137528" y="258626"/>
                  </a:lnTo>
                  <a:lnTo>
                    <a:pt x="142760" y="259483"/>
                  </a:lnTo>
                  <a:lnTo>
                    <a:pt x="148017" y="260173"/>
                  </a:lnTo>
                  <a:lnTo>
                    <a:pt x="153293" y="260697"/>
                  </a:lnTo>
                  <a:lnTo>
                    <a:pt x="158582" y="261053"/>
                  </a:lnTo>
                  <a:lnTo>
                    <a:pt x="163881" y="261242"/>
                  </a:lnTo>
                  <a:lnTo>
                    <a:pt x="169182" y="261262"/>
                  </a:lnTo>
                  <a:lnTo>
                    <a:pt x="174482" y="261114"/>
                  </a:lnTo>
                  <a:lnTo>
                    <a:pt x="179774" y="260798"/>
                  </a:lnTo>
                  <a:lnTo>
                    <a:pt x="185054" y="260314"/>
                  </a:lnTo>
                  <a:lnTo>
                    <a:pt x="190315" y="259663"/>
                  </a:lnTo>
                  <a:lnTo>
                    <a:pt x="195553" y="258846"/>
                  </a:lnTo>
                  <a:lnTo>
                    <a:pt x="200763" y="257863"/>
                  </a:lnTo>
                  <a:lnTo>
                    <a:pt x="205939" y="256715"/>
                  </a:lnTo>
                  <a:lnTo>
                    <a:pt x="211076" y="255404"/>
                  </a:lnTo>
                  <a:lnTo>
                    <a:pt x="216169" y="253930"/>
                  </a:lnTo>
                  <a:lnTo>
                    <a:pt x="221212" y="252296"/>
                  </a:lnTo>
                  <a:lnTo>
                    <a:pt x="226201" y="250503"/>
                  </a:lnTo>
                  <a:lnTo>
                    <a:pt x="231131" y="248552"/>
                  </a:lnTo>
                  <a:lnTo>
                    <a:pt x="235997" y="246446"/>
                  </a:lnTo>
                  <a:lnTo>
                    <a:pt x="240793" y="244187"/>
                  </a:lnTo>
                  <a:lnTo>
                    <a:pt x="245515" y="241776"/>
                  </a:lnTo>
                  <a:lnTo>
                    <a:pt x="250158" y="239218"/>
                  </a:lnTo>
                  <a:lnTo>
                    <a:pt x="254718" y="236513"/>
                  </a:lnTo>
                  <a:lnTo>
                    <a:pt x="259190" y="233665"/>
                  </a:lnTo>
                  <a:lnTo>
                    <a:pt x="263569" y="230677"/>
                  </a:lnTo>
                  <a:lnTo>
                    <a:pt x="267851" y="227551"/>
                  </a:lnTo>
                  <a:lnTo>
                    <a:pt x="272032" y="224291"/>
                  </a:lnTo>
                  <a:lnTo>
                    <a:pt x="276108" y="220900"/>
                  </a:lnTo>
                  <a:lnTo>
                    <a:pt x="280074" y="217382"/>
                  </a:lnTo>
                  <a:lnTo>
                    <a:pt x="283926" y="213740"/>
                  </a:lnTo>
                  <a:lnTo>
                    <a:pt x="287661" y="209977"/>
                  </a:lnTo>
                  <a:lnTo>
                    <a:pt x="291275" y="206098"/>
                  </a:lnTo>
                  <a:lnTo>
                    <a:pt x="294764" y="202106"/>
                  </a:lnTo>
                  <a:lnTo>
                    <a:pt x="298124" y="198005"/>
                  </a:lnTo>
                  <a:lnTo>
                    <a:pt x="301353" y="193800"/>
                  </a:lnTo>
                  <a:lnTo>
                    <a:pt x="304447" y="189495"/>
                  </a:lnTo>
                  <a:lnTo>
                    <a:pt x="307403" y="185094"/>
                  </a:lnTo>
                  <a:lnTo>
                    <a:pt x="310217" y="180601"/>
                  </a:lnTo>
                  <a:lnTo>
                    <a:pt x="312888" y="176021"/>
                  </a:lnTo>
                  <a:lnTo>
                    <a:pt x="315413" y="171359"/>
                  </a:lnTo>
                  <a:lnTo>
                    <a:pt x="317788" y="166619"/>
                  </a:lnTo>
                  <a:lnTo>
                    <a:pt x="320011" y="161806"/>
                  </a:lnTo>
                  <a:lnTo>
                    <a:pt x="322081" y="156926"/>
                  </a:lnTo>
                  <a:lnTo>
                    <a:pt x="323995" y="151982"/>
                  </a:lnTo>
                  <a:lnTo>
                    <a:pt x="325752" y="146979"/>
                  </a:lnTo>
                  <a:lnTo>
                    <a:pt x="327349" y="141924"/>
                  </a:lnTo>
                  <a:lnTo>
                    <a:pt x="328785" y="136820"/>
                  </a:lnTo>
                  <a:lnTo>
                    <a:pt x="330058" y="131674"/>
                  </a:lnTo>
                  <a:lnTo>
                    <a:pt x="331167" y="126489"/>
                  </a:lnTo>
                  <a:lnTo>
                    <a:pt x="332112" y="121273"/>
                  </a:lnTo>
                  <a:lnTo>
                    <a:pt x="332890" y="116028"/>
                  </a:lnTo>
                  <a:lnTo>
                    <a:pt x="333502" y="110762"/>
                  </a:lnTo>
                  <a:lnTo>
                    <a:pt x="333946" y="105479"/>
                  </a:lnTo>
                  <a:lnTo>
                    <a:pt x="334223" y="100185"/>
                  </a:lnTo>
                  <a:lnTo>
                    <a:pt x="334332" y="94884"/>
                  </a:lnTo>
                  <a:lnTo>
                    <a:pt x="334272" y="89583"/>
                  </a:lnTo>
                  <a:lnTo>
                    <a:pt x="334045" y="84286"/>
                  </a:lnTo>
                  <a:lnTo>
                    <a:pt x="333650" y="78999"/>
                  </a:lnTo>
                  <a:lnTo>
                    <a:pt x="333087" y="73728"/>
                  </a:lnTo>
                  <a:lnTo>
                    <a:pt x="332357" y="68476"/>
                  </a:lnTo>
                  <a:lnTo>
                    <a:pt x="331461" y="63251"/>
                  </a:lnTo>
                  <a:lnTo>
                    <a:pt x="330400" y="58057"/>
                  </a:lnTo>
                  <a:lnTo>
                    <a:pt x="329175" y="52898"/>
                  </a:lnTo>
                  <a:lnTo>
                    <a:pt x="327787" y="47782"/>
                  </a:lnTo>
                  <a:lnTo>
                    <a:pt x="326237" y="42712"/>
                  </a:lnTo>
                  <a:lnTo>
                    <a:pt x="324527" y="37693"/>
                  </a:lnTo>
                  <a:lnTo>
                    <a:pt x="322659" y="32732"/>
                  </a:lnTo>
                  <a:lnTo>
                    <a:pt x="320635" y="27832"/>
                  </a:lnTo>
                  <a:lnTo>
                    <a:pt x="318456" y="22998"/>
                  </a:lnTo>
                  <a:lnTo>
                    <a:pt x="316125" y="18237"/>
                  </a:lnTo>
                  <a:lnTo>
                    <a:pt x="313644" y="13551"/>
                  </a:lnTo>
                  <a:lnTo>
                    <a:pt x="311016" y="8947"/>
                  </a:lnTo>
                  <a:lnTo>
                    <a:pt x="308243" y="4428"/>
                  </a:lnTo>
                  <a:lnTo>
                    <a:pt x="305329" y="0"/>
                  </a:lnTo>
                  <a:lnTo>
                    <a:pt x="167166" y="941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919011" y="2633064"/>
              <a:ext cx="138162" cy="167167"/>
            </a:xfrm>
            <a:custGeom>
              <a:avLst/>
              <a:pathLst>
                <a:path w="138162" h="167167">
                  <a:moveTo>
                    <a:pt x="138162" y="73060"/>
                  </a:moveTo>
                  <a:lnTo>
                    <a:pt x="134928" y="68479"/>
                  </a:lnTo>
                  <a:lnTo>
                    <a:pt x="131542" y="64009"/>
                  </a:lnTo>
                  <a:lnTo>
                    <a:pt x="128008" y="59655"/>
                  </a:lnTo>
                  <a:lnTo>
                    <a:pt x="124330" y="55422"/>
                  </a:lnTo>
                  <a:lnTo>
                    <a:pt x="120512" y="51315"/>
                  </a:lnTo>
                  <a:lnTo>
                    <a:pt x="116559" y="47338"/>
                  </a:lnTo>
                  <a:lnTo>
                    <a:pt x="112474" y="43496"/>
                  </a:lnTo>
                  <a:lnTo>
                    <a:pt x="108263" y="39793"/>
                  </a:lnTo>
                  <a:lnTo>
                    <a:pt x="103930" y="36234"/>
                  </a:lnTo>
                  <a:lnTo>
                    <a:pt x="99480" y="32822"/>
                  </a:lnTo>
                  <a:lnTo>
                    <a:pt x="94918" y="29561"/>
                  </a:lnTo>
                  <a:lnTo>
                    <a:pt x="90249" y="26455"/>
                  </a:lnTo>
                  <a:lnTo>
                    <a:pt x="85479" y="23507"/>
                  </a:lnTo>
                  <a:lnTo>
                    <a:pt x="80612" y="20721"/>
                  </a:lnTo>
                  <a:lnTo>
                    <a:pt x="75655" y="18099"/>
                  </a:lnTo>
                  <a:lnTo>
                    <a:pt x="70613" y="15646"/>
                  </a:lnTo>
                  <a:lnTo>
                    <a:pt x="65491" y="13362"/>
                  </a:lnTo>
                  <a:lnTo>
                    <a:pt x="60296" y="11252"/>
                  </a:lnTo>
                  <a:lnTo>
                    <a:pt x="55032" y="9318"/>
                  </a:lnTo>
                  <a:lnTo>
                    <a:pt x="49707" y="7561"/>
                  </a:lnTo>
                  <a:lnTo>
                    <a:pt x="44326" y="5983"/>
                  </a:lnTo>
                  <a:lnTo>
                    <a:pt x="38895" y="4587"/>
                  </a:lnTo>
                  <a:lnTo>
                    <a:pt x="33420" y="3374"/>
                  </a:lnTo>
                  <a:lnTo>
                    <a:pt x="27908" y="2346"/>
                  </a:lnTo>
                  <a:lnTo>
                    <a:pt x="22364" y="1502"/>
                  </a:lnTo>
                  <a:lnTo>
                    <a:pt x="16795" y="845"/>
                  </a:lnTo>
                  <a:lnTo>
                    <a:pt x="11207" y="376"/>
                  </a:lnTo>
                  <a:lnTo>
                    <a:pt x="5606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7971" y="2126963"/>
              <a:ext cx="70500" cy="167167"/>
            </a:xfrm>
            <a:custGeom>
              <a:avLst/>
              <a:pathLst>
                <a:path w="70500" h="167167">
                  <a:moveTo>
                    <a:pt x="70500" y="0"/>
                  </a:moveTo>
                  <a:lnTo>
                    <a:pt x="64437" y="110"/>
                  </a:lnTo>
                  <a:lnTo>
                    <a:pt x="58381" y="439"/>
                  </a:lnTo>
                  <a:lnTo>
                    <a:pt x="52342" y="989"/>
                  </a:lnTo>
                  <a:lnTo>
                    <a:pt x="46326" y="1757"/>
                  </a:lnTo>
                  <a:lnTo>
                    <a:pt x="40342" y="2742"/>
                  </a:lnTo>
                  <a:lnTo>
                    <a:pt x="34398" y="3944"/>
                  </a:lnTo>
                  <a:lnTo>
                    <a:pt x="28501" y="5361"/>
                  </a:lnTo>
                  <a:lnTo>
                    <a:pt x="22660" y="6991"/>
                  </a:lnTo>
                  <a:lnTo>
                    <a:pt x="16881" y="8832"/>
                  </a:lnTo>
                  <a:lnTo>
                    <a:pt x="11174" y="10881"/>
                  </a:lnTo>
                  <a:lnTo>
                    <a:pt x="5544" y="13136"/>
                  </a:lnTo>
                  <a:lnTo>
                    <a:pt x="0" y="15593"/>
                  </a:lnTo>
                  <a:lnTo>
                    <a:pt x="7050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561314" y="2142557"/>
              <a:ext cx="198861" cy="318741"/>
            </a:xfrm>
            <a:custGeom>
              <a:avLst/>
              <a:pathLst>
                <a:path w="198861" h="318741">
                  <a:moveTo>
                    <a:pt x="96657" y="0"/>
                  </a:moveTo>
                  <a:lnTo>
                    <a:pt x="91868" y="2320"/>
                  </a:lnTo>
                  <a:lnTo>
                    <a:pt x="87155" y="4792"/>
                  </a:lnTo>
                  <a:lnTo>
                    <a:pt x="82524" y="7413"/>
                  </a:lnTo>
                  <a:lnTo>
                    <a:pt x="77978" y="10180"/>
                  </a:lnTo>
                  <a:lnTo>
                    <a:pt x="73522" y="13091"/>
                  </a:lnTo>
                  <a:lnTo>
                    <a:pt x="69162" y="16141"/>
                  </a:lnTo>
                  <a:lnTo>
                    <a:pt x="64901" y="19329"/>
                  </a:lnTo>
                  <a:lnTo>
                    <a:pt x="60743" y="22651"/>
                  </a:lnTo>
                  <a:lnTo>
                    <a:pt x="56693" y="26103"/>
                  </a:lnTo>
                  <a:lnTo>
                    <a:pt x="52756" y="29683"/>
                  </a:lnTo>
                  <a:lnTo>
                    <a:pt x="48934" y="33386"/>
                  </a:lnTo>
                  <a:lnTo>
                    <a:pt x="45232" y="37209"/>
                  </a:lnTo>
                  <a:lnTo>
                    <a:pt x="41653" y="41148"/>
                  </a:lnTo>
                  <a:lnTo>
                    <a:pt x="38202" y="45199"/>
                  </a:lnTo>
                  <a:lnTo>
                    <a:pt x="34882" y="49357"/>
                  </a:lnTo>
                  <a:lnTo>
                    <a:pt x="31695" y="53620"/>
                  </a:lnTo>
                  <a:lnTo>
                    <a:pt x="28646" y="57981"/>
                  </a:lnTo>
                  <a:lnTo>
                    <a:pt x="25737" y="62437"/>
                  </a:lnTo>
                  <a:lnTo>
                    <a:pt x="22971" y="66984"/>
                  </a:lnTo>
                  <a:lnTo>
                    <a:pt x="20352" y="71616"/>
                  </a:lnTo>
                  <a:lnTo>
                    <a:pt x="17881" y="76330"/>
                  </a:lnTo>
                  <a:lnTo>
                    <a:pt x="15562" y="81119"/>
                  </a:lnTo>
                  <a:lnTo>
                    <a:pt x="13396" y="85980"/>
                  </a:lnTo>
                  <a:lnTo>
                    <a:pt x="11386" y="90908"/>
                  </a:lnTo>
                  <a:lnTo>
                    <a:pt x="9534" y="95897"/>
                  </a:lnTo>
                  <a:lnTo>
                    <a:pt x="7842" y="100942"/>
                  </a:lnTo>
                  <a:lnTo>
                    <a:pt x="6311" y="106039"/>
                  </a:lnTo>
                  <a:lnTo>
                    <a:pt x="4943" y="111182"/>
                  </a:lnTo>
                  <a:lnTo>
                    <a:pt x="3740" y="116365"/>
                  </a:lnTo>
                  <a:lnTo>
                    <a:pt x="2702" y="121585"/>
                  </a:lnTo>
                  <a:lnTo>
                    <a:pt x="1831" y="126835"/>
                  </a:lnTo>
                  <a:lnTo>
                    <a:pt x="1127" y="132110"/>
                  </a:lnTo>
                  <a:lnTo>
                    <a:pt x="592" y="137404"/>
                  </a:lnTo>
                  <a:lnTo>
                    <a:pt x="225" y="142713"/>
                  </a:lnTo>
                  <a:lnTo>
                    <a:pt x="28" y="148031"/>
                  </a:lnTo>
                  <a:lnTo>
                    <a:pt x="0" y="153353"/>
                  </a:lnTo>
                  <a:lnTo>
                    <a:pt x="141" y="158673"/>
                  </a:lnTo>
                  <a:lnTo>
                    <a:pt x="451" y="163985"/>
                  </a:lnTo>
                  <a:lnTo>
                    <a:pt x="931" y="169285"/>
                  </a:lnTo>
                  <a:lnTo>
                    <a:pt x="1579" y="174567"/>
                  </a:lnTo>
                  <a:lnTo>
                    <a:pt x="2395" y="179826"/>
                  </a:lnTo>
                  <a:lnTo>
                    <a:pt x="3378" y="185056"/>
                  </a:lnTo>
                  <a:lnTo>
                    <a:pt x="4526" y="190252"/>
                  </a:lnTo>
                  <a:lnTo>
                    <a:pt x="5840" y="195409"/>
                  </a:lnTo>
                  <a:lnTo>
                    <a:pt x="7317" y="200522"/>
                  </a:lnTo>
                  <a:lnTo>
                    <a:pt x="8956" y="205585"/>
                  </a:lnTo>
                  <a:lnTo>
                    <a:pt x="10755" y="210593"/>
                  </a:lnTo>
                  <a:lnTo>
                    <a:pt x="12713" y="215541"/>
                  </a:lnTo>
                  <a:lnTo>
                    <a:pt x="14828" y="220425"/>
                  </a:lnTo>
                  <a:lnTo>
                    <a:pt x="17096" y="225239"/>
                  </a:lnTo>
                  <a:lnTo>
                    <a:pt x="19517" y="229978"/>
                  </a:lnTo>
                  <a:lnTo>
                    <a:pt x="22088" y="234638"/>
                  </a:lnTo>
                  <a:lnTo>
                    <a:pt x="24805" y="239213"/>
                  </a:lnTo>
                  <a:lnTo>
                    <a:pt x="27667" y="243700"/>
                  </a:lnTo>
                  <a:lnTo>
                    <a:pt x="30670" y="248093"/>
                  </a:lnTo>
                  <a:lnTo>
                    <a:pt x="33811" y="252389"/>
                  </a:lnTo>
                  <a:lnTo>
                    <a:pt x="37088" y="256582"/>
                  </a:lnTo>
                  <a:lnTo>
                    <a:pt x="40496" y="260669"/>
                  </a:lnTo>
                  <a:lnTo>
                    <a:pt x="44033" y="264645"/>
                  </a:lnTo>
                  <a:lnTo>
                    <a:pt x="47694" y="268507"/>
                  </a:lnTo>
                  <a:lnTo>
                    <a:pt x="51477" y="272250"/>
                  </a:lnTo>
                  <a:lnTo>
                    <a:pt x="55377" y="275871"/>
                  </a:lnTo>
                  <a:lnTo>
                    <a:pt x="59390" y="279366"/>
                  </a:lnTo>
                  <a:lnTo>
                    <a:pt x="63512" y="282732"/>
                  </a:lnTo>
                  <a:lnTo>
                    <a:pt x="67740" y="285964"/>
                  </a:lnTo>
                  <a:lnTo>
                    <a:pt x="72068" y="289061"/>
                  </a:lnTo>
                  <a:lnTo>
                    <a:pt x="76492" y="292018"/>
                  </a:lnTo>
                  <a:lnTo>
                    <a:pt x="81008" y="294833"/>
                  </a:lnTo>
                  <a:lnTo>
                    <a:pt x="85612" y="297502"/>
                  </a:lnTo>
                  <a:lnTo>
                    <a:pt x="90298" y="300024"/>
                  </a:lnTo>
                  <a:lnTo>
                    <a:pt x="95062" y="302395"/>
                  </a:lnTo>
                  <a:lnTo>
                    <a:pt x="99900" y="304613"/>
                  </a:lnTo>
                  <a:lnTo>
                    <a:pt x="104805" y="306677"/>
                  </a:lnTo>
                  <a:lnTo>
                    <a:pt x="109774" y="308583"/>
                  </a:lnTo>
                  <a:lnTo>
                    <a:pt x="114800" y="310330"/>
                  </a:lnTo>
                  <a:lnTo>
                    <a:pt x="119880" y="311916"/>
                  </a:lnTo>
                  <a:lnTo>
                    <a:pt x="125008" y="313340"/>
                  </a:lnTo>
                  <a:lnTo>
                    <a:pt x="130178" y="314599"/>
                  </a:lnTo>
                  <a:lnTo>
                    <a:pt x="135386" y="315694"/>
                  </a:lnTo>
                  <a:lnTo>
                    <a:pt x="140626" y="316622"/>
                  </a:lnTo>
                  <a:lnTo>
                    <a:pt x="145893" y="317383"/>
                  </a:lnTo>
                  <a:lnTo>
                    <a:pt x="151182" y="317975"/>
                  </a:lnTo>
                  <a:lnTo>
                    <a:pt x="156486" y="318400"/>
                  </a:lnTo>
                  <a:lnTo>
                    <a:pt x="161802" y="318655"/>
                  </a:lnTo>
                  <a:lnTo>
                    <a:pt x="167123" y="318741"/>
                  </a:lnTo>
                  <a:lnTo>
                    <a:pt x="172444" y="318657"/>
                  </a:lnTo>
                  <a:lnTo>
                    <a:pt x="177760" y="318404"/>
                  </a:lnTo>
                  <a:lnTo>
                    <a:pt x="183064" y="317982"/>
                  </a:lnTo>
                  <a:lnTo>
                    <a:pt x="188353" y="317391"/>
                  </a:lnTo>
                  <a:lnTo>
                    <a:pt x="193620" y="316633"/>
                  </a:lnTo>
                  <a:lnTo>
                    <a:pt x="198861" y="315707"/>
                  </a:lnTo>
                  <a:lnTo>
                    <a:pt x="167157" y="1515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728472" y="2126963"/>
              <a:ext cx="167167" cy="331301"/>
            </a:xfrm>
            <a:custGeom>
              <a:avLst/>
              <a:pathLst>
                <a:path w="167167" h="331301">
                  <a:moveTo>
                    <a:pt x="31703" y="331301"/>
                  </a:moveTo>
                  <a:lnTo>
                    <a:pt x="36950" y="330199"/>
                  </a:lnTo>
                  <a:lnTo>
                    <a:pt x="42159" y="328931"/>
                  </a:lnTo>
                  <a:lnTo>
                    <a:pt x="47325" y="327495"/>
                  </a:lnTo>
                  <a:lnTo>
                    <a:pt x="52442" y="325895"/>
                  </a:lnTo>
                  <a:lnTo>
                    <a:pt x="57505" y="324132"/>
                  </a:lnTo>
                  <a:lnTo>
                    <a:pt x="62509" y="322207"/>
                  </a:lnTo>
                  <a:lnTo>
                    <a:pt x="67449" y="320123"/>
                  </a:lnTo>
                  <a:lnTo>
                    <a:pt x="72319" y="317881"/>
                  </a:lnTo>
                  <a:lnTo>
                    <a:pt x="77115" y="315484"/>
                  </a:lnTo>
                  <a:lnTo>
                    <a:pt x="81832" y="312935"/>
                  </a:lnTo>
                  <a:lnTo>
                    <a:pt x="86465" y="310236"/>
                  </a:lnTo>
                  <a:lnTo>
                    <a:pt x="91008" y="307390"/>
                  </a:lnTo>
                  <a:lnTo>
                    <a:pt x="95458" y="304399"/>
                  </a:lnTo>
                  <a:lnTo>
                    <a:pt x="99810" y="301267"/>
                  </a:lnTo>
                  <a:lnTo>
                    <a:pt x="104059" y="297998"/>
                  </a:lnTo>
                  <a:lnTo>
                    <a:pt x="108201" y="294593"/>
                  </a:lnTo>
                  <a:lnTo>
                    <a:pt x="112231" y="291058"/>
                  </a:lnTo>
                  <a:lnTo>
                    <a:pt x="116147" y="287395"/>
                  </a:lnTo>
                  <a:lnTo>
                    <a:pt x="119942" y="283609"/>
                  </a:lnTo>
                  <a:lnTo>
                    <a:pt x="123615" y="279702"/>
                  </a:lnTo>
                  <a:lnTo>
                    <a:pt x="127160" y="275680"/>
                  </a:lnTo>
                  <a:lnTo>
                    <a:pt x="130574" y="271547"/>
                  </a:lnTo>
                  <a:lnTo>
                    <a:pt x="133855" y="267306"/>
                  </a:lnTo>
                  <a:lnTo>
                    <a:pt x="136997" y="262962"/>
                  </a:lnTo>
                  <a:lnTo>
                    <a:pt x="139998" y="258519"/>
                  </a:lnTo>
                  <a:lnTo>
                    <a:pt x="142856" y="253983"/>
                  </a:lnTo>
                  <a:lnTo>
                    <a:pt x="145567" y="249357"/>
                  </a:lnTo>
                  <a:lnTo>
                    <a:pt x="148127" y="244647"/>
                  </a:lnTo>
                  <a:lnTo>
                    <a:pt x="150536" y="239857"/>
                  </a:lnTo>
                  <a:lnTo>
                    <a:pt x="152789" y="234992"/>
                  </a:lnTo>
                  <a:lnTo>
                    <a:pt x="154886" y="230057"/>
                  </a:lnTo>
                  <a:lnTo>
                    <a:pt x="156823" y="225058"/>
                  </a:lnTo>
                  <a:lnTo>
                    <a:pt x="158599" y="219999"/>
                  </a:lnTo>
                  <a:lnTo>
                    <a:pt x="160211" y="214886"/>
                  </a:lnTo>
                  <a:lnTo>
                    <a:pt x="161659" y="209724"/>
                  </a:lnTo>
                  <a:lnTo>
                    <a:pt x="162941" y="204518"/>
                  </a:lnTo>
                  <a:lnTo>
                    <a:pt x="164055" y="199273"/>
                  </a:lnTo>
                  <a:lnTo>
                    <a:pt x="165000" y="193996"/>
                  </a:lnTo>
                  <a:lnTo>
                    <a:pt x="165776" y="188691"/>
                  </a:lnTo>
                  <a:lnTo>
                    <a:pt x="166380" y="183363"/>
                  </a:lnTo>
                  <a:lnTo>
                    <a:pt x="166814" y="178019"/>
                  </a:lnTo>
                  <a:lnTo>
                    <a:pt x="167077" y="172664"/>
                  </a:lnTo>
                  <a:lnTo>
                    <a:pt x="167167" y="167304"/>
                  </a:lnTo>
                  <a:lnTo>
                    <a:pt x="167085" y="161943"/>
                  </a:lnTo>
                  <a:lnTo>
                    <a:pt x="166832" y="156587"/>
                  </a:lnTo>
                  <a:lnTo>
                    <a:pt x="166407" y="151243"/>
                  </a:lnTo>
                  <a:lnTo>
                    <a:pt x="165811" y="145915"/>
                  </a:lnTo>
                  <a:lnTo>
                    <a:pt x="165044" y="140608"/>
                  </a:lnTo>
                  <a:lnTo>
                    <a:pt x="164107" y="135329"/>
                  </a:lnTo>
                  <a:lnTo>
                    <a:pt x="163002" y="130083"/>
                  </a:lnTo>
                  <a:lnTo>
                    <a:pt x="161729" y="124875"/>
                  </a:lnTo>
                  <a:lnTo>
                    <a:pt x="160289" y="119710"/>
                  </a:lnTo>
                  <a:lnTo>
                    <a:pt x="158685" y="114594"/>
                  </a:lnTo>
                  <a:lnTo>
                    <a:pt x="156917" y="109533"/>
                  </a:lnTo>
                  <a:lnTo>
                    <a:pt x="154989" y="104530"/>
                  </a:lnTo>
                  <a:lnTo>
                    <a:pt x="152900" y="99592"/>
                  </a:lnTo>
                  <a:lnTo>
                    <a:pt x="150655" y="94724"/>
                  </a:lnTo>
                  <a:lnTo>
                    <a:pt x="148254" y="89930"/>
                  </a:lnTo>
                  <a:lnTo>
                    <a:pt x="145701" y="85215"/>
                  </a:lnTo>
                  <a:lnTo>
                    <a:pt x="142998" y="80585"/>
                  </a:lnTo>
                  <a:lnTo>
                    <a:pt x="140148" y="76044"/>
                  </a:lnTo>
                  <a:lnTo>
                    <a:pt x="137153" y="71596"/>
                  </a:lnTo>
                  <a:lnTo>
                    <a:pt x="134018" y="67247"/>
                  </a:lnTo>
                  <a:lnTo>
                    <a:pt x="130745" y="63001"/>
                  </a:lnTo>
                  <a:lnTo>
                    <a:pt x="127337" y="58862"/>
                  </a:lnTo>
                  <a:lnTo>
                    <a:pt x="123799" y="54834"/>
                  </a:lnTo>
                  <a:lnTo>
                    <a:pt x="120133" y="50922"/>
                  </a:lnTo>
                  <a:lnTo>
                    <a:pt x="116343" y="47129"/>
                  </a:lnTo>
                  <a:lnTo>
                    <a:pt x="112434" y="43460"/>
                  </a:lnTo>
                  <a:lnTo>
                    <a:pt x="108409" y="39918"/>
                  </a:lnTo>
                  <a:lnTo>
                    <a:pt x="104273" y="36507"/>
                  </a:lnTo>
                  <a:lnTo>
                    <a:pt x="100029" y="33230"/>
                  </a:lnTo>
                  <a:lnTo>
                    <a:pt x="95682" y="30091"/>
                  </a:lnTo>
                  <a:lnTo>
                    <a:pt x="91237" y="27093"/>
                  </a:lnTo>
                  <a:lnTo>
                    <a:pt x="86698" y="24240"/>
                  </a:lnTo>
                  <a:lnTo>
                    <a:pt x="82070" y="21533"/>
                  </a:lnTo>
                  <a:lnTo>
                    <a:pt x="77358" y="18976"/>
                  </a:lnTo>
                  <a:lnTo>
                    <a:pt x="72566" y="16571"/>
                  </a:lnTo>
                  <a:lnTo>
                    <a:pt x="67699" y="14322"/>
                  </a:lnTo>
                  <a:lnTo>
                    <a:pt x="62763" y="12229"/>
                  </a:lnTo>
                  <a:lnTo>
                    <a:pt x="57762" y="10296"/>
                  </a:lnTo>
                  <a:lnTo>
                    <a:pt x="52702" y="8525"/>
                  </a:lnTo>
                  <a:lnTo>
                    <a:pt x="47587" y="6916"/>
                  </a:lnTo>
                  <a:lnTo>
                    <a:pt x="42424" y="5472"/>
                  </a:lnTo>
                  <a:lnTo>
                    <a:pt x="37217" y="4195"/>
                  </a:lnTo>
                  <a:lnTo>
                    <a:pt x="31971" y="3085"/>
                  </a:lnTo>
                  <a:lnTo>
                    <a:pt x="26693" y="2145"/>
                  </a:lnTo>
                  <a:lnTo>
                    <a:pt x="21387" y="1373"/>
                  </a:lnTo>
                  <a:lnTo>
                    <a:pt x="16060" y="773"/>
                  </a:lnTo>
                  <a:lnTo>
                    <a:pt x="10716" y="343"/>
                  </a:lnTo>
                  <a:lnTo>
                    <a:pt x="536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6256" y="1681503"/>
              <a:ext cx="46978" cy="167167"/>
            </a:xfrm>
            <a:custGeom>
              <a:avLst/>
              <a:pathLst>
                <a:path w="46978" h="167167">
                  <a:moveTo>
                    <a:pt x="46978" y="0"/>
                  </a:moveTo>
                  <a:lnTo>
                    <a:pt x="41027" y="105"/>
                  </a:lnTo>
                  <a:lnTo>
                    <a:pt x="35083" y="423"/>
                  </a:lnTo>
                  <a:lnTo>
                    <a:pt x="29155" y="952"/>
                  </a:lnTo>
                  <a:lnTo>
                    <a:pt x="23249" y="1692"/>
                  </a:lnTo>
                  <a:lnTo>
                    <a:pt x="17373" y="2642"/>
                  </a:lnTo>
                  <a:lnTo>
                    <a:pt x="11534" y="3800"/>
                  </a:lnTo>
                  <a:lnTo>
                    <a:pt x="5741" y="5166"/>
                  </a:lnTo>
                  <a:lnTo>
                    <a:pt x="0" y="6736"/>
                  </a:lnTo>
                  <a:lnTo>
                    <a:pt x="4697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6256" y="1688240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256088" y="1688240"/>
              <a:ext cx="334298" cy="327597"/>
            </a:xfrm>
            <a:custGeom>
              <a:avLst/>
              <a:pathLst>
                <a:path w="334298" h="327597">
                  <a:moveTo>
                    <a:pt x="120167" y="0"/>
                  </a:moveTo>
                  <a:lnTo>
                    <a:pt x="115097" y="1572"/>
                  </a:lnTo>
                  <a:lnTo>
                    <a:pt x="110080" y="3305"/>
                  </a:lnTo>
                  <a:lnTo>
                    <a:pt x="105120" y="5196"/>
                  </a:lnTo>
                  <a:lnTo>
                    <a:pt x="100223" y="7243"/>
                  </a:lnTo>
                  <a:lnTo>
                    <a:pt x="95393" y="9445"/>
                  </a:lnTo>
                  <a:lnTo>
                    <a:pt x="90635" y="11799"/>
                  </a:lnTo>
                  <a:lnTo>
                    <a:pt x="85955" y="14303"/>
                  </a:lnTo>
                  <a:lnTo>
                    <a:pt x="81357" y="16955"/>
                  </a:lnTo>
                  <a:lnTo>
                    <a:pt x="76845" y="19751"/>
                  </a:lnTo>
                  <a:lnTo>
                    <a:pt x="72424" y="22689"/>
                  </a:lnTo>
                  <a:lnTo>
                    <a:pt x="68098" y="25766"/>
                  </a:lnTo>
                  <a:lnTo>
                    <a:pt x="63873" y="28978"/>
                  </a:lnTo>
                  <a:lnTo>
                    <a:pt x="59751" y="32324"/>
                  </a:lnTo>
                  <a:lnTo>
                    <a:pt x="55738" y="35798"/>
                  </a:lnTo>
                  <a:lnTo>
                    <a:pt x="51837" y="39398"/>
                  </a:lnTo>
                  <a:lnTo>
                    <a:pt x="48053" y="43120"/>
                  </a:lnTo>
                  <a:lnTo>
                    <a:pt x="44388" y="46960"/>
                  </a:lnTo>
                  <a:lnTo>
                    <a:pt x="40847" y="50915"/>
                  </a:lnTo>
                  <a:lnTo>
                    <a:pt x="37434" y="54980"/>
                  </a:lnTo>
                  <a:lnTo>
                    <a:pt x="34151" y="59152"/>
                  </a:lnTo>
                  <a:lnTo>
                    <a:pt x="31003" y="63425"/>
                  </a:lnTo>
                  <a:lnTo>
                    <a:pt x="27992" y="67796"/>
                  </a:lnTo>
                  <a:lnTo>
                    <a:pt x="25121" y="72261"/>
                  </a:lnTo>
                  <a:lnTo>
                    <a:pt x="22393" y="76815"/>
                  </a:lnTo>
                  <a:lnTo>
                    <a:pt x="19811" y="81453"/>
                  </a:lnTo>
                  <a:lnTo>
                    <a:pt x="17378" y="86171"/>
                  </a:lnTo>
                  <a:lnTo>
                    <a:pt x="15096" y="90963"/>
                  </a:lnTo>
                  <a:lnTo>
                    <a:pt x="12967" y="95826"/>
                  </a:lnTo>
                  <a:lnTo>
                    <a:pt x="10994" y="100753"/>
                  </a:lnTo>
                  <a:lnTo>
                    <a:pt x="9178" y="105741"/>
                  </a:lnTo>
                  <a:lnTo>
                    <a:pt x="7521" y="110784"/>
                  </a:lnTo>
                  <a:lnTo>
                    <a:pt x="6025" y="115877"/>
                  </a:lnTo>
                  <a:lnTo>
                    <a:pt x="4692" y="121015"/>
                  </a:lnTo>
                  <a:lnTo>
                    <a:pt x="3522" y="126193"/>
                  </a:lnTo>
                  <a:lnTo>
                    <a:pt x="2518" y="131405"/>
                  </a:lnTo>
                  <a:lnTo>
                    <a:pt x="1679" y="136647"/>
                  </a:lnTo>
                  <a:lnTo>
                    <a:pt x="1008" y="141912"/>
                  </a:lnTo>
                  <a:lnTo>
                    <a:pt x="503" y="147196"/>
                  </a:lnTo>
                  <a:lnTo>
                    <a:pt x="167" y="152494"/>
                  </a:lnTo>
                  <a:lnTo>
                    <a:pt x="0" y="157799"/>
                  </a:lnTo>
                  <a:lnTo>
                    <a:pt x="0" y="163107"/>
                  </a:lnTo>
                  <a:lnTo>
                    <a:pt x="170" y="168413"/>
                  </a:lnTo>
                  <a:lnTo>
                    <a:pt x="507" y="173710"/>
                  </a:lnTo>
                  <a:lnTo>
                    <a:pt x="1013" y="178994"/>
                  </a:lnTo>
                  <a:lnTo>
                    <a:pt x="1686" y="184259"/>
                  </a:lnTo>
                  <a:lnTo>
                    <a:pt x="2526" y="189501"/>
                  </a:lnTo>
                  <a:lnTo>
                    <a:pt x="3532" y="194713"/>
                  </a:lnTo>
                  <a:lnTo>
                    <a:pt x="4703" y="199890"/>
                  </a:lnTo>
                  <a:lnTo>
                    <a:pt x="6038" y="205028"/>
                  </a:lnTo>
                  <a:lnTo>
                    <a:pt x="7535" y="210120"/>
                  </a:lnTo>
                  <a:lnTo>
                    <a:pt x="9193" y="215163"/>
                  </a:lnTo>
                  <a:lnTo>
                    <a:pt x="11010" y="220150"/>
                  </a:lnTo>
                  <a:lnTo>
                    <a:pt x="12985" y="225077"/>
                  </a:lnTo>
                  <a:lnTo>
                    <a:pt x="15115" y="229939"/>
                  </a:lnTo>
                  <a:lnTo>
                    <a:pt x="17399" y="234731"/>
                  </a:lnTo>
                  <a:lnTo>
                    <a:pt x="19833" y="239448"/>
                  </a:lnTo>
                  <a:lnTo>
                    <a:pt x="22416" y="244085"/>
                  </a:lnTo>
                  <a:lnTo>
                    <a:pt x="25145" y="248638"/>
                  </a:lnTo>
                  <a:lnTo>
                    <a:pt x="28017" y="253102"/>
                  </a:lnTo>
                  <a:lnTo>
                    <a:pt x="31030" y="257473"/>
                  </a:lnTo>
                  <a:lnTo>
                    <a:pt x="34180" y="261745"/>
                  </a:lnTo>
                  <a:lnTo>
                    <a:pt x="37463" y="265916"/>
                  </a:lnTo>
                  <a:lnTo>
                    <a:pt x="40878" y="269980"/>
                  </a:lnTo>
                  <a:lnTo>
                    <a:pt x="44420" y="273934"/>
                  </a:lnTo>
                  <a:lnTo>
                    <a:pt x="48085" y="277773"/>
                  </a:lnTo>
                  <a:lnTo>
                    <a:pt x="51871" y="281494"/>
                  </a:lnTo>
                  <a:lnTo>
                    <a:pt x="55773" y="285093"/>
                  </a:lnTo>
                  <a:lnTo>
                    <a:pt x="59787" y="288566"/>
                  </a:lnTo>
                  <a:lnTo>
                    <a:pt x="63909" y="291910"/>
                  </a:lnTo>
                  <a:lnTo>
                    <a:pt x="68136" y="295122"/>
                  </a:lnTo>
                  <a:lnTo>
                    <a:pt x="72462" y="298197"/>
                  </a:lnTo>
                  <a:lnTo>
                    <a:pt x="76884" y="301134"/>
                  </a:lnTo>
                  <a:lnTo>
                    <a:pt x="81396" y="303929"/>
                  </a:lnTo>
                  <a:lnTo>
                    <a:pt x="85996" y="306579"/>
                  </a:lnTo>
                  <a:lnTo>
                    <a:pt x="90677" y="309082"/>
                  </a:lnTo>
                  <a:lnTo>
                    <a:pt x="95435" y="311435"/>
                  </a:lnTo>
                  <a:lnTo>
                    <a:pt x="100265" y="313635"/>
                  </a:lnTo>
                  <a:lnTo>
                    <a:pt x="105163" y="315682"/>
                  </a:lnTo>
                  <a:lnTo>
                    <a:pt x="110124" y="317571"/>
                  </a:lnTo>
                  <a:lnTo>
                    <a:pt x="115142" y="319302"/>
                  </a:lnTo>
                  <a:lnTo>
                    <a:pt x="120212" y="320873"/>
                  </a:lnTo>
                  <a:lnTo>
                    <a:pt x="125330" y="322283"/>
                  </a:lnTo>
                  <a:lnTo>
                    <a:pt x="130489" y="323529"/>
                  </a:lnTo>
                  <a:lnTo>
                    <a:pt x="135686" y="324610"/>
                  </a:lnTo>
                  <a:lnTo>
                    <a:pt x="140915" y="325526"/>
                  </a:lnTo>
                  <a:lnTo>
                    <a:pt x="146170" y="326276"/>
                  </a:lnTo>
                  <a:lnTo>
                    <a:pt x="151446" y="326858"/>
                  </a:lnTo>
                  <a:lnTo>
                    <a:pt x="156738" y="327273"/>
                  </a:lnTo>
                  <a:lnTo>
                    <a:pt x="162040" y="327519"/>
                  </a:lnTo>
                  <a:lnTo>
                    <a:pt x="167348" y="327597"/>
                  </a:lnTo>
                  <a:lnTo>
                    <a:pt x="172655" y="327507"/>
                  </a:lnTo>
                  <a:lnTo>
                    <a:pt x="177957" y="327247"/>
                  </a:lnTo>
                  <a:lnTo>
                    <a:pt x="183248" y="326820"/>
                  </a:lnTo>
                  <a:lnTo>
                    <a:pt x="188522" y="326225"/>
                  </a:lnTo>
                  <a:lnTo>
                    <a:pt x="193776" y="325463"/>
                  </a:lnTo>
                  <a:lnTo>
                    <a:pt x="199002" y="324534"/>
                  </a:lnTo>
                  <a:lnTo>
                    <a:pt x="204196" y="323440"/>
                  </a:lnTo>
                  <a:lnTo>
                    <a:pt x="209353" y="322182"/>
                  </a:lnTo>
                  <a:lnTo>
                    <a:pt x="214467" y="320760"/>
                  </a:lnTo>
                  <a:lnTo>
                    <a:pt x="219534" y="319177"/>
                  </a:lnTo>
                  <a:lnTo>
                    <a:pt x="224547" y="317433"/>
                  </a:lnTo>
                  <a:lnTo>
                    <a:pt x="229503" y="315532"/>
                  </a:lnTo>
                  <a:lnTo>
                    <a:pt x="234396" y="313474"/>
                  </a:lnTo>
                  <a:lnTo>
                    <a:pt x="239221" y="311261"/>
                  </a:lnTo>
                  <a:lnTo>
                    <a:pt x="243974" y="308897"/>
                  </a:lnTo>
                  <a:lnTo>
                    <a:pt x="248649" y="306383"/>
                  </a:lnTo>
                  <a:lnTo>
                    <a:pt x="253242" y="303722"/>
                  </a:lnTo>
                  <a:lnTo>
                    <a:pt x="257748" y="300916"/>
                  </a:lnTo>
                  <a:lnTo>
                    <a:pt x="262162" y="297969"/>
                  </a:lnTo>
                  <a:lnTo>
                    <a:pt x="266481" y="294883"/>
                  </a:lnTo>
                  <a:lnTo>
                    <a:pt x="270700" y="291661"/>
                  </a:lnTo>
                  <a:lnTo>
                    <a:pt x="274814" y="288307"/>
                  </a:lnTo>
                  <a:lnTo>
                    <a:pt x="278820" y="284824"/>
                  </a:lnTo>
                  <a:lnTo>
                    <a:pt x="282713" y="281216"/>
                  </a:lnTo>
                  <a:lnTo>
                    <a:pt x="286490" y="277486"/>
                  </a:lnTo>
                  <a:lnTo>
                    <a:pt x="290146" y="273638"/>
                  </a:lnTo>
                  <a:lnTo>
                    <a:pt x="293678" y="269676"/>
                  </a:lnTo>
                  <a:lnTo>
                    <a:pt x="297083" y="265603"/>
                  </a:lnTo>
                  <a:lnTo>
                    <a:pt x="300357" y="261425"/>
                  </a:lnTo>
                  <a:lnTo>
                    <a:pt x="303496" y="257144"/>
                  </a:lnTo>
                  <a:lnTo>
                    <a:pt x="306498" y="252767"/>
                  </a:lnTo>
                  <a:lnTo>
                    <a:pt x="309359" y="248296"/>
                  </a:lnTo>
                  <a:lnTo>
                    <a:pt x="312077" y="243736"/>
                  </a:lnTo>
                  <a:lnTo>
                    <a:pt x="314649" y="239093"/>
                  </a:lnTo>
                  <a:lnTo>
                    <a:pt x="317072" y="234370"/>
                  </a:lnTo>
                  <a:lnTo>
                    <a:pt x="319344" y="229573"/>
                  </a:lnTo>
                  <a:lnTo>
                    <a:pt x="321463" y="224706"/>
                  </a:lnTo>
                  <a:lnTo>
                    <a:pt x="323426" y="219774"/>
                  </a:lnTo>
                  <a:lnTo>
                    <a:pt x="325231" y="214782"/>
                  </a:lnTo>
                  <a:lnTo>
                    <a:pt x="326877" y="209736"/>
                  </a:lnTo>
                  <a:lnTo>
                    <a:pt x="328362" y="204639"/>
                  </a:lnTo>
                  <a:lnTo>
                    <a:pt x="329684" y="199498"/>
                  </a:lnTo>
                  <a:lnTo>
                    <a:pt x="330843" y="194318"/>
                  </a:lnTo>
                  <a:lnTo>
                    <a:pt x="331836" y="189104"/>
                  </a:lnTo>
                  <a:lnTo>
                    <a:pt x="332663" y="183861"/>
                  </a:lnTo>
                  <a:lnTo>
                    <a:pt x="333324" y="178594"/>
                  </a:lnTo>
                  <a:lnTo>
                    <a:pt x="333817" y="173309"/>
                  </a:lnTo>
                  <a:lnTo>
                    <a:pt x="334142" y="168010"/>
                  </a:lnTo>
                  <a:lnTo>
                    <a:pt x="334298" y="162705"/>
                  </a:lnTo>
                  <a:lnTo>
                    <a:pt x="334286" y="157396"/>
                  </a:lnTo>
                  <a:lnTo>
                    <a:pt x="334106" y="152091"/>
                  </a:lnTo>
                  <a:lnTo>
                    <a:pt x="333757" y="146795"/>
                  </a:lnTo>
                  <a:lnTo>
                    <a:pt x="333240" y="141512"/>
                  </a:lnTo>
                  <a:lnTo>
                    <a:pt x="332555" y="136248"/>
                  </a:lnTo>
                  <a:lnTo>
                    <a:pt x="331704" y="131008"/>
                  </a:lnTo>
                  <a:lnTo>
                    <a:pt x="330687" y="125799"/>
                  </a:lnTo>
                  <a:lnTo>
                    <a:pt x="329505" y="120624"/>
                  </a:lnTo>
                  <a:lnTo>
                    <a:pt x="328159" y="115489"/>
                  </a:lnTo>
                  <a:lnTo>
                    <a:pt x="326651" y="110400"/>
                  </a:lnTo>
                  <a:lnTo>
                    <a:pt x="324983" y="105361"/>
                  </a:lnTo>
                  <a:lnTo>
                    <a:pt x="323155" y="100377"/>
                  </a:lnTo>
                  <a:lnTo>
                    <a:pt x="321169" y="95454"/>
                  </a:lnTo>
                  <a:lnTo>
                    <a:pt x="319029" y="90597"/>
                  </a:lnTo>
                  <a:lnTo>
                    <a:pt x="316735" y="85810"/>
                  </a:lnTo>
                  <a:lnTo>
                    <a:pt x="314290" y="81098"/>
                  </a:lnTo>
                  <a:lnTo>
                    <a:pt x="311698" y="76466"/>
                  </a:lnTo>
                  <a:lnTo>
                    <a:pt x="308959" y="71919"/>
                  </a:lnTo>
                  <a:lnTo>
                    <a:pt x="306077" y="67461"/>
                  </a:lnTo>
                  <a:lnTo>
                    <a:pt x="303055" y="63097"/>
                  </a:lnTo>
                  <a:lnTo>
                    <a:pt x="299897" y="58831"/>
                  </a:lnTo>
                  <a:lnTo>
                    <a:pt x="296604" y="54668"/>
                  </a:lnTo>
                  <a:lnTo>
                    <a:pt x="293181" y="50611"/>
                  </a:lnTo>
                  <a:lnTo>
                    <a:pt x="289631" y="46665"/>
                  </a:lnTo>
                  <a:lnTo>
                    <a:pt x="285957" y="42833"/>
                  </a:lnTo>
                  <a:lnTo>
                    <a:pt x="282163" y="39120"/>
                  </a:lnTo>
                  <a:lnTo>
                    <a:pt x="278254" y="35530"/>
                  </a:lnTo>
                  <a:lnTo>
                    <a:pt x="274232" y="32065"/>
                  </a:lnTo>
                  <a:lnTo>
                    <a:pt x="270103" y="28730"/>
                  </a:lnTo>
                  <a:lnTo>
                    <a:pt x="265870" y="25528"/>
                  </a:lnTo>
                  <a:lnTo>
                    <a:pt x="261537" y="22461"/>
                  </a:lnTo>
                  <a:lnTo>
                    <a:pt x="257109" y="19534"/>
                  </a:lnTo>
                  <a:lnTo>
                    <a:pt x="252590" y="16749"/>
                  </a:lnTo>
                  <a:lnTo>
                    <a:pt x="247985" y="14108"/>
                  </a:lnTo>
                  <a:lnTo>
                    <a:pt x="243299" y="11615"/>
                  </a:lnTo>
                  <a:lnTo>
                    <a:pt x="167146" y="1604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423235" y="1681503"/>
              <a:ext cx="76152" cy="167167"/>
            </a:xfrm>
            <a:custGeom>
              <a:avLst/>
              <a:pathLst>
                <a:path w="76152" h="167167">
                  <a:moveTo>
                    <a:pt x="76152" y="18352"/>
                  </a:moveTo>
                  <a:lnTo>
                    <a:pt x="71082" y="15865"/>
                  </a:lnTo>
                  <a:lnTo>
                    <a:pt x="65931" y="13550"/>
                  </a:lnTo>
                  <a:lnTo>
                    <a:pt x="60704" y="11411"/>
                  </a:lnTo>
                  <a:lnTo>
                    <a:pt x="55408" y="9449"/>
                  </a:lnTo>
                  <a:lnTo>
                    <a:pt x="50049" y="7668"/>
                  </a:lnTo>
                  <a:lnTo>
                    <a:pt x="44633" y="6068"/>
                  </a:lnTo>
                  <a:lnTo>
                    <a:pt x="39166" y="4652"/>
                  </a:lnTo>
                  <a:lnTo>
                    <a:pt x="33654" y="3422"/>
                  </a:lnTo>
                  <a:lnTo>
                    <a:pt x="28104" y="2379"/>
                  </a:lnTo>
                  <a:lnTo>
                    <a:pt x="22522" y="1524"/>
                  </a:lnTo>
                  <a:lnTo>
                    <a:pt x="16914" y="857"/>
                  </a:lnTo>
                  <a:lnTo>
                    <a:pt x="11286" y="381"/>
                  </a:lnTo>
                  <a:lnTo>
                    <a:pt x="564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853882" y="1322571"/>
              <a:ext cx="334322" cy="334328"/>
            </a:xfrm>
            <a:custGeom>
              <a:avLst/>
              <a:pathLst>
                <a:path w="334322" h="334328">
                  <a:moveTo>
                    <a:pt x="167156" y="0"/>
                  </a:moveTo>
                  <a:lnTo>
                    <a:pt x="161866" y="83"/>
                  </a:lnTo>
                  <a:lnTo>
                    <a:pt x="156582" y="334"/>
                  </a:lnTo>
                  <a:lnTo>
                    <a:pt x="151308" y="752"/>
                  </a:lnTo>
                  <a:lnTo>
                    <a:pt x="146050" y="1337"/>
                  </a:lnTo>
                  <a:lnTo>
                    <a:pt x="140813" y="2088"/>
                  </a:lnTo>
                  <a:lnTo>
                    <a:pt x="135602" y="3004"/>
                  </a:lnTo>
                  <a:lnTo>
                    <a:pt x="130424" y="4085"/>
                  </a:lnTo>
                  <a:lnTo>
                    <a:pt x="125282" y="5329"/>
                  </a:lnTo>
                  <a:lnTo>
                    <a:pt x="120182" y="6735"/>
                  </a:lnTo>
                  <a:lnTo>
                    <a:pt x="115128" y="8302"/>
                  </a:lnTo>
                  <a:lnTo>
                    <a:pt x="110128" y="10028"/>
                  </a:lnTo>
                  <a:lnTo>
                    <a:pt x="105184" y="11911"/>
                  </a:lnTo>
                  <a:lnTo>
                    <a:pt x="100302" y="13950"/>
                  </a:lnTo>
                  <a:lnTo>
                    <a:pt x="95487" y="16142"/>
                  </a:lnTo>
                  <a:lnTo>
                    <a:pt x="90744" y="18485"/>
                  </a:lnTo>
                  <a:lnTo>
                    <a:pt x="86078" y="20978"/>
                  </a:lnTo>
                  <a:lnTo>
                    <a:pt x="81492" y="23616"/>
                  </a:lnTo>
                  <a:lnTo>
                    <a:pt x="76993" y="26399"/>
                  </a:lnTo>
                  <a:lnTo>
                    <a:pt x="72584" y="29323"/>
                  </a:lnTo>
                  <a:lnTo>
                    <a:pt x="68269" y="32384"/>
                  </a:lnTo>
                  <a:lnTo>
                    <a:pt x="64054" y="35581"/>
                  </a:lnTo>
                  <a:lnTo>
                    <a:pt x="59941" y="38909"/>
                  </a:lnTo>
                  <a:lnTo>
                    <a:pt x="55937" y="42366"/>
                  </a:lnTo>
                  <a:lnTo>
                    <a:pt x="52043" y="45948"/>
                  </a:lnTo>
                  <a:lnTo>
                    <a:pt x="48265" y="49651"/>
                  </a:lnTo>
                  <a:lnTo>
                    <a:pt x="44606" y="53472"/>
                  </a:lnTo>
                  <a:lnTo>
                    <a:pt x="41070" y="57407"/>
                  </a:lnTo>
                  <a:lnTo>
                    <a:pt x="37660" y="61451"/>
                  </a:lnTo>
                  <a:lnTo>
                    <a:pt x="34379" y="65602"/>
                  </a:lnTo>
                  <a:lnTo>
                    <a:pt x="31232" y="69854"/>
                  </a:lnTo>
                  <a:lnTo>
                    <a:pt x="28221" y="74204"/>
                  </a:lnTo>
                  <a:lnTo>
                    <a:pt x="25349" y="78647"/>
                  </a:lnTo>
                  <a:lnTo>
                    <a:pt x="22619" y="83179"/>
                  </a:lnTo>
                  <a:lnTo>
                    <a:pt x="20034" y="87794"/>
                  </a:lnTo>
                  <a:lnTo>
                    <a:pt x="17596" y="92489"/>
                  </a:lnTo>
                  <a:lnTo>
                    <a:pt x="15307" y="97259"/>
                  </a:lnTo>
                  <a:lnTo>
                    <a:pt x="13171" y="102099"/>
                  </a:lnTo>
                  <a:lnTo>
                    <a:pt x="11190" y="107004"/>
                  </a:lnTo>
                  <a:lnTo>
                    <a:pt x="9364" y="111970"/>
                  </a:lnTo>
                  <a:lnTo>
                    <a:pt x="7696" y="116991"/>
                  </a:lnTo>
                  <a:lnTo>
                    <a:pt x="6188" y="122061"/>
                  </a:lnTo>
                  <a:lnTo>
                    <a:pt x="4842" y="127178"/>
                  </a:lnTo>
                  <a:lnTo>
                    <a:pt x="3658" y="132334"/>
                  </a:lnTo>
                  <a:lnTo>
                    <a:pt x="2637" y="137525"/>
                  </a:lnTo>
                  <a:lnTo>
                    <a:pt x="1782" y="142745"/>
                  </a:lnTo>
                  <a:lnTo>
                    <a:pt x="1092" y="147991"/>
                  </a:lnTo>
                  <a:lnTo>
                    <a:pt x="568" y="153255"/>
                  </a:lnTo>
                  <a:lnTo>
                    <a:pt x="211" y="158533"/>
                  </a:lnTo>
                  <a:lnTo>
                    <a:pt x="22" y="163820"/>
                  </a:lnTo>
                  <a:lnTo>
                    <a:pt x="0" y="169111"/>
                  </a:lnTo>
                  <a:lnTo>
                    <a:pt x="145" y="174399"/>
                  </a:lnTo>
                  <a:lnTo>
                    <a:pt x="457" y="179680"/>
                  </a:lnTo>
                  <a:lnTo>
                    <a:pt x="937" y="184949"/>
                  </a:lnTo>
                  <a:lnTo>
                    <a:pt x="1583" y="190200"/>
                  </a:lnTo>
                  <a:lnTo>
                    <a:pt x="2394" y="195427"/>
                  </a:lnTo>
                  <a:lnTo>
                    <a:pt x="3371" y="200627"/>
                  </a:lnTo>
                  <a:lnTo>
                    <a:pt x="4512" y="205793"/>
                  </a:lnTo>
                  <a:lnTo>
                    <a:pt x="5816" y="210920"/>
                  </a:lnTo>
                  <a:lnTo>
                    <a:pt x="7281" y="216003"/>
                  </a:lnTo>
                  <a:lnTo>
                    <a:pt x="8906" y="221038"/>
                  </a:lnTo>
                  <a:lnTo>
                    <a:pt x="10690" y="226018"/>
                  </a:lnTo>
                  <a:lnTo>
                    <a:pt x="12631" y="230940"/>
                  </a:lnTo>
                  <a:lnTo>
                    <a:pt x="14726" y="235798"/>
                  </a:lnTo>
                  <a:lnTo>
                    <a:pt x="16974" y="240587"/>
                  </a:lnTo>
                  <a:lnTo>
                    <a:pt x="19373" y="245302"/>
                  </a:lnTo>
                  <a:lnTo>
                    <a:pt x="21919" y="249939"/>
                  </a:lnTo>
                  <a:lnTo>
                    <a:pt x="24611" y="254494"/>
                  </a:lnTo>
                  <a:lnTo>
                    <a:pt x="27446" y="258961"/>
                  </a:lnTo>
                  <a:lnTo>
                    <a:pt x="30420" y="263335"/>
                  </a:lnTo>
                  <a:lnTo>
                    <a:pt x="33532" y="267614"/>
                  </a:lnTo>
                  <a:lnTo>
                    <a:pt x="36777" y="271792"/>
                  </a:lnTo>
                  <a:lnTo>
                    <a:pt x="40153" y="275865"/>
                  </a:lnTo>
                  <a:lnTo>
                    <a:pt x="43656" y="279830"/>
                  </a:lnTo>
                  <a:lnTo>
                    <a:pt x="47283" y="283681"/>
                  </a:lnTo>
                  <a:lnTo>
                    <a:pt x="51030" y="287416"/>
                  </a:lnTo>
                  <a:lnTo>
                    <a:pt x="54893" y="291030"/>
                  </a:lnTo>
                  <a:lnTo>
                    <a:pt x="58869" y="294521"/>
                  </a:lnTo>
                  <a:lnTo>
                    <a:pt x="62953" y="297883"/>
                  </a:lnTo>
                  <a:lnTo>
                    <a:pt x="67141" y="301115"/>
                  </a:lnTo>
                  <a:lnTo>
                    <a:pt x="71430" y="304213"/>
                  </a:lnTo>
                  <a:lnTo>
                    <a:pt x="75815" y="307173"/>
                  </a:lnTo>
                  <a:lnTo>
                    <a:pt x="80291" y="309993"/>
                  </a:lnTo>
                  <a:lnTo>
                    <a:pt x="84854" y="312671"/>
                  </a:lnTo>
                  <a:lnTo>
                    <a:pt x="89499" y="315202"/>
                  </a:lnTo>
                  <a:lnTo>
                    <a:pt x="94222" y="317585"/>
                  </a:lnTo>
                  <a:lnTo>
                    <a:pt x="99018" y="319818"/>
                  </a:lnTo>
                  <a:lnTo>
                    <a:pt x="103883" y="321897"/>
                  </a:lnTo>
                  <a:lnTo>
                    <a:pt x="108811" y="323822"/>
                  </a:lnTo>
                  <a:lnTo>
                    <a:pt x="113797" y="325590"/>
                  </a:lnTo>
                  <a:lnTo>
                    <a:pt x="118837" y="327199"/>
                  </a:lnTo>
                  <a:lnTo>
                    <a:pt x="123925" y="328648"/>
                  </a:lnTo>
                  <a:lnTo>
                    <a:pt x="129056" y="329935"/>
                  </a:lnTo>
                  <a:lnTo>
                    <a:pt x="134226" y="331059"/>
                  </a:lnTo>
                  <a:lnTo>
                    <a:pt x="139428" y="332019"/>
                  </a:lnTo>
                  <a:lnTo>
                    <a:pt x="144659" y="332814"/>
                  </a:lnTo>
                  <a:lnTo>
                    <a:pt x="149912" y="333443"/>
                  </a:lnTo>
                  <a:lnTo>
                    <a:pt x="155182" y="333905"/>
                  </a:lnTo>
                  <a:lnTo>
                    <a:pt x="160464" y="334200"/>
                  </a:lnTo>
                  <a:lnTo>
                    <a:pt x="165753" y="334328"/>
                  </a:lnTo>
                  <a:lnTo>
                    <a:pt x="171043" y="334289"/>
                  </a:lnTo>
                  <a:lnTo>
                    <a:pt x="176329" y="334082"/>
                  </a:lnTo>
                  <a:lnTo>
                    <a:pt x="181606" y="333709"/>
                  </a:lnTo>
                  <a:lnTo>
                    <a:pt x="186869" y="333168"/>
                  </a:lnTo>
                  <a:lnTo>
                    <a:pt x="192112" y="332461"/>
                  </a:lnTo>
                  <a:lnTo>
                    <a:pt x="197330" y="331589"/>
                  </a:lnTo>
                  <a:lnTo>
                    <a:pt x="202518" y="330551"/>
                  </a:lnTo>
                  <a:lnTo>
                    <a:pt x="207670" y="329351"/>
                  </a:lnTo>
                  <a:lnTo>
                    <a:pt x="212782" y="327987"/>
                  </a:lnTo>
                  <a:lnTo>
                    <a:pt x="217848" y="326463"/>
                  </a:lnTo>
                  <a:lnTo>
                    <a:pt x="222863" y="324779"/>
                  </a:lnTo>
                  <a:lnTo>
                    <a:pt x="227822" y="322938"/>
                  </a:lnTo>
                  <a:lnTo>
                    <a:pt x="232721" y="320940"/>
                  </a:lnTo>
                  <a:lnTo>
                    <a:pt x="237554" y="318788"/>
                  </a:lnTo>
                  <a:lnTo>
                    <a:pt x="242317" y="316485"/>
                  </a:lnTo>
                  <a:lnTo>
                    <a:pt x="247004" y="314032"/>
                  </a:lnTo>
                  <a:lnTo>
                    <a:pt x="251611" y="311431"/>
                  </a:lnTo>
                  <a:lnTo>
                    <a:pt x="256134" y="308687"/>
                  </a:lnTo>
                  <a:lnTo>
                    <a:pt x="260568" y="305800"/>
                  </a:lnTo>
                  <a:lnTo>
                    <a:pt x="264908" y="302775"/>
                  </a:lnTo>
                  <a:lnTo>
                    <a:pt x="269150" y="299614"/>
                  </a:lnTo>
                  <a:lnTo>
                    <a:pt x="273290" y="296320"/>
                  </a:lnTo>
                  <a:lnTo>
                    <a:pt x="277323" y="292897"/>
                  </a:lnTo>
                  <a:lnTo>
                    <a:pt x="281247" y="289348"/>
                  </a:lnTo>
                  <a:lnTo>
                    <a:pt x="285056" y="285677"/>
                  </a:lnTo>
                  <a:lnTo>
                    <a:pt x="288747" y="281886"/>
                  </a:lnTo>
                  <a:lnTo>
                    <a:pt x="292316" y="277982"/>
                  </a:lnTo>
                  <a:lnTo>
                    <a:pt x="295760" y="273966"/>
                  </a:lnTo>
                  <a:lnTo>
                    <a:pt x="299075" y="269843"/>
                  </a:lnTo>
                  <a:lnTo>
                    <a:pt x="302258" y="265617"/>
                  </a:lnTo>
                  <a:lnTo>
                    <a:pt x="305305" y="261293"/>
                  </a:lnTo>
                  <a:lnTo>
                    <a:pt x="308215" y="256874"/>
                  </a:lnTo>
                  <a:lnTo>
                    <a:pt x="310983" y="252365"/>
                  </a:lnTo>
                  <a:lnTo>
                    <a:pt x="313606" y="247772"/>
                  </a:lnTo>
                  <a:lnTo>
                    <a:pt x="316084" y="243097"/>
                  </a:lnTo>
                  <a:lnTo>
                    <a:pt x="318412" y="238346"/>
                  </a:lnTo>
                  <a:lnTo>
                    <a:pt x="320588" y="233525"/>
                  </a:lnTo>
                  <a:lnTo>
                    <a:pt x="322611" y="228636"/>
                  </a:lnTo>
                  <a:lnTo>
                    <a:pt x="324479" y="223686"/>
                  </a:lnTo>
                  <a:lnTo>
                    <a:pt x="326188" y="218680"/>
                  </a:lnTo>
                  <a:lnTo>
                    <a:pt x="327739" y="213622"/>
                  </a:lnTo>
                  <a:lnTo>
                    <a:pt x="329128" y="208517"/>
                  </a:lnTo>
                  <a:lnTo>
                    <a:pt x="330356" y="203371"/>
                  </a:lnTo>
                  <a:lnTo>
                    <a:pt x="331419" y="198189"/>
                  </a:lnTo>
                  <a:lnTo>
                    <a:pt x="332319" y="192975"/>
                  </a:lnTo>
                  <a:lnTo>
                    <a:pt x="333053" y="187736"/>
                  </a:lnTo>
                  <a:lnTo>
                    <a:pt x="333621" y="182476"/>
                  </a:lnTo>
                  <a:lnTo>
                    <a:pt x="334022" y="177201"/>
                  </a:lnTo>
                  <a:lnTo>
                    <a:pt x="334256" y="171916"/>
                  </a:lnTo>
                  <a:lnTo>
                    <a:pt x="334322" y="166626"/>
                  </a:lnTo>
                  <a:lnTo>
                    <a:pt x="334221" y="161337"/>
                  </a:lnTo>
                  <a:lnTo>
                    <a:pt x="333953" y="156053"/>
                  </a:lnTo>
                  <a:lnTo>
                    <a:pt x="333518" y="150781"/>
                  </a:lnTo>
                  <a:lnTo>
                    <a:pt x="332916" y="145525"/>
                  </a:lnTo>
                  <a:lnTo>
                    <a:pt x="332148" y="140290"/>
                  </a:lnTo>
                  <a:lnTo>
                    <a:pt x="331215" y="135083"/>
                  </a:lnTo>
                  <a:lnTo>
                    <a:pt x="330118" y="129908"/>
                  </a:lnTo>
                  <a:lnTo>
                    <a:pt x="328857" y="124770"/>
                  </a:lnTo>
                  <a:lnTo>
                    <a:pt x="327435" y="119674"/>
                  </a:lnTo>
                  <a:lnTo>
                    <a:pt x="325852" y="114626"/>
                  </a:lnTo>
                  <a:lnTo>
                    <a:pt x="324110" y="109631"/>
                  </a:lnTo>
                  <a:lnTo>
                    <a:pt x="322210" y="104693"/>
                  </a:lnTo>
                  <a:lnTo>
                    <a:pt x="320156" y="99818"/>
                  </a:lnTo>
                  <a:lnTo>
                    <a:pt x="317948" y="95010"/>
                  </a:lnTo>
                  <a:lnTo>
                    <a:pt x="315589" y="90275"/>
                  </a:lnTo>
                  <a:lnTo>
                    <a:pt x="313082" y="85616"/>
                  </a:lnTo>
                  <a:lnTo>
                    <a:pt x="310428" y="81040"/>
                  </a:lnTo>
                  <a:lnTo>
                    <a:pt x="307631" y="76549"/>
                  </a:lnTo>
                  <a:lnTo>
                    <a:pt x="304693" y="72149"/>
                  </a:lnTo>
                  <a:lnTo>
                    <a:pt x="301618" y="67845"/>
                  </a:lnTo>
                  <a:lnTo>
                    <a:pt x="298408" y="63640"/>
                  </a:lnTo>
                  <a:lnTo>
                    <a:pt x="295066" y="59538"/>
                  </a:lnTo>
                  <a:lnTo>
                    <a:pt x="291596" y="55545"/>
                  </a:lnTo>
                  <a:lnTo>
                    <a:pt x="288002" y="51663"/>
                  </a:lnTo>
                  <a:lnTo>
                    <a:pt x="284286" y="47897"/>
                  </a:lnTo>
                  <a:lnTo>
                    <a:pt x="280454" y="44250"/>
                  </a:lnTo>
                  <a:lnTo>
                    <a:pt x="276507" y="40727"/>
                  </a:lnTo>
                  <a:lnTo>
                    <a:pt x="272452" y="37330"/>
                  </a:lnTo>
                  <a:lnTo>
                    <a:pt x="268290" y="34063"/>
                  </a:lnTo>
                  <a:lnTo>
                    <a:pt x="264028" y="30929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53501"/>
              <a:ext cx="96872" cy="136237"/>
            </a:xfrm>
            <a:custGeom>
              <a:avLst/>
              <a:pathLst>
                <a:path w="96872" h="136237">
                  <a:moveTo>
                    <a:pt x="96872" y="0"/>
                  </a:moveTo>
                  <a:lnTo>
                    <a:pt x="0" y="1362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51957"/>
              <a:ext cx="96872" cy="137781"/>
            </a:xfrm>
            <a:custGeom>
              <a:avLst/>
              <a:pathLst>
                <a:path w="96872" h="137781">
                  <a:moveTo>
                    <a:pt x="96872" y="1544"/>
                  </a:moveTo>
                  <a:lnTo>
                    <a:pt x="94663" y="0"/>
                  </a:lnTo>
                  <a:lnTo>
                    <a:pt x="0" y="1377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571"/>
              <a:ext cx="94663" cy="167167"/>
            </a:xfrm>
            <a:custGeom>
              <a:avLst/>
              <a:pathLst>
                <a:path w="94663" h="167167">
                  <a:moveTo>
                    <a:pt x="94663" y="29385"/>
                  </a:moveTo>
                  <a:lnTo>
                    <a:pt x="90003" y="26297"/>
                  </a:lnTo>
                  <a:lnTo>
                    <a:pt x="85242" y="23366"/>
                  </a:lnTo>
                  <a:lnTo>
                    <a:pt x="80386" y="20596"/>
                  </a:lnTo>
                  <a:lnTo>
                    <a:pt x="75440" y="17990"/>
                  </a:lnTo>
                  <a:lnTo>
                    <a:pt x="70410" y="15551"/>
                  </a:lnTo>
                  <a:lnTo>
                    <a:pt x="65301" y="13282"/>
                  </a:lnTo>
                  <a:lnTo>
                    <a:pt x="60119" y="11184"/>
                  </a:lnTo>
                  <a:lnTo>
                    <a:pt x="54870" y="9261"/>
                  </a:lnTo>
                  <a:lnTo>
                    <a:pt x="49559" y="7515"/>
                  </a:lnTo>
                  <a:lnTo>
                    <a:pt x="44193" y="5947"/>
                  </a:lnTo>
                  <a:lnTo>
                    <a:pt x="38778" y="4559"/>
                  </a:lnTo>
                  <a:lnTo>
                    <a:pt x="33319" y="3354"/>
                  </a:lnTo>
                  <a:lnTo>
                    <a:pt x="27823" y="2331"/>
                  </a:lnTo>
                  <a:lnTo>
                    <a:pt x="22295" y="1493"/>
                  </a:lnTo>
                  <a:lnTo>
                    <a:pt x="16743" y="840"/>
                  </a:lnTo>
                  <a:lnTo>
                    <a:pt x="11172" y="373"/>
                  </a:lnTo>
                  <a:lnTo>
                    <a:pt x="5589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378107" y="1071028"/>
              <a:ext cx="333719" cy="334333"/>
            </a:xfrm>
            <a:custGeom>
              <a:avLst/>
              <a:pathLst>
                <a:path w="333719" h="334333">
                  <a:moveTo>
                    <a:pt x="167150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8" y="755"/>
                  </a:lnTo>
                  <a:lnTo>
                    <a:pt x="146012" y="1341"/>
                  </a:lnTo>
                  <a:lnTo>
                    <a:pt x="140768" y="2094"/>
                  </a:lnTo>
                  <a:lnTo>
                    <a:pt x="135550" y="3014"/>
                  </a:lnTo>
                  <a:lnTo>
                    <a:pt x="130363" y="4097"/>
                  </a:lnTo>
                  <a:lnTo>
                    <a:pt x="125214" y="5345"/>
                  </a:lnTo>
                  <a:lnTo>
                    <a:pt x="120107" y="6756"/>
                  </a:lnTo>
                  <a:lnTo>
                    <a:pt x="115047" y="8327"/>
                  </a:lnTo>
                  <a:lnTo>
                    <a:pt x="110039" y="10058"/>
                  </a:lnTo>
                  <a:lnTo>
                    <a:pt x="105088" y="11947"/>
                  </a:lnTo>
                  <a:lnTo>
                    <a:pt x="100200" y="13992"/>
                  </a:lnTo>
                  <a:lnTo>
                    <a:pt x="95380" y="16190"/>
                  </a:lnTo>
                  <a:lnTo>
                    <a:pt x="90631" y="18541"/>
                  </a:lnTo>
                  <a:lnTo>
                    <a:pt x="85959" y="21040"/>
                  </a:lnTo>
                  <a:lnTo>
                    <a:pt x="81369" y="23687"/>
                  </a:lnTo>
                  <a:lnTo>
                    <a:pt x="76865" y="26477"/>
                  </a:lnTo>
                  <a:lnTo>
                    <a:pt x="72452" y="29409"/>
                  </a:lnTo>
                  <a:lnTo>
                    <a:pt x="68134" y="32480"/>
                  </a:lnTo>
                  <a:lnTo>
                    <a:pt x="63915" y="35685"/>
                  </a:lnTo>
                  <a:lnTo>
                    <a:pt x="59800" y="39023"/>
                  </a:lnTo>
                  <a:lnTo>
                    <a:pt x="55793" y="42490"/>
                  </a:lnTo>
                  <a:lnTo>
                    <a:pt x="51898" y="46081"/>
                  </a:lnTo>
                  <a:lnTo>
                    <a:pt x="48118" y="49795"/>
                  </a:lnTo>
                  <a:lnTo>
                    <a:pt x="44458" y="53626"/>
                  </a:lnTo>
                  <a:lnTo>
                    <a:pt x="40922" y="57571"/>
                  </a:lnTo>
                  <a:lnTo>
                    <a:pt x="37512" y="61627"/>
                  </a:lnTo>
                  <a:lnTo>
                    <a:pt x="34232" y="65788"/>
                  </a:lnTo>
                  <a:lnTo>
                    <a:pt x="31086" y="70051"/>
                  </a:lnTo>
                  <a:lnTo>
                    <a:pt x="28077" y="74412"/>
                  </a:lnTo>
                  <a:lnTo>
                    <a:pt x="25207" y="78866"/>
                  </a:lnTo>
                  <a:lnTo>
                    <a:pt x="22480" y="83409"/>
                  </a:lnTo>
                  <a:lnTo>
                    <a:pt x="19898" y="88036"/>
                  </a:lnTo>
                  <a:lnTo>
                    <a:pt x="17464" y="92742"/>
                  </a:lnTo>
                  <a:lnTo>
                    <a:pt x="15181" y="97524"/>
                  </a:lnTo>
                  <a:lnTo>
                    <a:pt x="13050" y="102375"/>
                  </a:lnTo>
                  <a:lnTo>
                    <a:pt x="11074" y="107291"/>
                  </a:lnTo>
                  <a:lnTo>
                    <a:pt x="9255" y="112267"/>
                  </a:lnTo>
                  <a:lnTo>
                    <a:pt x="7594" y="117299"/>
                  </a:lnTo>
                  <a:lnTo>
                    <a:pt x="6094" y="122381"/>
                  </a:lnTo>
                  <a:lnTo>
                    <a:pt x="4756" y="127507"/>
                  </a:lnTo>
                  <a:lnTo>
                    <a:pt x="3580" y="132674"/>
                  </a:lnTo>
                  <a:lnTo>
                    <a:pt x="2569" y="137875"/>
                  </a:lnTo>
                  <a:lnTo>
                    <a:pt x="1724" y="143105"/>
                  </a:lnTo>
                  <a:lnTo>
                    <a:pt x="1044" y="148360"/>
                  </a:lnTo>
                  <a:lnTo>
                    <a:pt x="532" y="153634"/>
                  </a:lnTo>
                  <a:lnTo>
                    <a:pt x="187" y="158921"/>
                  </a:lnTo>
                  <a:lnTo>
                    <a:pt x="9" y="164216"/>
                  </a:lnTo>
                  <a:lnTo>
                    <a:pt x="0" y="169515"/>
                  </a:lnTo>
                  <a:lnTo>
                    <a:pt x="158" y="174811"/>
                  </a:lnTo>
                  <a:lnTo>
                    <a:pt x="484" y="180099"/>
                  </a:lnTo>
                  <a:lnTo>
                    <a:pt x="978" y="185375"/>
                  </a:lnTo>
                  <a:lnTo>
                    <a:pt x="1638" y="190632"/>
                  </a:lnTo>
                  <a:lnTo>
                    <a:pt x="2465" y="195865"/>
                  </a:lnTo>
                  <a:lnTo>
                    <a:pt x="3457" y="201070"/>
                  </a:lnTo>
                  <a:lnTo>
                    <a:pt x="4614" y="206241"/>
                  </a:lnTo>
                  <a:lnTo>
                    <a:pt x="5934" y="211372"/>
                  </a:lnTo>
                  <a:lnTo>
                    <a:pt x="7416" y="216459"/>
                  </a:lnTo>
                  <a:lnTo>
                    <a:pt x="9058" y="221497"/>
                  </a:lnTo>
                  <a:lnTo>
                    <a:pt x="10859" y="226479"/>
                  </a:lnTo>
                  <a:lnTo>
                    <a:pt x="12817" y="231403"/>
                  </a:lnTo>
                  <a:lnTo>
                    <a:pt x="14931" y="236262"/>
                  </a:lnTo>
                  <a:lnTo>
                    <a:pt x="17197" y="241051"/>
                  </a:lnTo>
                  <a:lnTo>
                    <a:pt x="19614" y="245766"/>
                  </a:lnTo>
                  <a:lnTo>
                    <a:pt x="22179" y="250402"/>
                  </a:lnTo>
                  <a:lnTo>
                    <a:pt x="24889" y="254955"/>
                  </a:lnTo>
                  <a:lnTo>
                    <a:pt x="27743" y="259419"/>
                  </a:lnTo>
                  <a:lnTo>
                    <a:pt x="30736" y="263791"/>
                  </a:lnTo>
                  <a:lnTo>
                    <a:pt x="33867" y="268065"/>
                  </a:lnTo>
                  <a:lnTo>
                    <a:pt x="37132" y="272239"/>
                  </a:lnTo>
                  <a:lnTo>
                    <a:pt x="40527" y="276306"/>
                  </a:lnTo>
                  <a:lnTo>
                    <a:pt x="44049" y="280265"/>
                  </a:lnTo>
                  <a:lnTo>
                    <a:pt x="47695" y="284109"/>
                  </a:lnTo>
                  <a:lnTo>
                    <a:pt x="51461" y="287836"/>
                  </a:lnTo>
                  <a:lnTo>
                    <a:pt x="55344" y="291442"/>
                  </a:lnTo>
                  <a:lnTo>
                    <a:pt x="59338" y="294923"/>
                  </a:lnTo>
                  <a:lnTo>
                    <a:pt x="63441" y="298275"/>
                  </a:lnTo>
                  <a:lnTo>
                    <a:pt x="67648" y="301496"/>
                  </a:lnTo>
                  <a:lnTo>
                    <a:pt x="71955" y="304582"/>
                  </a:lnTo>
                  <a:lnTo>
                    <a:pt x="76358" y="307530"/>
                  </a:lnTo>
                  <a:lnTo>
                    <a:pt x="80852" y="310337"/>
                  </a:lnTo>
                  <a:lnTo>
                    <a:pt x="85433" y="313000"/>
                  </a:lnTo>
                  <a:lnTo>
                    <a:pt x="90095" y="315516"/>
                  </a:lnTo>
                  <a:lnTo>
                    <a:pt x="94836" y="317884"/>
                  </a:lnTo>
                  <a:lnTo>
                    <a:pt x="99648" y="320100"/>
                  </a:lnTo>
                  <a:lnTo>
                    <a:pt x="104529" y="322162"/>
                  </a:lnTo>
                  <a:lnTo>
                    <a:pt x="109472" y="324069"/>
                  </a:lnTo>
                  <a:lnTo>
                    <a:pt x="114474" y="325818"/>
                  </a:lnTo>
                  <a:lnTo>
                    <a:pt x="119528" y="327408"/>
                  </a:lnTo>
                  <a:lnTo>
                    <a:pt x="124630" y="328836"/>
                  </a:lnTo>
                  <a:lnTo>
                    <a:pt x="129775" y="330103"/>
                  </a:lnTo>
                  <a:lnTo>
                    <a:pt x="134958" y="331205"/>
                  </a:lnTo>
                  <a:lnTo>
                    <a:pt x="140172" y="332143"/>
                  </a:lnTo>
                  <a:lnTo>
                    <a:pt x="145414" y="332915"/>
                  </a:lnTo>
                  <a:lnTo>
                    <a:pt x="150678" y="333521"/>
                  </a:lnTo>
                  <a:lnTo>
                    <a:pt x="155958" y="333959"/>
                  </a:lnTo>
                  <a:lnTo>
                    <a:pt x="161250" y="334230"/>
                  </a:lnTo>
                  <a:lnTo>
                    <a:pt x="166547" y="334333"/>
                  </a:lnTo>
                  <a:lnTo>
                    <a:pt x="171845" y="334268"/>
                  </a:lnTo>
                  <a:lnTo>
                    <a:pt x="177139" y="334036"/>
                  </a:lnTo>
                  <a:lnTo>
                    <a:pt x="182422" y="333635"/>
                  </a:lnTo>
                  <a:lnTo>
                    <a:pt x="187690" y="333068"/>
                  </a:lnTo>
                  <a:lnTo>
                    <a:pt x="192937" y="332333"/>
                  </a:lnTo>
                  <a:lnTo>
                    <a:pt x="198159" y="331433"/>
                  </a:lnTo>
                  <a:lnTo>
                    <a:pt x="203349" y="330368"/>
                  </a:lnTo>
                  <a:lnTo>
                    <a:pt x="208503" y="329139"/>
                  </a:lnTo>
                  <a:lnTo>
                    <a:pt x="213615" y="327747"/>
                  </a:lnTo>
                  <a:lnTo>
                    <a:pt x="218681" y="326194"/>
                  </a:lnTo>
                  <a:lnTo>
                    <a:pt x="223695" y="324481"/>
                  </a:lnTo>
                  <a:lnTo>
                    <a:pt x="228652" y="322610"/>
                  </a:lnTo>
                  <a:lnTo>
                    <a:pt x="233547" y="320583"/>
                  </a:lnTo>
                  <a:lnTo>
                    <a:pt x="238376" y="318401"/>
                  </a:lnTo>
                  <a:lnTo>
                    <a:pt x="243133" y="316068"/>
                  </a:lnTo>
                  <a:lnTo>
                    <a:pt x="247814" y="313585"/>
                  </a:lnTo>
                  <a:lnTo>
                    <a:pt x="252414" y="310956"/>
                  </a:lnTo>
                  <a:lnTo>
                    <a:pt x="256928" y="308181"/>
                  </a:lnTo>
                  <a:lnTo>
                    <a:pt x="261351" y="305265"/>
                  </a:lnTo>
                  <a:lnTo>
                    <a:pt x="265681" y="302210"/>
                  </a:lnTo>
                  <a:lnTo>
                    <a:pt x="269911" y="299020"/>
                  </a:lnTo>
                  <a:lnTo>
                    <a:pt x="274038" y="295697"/>
                  </a:lnTo>
                  <a:lnTo>
                    <a:pt x="278058" y="292245"/>
                  </a:lnTo>
                  <a:lnTo>
                    <a:pt x="281966" y="288668"/>
                  </a:lnTo>
                  <a:lnTo>
                    <a:pt x="285759" y="284968"/>
                  </a:lnTo>
                  <a:lnTo>
                    <a:pt x="289432" y="281150"/>
                  </a:lnTo>
                  <a:lnTo>
                    <a:pt x="292983" y="277217"/>
                  </a:lnTo>
                  <a:lnTo>
                    <a:pt x="296408" y="273174"/>
                  </a:lnTo>
                  <a:lnTo>
                    <a:pt x="299702" y="269025"/>
                  </a:lnTo>
                  <a:lnTo>
                    <a:pt x="302864" y="264773"/>
                  </a:lnTo>
                  <a:lnTo>
                    <a:pt x="305889" y="260423"/>
                  </a:lnTo>
                  <a:lnTo>
                    <a:pt x="308775" y="255979"/>
                  </a:lnTo>
                  <a:lnTo>
                    <a:pt x="311518" y="251446"/>
                  </a:lnTo>
                  <a:lnTo>
                    <a:pt x="314116" y="246829"/>
                  </a:lnTo>
                  <a:lnTo>
                    <a:pt x="316567" y="242131"/>
                  </a:lnTo>
                  <a:lnTo>
                    <a:pt x="318868" y="237358"/>
                  </a:lnTo>
                  <a:lnTo>
                    <a:pt x="321016" y="232515"/>
                  </a:lnTo>
                  <a:lnTo>
                    <a:pt x="323010" y="227606"/>
                  </a:lnTo>
                  <a:lnTo>
                    <a:pt x="324847" y="222636"/>
                  </a:lnTo>
                  <a:lnTo>
                    <a:pt x="326526" y="217610"/>
                  </a:lnTo>
                  <a:lnTo>
                    <a:pt x="328044" y="212534"/>
                  </a:lnTo>
                  <a:lnTo>
                    <a:pt x="329401" y="207412"/>
                  </a:lnTo>
                  <a:lnTo>
                    <a:pt x="330595" y="202250"/>
                  </a:lnTo>
                  <a:lnTo>
                    <a:pt x="331625" y="197053"/>
                  </a:lnTo>
                  <a:lnTo>
                    <a:pt x="332489" y="191825"/>
                  </a:lnTo>
                  <a:lnTo>
                    <a:pt x="333188" y="186573"/>
                  </a:lnTo>
                  <a:lnTo>
                    <a:pt x="333719" y="181301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38196"/>
              <a:ext cx="166568" cy="14134"/>
            </a:xfrm>
            <a:custGeom>
              <a:avLst/>
              <a:pathLst>
                <a:path w="166568" h="14134">
                  <a:moveTo>
                    <a:pt x="166568" y="141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38196"/>
              <a:ext cx="166888" cy="14134"/>
            </a:xfrm>
            <a:custGeom>
              <a:avLst/>
              <a:pathLst>
                <a:path w="166888" h="14134">
                  <a:moveTo>
                    <a:pt x="166568" y="14134"/>
                  </a:moveTo>
                  <a:lnTo>
                    <a:pt x="166888" y="9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071028"/>
              <a:ext cx="167162" cy="176820"/>
            </a:xfrm>
            <a:custGeom>
              <a:avLst/>
              <a:pathLst>
                <a:path w="167162" h="176820">
                  <a:moveTo>
                    <a:pt x="166888" y="176820"/>
                  </a:moveTo>
                  <a:lnTo>
                    <a:pt x="167114" y="171380"/>
                  </a:lnTo>
                  <a:lnTo>
                    <a:pt x="167162" y="165936"/>
                  </a:lnTo>
                  <a:lnTo>
                    <a:pt x="167034" y="160493"/>
                  </a:lnTo>
                  <a:lnTo>
                    <a:pt x="166728" y="155057"/>
                  </a:lnTo>
                  <a:lnTo>
                    <a:pt x="166245" y="149634"/>
                  </a:lnTo>
                  <a:lnTo>
                    <a:pt x="165586" y="144229"/>
                  </a:lnTo>
                  <a:lnTo>
                    <a:pt x="164751" y="138849"/>
                  </a:lnTo>
                  <a:lnTo>
                    <a:pt x="163741" y="133498"/>
                  </a:lnTo>
                  <a:lnTo>
                    <a:pt x="162558" y="128184"/>
                  </a:lnTo>
                  <a:lnTo>
                    <a:pt x="161202" y="122911"/>
                  </a:lnTo>
                  <a:lnTo>
                    <a:pt x="159676" y="117685"/>
                  </a:lnTo>
                  <a:lnTo>
                    <a:pt x="157979" y="112511"/>
                  </a:lnTo>
                  <a:lnTo>
                    <a:pt x="156116" y="107395"/>
                  </a:lnTo>
                  <a:lnTo>
                    <a:pt x="154086" y="102343"/>
                  </a:lnTo>
                  <a:lnTo>
                    <a:pt x="151894" y="97359"/>
                  </a:lnTo>
                  <a:lnTo>
                    <a:pt x="149540" y="92450"/>
                  </a:lnTo>
                  <a:lnTo>
                    <a:pt x="147027" y="87619"/>
                  </a:lnTo>
                  <a:lnTo>
                    <a:pt x="144359" y="82874"/>
                  </a:lnTo>
                  <a:lnTo>
                    <a:pt x="141537" y="78217"/>
                  </a:lnTo>
                  <a:lnTo>
                    <a:pt x="138565" y="73655"/>
                  </a:lnTo>
                  <a:lnTo>
                    <a:pt x="135446" y="69192"/>
                  </a:lnTo>
                  <a:lnTo>
                    <a:pt x="132184" y="64833"/>
                  </a:lnTo>
                  <a:lnTo>
                    <a:pt x="128781" y="60583"/>
                  </a:lnTo>
                  <a:lnTo>
                    <a:pt x="125242" y="56445"/>
                  </a:lnTo>
                  <a:lnTo>
                    <a:pt x="121570" y="52425"/>
                  </a:lnTo>
                  <a:lnTo>
                    <a:pt x="117769" y="48527"/>
                  </a:lnTo>
                  <a:lnTo>
                    <a:pt x="113843" y="44755"/>
                  </a:lnTo>
                  <a:lnTo>
                    <a:pt x="109796" y="41113"/>
                  </a:lnTo>
                  <a:lnTo>
                    <a:pt x="105633" y="37604"/>
                  </a:lnTo>
                  <a:lnTo>
                    <a:pt x="101357" y="34232"/>
                  </a:lnTo>
                  <a:lnTo>
                    <a:pt x="96974" y="31002"/>
                  </a:lnTo>
                  <a:lnTo>
                    <a:pt x="92489" y="27916"/>
                  </a:lnTo>
                  <a:lnTo>
                    <a:pt x="87905" y="24978"/>
                  </a:lnTo>
                  <a:lnTo>
                    <a:pt x="83228" y="22191"/>
                  </a:lnTo>
                  <a:lnTo>
                    <a:pt x="78462" y="19557"/>
                  </a:lnTo>
                  <a:lnTo>
                    <a:pt x="73614" y="17081"/>
                  </a:lnTo>
                  <a:lnTo>
                    <a:pt x="68687" y="14763"/>
                  </a:lnTo>
                  <a:lnTo>
                    <a:pt x="63687" y="12607"/>
                  </a:lnTo>
                  <a:lnTo>
                    <a:pt x="58620" y="10615"/>
                  </a:lnTo>
                  <a:lnTo>
                    <a:pt x="53491" y="8789"/>
                  </a:lnTo>
                  <a:lnTo>
                    <a:pt x="48305" y="7131"/>
                  </a:lnTo>
                  <a:lnTo>
                    <a:pt x="43067" y="5643"/>
                  </a:lnTo>
                  <a:lnTo>
                    <a:pt x="37784" y="4326"/>
                  </a:lnTo>
                  <a:lnTo>
                    <a:pt x="32461" y="3182"/>
                  </a:lnTo>
                  <a:lnTo>
                    <a:pt x="27104" y="2211"/>
                  </a:lnTo>
                  <a:lnTo>
                    <a:pt x="21718" y="1416"/>
                  </a:lnTo>
                  <a:lnTo>
                    <a:pt x="16308" y="797"/>
                  </a:lnTo>
                  <a:lnTo>
                    <a:pt x="10882" y="354"/>
                  </a:lnTo>
                  <a:lnTo>
                    <a:pt x="5443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895118" y="941493"/>
              <a:ext cx="128425" cy="167167"/>
            </a:xfrm>
            <a:custGeom>
              <a:avLst/>
              <a:pathLst>
                <a:path w="128425" h="167167">
                  <a:moveTo>
                    <a:pt x="128425" y="0"/>
                  </a:moveTo>
                  <a:lnTo>
                    <a:pt x="122794" y="94"/>
                  </a:lnTo>
                  <a:lnTo>
                    <a:pt x="117168" y="379"/>
                  </a:lnTo>
                  <a:lnTo>
                    <a:pt x="111556" y="853"/>
                  </a:lnTo>
                  <a:lnTo>
                    <a:pt x="105962" y="1516"/>
                  </a:lnTo>
                  <a:lnTo>
                    <a:pt x="100394" y="2366"/>
                  </a:lnTo>
                  <a:lnTo>
                    <a:pt x="94858" y="3404"/>
                  </a:lnTo>
                  <a:lnTo>
                    <a:pt x="89360" y="4628"/>
                  </a:lnTo>
                  <a:lnTo>
                    <a:pt x="83906" y="6037"/>
                  </a:lnTo>
                  <a:lnTo>
                    <a:pt x="78503" y="7628"/>
                  </a:lnTo>
                  <a:lnTo>
                    <a:pt x="73156" y="9400"/>
                  </a:lnTo>
                  <a:lnTo>
                    <a:pt x="67873" y="11352"/>
                  </a:lnTo>
                  <a:lnTo>
                    <a:pt x="62658" y="13480"/>
                  </a:lnTo>
                  <a:lnTo>
                    <a:pt x="57517" y="15783"/>
                  </a:lnTo>
                  <a:lnTo>
                    <a:pt x="52458" y="18258"/>
                  </a:lnTo>
                  <a:lnTo>
                    <a:pt x="47484" y="20902"/>
                  </a:lnTo>
                  <a:lnTo>
                    <a:pt x="42602" y="23712"/>
                  </a:lnTo>
                  <a:lnTo>
                    <a:pt x="37818" y="26685"/>
                  </a:lnTo>
                  <a:lnTo>
                    <a:pt x="33137" y="29817"/>
                  </a:lnTo>
                  <a:lnTo>
                    <a:pt x="28564" y="33105"/>
                  </a:lnTo>
                  <a:lnTo>
                    <a:pt x="24104" y="36546"/>
                  </a:lnTo>
                  <a:lnTo>
                    <a:pt x="19762" y="40134"/>
                  </a:lnTo>
                  <a:lnTo>
                    <a:pt x="15544" y="43867"/>
                  </a:lnTo>
                  <a:lnTo>
                    <a:pt x="11454" y="47740"/>
                  </a:lnTo>
                  <a:lnTo>
                    <a:pt x="7497" y="51749"/>
                  </a:lnTo>
                  <a:lnTo>
                    <a:pt x="3678" y="55888"/>
                  </a:lnTo>
                  <a:lnTo>
                    <a:pt x="0" y="60154"/>
                  </a:lnTo>
                  <a:lnTo>
                    <a:pt x="12842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56379" y="970878"/>
              <a:ext cx="334315" cy="304946"/>
            </a:xfrm>
            <a:custGeom>
              <a:avLst/>
              <a:pathLst>
                <a:path w="334315" h="304946">
                  <a:moveTo>
                    <a:pt x="38739" y="30769"/>
                  </a:moveTo>
                  <a:lnTo>
                    <a:pt x="35399" y="34909"/>
                  </a:lnTo>
                  <a:lnTo>
                    <a:pt x="32193" y="39153"/>
                  </a:lnTo>
                  <a:lnTo>
                    <a:pt x="29123" y="43498"/>
                  </a:lnTo>
                  <a:lnTo>
                    <a:pt x="26193" y="47937"/>
                  </a:lnTo>
                  <a:lnTo>
                    <a:pt x="23406" y="52468"/>
                  </a:lnTo>
                  <a:lnTo>
                    <a:pt x="20764" y="57085"/>
                  </a:lnTo>
                  <a:lnTo>
                    <a:pt x="18271" y="61784"/>
                  </a:lnTo>
                  <a:lnTo>
                    <a:pt x="15928" y="66560"/>
                  </a:lnTo>
                  <a:lnTo>
                    <a:pt x="13739" y="71408"/>
                  </a:lnTo>
                  <a:lnTo>
                    <a:pt x="11705" y="76323"/>
                  </a:lnTo>
                  <a:lnTo>
                    <a:pt x="9828" y="81300"/>
                  </a:lnTo>
                  <a:lnTo>
                    <a:pt x="8111" y="86334"/>
                  </a:lnTo>
                  <a:lnTo>
                    <a:pt x="6554" y="91421"/>
                  </a:lnTo>
                  <a:lnTo>
                    <a:pt x="5161" y="96555"/>
                  </a:lnTo>
                  <a:lnTo>
                    <a:pt x="3931" y="101730"/>
                  </a:lnTo>
                  <a:lnTo>
                    <a:pt x="2866" y="106942"/>
                  </a:lnTo>
                  <a:lnTo>
                    <a:pt x="1968" y="112185"/>
                  </a:lnTo>
                  <a:lnTo>
                    <a:pt x="1238" y="117453"/>
                  </a:lnTo>
                  <a:lnTo>
                    <a:pt x="675" y="122743"/>
                  </a:lnTo>
                  <a:lnTo>
                    <a:pt x="281" y="128048"/>
                  </a:lnTo>
                  <a:lnTo>
                    <a:pt x="55" y="133362"/>
                  </a:lnTo>
                  <a:lnTo>
                    <a:pt x="0" y="138681"/>
                  </a:lnTo>
                  <a:lnTo>
                    <a:pt x="113" y="144000"/>
                  </a:lnTo>
                  <a:lnTo>
                    <a:pt x="395" y="149311"/>
                  </a:lnTo>
                  <a:lnTo>
                    <a:pt x="846" y="154612"/>
                  </a:lnTo>
                  <a:lnTo>
                    <a:pt x="1466" y="159895"/>
                  </a:lnTo>
                  <a:lnTo>
                    <a:pt x="2254" y="165155"/>
                  </a:lnTo>
                  <a:lnTo>
                    <a:pt x="3208" y="170389"/>
                  </a:lnTo>
                  <a:lnTo>
                    <a:pt x="4328" y="175589"/>
                  </a:lnTo>
                  <a:lnTo>
                    <a:pt x="5614" y="180750"/>
                  </a:lnTo>
                  <a:lnTo>
                    <a:pt x="7063" y="185868"/>
                  </a:lnTo>
                  <a:lnTo>
                    <a:pt x="8674" y="190938"/>
                  </a:lnTo>
                  <a:lnTo>
                    <a:pt x="10445" y="195954"/>
                  </a:lnTo>
                  <a:lnTo>
                    <a:pt x="12375" y="200911"/>
                  </a:lnTo>
                  <a:lnTo>
                    <a:pt x="14462" y="205803"/>
                  </a:lnTo>
                  <a:lnTo>
                    <a:pt x="16704" y="210627"/>
                  </a:lnTo>
                  <a:lnTo>
                    <a:pt x="19098" y="215378"/>
                  </a:lnTo>
                  <a:lnTo>
                    <a:pt x="21642" y="220049"/>
                  </a:lnTo>
                  <a:lnTo>
                    <a:pt x="24333" y="224638"/>
                  </a:lnTo>
                  <a:lnTo>
                    <a:pt x="27168" y="229138"/>
                  </a:lnTo>
                  <a:lnTo>
                    <a:pt x="30146" y="233546"/>
                  </a:lnTo>
                  <a:lnTo>
                    <a:pt x="33262" y="237857"/>
                  </a:lnTo>
                  <a:lnTo>
                    <a:pt x="36514" y="242067"/>
                  </a:lnTo>
                  <a:lnTo>
                    <a:pt x="39898" y="246171"/>
                  </a:lnTo>
                  <a:lnTo>
                    <a:pt x="43411" y="250165"/>
                  </a:lnTo>
                  <a:lnTo>
                    <a:pt x="47050" y="254046"/>
                  </a:lnTo>
                  <a:lnTo>
                    <a:pt x="50810" y="257808"/>
                  </a:lnTo>
                  <a:lnTo>
                    <a:pt x="54687" y="261450"/>
                  </a:lnTo>
                  <a:lnTo>
                    <a:pt x="58679" y="264966"/>
                  </a:lnTo>
                  <a:lnTo>
                    <a:pt x="62780" y="268353"/>
                  </a:lnTo>
                  <a:lnTo>
                    <a:pt x="66988" y="271608"/>
                  </a:lnTo>
                  <a:lnTo>
                    <a:pt x="71296" y="274727"/>
                  </a:lnTo>
                  <a:lnTo>
                    <a:pt x="75702" y="277708"/>
                  </a:lnTo>
                  <a:lnTo>
                    <a:pt x="80200" y="280547"/>
                  </a:lnTo>
                  <a:lnTo>
                    <a:pt x="84786" y="283242"/>
                  </a:lnTo>
                  <a:lnTo>
                    <a:pt x="89456" y="285789"/>
                  </a:lnTo>
                  <a:lnTo>
                    <a:pt x="94205" y="288187"/>
                  </a:lnTo>
                  <a:lnTo>
                    <a:pt x="99027" y="290432"/>
                  </a:lnTo>
                  <a:lnTo>
                    <a:pt x="103918" y="292523"/>
                  </a:lnTo>
                  <a:lnTo>
                    <a:pt x="108874" y="294457"/>
                  </a:lnTo>
                  <a:lnTo>
                    <a:pt x="113888" y="296232"/>
                  </a:lnTo>
                  <a:lnTo>
                    <a:pt x="118956" y="297847"/>
                  </a:lnTo>
                  <a:lnTo>
                    <a:pt x="124073" y="299300"/>
                  </a:lnTo>
                  <a:lnTo>
                    <a:pt x="129234" y="300589"/>
                  </a:lnTo>
                  <a:lnTo>
                    <a:pt x="134433" y="301713"/>
                  </a:lnTo>
                  <a:lnTo>
                    <a:pt x="139666" y="302672"/>
                  </a:lnTo>
                  <a:lnTo>
                    <a:pt x="144926" y="303463"/>
                  </a:lnTo>
                  <a:lnTo>
                    <a:pt x="150209" y="304087"/>
                  </a:lnTo>
                  <a:lnTo>
                    <a:pt x="155508" y="304542"/>
                  </a:lnTo>
                  <a:lnTo>
                    <a:pt x="160820" y="304828"/>
                  </a:lnTo>
                  <a:lnTo>
                    <a:pt x="166138" y="304946"/>
                  </a:lnTo>
                  <a:lnTo>
                    <a:pt x="171457" y="304894"/>
                  </a:lnTo>
                  <a:lnTo>
                    <a:pt x="176772" y="304673"/>
                  </a:lnTo>
                  <a:lnTo>
                    <a:pt x="182077" y="304282"/>
                  </a:lnTo>
                  <a:lnTo>
                    <a:pt x="187367" y="303724"/>
                  </a:lnTo>
                  <a:lnTo>
                    <a:pt x="192636" y="302997"/>
                  </a:lnTo>
                  <a:lnTo>
                    <a:pt x="197880" y="302103"/>
                  </a:lnTo>
                  <a:lnTo>
                    <a:pt x="203093" y="301042"/>
                  </a:lnTo>
                  <a:lnTo>
                    <a:pt x="208269" y="299817"/>
                  </a:lnTo>
                  <a:lnTo>
                    <a:pt x="213403" y="298427"/>
                  </a:lnTo>
                  <a:lnTo>
                    <a:pt x="218491" y="296874"/>
                  </a:lnTo>
                  <a:lnTo>
                    <a:pt x="223527" y="295161"/>
                  </a:lnTo>
                  <a:lnTo>
                    <a:pt x="228506" y="293288"/>
                  </a:lnTo>
                  <a:lnTo>
                    <a:pt x="233422" y="291257"/>
                  </a:lnTo>
                  <a:lnTo>
                    <a:pt x="238272" y="289072"/>
                  </a:lnTo>
                  <a:lnTo>
                    <a:pt x="243049" y="286733"/>
                  </a:lnTo>
                  <a:lnTo>
                    <a:pt x="247750" y="284243"/>
                  </a:lnTo>
                  <a:lnTo>
                    <a:pt x="252369" y="281605"/>
                  </a:lnTo>
                  <a:lnTo>
                    <a:pt x="256902" y="278821"/>
                  </a:lnTo>
                  <a:lnTo>
                    <a:pt x="261344" y="275894"/>
                  </a:lnTo>
                  <a:lnTo>
                    <a:pt x="265691" y="272828"/>
                  </a:lnTo>
                  <a:lnTo>
                    <a:pt x="269937" y="269625"/>
                  </a:lnTo>
                  <a:lnTo>
                    <a:pt x="274080" y="266288"/>
                  </a:lnTo>
                  <a:lnTo>
                    <a:pt x="278115" y="262821"/>
                  </a:lnTo>
                  <a:lnTo>
                    <a:pt x="282037" y="259228"/>
                  </a:lnTo>
                  <a:lnTo>
                    <a:pt x="285843" y="255512"/>
                  </a:lnTo>
                  <a:lnTo>
                    <a:pt x="289528" y="251676"/>
                  </a:lnTo>
                  <a:lnTo>
                    <a:pt x="293090" y="247725"/>
                  </a:lnTo>
                  <a:lnTo>
                    <a:pt x="296524" y="243663"/>
                  </a:lnTo>
                  <a:lnTo>
                    <a:pt x="299828" y="239494"/>
                  </a:lnTo>
                  <a:lnTo>
                    <a:pt x="302997" y="235221"/>
                  </a:lnTo>
                  <a:lnTo>
                    <a:pt x="306028" y="230850"/>
                  </a:lnTo>
                  <a:lnTo>
                    <a:pt x="308919" y="226385"/>
                  </a:lnTo>
                  <a:lnTo>
                    <a:pt x="311666" y="221830"/>
                  </a:lnTo>
                  <a:lnTo>
                    <a:pt x="314267" y="217190"/>
                  </a:lnTo>
                  <a:lnTo>
                    <a:pt x="316719" y="212470"/>
                  </a:lnTo>
                  <a:lnTo>
                    <a:pt x="319020" y="207673"/>
                  </a:lnTo>
                  <a:lnTo>
                    <a:pt x="321167" y="202807"/>
                  </a:lnTo>
                  <a:lnTo>
                    <a:pt x="323158" y="197874"/>
                  </a:lnTo>
                  <a:lnTo>
                    <a:pt x="324991" y="192880"/>
                  </a:lnTo>
                  <a:lnTo>
                    <a:pt x="326664" y="187831"/>
                  </a:lnTo>
                  <a:lnTo>
                    <a:pt x="328175" y="182731"/>
                  </a:lnTo>
                  <a:lnTo>
                    <a:pt x="329524" y="177585"/>
                  </a:lnTo>
                  <a:lnTo>
                    <a:pt x="330708" y="172399"/>
                  </a:lnTo>
                  <a:lnTo>
                    <a:pt x="331727" y="167179"/>
                  </a:lnTo>
                  <a:lnTo>
                    <a:pt x="332579" y="161928"/>
                  </a:lnTo>
                  <a:lnTo>
                    <a:pt x="333263" y="156653"/>
                  </a:lnTo>
                  <a:lnTo>
                    <a:pt x="333780" y="151358"/>
                  </a:lnTo>
                  <a:lnTo>
                    <a:pt x="334127" y="146050"/>
                  </a:lnTo>
                  <a:lnTo>
                    <a:pt x="334306" y="140734"/>
                  </a:lnTo>
                  <a:lnTo>
                    <a:pt x="334315" y="135415"/>
                  </a:lnTo>
                  <a:lnTo>
                    <a:pt x="334155" y="130098"/>
                  </a:lnTo>
                  <a:lnTo>
                    <a:pt x="333826" y="124789"/>
                  </a:lnTo>
                  <a:lnTo>
                    <a:pt x="333329" y="119493"/>
                  </a:lnTo>
                  <a:lnTo>
                    <a:pt x="332663" y="114215"/>
                  </a:lnTo>
                  <a:lnTo>
                    <a:pt x="331829" y="108961"/>
                  </a:lnTo>
                  <a:lnTo>
                    <a:pt x="330829" y="103737"/>
                  </a:lnTo>
                  <a:lnTo>
                    <a:pt x="329663" y="98547"/>
                  </a:lnTo>
                  <a:lnTo>
                    <a:pt x="328332" y="93397"/>
                  </a:lnTo>
                  <a:lnTo>
                    <a:pt x="326838" y="88291"/>
                  </a:lnTo>
                  <a:lnTo>
                    <a:pt x="325183" y="83236"/>
                  </a:lnTo>
                  <a:lnTo>
                    <a:pt x="323367" y="78236"/>
                  </a:lnTo>
                  <a:lnTo>
                    <a:pt x="321394" y="73297"/>
                  </a:lnTo>
                  <a:lnTo>
                    <a:pt x="319264" y="68422"/>
                  </a:lnTo>
                  <a:lnTo>
                    <a:pt x="316980" y="63618"/>
                  </a:lnTo>
                  <a:lnTo>
                    <a:pt x="314545" y="58889"/>
                  </a:lnTo>
                  <a:lnTo>
                    <a:pt x="311960" y="54240"/>
                  </a:lnTo>
                  <a:lnTo>
                    <a:pt x="309229" y="49675"/>
                  </a:lnTo>
                  <a:lnTo>
                    <a:pt x="306354" y="45200"/>
                  </a:lnTo>
                  <a:lnTo>
                    <a:pt x="303338" y="40818"/>
                  </a:lnTo>
                  <a:lnTo>
                    <a:pt x="300184" y="36535"/>
                  </a:lnTo>
                  <a:lnTo>
                    <a:pt x="296895" y="32354"/>
                  </a:lnTo>
                  <a:lnTo>
                    <a:pt x="293475" y="28280"/>
                  </a:lnTo>
                  <a:lnTo>
                    <a:pt x="289927" y="24316"/>
                  </a:lnTo>
                  <a:lnTo>
                    <a:pt x="286255" y="20468"/>
                  </a:lnTo>
                  <a:lnTo>
                    <a:pt x="282462" y="16738"/>
                  </a:lnTo>
                  <a:lnTo>
                    <a:pt x="278552" y="13131"/>
                  </a:lnTo>
                  <a:lnTo>
                    <a:pt x="274530" y="9650"/>
                  </a:lnTo>
                  <a:lnTo>
                    <a:pt x="270399" y="6299"/>
                  </a:lnTo>
                  <a:lnTo>
                    <a:pt x="266163" y="3081"/>
                  </a:lnTo>
                  <a:lnTo>
                    <a:pt x="261828" y="0"/>
                  </a:lnTo>
                  <a:lnTo>
                    <a:pt x="167165" y="1377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5023544" y="941493"/>
              <a:ext cx="94663" cy="167167"/>
            </a:xfrm>
            <a:custGeom>
              <a:avLst/>
              <a:pathLst>
                <a:path w="94663" h="167167">
                  <a:moveTo>
                    <a:pt x="94663" y="29385"/>
                  </a:moveTo>
                  <a:lnTo>
                    <a:pt x="90003" y="26297"/>
                  </a:lnTo>
                  <a:lnTo>
                    <a:pt x="85242" y="23366"/>
                  </a:lnTo>
                  <a:lnTo>
                    <a:pt x="80386" y="20596"/>
                  </a:lnTo>
                  <a:lnTo>
                    <a:pt x="75440" y="17990"/>
                  </a:lnTo>
                  <a:lnTo>
                    <a:pt x="70410" y="15551"/>
                  </a:lnTo>
                  <a:lnTo>
                    <a:pt x="65301" y="13282"/>
                  </a:lnTo>
                  <a:lnTo>
                    <a:pt x="60119" y="11184"/>
                  </a:lnTo>
                  <a:lnTo>
                    <a:pt x="54870" y="9261"/>
                  </a:lnTo>
                  <a:lnTo>
                    <a:pt x="49559" y="7515"/>
                  </a:lnTo>
                  <a:lnTo>
                    <a:pt x="44193" y="5947"/>
                  </a:lnTo>
                  <a:lnTo>
                    <a:pt x="38778" y="4559"/>
                  </a:lnTo>
                  <a:lnTo>
                    <a:pt x="33319" y="3354"/>
                  </a:lnTo>
                  <a:lnTo>
                    <a:pt x="27823" y="2331"/>
                  </a:lnTo>
                  <a:lnTo>
                    <a:pt x="22295" y="1493"/>
                  </a:lnTo>
                  <a:lnTo>
                    <a:pt x="16743" y="840"/>
                  </a:lnTo>
                  <a:lnTo>
                    <a:pt x="11172" y="373"/>
                  </a:lnTo>
                  <a:lnTo>
                    <a:pt x="5589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77999" y="941493"/>
              <a:ext cx="108216" cy="167167"/>
            </a:xfrm>
            <a:custGeom>
              <a:avLst/>
              <a:pathLst>
                <a:path w="108216" h="167167">
                  <a:moveTo>
                    <a:pt x="108216" y="0"/>
                  </a:moveTo>
                  <a:lnTo>
                    <a:pt x="102612" y="93"/>
                  </a:lnTo>
                  <a:lnTo>
                    <a:pt x="97014" y="375"/>
                  </a:lnTo>
                  <a:lnTo>
                    <a:pt x="91429" y="844"/>
                  </a:lnTo>
                  <a:lnTo>
                    <a:pt x="85863" y="1501"/>
                  </a:lnTo>
                  <a:lnTo>
                    <a:pt x="80322" y="2343"/>
                  </a:lnTo>
                  <a:lnTo>
                    <a:pt x="74812" y="3371"/>
                  </a:lnTo>
                  <a:lnTo>
                    <a:pt x="69340" y="4583"/>
                  </a:lnTo>
                  <a:lnTo>
                    <a:pt x="63912" y="5977"/>
                  </a:lnTo>
                  <a:lnTo>
                    <a:pt x="58533" y="7553"/>
                  </a:lnTo>
                  <a:lnTo>
                    <a:pt x="53211" y="9308"/>
                  </a:lnTo>
                  <a:lnTo>
                    <a:pt x="47950" y="11241"/>
                  </a:lnTo>
                  <a:lnTo>
                    <a:pt x="42757" y="13349"/>
                  </a:lnTo>
                  <a:lnTo>
                    <a:pt x="37637" y="15629"/>
                  </a:lnTo>
                  <a:lnTo>
                    <a:pt x="32597" y="18081"/>
                  </a:lnTo>
                  <a:lnTo>
                    <a:pt x="27641" y="20699"/>
                  </a:lnTo>
                  <a:lnTo>
                    <a:pt x="22777" y="23483"/>
                  </a:lnTo>
                  <a:lnTo>
                    <a:pt x="18008" y="26427"/>
                  </a:lnTo>
                  <a:lnTo>
                    <a:pt x="13341" y="29531"/>
                  </a:lnTo>
                  <a:lnTo>
                    <a:pt x="8780" y="32788"/>
                  </a:lnTo>
                  <a:lnTo>
                    <a:pt x="4332" y="36197"/>
                  </a:lnTo>
                  <a:lnTo>
                    <a:pt x="0" y="39753"/>
                  </a:lnTo>
                  <a:lnTo>
                    <a:pt x="10821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19052" y="981247"/>
              <a:ext cx="167163" cy="268898"/>
            </a:xfrm>
            <a:custGeom>
              <a:avLst/>
              <a:pathLst>
                <a:path w="167163" h="268898">
                  <a:moveTo>
                    <a:pt x="58947" y="0"/>
                  </a:moveTo>
                  <a:lnTo>
                    <a:pt x="54884" y="3565"/>
                  </a:lnTo>
                  <a:lnTo>
                    <a:pt x="50938" y="7261"/>
                  </a:lnTo>
                  <a:lnTo>
                    <a:pt x="47113" y="11082"/>
                  </a:lnTo>
                  <a:lnTo>
                    <a:pt x="43414" y="15025"/>
                  </a:lnTo>
                  <a:lnTo>
                    <a:pt x="39845" y="19085"/>
                  </a:lnTo>
                  <a:lnTo>
                    <a:pt x="36409" y="23259"/>
                  </a:lnTo>
                  <a:lnTo>
                    <a:pt x="33109" y="27541"/>
                  </a:lnTo>
                  <a:lnTo>
                    <a:pt x="29950" y="31928"/>
                  </a:lnTo>
                  <a:lnTo>
                    <a:pt x="26934" y="36415"/>
                  </a:lnTo>
                  <a:lnTo>
                    <a:pt x="24065" y="40997"/>
                  </a:lnTo>
                  <a:lnTo>
                    <a:pt x="21345" y="45670"/>
                  </a:lnTo>
                  <a:lnTo>
                    <a:pt x="18778" y="50428"/>
                  </a:lnTo>
                  <a:lnTo>
                    <a:pt x="16366" y="55266"/>
                  </a:lnTo>
                  <a:lnTo>
                    <a:pt x="14112" y="60180"/>
                  </a:lnTo>
                  <a:lnTo>
                    <a:pt x="12018" y="65164"/>
                  </a:lnTo>
                  <a:lnTo>
                    <a:pt x="10086" y="70213"/>
                  </a:lnTo>
                  <a:lnTo>
                    <a:pt x="8319" y="75323"/>
                  </a:lnTo>
                  <a:lnTo>
                    <a:pt x="6718" y="80486"/>
                  </a:lnTo>
                  <a:lnTo>
                    <a:pt x="5284" y="85699"/>
                  </a:lnTo>
                  <a:lnTo>
                    <a:pt x="4020" y="90955"/>
                  </a:lnTo>
                  <a:lnTo>
                    <a:pt x="2926" y="96250"/>
                  </a:lnTo>
                  <a:lnTo>
                    <a:pt x="2005" y="101577"/>
                  </a:lnTo>
                  <a:lnTo>
                    <a:pt x="1255" y="106931"/>
                  </a:lnTo>
                  <a:lnTo>
                    <a:pt x="680" y="112307"/>
                  </a:lnTo>
                  <a:lnTo>
                    <a:pt x="278" y="117698"/>
                  </a:lnTo>
                  <a:lnTo>
                    <a:pt x="52" y="123099"/>
                  </a:lnTo>
                  <a:lnTo>
                    <a:pt x="0" y="128505"/>
                  </a:lnTo>
                  <a:lnTo>
                    <a:pt x="122" y="133910"/>
                  </a:lnTo>
                  <a:lnTo>
                    <a:pt x="420" y="139308"/>
                  </a:lnTo>
                  <a:lnTo>
                    <a:pt x="892" y="144694"/>
                  </a:lnTo>
                  <a:lnTo>
                    <a:pt x="1537" y="150061"/>
                  </a:lnTo>
                  <a:lnTo>
                    <a:pt x="2356" y="155405"/>
                  </a:lnTo>
                  <a:lnTo>
                    <a:pt x="3348" y="160720"/>
                  </a:lnTo>
                  <a:lnTo>
                    <a:pt x="4510" y="166000"/>
                  </a:lnTo>
                  <a:lnTo>
                    <a:pt x="5843" y="171239"/>
                  </a:lnTo>
                  <a:lnTo>
                    <a:pt x="7345" y="176432"/>
                  </a:lnTo>
                  <a:lnTo>
                    <a:pt x="9013" y="181575"/>
                  </a:lnTo>
                  <a:lnTo>
                    <a:pt x="10847" y="186660"/>
                  </a:lnTo>
                  <a:lnTo>
                    <a:pt x="12845" y="191684"/>
                  </a:lnTo>
                  <a:lnTo>
                    <a:pt x="15004" y="196640"/>
                  </a:lnTo>
                  <a:lnTo>
                    <a:pt x="17322" y="201525"/>
                  </a:lnTo>
                  <a:lnTo>
                    <a:pt x="19797" y="206331"/>
                  </a:lnTo>
                  <a:lnTo>
                    <a:pt x="22426" y="211055"/>
                  </a:lnTo>
                  <a:lnTo>
                    <a:pt x="25206" y="215692"/>
                  </a:lnTo>
                  <a:lnTo>
                    <a:pt x="28135" y="220236"/>
                  </a:lnTo>
                  <a:lnTo>
                    <a:pt x="31209" y="224683"/>
                  </a:lnTo>
                  <a:lnTo>
                    <a:pt x="34425" y="229028"/>
                  </a:lnTo>
                  <a:lnTo>
                    <a:pt x="37781" y="233267"/>
                  </a:lnTo>
                  <a:lnTo>
                    <a:pt x="41271" y="237396"/>
                  </a:lnTo>
                  <a:lnTo>
                    <a:pt x="44894" y="241409"/>
                  </a:lnTo>
                  <a:lnTo>
                    <a:pt x="48644" y="245303"/>
                  </a:lnTo>
                  <a:lnTo>
                    <a:pt x="52518" y="249074"/>
                  </a:lnTo>
                  <a:lnTo>
                    <a:pt x="56512" y="252717"/>
                  </a:lnTo>
                  <a:lnTo>
                    <a:pt x="60621" y="256230"/>
                  </a:lnTo>
                  <a:lnTo>
                    <a:pt x="64843" y="259608"/>
                  </a:lnTo>
                  <a:lnTo>
                    <a:pt x="69171" y="262847"/>
                  </a:lnTo>
                  <a:lnTo>
                    <a:pt x="73601" y="265945"/>
                  </a:lnTo>
                  <a:lnTo>
                    <a:pt x="78130" y="268898"/>
                  </a:lnTo>
                  <a:lnTo>
                    <a:pt x="167163" y="1274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97182" y="941493"/>
              <a:ext cx="256197" cy="334320"/>
            </a:xfrm>
            <a:custGeom>
              <a:avLst/>
              <a:pathLst>
                <a:path w="256197" h="334320">
                  <a:moveTo>
                    <a:pt x="0" y="308652"/>
                  </a:moveTo>
                  <a:lnTo>
                    <a:pt x="4561" y="311422"/>
                  </a:lnTo>
                  <a:lnTo>
                    <a:pt x="9209" y="314044"/>
                  </a:lnTo>
                  <a:lnTo>
                    <a:pt x="13937" y="316518"/>
                  </a:lnTo>
                  <a:lnTo>
                    <a:pt x="18743" y="318838"/>
                  </a:lnTo>
                  <a:lnTo>
                    <a:pt x="23620" y="321005"/>
                  </a:lnTo>
                  <a:lnTo>
                    <a:pt x="28564" y="323014"/>
                  </a:lnTo>
                  <a:lnTo>
                    <a:pt x="33569" y="324865"/>
                  </a:lnTo>
                  <a:lnTo>
                    <a:pt x="38631" y="326555"/>
                  </a:lnTo>
                  <a:lnTo>
                    <a:pt x="43744" y="328083"/>
                  </a:lnTo>
                  <a:lnTo>
                    <a:pt x="48903" y="329446"/>
                  </a:lnTo>
                  <a:lnTo>
                    <a:pt x="54104" y="330644"/>
                  </a:lnTo>
                  <a:lnTo>
                    <a:pt x="59340" y="331676"/>
                  </a:lnTo>
                  <a:lnTo>
                    <a:pt x="64606" y="332540"/>
                  </a:lnTo>
                  <a:lnTo>
                    <a:pt x="69897" y="333235"/>
                  </a:lnTo>
                  <a:lnTo>
                    <a:pt x="75207" y="333762"/>
                  </a:lnTo>
                  <a:lnTo>
                    <a:pt x="80532" y="334118"/>
                  </a:lnTo>
                  <a:lnTo>
                    <a:pt x="85865" y="334304"/>
                  </a:lnTo>
                  <a:lnTo>
                    <a:pt x="91202" y="334320"/>
                  </a:lnTo>
                  <a:lnTo>
                    <a:pt x="96536" y="334166"/>
                  </a:lnTo>
                  <a:lnTo>
                    <a:pt x="101863" y="333841"/>
                  </a:lnTo>
                  <a:lnTo>
                    <a:pt x="107176" y="333347"/>
                  </a:lnTo>
                  <a:lnTo>
                    <a:pt x="112471" y="332683"/>
                  </a:lnTo>
                  <a:lnTo>
                    <a:pt x="117743" y="331851"/>
                  </a:lnTo>
                  <a:lnTo>
                    <a:pt x="122985" y="330850"/>
                  </a:lnTo>
                  <a:lnTo>
                    <a:pt x="128192" y="329683"/>
                  </a:lnTo>
                  <a:lnTo>
                    <a:pt x="133359" y="328350"/>
                  </a:lnTo>
                  <a:lnTo>
                    <a:pt x="138482" y="326853"/>
                  </a:lnTo>
                  <a:lnTo>
                    <a:pt x="143554" y="325194"/>
                  </a:lnTo>
                  <a:lnTo>
                    <a:pt x="148570" y="323373"/>
                  </a:lnTo>
                  <a:lnTo>
                    <a:pt x="153525" y="321393"/>
                  </a:lnTo>
                  <a:lnTo>
                    <a:pt x="158415" y="319256"/>
                  </a:lnTo>
                  <a:lnTo>
                    <a:pt x="163235" y="316964"/>
                  </a:lnTo>
                  <a:lnTo>
                    <a:pt x="167978" y="314519"/>
                  </a:lnTo>
                  <a:lnTo>
                    <a:pt x="172641" y="311924"/>
                  </a:lnTo>
                  <a:lnTo>
                    <a:pt x="177219" y="309182"/>
                  </a:lnTo>
                  <a:lnTo>
                    <a:pt x="181707" y="306294"/>
                  </a:lnTo>
                  <a:lnTo>
                    <a:pt x="186101" y="303265"/>
                  </a:lnTo>
                  <a:lnTo>
                    <a:pt x="190396" y="300098"/>
                  </a:lnTo>
                  <a:lnTo>
                    <a:pt x="194587" y="296794"/>
                  </a:lnTo>
                  <a:lnTo>
                    <a:pt x="198671" y="293359"/>
                  </a:lnTo>
                  <a:lnTo>
                    <a:pt x="202643" y="289795"/>
                  </a:lnTo>
                  <a:lnTo>
                    <a:pt x="206499" y="286107"/>
                  </a:lnTo>
                  <a:lnTo>
                    <a:pt x="210236" y="282296"/>
                  </a:lnTo>
                  <a:lnTo>
                    <a:pt x="213849" y="278369"/>
                  </a:lnTo>
                  <a:lnTo>
                    <a:pt x="217335" y="274328"/>
                  </a:lnTo>
                  <a:lnTo>
                    <a:pt x="220690" y="270179"/>
                  </a:lnTo>
                  <a:lnTo>
                    <a:pt x="223911" y="265924"/>
                  </a:lnTo>
                  <a:lnTo>
                    <a:pt x="226995" y="261568"/>
                  </a:lnTo>
                  <a:lnTo>
                    <a:pt x="229937" y="257116"/>
                  </a:lnTo>
                  <a:lnTo>
                    <a:pt x="232737" y="252573"/>
                  </a:lnTo>
                  <a:lnTo>
                    <a:pt x="235390" y="247943"/>
                  </a:lnTo>
                  <a:lnTo>
                    <a:pt x="237893" y="243230"/>
                  </a:lnTo>
                  <a:lnTo>
                    <a:pt x="240245" y="238440"/>
                  </a:lnTo>
                  <a:lnTo>
                    <a:pt x="242443" y="233577"/>
                  </a:lnTo>
                  <a:lnTo>
                    <a:pt x="244485" y="228646"/>
                  </a:lnTo>
                  <a:lnTo>
                    <a:pt x="246368" y="223653"/>
                  </a:lnTo>
                  <a:lnTo>
                    <a:pt x="248091" y="218602"/>
                  </a:lnTo>
                  <a:lnTo>
                    <a:pt x="249652" y="213499"/>
                  </a:lnTo>
                  <a:lnTo>
                    <a:pt x="251049" y="208348"/>
                  </a:lnTo>
                  <a:lnTo>
                    <a:pt x="252281" y="203156"/>
                  </a:lnTo>
                  <a:lnTo>
                    <a:pt x="253346" y="197927"/>
                  </a:lnTo>
                  <a:lnTo>
                    <a:pt x="254244" y="192666"/>
                  </a:lnTo>
                  <a:lnTo>
                    <a:pt x="254974" y="187380"/>
                  </a:lnTo>
                  <a:lnTo>
                    <a:pt x="255535" y="182073"/>
                  </a:lnTo>
                  <a:lnTo>
                    <a:pt x="255926" y="176751"/>
                  </a:lnTo>
                  <a:lnTo>
                    <a:pt x="256146" y="171419"/>
                  </a:lnTo>
                  <a:lnTo>
                    <a:pt x="256197" y="166083"/>
                  </a:lnTo>
                  <a:lnTo>
                    <a:pt x="256077" y="160747"/>
                  </a:lnTo>
                  <a:lnTo>
                    <a:pt x="255787" y="155419"/>
                  </a:lnTo>
                  <a:lnTo>
                    <a:pt x="255327" y="150102"/>
                  </a:lnTo>
                  <a:lnTo>
                    <a:pt x="254698" y="144803"/>
                  </a:lnTo>
                  <a:lnTo>
                    <a:pt x="253899" y="139526"/>
                  </a:lnTo>
                  <a:lnTo>
                    <a:pt x="252933" y="134278"/>
                  </a:lnTo>
                  <a:lnTo>
                    <a:pt x="251800" y="129063"/>
                  </a:lnTo>
                  <a:lnTo>
                    <a:pt x="250501" y="123887"/>
                  </a:lnTo>
                  <a:lnTo>
                    <a:pt x="249037" y="118755"/>
                  </a:lnTo>
                  <a:lnTo>
                    <a:pt x="247410" y="113673"/>
                  </a:lnTo>
                  <a:lnTo>
                    <a:pt x="245622" y="108645"/>
                  </a:lnTo>
                  <a:lnTo>
                    <a:pt x="243674" y="103676"/>
                  </a:lnTo>
                  <a:lnTo>
                    <a:pt x="241569" y="98773"/>
                  </a:lnTo>
                  <a:lnTo>
                    <a:pt x="239308" y="93939"/>
                  </a:lnTo>
                  <a:lnTo>
                    <a:pt x="236894" y="89179"/>
                  </a:lnTo>
                  <a:lnTo>
                    <a:pt x="234329" y="84499"/>
                  </a:lnTo>
                  <a:lnTo>
                    <a:pt x="231617" y="79904"/>
                  </a:lnTo>
                  <a:lnTo>
                    <a:pt x="228759" y="75397"/>
                  </a:lnTo>
                  <a:lnTo>
                    <a:pt x="225758" y="70984"/>
                  </a:lnTo>
                  <a:lnTo>
                    <a:pt x="222618" y="66669"/>
                  </a:lnTo>
                  <a:lnTo>
                    <a:pt x="219343" y="62456"/>
                  </a:lnTo>
                  <a:lnTo>
                    <a:pt x="215934" y="58350"/>
                  </a:lnTo>
                  <a:lnTo>
                    <a:pt x="212396" y="54355"/>
                  </a:lnTo>
                  <a:lnTo>
                    <a:pt x="208732" y="50475"/>
                  </a:lnTo>
                  <a:lnTo>
                    <a:pt x="204946" y="46713"/>
                  </a:lnTo>
                  <a:lnTo>
                    <a:pt x="201043" y="43075"/>
                  </a:lnTo>
                  <a:lnTo>
                    <a:pt x="197025" y="39563"/>
                  </a:lnTo>
                  <a:lnTo>
                    <a:pt x="192896" y="36181"/>
                  </a:lnTo>
                  <a:lnTo>
                    <a:pt x="188663" y="32932"/>
                  </a:lnTo>
                  <a:lnTo>
                    <a:pt x="184327" y="29821"/>
                  </a:lnTo>
                  <a:lnTo>
                    <a:pt x="179895" y="26849"/>
                  </a:lnTo>
                  <a:lnTo>
                    <a:pt x="175369" y="24020"/>
                  </a:lnTo>
                  <a:lnTo>
                    <a:pt x="170756" y="21337"/>
                  </a:lnTo>
                  <a:lnTo>
                    <a:pt x="166060" y="18803"/>
                  </a:lnTo>
                  <a:lnTo>
                    <a:pt x="161285" y="16420"/>
                  </a:lnTo>
                  <a:lnTo>
                    <a:pt x="156436" y="14191"/>
                  </a:lnTo>
                  <a:lnTo>
                    <a:pt x="151519" y="12117"/>
                  </a:lnTo>
                  <a:lnTo>
                    <a:pt x="146538" y="10202"/>
                  </a:lnTo>
                  <a:lnTo>
                    <a:pt x="141499" y="8446"/>
                  </a:lnTo>
                  <a:lnTo>
                    <a:pt x="136406" y="6852"/>
                  </a:lnTo>
                  <a:lnTo>
                    <a:pt x="131265" y="5422"/>
                  </a:lnTo>
                  <a:lnTo>
                    <a:pt x="126080" y="4156"/>
                  </a:lnTo>
                  <a:lnTo>
                    <a:pt x="120858" y="3057"/>
                  </a:lnTo>
                  <a:lnTo>
                    <a:pt x="115604" y="2125"/>
                  </a:lnTo>
                  <a:lnTo>
                    <a:pt x="110322" y="1361"/>
                  </a:lnTo>
                  <a:lnTo>
                    <a:pt x="105019" y="766"/>
                  </a:lnTo>
                  <a:lnTo>
                    <a:pt x="99699" y="340"/>
                  </a:lnTo>
                  <a:lnTo>
                    <a:pt x="94369" y="85"/>
                  </a:lnTo>
                  <a:lnTo>
                    <a:pt x="89033" y="0"/>
                  </a:lnTo>
                  <a:lnTo>
                    <a:pt x="890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797345" y="1071028"/>
              <a:ext cx="168503" cy="334329"/>
            </a:xfrm>
            <a:custGeom>
              <a:avLst/>
              <a:pathLst>
                <a:path w="168503" h="334329">
                  <a:moveTo>
                    <a:pt x="167155" y="0"/>
                  </a:moveTo>
                  <a:lnTo>
                    <a:pt x="161838" y="84"/>
                  </a:lnTo>
                  <a:lnTo>
                    <a:pt x="156526" y="338"/>
                  </a:lnTo>
                  <a:lnTo>
                    <a:pt x="151224" y="760"/>
                  </a:lnTo>
                  <a:lnTo>
                    <a:pt x="145939" y="1351"/>
                  </a:lnTo>
                  <a:lnTo>
                    <a:pt x="140675" y="2110"/>
                  </a:lnTo>
                  <a:lnTo>
                    <a:pt x="135438" y="3036"/>
                  </a:lnTo>
                  <a:lnTo>
                    <a:pt x="130233" y="4128"/>
                  </a:lnTo>
                  <a:lnTo>
                    <a:pt x="125066" y="5385"/>
                  </a:lnTo>
                  <a:lnTo>
                    <a:pt x="119941" y="6806"/>
                  </a:lnTo>
                  <a:lnTo>
                    <a:pt x="114864" y="8389"/>
                  </a:lnTo>
                  <a:lnTo>
                    <a:pt x="109840" y="10132"/>
                  </a:lnTo>
                  <a:lnTo>
                    <a:pt x="104874" y="12035"/>
                  </a:lnTo>
                  <a:lnTo>
                    <a:pt x="99971" y="14094"/>
                  </a:lnTo>
                  <a:lnTo>
                    <a:pt x="95135" y="16309"/>
                  </a:lnTo>
                  <a:lnTo>
                    <a:pt x="90373" y="18676"/>
                  </a:lnTo>
                  <a:lnTo>
                    <a:pt x="85689" y="21194"/>
                  </a:lnTo>
                  <a:lnTo>
                    <a:pt x="81087" y="23859"/>
                  </a:lnTo>
                  <a:lnTo>
                    <a:pt x="76572" y="26669"/>
                  </a:lnTo>
                  <a:lnTo>
                    <a:pt x="72148" y="29622"/>
                  </a:lnTo>
                  <a:lnTo>
                    <a:pt x="67821" y="32714"/>
                  </a:lnTo>
                  <a:lnTo>
                    <a:pt x="63595" y="35941"/>
                  </a:lnTo>
                  <a:lnTo>
                    <a:pt x="59473" y="39302"/>
                  </a:lnTo>
                  <a:lnTo>
                    <a:pt x="55460" y="42792"/>
                  </a:lnTo>
                  <a:lnTo>
                    <a:pt x="51560" y="46408"/>
                  </a:lnTo>
                  <a:lnTo>
                    <a:pt x="47777" y="50146"/>
                  </a:lnTo>
                  <a:lnTo>
                    <a:pt x="44115" y="54003"/>
                  </a:lnTo>
                  <a:lnTo>
                    <a:pt x="40578" y="57974"/>
                  </a:lnTo>
                  <a:lnTo>
                    <a:pt x="37169" y="62055"/>
                  </a:lnTo>
                  <a:lnTo>
                    <a:pt x="33891" y="66243"/>
                  </a:lnTo>
                  <a:lnTo>
                    <a:pt x="30748" y="70533"/>
                  </a:lnTo>
                  <a:lnTo>
                    <a:pt x="27743" y="74921"/>
                  </a:lnTo>
                  <a:lnTo>
                    <a:pt x="24880" y="79402"/>
                  </a:lnTo>
                  <a:lnTo>
                    <a:pt x="22160" y="83973"/>
                  </a:lnTo>
                  <a:lnTo>
                    <a:pt x="19587" y="88627"/>
                  </a:lnTo>
                  <a:lnTo>
                    <a:pt x="17163" y="93361"/>
                  </a:lnTo>
                  <a:lnTo>
                    <a:pt x="14891" y="98169"/>
                  </a:lnTo>
                  <a:lnTo>
                    <a:pt x="12774" y="103048"/>
                  </a:lnTo>
                  <a:lnTo>
                    <a:pt x="10812" y="107991"/>
                  </a:lnTo>
                  <a:lnTo>
                    <a:pt x="9009" y="112994"/>
                  </a:lnTo>
                  <a:lnTo>
                    <a:pt x="7366" y="118052"/>
                  </a:lnTo>
                  <a:lnTo>
                    <a:pt x="5884" y="123159"/>
                  </a:lnTo>
                  <a:lnTo>
                    <a:pt x="4566" y="128312"/>
                  </a:lnTo>
                  <a:lnTo>
                    <a:pt x="3412" y="133503"/>
                  </a:lnTo>
                  <a:lnTo>
                    <a:pt x="2424" y="138729"/>
                  </a:lnTo>
                  <a:lnTo>
                    <a:pt x="1603" y="143983"/>
                  </a:lnTo>
                  <a:lnTo>
                    <a:pt x="949" y="149261"/>
                  </a:lnTo>
                  <a:lnTo>
                    <a:pt x="464" y="154557"/>
                  </a:lnTo>
                  <a:lnTo>
                    <a:pt x="147" y="159866"/>
                  </a:lnTo>
                  <a:lnTo>
                    <a:pt x="0" y="165182"/>
                  </a:lnTo>
                  <a:lnTo>
                    <a:pt x="21" y="170500"/>
                  </a:lnTo>
                  <a:lnTo>
                    <a:pt x="212" y="175815"/>
                  </a:lnTo>
                  <a:lnTo>
                    <a:pt x="571" y="181121"/>
                  </a:lnTo>
                  <a:lnTo>
                    <a:pt x="1099" y="186412"/>
                  </a:lnTo>
                  <a:lnTo>
                    <a:pt x="1795" y="191685"/>
                  </a:lnTo>
                  <a:lnTo>
                    <a:pt x="2659" y="196932"/>
                  </a:lnTo>
                  <a:lnTo>
                    <a:pt x="3689" y="202150"/>
                  </a:lnTo>
                  <a:lnTo>
                    <a:pt x="4885" y="207332"/>
                  </a:lnTo>
                  <a:lnTo>
                    <a:pt x="6244" y="212473"/>
                  </a:lnTo>
                  <a:lnTo>
                    <a:pt x="7767" y="217569"/>
                  </a:lnTo>
                  <a:lnTo>
                    <a:pt x="9451" y="222613"/>
                  </a:lnTo>
                  <a:lnTo>
                    <a:pt x="11294" y="227602"/>
                  </a:lnTo>
                  <a:lnTo>
                    <a:pt x="13296" y="232529"/>
                  </a:lnTo>
                  <a:lnTo>
                    <a:pt x="15453" y="237390"/>
                  </a:lnTo>
                  <a:lnTo>
                    <a:pt x="17763" y="242180"/>
                  </a:lnTo>
                  <a:lnTo>
                    <a:pt x="20225" y="246894"/>
                  </a:lnTo>
                  <a:lnTo>
                    <a:pt x="22835" y="251528"/>
                  </a:lnTo>
                  <a:lnTo>
                    <a:pt x="25592" y="256076"/>
                  </a:lnTo>
                  <a:lnTo>
                    <a:pt x="28491" y="260534"/>
                  </a:lnTo>
                  <a:lnTo>
                    <a:pt x="31532" y="264897"/>
                  </a:lnTo>
                  <a:lnTo>
                    <a:pt x="34709" y="269162"/>
                  </a:lnTo>
                  <a:lnTo>
                    <a:pt x="38020" y="273323"/>
                  </a:lnTo>
                  <a:lnTo>
                    <a:pt x="41462" y="277377"/>
                  </a:lnTo>
                  <a:lnTo>
                    <a:pt x="45032" y="281320"/>
                  </a:lnTo>
                  <a:lnTo>
                    <a:pt x="48725" y="285147"/>
                  </a:lnTo>
                  <a:lnTo>
                    <a:pt x="52538" y="288854"/>
                  </a:lnTo>
                  <a:lnTo>
                    <a:pt x="56466" y="292438"/>
                  </a:lnTo>
                  <a:lnTo>
                    <a:pt x="60507" y="295896"/>
                  </a:lnTo>
                  <a:lnTo>
                    <a:pt x="64656" y="299223"/>
                  </a:lnTo>
                  <a:lnTo>
                    <a:pt x="68908" y="302417"/>
                  </a:lnTo>
                  <a:lnTo>
                    <a:pt x="73260" y="305474"/>
                  </a:lnTo>
                  <a:lnTo>
                    <a:pt x="77707" y="308390"/>
                  </a:lnTo>
                  <a:lnTo>
                    <a:pt x="82245" y="311164"/>
                  </a:lnTo>
                  <a:lnTo>
                    <a:pt x="86868" y="313792"/>
                  </a:lnTo>
                  <a:lnTo>
                    <a:pt x="91573" y="316272"/>
                  </a:lnTo>
                  <a:lnTo>
                    <a:pt x="96354" y="318601"/>
                  </a:lnTo>
                  <a:lnTo>
                    <a:pt x="101207" y="320776"/>
                  </a:lnTo>
                  <a:lnTo>
                    <a:pt x="106126" y="322796"/>
                  </a:lnTo>
                  <a:lnTo>
                    <a:pt x="111108" y="324659"/>
                  </a:lnTo>
                  <a:lnTo>
                    <a:pt x="116146" y="326362"/>
                  </a:lnTo>
                  <a:lnTo>
                    <a:pt x="121235" y="327904"/>
                  </a:lnTo>
                  <a:lnTo>
                    <a:pt x="126372" y="329283"/>
                  </a:lnTo>
                  <a:lnTo>
                    <a:pt x="131549" y="330498"/>
                  </a:lnTo>
                  <a:lnTo>
                    <a:pt x="136763" y="331548"/>
                  </a:lnTo>
                  <a:lnTo>
                    <a:pt x="142007" y="332432"/>
                  </a:lnTo>
                  <a:lnTo>
                    <a:pt x="147277" y="333148"/>
                  </a:lnTo>
                  <a:lnTo>
                    <a:pt x="152566" y="333697"/>
                  </a:lnTo>
                  <a:lnTo>
                    <a:pt x="157871" y="334076"/>
                  </a:lnTo>
                  <a:lnTo>
                    <a:pt x="163185" y="334287"/>
                  </a:lnTo>
                  <a:lnTo>
                    <a:pt x="168503" y="334329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089381"/>
              <a:ext cx="167162" cy="315976"/>
            </a:xfrm>
            <a:custGeom>
              <a:avLst/>
              <a:pathLst>
                <a:path w="167162" h="315976">
                  <a:moveTo>
                    <a:pt x="1347" y="315976"/>
                  </a:moveTo>
                  <a:lnTo>
                    <a:pt x="6704" y="315847"/>
                  </a:lnTo>
                  <a:lnTo>
                    <a:pt x="12054" y="315546"/>
                  </a:lnTo>
                  <a:lnTo>
                    <a:pt x="17391" y="315074"/>
                  </a:lnTo>
                  <a:lnTo>
                    <a:pt x="22711" y="314431"/>
                  </a:lnTo>
                  <a:lnTo>
                    <a:pt x="28007" y="313618"/>
                  </a:lnTo>
                  <a:lnTo>
                    <a:pt x="33275" y="312636"/>
                  </a:lnTo>
                  <a:lnTo>
                    <a:pt x="38508" y="311486"/>
                  </a:lnTo>
                  <a:lnTo>
                    <a:pt x="43702" y="310168"/>
                  </a:lnTo>
                  <a:lnTo>
                    <a:pt x="48850" y="308684"/>
                  </a:lnTo>
                  <a:lnTo>
                    <a:pt x="53949" y="307037"/>
                  </a:lnTo>
                  <a:lnTo>
                    <a:pt x="58992" y="305226"/>
                  </a:lnTo>
                  <a:lnTo>
                    <a:pt x="63975" y="303255"/>
                  </a:lnTo>
                  <a:lnTo>
                    <a:pt x="68892" y="301126"/>
                  </a:lnTo>
                  <a:lnTo>
                    <a:pt x="73738" y="298839"/>
                  </a:lnTo>
                  <a:lnTo>
                    <a:pt x="78508" y="296399"/>
                  </a:lnTo>
                  <a:lnTo>
                    <a:pt x="83198" y="293807"/>
                  </a:lnTo>
                  <a:lnTo>
                    <a:pt x="87802" y="291066"/>
                  </a:lnTo>
                  <a:lnTo>
                    <a:pt x="92316" y="288179"/>
                  </a:lnTo>
                  <a:lnTo>
                    <a:pt x="96735" y="285149"/>
                  </a:lnTo>
                  <a:lnTo>
                    <a:pt x="101055" y="281978"/>
                  </a:lnTo>
                  <a:lnTo>
                    <a:pt x="105271" y="278671"/>
                  </a:lnTo>
                  <a:lnTo>
                    <a:pt x="109378" y="275231"/>
                  </a:lnTo>
                  <a:lnTo>
                    <a:pt x="113374" y="271660"/>
                  </a:lnTo>
                  <a:lnTo>
                    <a:pt x="117253" y="267964"/>
                  </a:lnTo>
                  <a:lnTo>
                    <a:pt x="121011" y="264145"/>
                  </a:lnTo>
                  <a:lnTo>
                    <a:pt x="124645" y="260207"/>
                  </a:lnTo>
                  <a:lnTo>
                    <a:pt x="128151" y="256155"/>
                  </a:lnTo>
                  <a:lnTo>
                    <a:pt x="131526" y="251993"/>
                  </a:lnTo>
                  <a:lnTo>
                    <a:pt x="134765" y="247724"/>
                  </a:lnTo>
                  <a:lnTo>
                    <a:pt x="137866" y="243354"/>
                  </a:lnTo>
                  <a:lnTo>
                    <a:pt x="140825" y="238887"/>
                  </a:lnTo>
                  <a:lnTo>
                    <a:pt x="143639" y="234328"/>
                  </a:lnTo>
                  <a:lnTo>
                    <a:pt x="146306" y="229680"/>
                  </a:lnTo>
                  <a:lnTo>
                    <a:pt x="148823" y="224950"/>
                  </a:lnTo>
                  <a:lnTo>
                    <a:pt x="151186" y="220141"/>
                  </a:lnTo>
                  <a:lnTo>
                    <a:pt x="153395" y="215259"/>
                  </a:lnTo>
                  <a:lnTo>
                    <a:pt x="155445" y="210308"/>
                  </a:lnTo>
                  <a:lnTo>
                    <a:pt x="157336" y="205295"/>
                  </a:lnTo>
                  <a:lnTo>
                    <a:pt x="159066" y="200223"/>
                  </a:lnTo>
                  <a:lnTo>
                    <a:pt x="160632" y="195099"/>
                  </a:lnTo>
                  <a:lnTo>
                    <a:pt x="162032" y="189927"/>
                  </a:lnTo>
                  <a:lnTo>
                    <a:pt x="163267" y="184713"/>
                  </a:lnTo>
                  <a:lnTo>
                    <a:pt x="164333" y="179462"/>
                  </a:lnTo>
                  <a:lnTo>
                    <a:pt x="165231" y="174179"/>
                  </a:lnTo>
                  <a:lnTo>
                    <a:pt x="165959" y="168871"/>
                  </a:lnTo>
                  <a:lnTo>
                    <a:pt x="166517" y="163542"/>
                  </a:lnTo>
                  <a:lnTo>
                    <a:pt x="166903" y="158197"/>
                  </a:lnTo>
                  <a:lnTo>
                    <a:pt x="167118" y="152843"/>
                  </a:lnTo>
                  <a:lnTo>
                    <a:pt x="167162" y="147485"/>
                  </a:lnTo>
                  <a:lnTo>
                    <a:pt x="167033" y="142128"/>
                  </a:lnTo>
                  <a:lnTo>
                    <a:pt x="166733" y="136779"/>
                  </a:lnTo>
                  <a:lnTo>
                    <a:pt x="166262" y="131441"/>
                  </a:lnTo>
                  <a:lnTo>
                    <a:pt x="165620" y="126121"/>
                  </a:lnTo>
                  <a:lnTo>
                    <a:pt x="164807" y="120825"/>
                  </a:lnTo>
                  <a:lnTo>
                    <a:pt x="163826" y="115557"/>
                  </a:lnTo>
                  <a:lnTo>
                    <a:pt x="162675" y="110324"/>
                  </a:lnTo>
                  <a:lnTo>
                    <a:pt x="161358" y="105130"/>
                  </a:lnTo>
                  <a:lnTo>
                    <a:pt x="159875" y="99981"/>
                  </a:lnTo>
                  <a:lnTo>
                    <a:pt x="158228" y="94882"/>
                  </a:lnTo>
                  <a:lnTo>
                    <a:pt x="156418" y="89839"/>
                  </a:lnTo>
                  <a:lnTo>
                    <a:pt x="154448" y="84856"/>
                  </a:lnTo>
                  <a:lnTo>
                    <a:pt x="152319" y="79939"/>
                  </a:lnTo>
                  <a:lnTo>
                    <a:pt x="150033" y="75093"/>
                  </a:lnTo>
                  <a:lnTo>
                    <a:pt x="147593" y="70322"/>
                  </a:lnTo>
                  <a:lnTo>
                    <a:pt x="145002" y="65632"/>
                  </a:lnTo>
                  <a:lnTo>
                    <a:pt x="142262" y="61028"/>
                  </a:lnTo>
                  <a:lnTo>
                    <a:pt x="139375" y="56513"/>
                  </a:lnTo>
                  <a:lnTo>
                    <a:pt x="136345" y="52094"/>
                  </a:lnTo>
                  <a:lnTo>
                    <a:pt x="133175" y="47774"/>
                  </a:lnTo>
                  <a:lnTo>
                    <a:pt x="129869" y="43557"/>
                  </a:lnTo>
                  <a:lnTo>
                    <a:pt x="126429" y="39449"/>
                  </a:lnTo>
                  <a:lnTo>
                    <a:pt x="122859" y="35454"/>
                  </a:lnTo>
                  <a:lnTo>
                    <a:pt x="119162" y="31574"/>
                  </a:lnTo>
                  <a:lnTo>
                    <a:pt x="115344" y="27815"/>
                  </a:lnTo>
                  <a:lnTo>
                    <a:pt x="111407" y="24181"/>
                  </a:lnTo>
                  <a:lnTo>
                    <a:pt x="107355" y="20674"/>
                  </a:lnTo>
                  <a:lnTo>
                    <a:pt x="103193" y="17300"/>
                  </a:lnTo>
                  <a:lnTo>
                    <a:pt x="98925" y="14060"/>
                  </a:lnTo>
                  <a:lnTo>
                    <a:pt x="94555" y="10959"/>
                  </a:lnTo>
                  <a:lnTo>
                    <a:pt x="90089" y="7999"/>
                  </a:lnTo>
                  <a:lnTo>
                    <a:pt x="85529" y="5184"/>
                  </a:lnTo>
                  <a:lnTo>
                    <a:pt x="80882" y="2517"/>
                  </a:lnTo>
                  <a:lnTo>
                    <a:pt x="76152" y="0"/>
                  </a:lnTo>
                  <a:lnTo>
                    <a:pt x="0" y="1488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071028"/>
              <a:ext cx="76152" cy="167167"/>
            </a:xfrm>
            <a:custGeom>
              <a:avLst/>
              <a:pathLst>
                <a:path w="76152" h="167167">
                  <a:moveTo>
                    <a:pt x="76152" y="18352"/>
                  </a:moveTo>
                  <a:lnTo>
                    <a:pt x="71082" y="15865"/>
                  </a:lnTo>
                  <a:lnTo>
                    <a:pt x="65931" y="13550"/>
                  </a:lnTo>
                  <a:lnTo>
                    <a:pt x="60704" y="11411"/>
                  </a:lnTo>
                  <a:lnTo>
                    <a:pt x="55408" y="9449"/>
                  </a:lnTo>
                  <a:lnTo>
                    <a:pt x="50049" y="7668"/>
                  </a:lnTo>
                  <a:lnTo>
                    <a:pt x="44633" y="6068"/>
                  </a:lnTo>
                  <a:lnTo>
                    <a:pt x="39166" y="4652"/>
                  </a:lnTo>
                  <a:lnTo>
                    <a:pt x="33654" y="3422"/>
                  </a:lnTo>
                  <a:lnTo>
                    <a:pt x="28104" y="2379"/>
                  </a:lnTo>
                  <a:lnTo>
                    <a:pt x="22522" y="1524"/>
                  </a:lnTo>
                  <a:lnTo>
                    <a:pt x="16914" y="857"/>
                  </a:lnTo>
                  <a:lnTo>
                    <a:pt x="11286" y="381"/>
                  </a:lnTo>
                  <a:lnTo>
                    <a:pt x="564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42548" y="1322571"/>
              <a:ext cx="146172" cy="167167"/>
            </a:xfrm>
            <a:custGeom>
              <a:avLst/>
              <a:pathLst>
                <a:path w="146172" h="167167">
                  <a:moveTo>
                    <a:pt x="146172" y="0"/>
                  </a:moveTo>
                  <a:lnTo>
                    <a:pt x="140614" y="92"/>
                  </a:lnTo>
                  <a:lnTo>
                    <a:pt x="135062" y="369"/>
                  </a:lnTo>
                  <a:lnTo>
                    <a:pt x="129522" y="831"/>
                  </a:lnTo>
                  <a:lnTo>
                    <a:pt x="124000" y="1476"/>
                  </a:lnTo>
                  <a:lnTo>
                    <a:pt x="118503" y="2305"/>
                  </a:lnTo>
                  <a:lnTo>
                    <a:pt x="113037" y="3316"/>
                  </a:lnTo>
                  <a:lnTo>
                    <a:pt x="107607" y="4509"/>
                  </a:lnTo>
                  <a:lnTo>
                    <a:pt x="102220" y="5881"/>
                  </a:lnTo>
                  <a:lnTo>
                    <a:pt x="96881" y="7432"/>
                  </a:lnTo>
                  <a:lnTo>
                    <a:pt x="91597" y="9159"/>
                  </a:lnTo>
                  <a:lnTo>
                    <a:pt x="86373" y="11061"/>
                  </a:lnTo>
                  <a:lnTo>
                    <a:pt x="81216" y="13136"/>
                  </a:lnTo>
                  <a:lnTo>
                    <a:pt x="76130" y="15381"/>
                  </a:lnTo>
                  <a:lnTo>
                    <a:pt x="71122" y="17794"/>
                  </a:lnTo>
                  <a:lnTo>
                    <a:pt x="66196" y="20372"/>
                  </a:lnTo>
                  <a:lnTo>
                    <a:pt x="61360" y="23112"/>
                  </a:lnTo>
                  <a:lnTo>
                    <a:pt x="56617" y="26012"/>
                  </a:lnTo>
                  <a:lnTo>
                    <a:pt x="51973" y="29068"/>
                  </a:lnTo>
                  <a:lnTo>
                    <a:pt x="47433" y="32276"/>
                  </a:lnTo>
                  <a:lnTo>
                    <a:pt x="43002" y="35634"/>
                  </a:lnTo>
                  <a:lnTo>
                    <a:pt x="38686" y="39137"/>
                  </a:lnTo>
                  <a:lnTo>
                    <a:pt x="34488" y="42782"/>
                  </a:lnTo>
                  <a:lnTo>
                    <a:pt x="30414" y="46564"/>
                  </a:lnTo>
                  <a:lnTo>
                    <a:pt x="26468" y="50480"/>
                  </a:lnTo>
                  <a:lnTo>
                    <a:pt x="22654" y="54525"/>
                  </a:lnTo>
                  <a:lnTo>
                    <a:pt x="18977" y="58694"/>
                  </a:lnTo>
                  <a:lnTo>
                    <a:pt x="15441" y="62984"/>
                  </a:lnTo>
                  <a:lnTo>
                    <a:pt x="12049" y="67388"/>
                  </a:lnTo>
                  <a:lnTo>
                    <a:pt x="8805" y="71903"/>
                  </a:lnTo>
                  <a:lnTo>
                    <a:pt x="5714" y="76523"/>
                  </a:lnTo>
                  <a:lnTo>
                    <a:pt x="2777" y="81244"/>
                  </a:lnTo>
                  <a:lnTo>
                    <a:pt x="0" y="86059"/>
                  </a:lnTo>
                  <a:lnTo>
                    <a:pt x="14617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21553" y="1349954"/>
              <a:ext cx="334332" cy="306939"/>
            </a:xfrm>
            <a:custGeom>
              <a:avLst/>
              <a:pathLst>
                <a:path w="334332" h="306939">
                  <a:moveTo>
                    <a:pt x="20994" y="58677"/>
                  </a:moveTo>
                  <a:lnTo>
                    <a:pt x="18491" y="63361"/>
                  </a:lnTo>
                  <a:lnTo>
                    <a:pt x="16139" y="68122"/>
                  </a:lnTo>
                  <a:lnTo>
                    <a:pt x="13939" y="72956"/>
                  </a:lnTo>
                  <a:lnTo>
                    <a:pt x="11893" y="77857"/>
                  </a:lnTo>
                  <a:lnTo>
                    <a:pt x="10004" y="82820"/>
                  </a:lnTo>
                  <a:lnTo>
                    <a:pt x="8274" y="87841"/>
                  </a:lnTo>
                  <a:lnTo>
                    <a:pt x="6704" y="92915"/>
                  </a:lnTo>
                  <a:lnTo>
                    <a:pt x="5296" y="98036"/>
                  </a:lnTo>
                  <a:lnTo>
                    <a:pt x="4052" y="103199"/>
                  </a:lnTo>
                  <a:lnTo>
                    <a:pt x="2972" y="108398"/>
                  </a:lnTo>
                  <a:lnTo>
                    <a:pt x="2058" y="113630"/>
                  </a:lnTo>
                  <a:lnTo>
                    <a:pt x="1310" y="118888"/>
                  </a:lnTo>
                  <a:lnTo>
                    <a:pt x="730" y="124167"/>
                  </a:lnTo>
                  <a:lnTo>
                    <a:pt x="318" y="129462"/>
                  </a:lnTo>
                  <a:lnTo>
                    <a:pt x="75" y="134767"/>
                  </a:lnTo>
                  <a:lnTo>
                    <a:pt x="0" y="140077"/>
                  </a:lnTo>
                  <a:lnTo>
                    <a:pt x="93" y="145387"/>
                  </a:lnTo>
                  <a:lnTo>
                    <a:pt x="355" y="150691"/>
                  </a:lnTo>
                  <a:lnTo>
                    <a:pt x="786" y="155984"/>
                  </a:lnTo>
                  <a:lnTo>
                    <a:pt x="1385" y="161261"/>
                  </a:lnTo>
                  <a:lnTo>
                    <a:pt x="2150" y="166517"/>
                  </a:lnTo>
                  <a:lnTo>
                    <a:pt x="3083" y="171745"/>
                  </a:lnTo>
                  <a:lnTo>
                    <a:pt x="4181" y="176941"/>
                  </a:lnTo>
                  <a:lnTo>
                    <a:pt x="5443" y="182099"/>
                  </a:lnTo>
                  <a:lnTo>
                    <a:pt x="6869" y="187215"/>
                  </a:lnTo>
                  <a:lnTo>
                    <a:pt x="8457" y="192283"/>
                  </a:lnTo>
                  <a:lnTo>
                    <a:pt x="10204" y="197298"/>
                  </a:lnTo>
                  <a:lnTo>
                    <a:pt x="12111" y="202255"/>
                  </a:lnTo>
                  <a:lnTo>
                    <a:pt x="14173" y="207149"/>
                  </a:lnTo>
                  <a:lnTo>
                    <a:pt x="16390" y="211975"/>
                  </a:lnTo>
                  <a:lnTo>
                    <a:pt x="18759" y="216728"/>
                  </a:lnTo>
                  <a:lnTo>
                    <a:pt x="21278" y="221403"/>
                  </a:lnTo>
                  <a:lnTo>
                    <a:pt x="23945" y="225996"/>
                  </a:lnTo>
                  <a:lnTo>
                    <a:pt x="26755" y="230502"/>
                  </a:lnTo>
                  <a:lnTo>
                    <a:pt x="29708" y="234916"/>
                  </a:lnTo>
                  <a:lnTo>
                    <a:pt x="32799" y="239235"/>
                  </a:lnTo>
                  <a:lnTo>
                    <a:pt x="36026" y="243453"/>
                  </a:lnTo>
                  <a:lnTo>
                    <a:pt x="39385" y="247566"/>
                  </a:lnTo>
                  <a:lnTo>
                    <a:pt x="42873" y="251571"/>
                  </a:lnTo>
                  <a:lnTo>
                    <a:pt x="46487" y="255462"/>
                  </a:lnTo>
                  <a:lnTo>
                    <a:pt x="50222" y="259238"/>
                  </a:lnTo>
                  <a:lnTo>
                    <a:pt x="54076" y="262892"/>
                  </a:lnTo>
                  <a:lnTo>
                    <a:pt x="58043" y="266422"/>
                  </a:lnTo>
                  <a:lnTo>
                    <a:pt x="62121" y="269825"/>
                  </a:lnTo>
                  <a:lnTo>
                    <a:pt x="66305" y="273096"/>
                  </a:lnTo>
                  <a:lnTo>
                    <a:pt x="70590" y="276232"/>
                  </a:lnTo>
                  <a:lnTo>
                    <a:pt x="74973" y="279231"/>
                  </a:lnTo>
                  <a:lnTo>
                    <a:pt x="79450" y="282089"/>
                  </a:lnTo>
                  <a:lnTo>
                    <a:pt x="84014" y="284804"/>
                  </a:lnTo>
                  <a:lnTo>
                    <a:pt x="88663" y="287372"/>
                  </a:lnTo>
                  <a:lnTo>
                    <a:pt x="93390" y="289791"/>
                  </a:lnTo>
                  <a:lnTo>
                    <a:pt x="98193" y="292059"/>
                  </a:lnTo>
                  <a:lnTo>
                    <a:pt x="103064" y="294173"/>
                  </a:lnTo>
                  <a:lnTo>
                    <a:pt x="108001" y="296132"/>
                  </a:lnTo>
                  <a:lnTo>
                    <a:pt x="112997" y="297932"/>
                  </a:lnTo>
                  <a:lnTo>
                    <a:pt x="118048" y="299573"/>
                  </a:lnTo>
                  <a:lnTo>
                    <a:pt x="123149" y="301053"/>
                  </a:lnTo>
                  <a:lnTo>
                    <a:pt x="128293" y="302369"/>
                  </a:lnTo>
                  <a:lnTo>
                    <a:pt x="133478" y="303522"/>
                  </a:lnTo>
                  <a:lnTo>
                    <a:pt x="138696" y="304510"/>
                  </a:lnTo>
                  <a:lnTo>
                    <a:pt x="143943" y="305331"/>
                  </a:lnTo>
                  <a:lnTo>
                    <a:pt x="149213" y="305985"/>
                  </a:lnTo>
                  <a:lnTo>
                    <a:pt x="154501" y="306472"/>
                  </a:lnTo>
                  <a:lnTo>
                    <a:pt x="159803" y="306790"/>
                  </a:lnTo>
                  <a:lnTo>
                    <a:pt x="165111" y="306939"/>
                  </a:lnTo>
                  <a:lnTo>
                    <a:pt x="170422" y="306920"/>
                  </a:lnTo>
                  <a:lnTo>
                    <a:pt x="175729" y="306733"/>
                  </a:lnTo>
                  <a:lnTo>
                    <a:pt x="181028" y="306376"/>
                  </a:lnTo>
                  <a:lnTo>
                    <a:pt x="186313" y="305852"/>
                  </a:lnTo>
                  <a:lnTo>
                    <a:pt x="191579" y="305160"/>
                  </a:lnTo>
                  <a:lnTo>
                    <a:pt x="196819" y="304301"/>
                  </a:lnTo>
                  <a:lnTo>
                    <a:pt x="202030" y="303276"/>
                  </a:lnTo>
                  <a:lnTo>
                    <a:pt x="207206" y="302086"/>
                  </a:lnTo>
                  <a:lnTo>
                    <a:pt x="212341" y="300732"/>
                  </a:lnTo>
                  <a:lnTo>
                    <a:pt x="217431" y="299216"/>
                  </a:lnTo>
                  <a:lnTo>
                    <a:pt x="222470" y="297539"/>
                  </a:lnTo>
                  <a:lnTo>
                    <a:pt x="227453" y="295703"/>
                  </a:lnTo>
                  <a:lnTo>
                    <a:pt x="232376" y="293709"/>
                  </a:lnTo>
                  <a:lnTo>
                    <a:pt x="237232" y="291560"/>
                  </a:lnTo>
                  <a:lnTo>
                    <a:pt x="242018" y="289258"/>
                  </a:lnTo>
                  <a:lnTo>
                    <a:pt x="246728" y="286805"/>
                  </a:lnTo>
                  <a:lnTo>
                    <a:pt x="251358" y="284203"/>
                  </a:lnTo>
                  <a:lnTo>
                    <a:pt x="255903" y="281456"/>
                  </a:lnTo>
                  <a:lnTo>
                    <a:pt x="260359" y="278566"/>
                  </a:lnTo>
                  <a:lnTo>
                    <a:pt x="264720" y="275536"/>
                  </a:lnTo>
                  <a:lnTo>
                    <a:pt x="268983" y="272368"/>
                  </a:lnTo>
                  <a:lnTo>
                    <a:pt x="273143" y="269067"/>
                  </a:lnTo>
                  <a:lnTo>
                    <a:pt x="277196" y="265636"/>
                  </a:lnTo>
                  <a:lnTo>
                    <a:pt x="281138" y="262077"/>
                  </a:lnTo>
                  <a:lnTo>
                    <a:pt x="284965" y="258395"/>
                  </a:lnTo>
                  <a:lnTo>
                    <a:pt x="288674" y="254593"/>
                  </a:lnTo>
                  <a:lnTo>
                    <a:pt x="292259" y="250676"/>
                  </a:lnTo>
                  <a:lnTo>
                    <a:pt x="295719" y="246646"/>
                  </a:lnTo>
                  <a:lnTo>
                    <a:pt x="299048" y="242509"/>
                  </a:lnTo>
                  <a:lnTo>
                    <a:pt x="302245" y="238268"/>
                  </a:lnTo>
                  <a:lnTo>
                    <a:pt x="305305" y="233927"/>
                  </a:lnTo>
                  <a:lnTo>
                    <a:pt x="308226" y="229492"/>
                  </a:lnTo>
                  <a:lnTo>
                    <a:pt x="311004" y="224966"/>
                  </a:lnTo>
                  <a:lnTo>
                    <a:pt x="313637" y="220354"/>
                  </a:lnTo>
                  <a:lnTo>
                    <a:pt x="316122" y="215660"/>
                  </a:lnTo>
                  <a:lnTo>
                    <a:pt x="318458" y="210890"/>
                  </a:lnTo>
                  <a:lnTo>
                    <a:pt x="320640" y="206049"/>
                  </a:lnTo>
                  <a:lnTo>
                    <a:pt x="322667" y="201140"/>
                  </a:lnTo>
                  <a:lnTo>
                    <a:pt x="324538" y="196170"/>
                  </a:lnTo>
                  <a:lnTo>
                    <a:pt x="326249" y="191142"/>
                  </a:lnTo>
                  <a:lnTo>
                    <a:pt x="327801" y="186063"/>
                  </a:lnTo>
                  <a:lnTo>
                    <a:pt x="329190" y="180937"/>
                  </a:lnTo>
                  <a:lnTo>
                    <a:pt x="330415" y="175770"/>
                  </a:lnTo>
                  <a:lnTo>
                    <a:pt x="331476" y="170566"/>
                  </a:lnTo>
                  <a:lnTo>
                    <a:pt x="332371" y="165331"/>
                  </a:lnTo>
                  <a:lnTo>
                    <a:pt x="333099" y="160071"/>
                  </a:lnTo>
                  <a:lnTo>
                    <a:pt x="333659" y="154790"/>
                  </a:lnTo>
                  <a:lnTo>
                    <a:pt x="334052" y="149493"/>
                  </a:lnTo>
                  <a:lnTo>
                    <a:pt x="334276" y="144187"/>
                  </a:lnTo>
                  <a:lnTo>
                    <a:pt x="334332" y="138877"/>
                  </a:lnTo>
                  <a:lnTo>
                    <a:pt x="334218" y="133567"/>
                  </a:lnTo>
                  <a:lnTo>
                    <a:pt x="333937" y="128264"/>
                  </a:lnTo>
                  <a:lnTo>
                    <a:pt x="333487" y="122972"/>
                  </a:lnTo>
                  <a:lnTo>
                    <a:pt x="332869" y="117698"/>
                  </a:lnTo>
                  <a:lnTo>
                    <a:pt x="332083" y="112445"/>
                  </a:lnTo>
                  <a:lnTo>
                    <a:pt x="331132" y="107221"/>
                  </a:lnTo>
                  <a:lnTo>
                    <a:pt x="330015" y="102029"/>
                  </a:lnTo>
                  <a:lnTo>
                    <a:pt x="328733" y="96875"/>
                  </a:lnTo>
                  <a:lnTo>
                    <a:pt x="327289" y="91764"/>
                  </a:lnTo>
                  <a:lnTo>
                    <a:pt x="325682" y="86702"/>
                  </a:lnTo>
                  <a:lnTo>
                    <a:pt x="323916" y="81694"/>
                  </a:lnTo>
                  <a:lnTo>
                    <a:pt x="321992" y="76744"/>
                  </a:lnTo>
                  <a:lnTo>
                    <a:pt x="319911" y="71858"/>
                  </a:lnTo>
                  <a:lnTo>
                    <a:pt x="317676" y="67040"/>
                  </a:lnTo>
                  <a:lnTo>
                    <a:pt x="315290" y="62296"/>
                  </a:lnTo>
                  <a:lnTo>
                    <a:pt x="312754" y="57630"/>
                  </a:lnTo>
                  <a:lnTo>
                    <a:pt x="310070" y="53047"/>
                  </a:lnTo>
                  <a:lnTo>
                    <a:pt x="307243" y="48551"/>
                  </a:lnTo>
                  <a:lnTo>
                    <a:pt x="304274" y="44147"/>
                  </a:lnTo>
                  <a:lnTo>
                    <a:pt x="301167" y="39841"/>
                  </a:lnTo>
                  <a:lnTo>
                    <a:pt x="297925" y="35634"/>
                  </a:lnTo>
                  <a:lnTo>
                    <a:pt x="294550" y="31533"/>
                  </a:lnTo>
                  <a:lnTo>
                    <a:pt x="291048" y="27542"/>
                  </a:lnTo>
                  <a:lnTo>
                    <a:pt x="287420" y="23663"/>
                  </a:lnTo>
                  <a:lnTo>
                    <a:pt x="283670" y="19902"/>
                  </a:lnTo>
                  <a:lnTo>
                    <a:pt x="279804" y="16262"/>
                  </a:lnTo>
                  <a:lnTo>
                    <a:pt x="275823" y="12746"/>
                  </a:lnTo>
                  <a:lnTo>
                    <a:pt x="271733" y="9359"/>
                  </a:lnTo>
                  <a:lnTo>
                    <a:pt x="267537" y="6103"/>
                  </a:lnTo>
                  <a:lnTo>
                    <a:pt x="263240" y="2982"/>
                  </a:lnTo>
                  <a:lnTo>
                    <a:pt x="258846" y="0"/>
                  </a:lnTo>
                  <a:lnTo>
                    <a:pt x="167167" y="1397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488720" y="1322571"/>
              <a:ext cx="91679" cy="167167"/>
            </a:xfrm>
            <a:custGeom>
              <a:avLst/>
              <a:pathLst>
                <a:path w="91679" h="167167">
                  <a:moveTo>
                    <a:pt x="91679" y="27382"/>
                  </a:moveTo>
                  <a:lnTo>
                    <a:pt x="86853" y="24333"/>
                  </a:lnTo>
                  <a:lnTo>
                    <a:pt x="81926" y="21452"/>
                  </a:lnTo>
                  <a:lnTo>
                    <a:pt x="76904" y="18740"/>
                  </a:lnTo>
                  <a:lnTo>
                    <a:pt x="71792" y="16201"/>
                  </a:lnTo>
                  <a:lnTo>
                    <a:pt x="66596" y="13838"/>
                  </a:lnTo>
                  <a:lnTo>
                    <a:pt x="61323" y="11654"/>
                  </a:lnTo>
                  <a:lnTo>
                    <a:pt x="55978" y="9651"/>
                  </a:lnTo>
                  <a:lnTo>
                    <a:pt x="50568" y="7831"/>
                  </a:lnTo>
                  <a:lnTo>
                    <a:pt x="45099" y="6198"/>
                  </a:lnTo>
                  <a:lnTo>
                    <a:pt x="39577" y="4752"/>
                  </a:lnTo>
                  <a:lnTo>
                    <a:pt x="34009" y="3496"/>
                  </a:lnTo>
                  <a:lnTo>
                    <a:pt x="28402" y="2430"/>
                  </a:lnTo>
                  <a:lnTo>
                    <a:pt x="22761" y="1556"/>
                  </a:lnTo>
                  <a:lnTo>
                    <a:pt x="17094" y="876"/>
                  </a:lnTo>
                  <a:lnTo>
                    <a:pt x="11407" y="389"/>
                  </a:lnTo>
                  <a:lnTo>
                    <a:pt x="5706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3348" y="1681503"/>
              <a:ext cx="93176" cy="167167"/>
            </a:xfrm>
            <a:custGeom>
              <a:avLst/>
              <a:pathLst>
                <a:path w="93176" h="167167">
                  <a:moveTo>
                    <a:pt x="93176" y="0"/>
                  </a:moveTo>
                  <a:lnTo>
                    <a:pt x="87363" y="101"/>
                  </a:lnTo>
                  <a:lnTo>
                    <a:pt x="81558" y="404"/>
                  </a:lnTo>
                  <a:lnTo>
                    <a:pt x="75766" y="909"/>
                  </a:lnTo>
                  <a:lnTo>
                    <a:pt x="69996" y="1614"/>
                  </a:lnTo>
                  <a:lnTo>
                    <a:pt x="64253" y="2521"/>
                  </a:lnTo>
                  <a:lnTo>
                    <a:pt x="58546" y="3626"/>
                  </a:lnTo>
                  <a:lnTo>
                    <a:pt x="52880" y="4929"/>
                  </a:lnTo>
                  <a:lnTo>
                    <a:pt x="47263" y="6428"/>
                  </a:lnTo>
                  <a:lnTo>
                    <a:pt x="41702" y="8122"/>
                  </a:lnTo>
                  <a:lnTo>
                    <a:pt x="36203" y="10008"/>
                  </a:lnTo>
                  <a:lnTo>
                    <a:pt x="30773" y="12084"/>
                  </a:lnTo>
                  <a:lnTo>
                    <a:pt x="25418" y="14347"/>
                  </a:lnTo>
                  <a:lnTo>
                    <a:pt x="20145" y="16796"/>
                  </a:lnTo>
                  <a:lnTo>
                    <a:pt x="14961" y="19426"/>
                  </a:lnTo>
                  <a:lnTo>
                    <a:pt x="9871" y="22235"/>
                  </a:lnTo>
                  <a:lnTo>
                    <a:pt x="4882" y="25219"/>
                  </a:lnTo>
                  <a:lnTo>
                    <a:pt x="0" y="28375"/>
                  </a:lnTo>
                  <a:lnTo>
                    <a:pt x="9317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19357" y="1681503"/>
              <a:ext cx="334325" cy="334324"/>
            </a:xfrm>
            <a:custGeom>
              <a:avLst/>
              <a:pathLst>
                <a:path w="334325" h="334324">
                  <a:moveTo>
                    <a:pt x="73990" y="28375"/>
                  </a:moveTo>
                  <a:lnTo>
                    <a:pt x="69649" y="31391"/>
                  </a:lnTo>
                  <a:lnTo>
                    <a:pt x="65405" y="34542"/>
                  </a:lnTo>
                  <a:lnTo>
                    <a:pt x="61262" y="37825"/>
                  </a:lnTo>
                  <a:lnTo>
                    <a:pt x="57226" y="41239"/>
                  </a:lnTo>
                  <a:lnTo>
                    <a:pt x="53300" y="44777"/>
                  </a:lnTo>
                  <a:lnTo>
                    <a:pt x="49487" y="48439"/>
                  </a:lnTo>
                  <a:lnTo>
                    <a:pt x="45792" y="52219"/>
                  </a:lnTo>
                  <a:lnTo>
                    <a:pt x="42218" y="56114"/>
                  </a:lnTo>
                  <a:lnTo>
                    <a:pt x="38770" y="60120"/>
                  </a:lnTo>
                  <a:lnTo>
                    <a:pt x="35449" y="64233"/>
                  </a:lnTo>
                  <a:lnTo>
                    <a:pt x="32261" y="68449"/>
                  </a:lnTo>
                  <a:lnTo>
                    <a:pt x="29207" y="72763"/>
                  </a:lnTo>
                  <a:lnTo>
                    <a:pt x="26291" y="77172"/>
                  </a:lnTo>
                  <a:lnTo>
                    <a:pt x="23516" y="81671"/>
                  </a:lnTo>
                  <a:lnTo>
                    <a:pt x="20885" y="86256"/>
                  </a:lnTo>
                  <a:lnTo>
                    <a:pt x="18400" y="90921"/>
                  </a:lnTo>
                  <a:lnTo>
                    <a:pt x="16064" y="95663"/>
                  </a:lnTo>
                  <a:lnTo>
                    <a:pt x="13879" y="100476"/>
                  </a:lnTo>
                  <a:lnTo>
                    <a:pt x="11847" y="105356"/>
                  </a:lnTo>
                  <a:lnTo>
                    <a:pt x="9970" y="110297"/>
                  </a:lnTo>
                  <a:lnTo>
                    <a:pt x="8251" y="115296"/>
                  </a:lnTo>
                  <a:lnTo>
                    <a:pt x="6690" y="120346"/>
                  </a:lnTo>
                  <a:lnTo>
                    <a:pt x="5290" y="125443"/>
                  </a:lnTo>
                  <a:lnTo>
                    <a:pt x="4052" y="130582"/>
                  </a:lnTo>
                  <a:lnTo>
                    <a:pt x="2977" y="135758"/>
                  </a:lnTo>
                  <a:lnTo>
                    <a:pt x="2066" y="140964"/>
                  </a:lnTo>
                  <a:lnTo>
                    <a:pt x="1320" y="146197"/>
                  </a:lnTo>
                  <a:lnTo>
                    <a:pt x="740" y="151451"/>
                  </a:lnTo>
                  <a:lnTo>
                    <a:pt x="326" y="156721"/>
                  </a:lnTo>
                  <a:lnTo>
                    <a:pt x="79" y="162001"/>
                  </a:lnTo>
                  <a:lnTo>
                    <a:pt x="0" y="167287"/>
                  </a:lnTo>
                  <a:lnTo>
                    <a:pt x="87" y="172572"/>
                  </a:lnTo>
                  <a:lnTo>
                    <a:pt x="341" y="177852"/>
                  </a:lnTo>
                  <a:lnTo>
                    <a:pt x="762" y="183121"/>
                  </a:lnTo>
                  <a:lnTo>
                    <a:pt x="1350" y="188374"/>
                  </a:lnTo>
                  <a:lnTo>
                    <a:pt x="2103" y="193606"/>
                  </a:lnTo>
                  <a:lnTo>
                    <a:pt x="3022" y="198812"/>
                  </a:lnTo>
                  <a:lnTo>
                    <a:pt x="4104" y="203986"/>
                  </a:lnTo>
                  <a:lnTo>
                    <a:pt x="5350" y="209123"/>
                  </a:lnTo>
                  <a:lnTo>
                    <a:pt x="6757" y="214218"/>
                  </a:lnTo>
                  <a:lnTo>
                    <a:pt x="8325" y="219266"/>
                  </a:lnTo>
                  <a:lnTo>
                    <a:pt x="10052" y="224262"/>
                  </a:lnTo>
                  <a:lnTo>
                    <a:pt x="11936" y="229201"/>
                  </a:lnTo>
                  <a:lnTo>
                    <a:pt x="13974" y="234078"/>
                  </a:lnTo>
                  <a:lnTo>
                    <a:pt x="16167" y="238888"/>
                  </a:lnTo>
                  <a:lnTo>
                    <a:pt x="18510" y="243626"/>
                  </a:lnTo>
                  <a:lnTo>
                    <a:pt x="21001" y="248288"/>
                  </a:lnTo>
                  <a:lnTo>
                    <a:pt x="23639" y="252868"/>
                  </a:lnTo>
                  <a:lnTo>
                    <a:pt x="26421" y="257363"/>
                  </a:lnTo>
                  <a:lnTo>
                    <a:pt x="29343" y="261768"/>
                  </a:lnTo>
                  <a:lnTo>
                    <a:pt x="32402" y="266079"/>
                  </a:lnTo>
                  <a:lnTo>
                    <a:pt x="35597" y="270290"/>
                  </a:lnTo>
                  <a:lnTo>
                    <a:pt x="38923" y="274398"/>
                  </a:lnTo>
                  <a:lnTo>
                    <a:pt x="42378" y="278399"/>
                  </a:lnTo>
                  <a:lnTo>
                    <a:pt x="45957" y="282289"/>
                  </a:lnTo>
                  <a:lnTo>
                    <a:pt x="49657" y="286064"/>
                  </a:lnTo>
                  <a:lnTo>
                    <a:pt x="53475" y="289720"/>
                  </a:lnTo>
                  <a:lnTo>
                    <a:pt x="57407" y="293253"/>
                  </a:lnTo>
                  <a:lnTo>
                    <a:pt x="61448" y="296660"/>
                  </a:lnTo>
                  <a:lnTo>
                    <a:pt x="65595" y="299938"/>
                  </a:lnTo>
                  <a:lnTo>
                    <a:pt x="69844" y="303083"/>
                  </a:lnTo>
                  <a:lnTo>
                    <a:pt x="74189" y="306092"/>
                  </a:lnTo>
                  <a:lnTo>
                    <a:pt x="78628" y="308962"/>
                  </a:lnTo>
                  <a:lnTo>
                    <a:pt x="83156" y="311690"/>
                  </a:lnTo>
                  <a:lnTo>
                    <a:pt x="87767" y="314274"/>
                  </a:lnTo>
                  <a:lnTo>
                    <a:pt x="92458" y="316711"/>
                  </a:lnTo>
                  <a:lnTo>
                    <a:pt x="97223" y="318998"/>
                  </a:lnTo>
                  <a:lnTo>
                    <a:pt x="102059" y="321134"/>
                  </a:lnTo>
                  <a:lnTo>
                    <a:pt x="106959" y="323116"/>
                  </a:lnTo>
                  <a:lnTo>
                    <a:pt x="111920" y="324941"/>
                  </a:lnTo>
                  <a:lnTo>
                    <a:pt x="116936" y="326609"/>
                  </a:lnTo>
                  <a:lnTo>
                    <a:pt x="122002" y="328117"/>
                  </a:lnTo>
                  <a:lnTo>
                    <a:pt x="127113" y="329465"/>
                  </a:lnTo>
                  <a:lnTo>
                    <a:pt x="132264" y="330650"/>
                  </a:lnTo>
                  <a:lnTo>
                    <a:pt x="137451" y="331672"/>
                  </a:lnTo>
                  <a:lnTo>
                    <a:pt x="142667" y="332529"/>
                  </a:lnTo>
                  <a:lnTo>
                    <a:pt x="147907" y="333221"/>
                  </a:lnTo>
                  <a:lnTo>
                    <a:pt x="153167" y="333747"/>
                  </a:lnTo>
                  <a:lnTo>
                    <a:pt x="158440" y="334106"/>
                  </a:lnTo>
                  <a:lnTo>
                    <a:pt x="163723" y="334299"/>
                  </a:lnTo>
                  <a:lnTo>
                    <a:pt x="169009" y="334324"/>
                  </a:lnTo>
                  <a:lnTo>
                    <a:pt x="174293" y="334182"/>
                  </a:lnTo>
                  <a:lnTo>
                    <a:pt x="179570" y="333874"/>
                  </a:lnTo>
                  <a:lnTo>
                    <a:pt x="184834" y="333398"/>
                  </a:lnTo>
                  <a:lnTo>
                    <a:pt x="190081" y="332756"/>
                  </a:lnTo>
                  <a:lnTo>
                    <a:pt x="195305" y="331949"/>
                  </a:lnTo>
                  <a:lnTo>
                    <a:pt x="200501" y="330977"/>
                  </a:lnTo>
                  <a:lnTo>
                    <a:pt x="205663" y="329841"/>
                  </a:lnTo>
                  <a:lnTo>
                    <a:pt x="210787" y="328543"/>
                  </a:lnTo>
                  <a:lnTo>
                    <a:pt x="215868" y="327083"/>
                  </a:lnTo>
                  <a:lnTo>
                    <a:pt x="220899" y="325463"/>
                  </a:lnTo>
                  <a:lnTo>
                    <a:pt x="225877" y="323685"/>
                  </a:lnTo>
                  <a:lnTo>
                    <a:pt x="230797" y="321751"/>
                  </a:lnTo>
                  <a:lnTo>
                    <a:pt x="235652" y="319662"/>
                  </a:lnTo>
                  <a:lnTo>
                    <a:pt x="240439" y="317420"/>
                  </a:lnTo>
                  <a:lnTo>
                    <a:pt x="245153" y="315029"/>
                  </a:lnTo>
                  <a:lnTo>
                    <a:pt x="249789" y="312489"/>
                  </a:lnTo>
                  <a:lnTo>
                    <a:pt x="254342" y="309804"/>
                  </a:lnTo>
                  <a:lnTo>
                    <a:pt x="258809" y="306977"/>
                  </a:lnTo>
                  <a:lnTo>
                    <a:pt x="263183" y="304009"/>
                  </a:lnTo>
                  <a:lnTo>
                    <a:pt x="267462" y="300905"/>
                  </a:lnTo>
                  <a:lnTo>
                    <a:pt x="271640" y="297667"/>
                  </a:lnTo>
                  <a:lnTo>
                    <a:pt x="275714" y="294299"/>
                  </a:lnTo>
                  <a:lnTo>
                    <a:pt x="279679" y="290804"/>
                  </a:lnTo>
                  <a:lnTo>
                    <a:pt x="283532" y="287185"/>
                  </a:lnTo>
                  <a:lnTo>
                    <a:pt x="287268" y="283446"/>
                  </a:lnTo>
                  <a:lnTo>
                    <a:pt x="290884" y="279590"/>
                  </a:lnTo>
                  <a:lnTo>
                    <a:pt x="294377" y="275622"/>
                  </a:lnTo>
                  <a:lnTo>
                    <a:pt x="297742" y="271546"/>
                  </a:lnTo>
                  <a:lnTo>
                    <a:pt x="300977" y="267366"/>
                  </a:lnTo>
                  <a:lnTo>
                    <a:pt x="304078" y="263085"/>
                  </a:lnTo>
                  <a:lnTo>
                    <a:pt x="307042" y="258708"/>
                  </a:lnTo>
                  <a:lnTo>
                    <a:pt x="309867" y="254240"/>
                  </a:lnTo>
                  <a:lnTo>
                    <a:pt x="312548" y="249685"/>
                  </a:lnTo>
                  <a:lnTo>
                    <a:pt x="315084" y="245047"/>
                  </a:lnTo>
                  <a:lnTo>
                    <a:pt x="317473" y="240332"/>
                  </a:lnTo>
                  <a:lnTo>
                    <a:pt x="319711" y="235543"/>
                  </a:lnTo>
                  <a:lnTo>
                    <a:pt x="321796" y="230686"/>
                  </a:lnTo>
                  <a:lnTo>
                    <a:pt x="323727" y="225765"/>
                  </a:lnTo>
                  <a:lnTo>
                    <a:pt x="325502" y="220786"/>
                  </a:lnTo>
                  <a:lnTo>
                    <a:pt x="327118" y="215753"/>
                  </a:lnTo>
                  <a:lnTo>
                    <a:pt x="328574" y="210672"/>
                  </a:lnTo>
                  <a:lnTo>
                    <a:pt x="329869" y="205547"/>
                  </a:lnTo>
                  <a:lnTo>
                    <a:pt x="331001" y="200383"/>
                  </a:lnTo>
                  <a:lnTo>
                    <a:pt x="331969" y="195187"/>
                  </a:lnTo>
                  <a:lnTo>
                    <a:pt x="332773" y="189962"/>
                  </a:lnTo>
                  <a:lnTo>
                    <a:pt x="333411" y="184715"/>
                  </a:lnTo>
                  <a:lnTo>
                    <a:pt x="333882" y="179450"/>
                  </a:lnTo>
                  <a:lnTo>
                    <a:pt x="334187" y="174173"/>
                  </a:lnTo>
                  <a:lnTo>
                    <a:pt x="334325" y="168889"/>
                  </a:lnTo>
                  <a:lnTo>
                    <a:pt x="334296" y="163603"/>
                  </a:lnTo>
                  <a:lnTo>
                    <a:pt x="334100" y="158321"/>
                  </a:lnTo>
                  <a:lnTo>
                    <a:pt x="333737" y="153047"/>
                  </a:lnTo>
                  <a:lnTo>
                    <a:pt x="333207" y="147788"/>
                  </a:lnTo>
                  <a:lnTo>
                    <a:pt x="332512" y="142548"/>
                  </a:lnTo>
                  <a:lnTo>
                    <a:pt x="331651" y="137333"/>
                  </a:lnTo>
                  <a:lnTo>
                    <a:pt x="330625" y="132147"/>
                  </a:lnTo>
                  <a:lnTo>
                    <a:pt x="329436" y="126997"/>
                  </a:lnTo>
                  <a:lnTo>
                    <a:pt x="328085" y="121886"/>
                  </a:lnTo>
                  <a:lnTo>
                    <a:pt x="326573" y="116821"/>
                  </a:lnTo>
                  <a:lnTo>
                    <a:pt x="324901" y="111807"/>
                  </a:lnTo>
                  <a:lnTo>
                    <a:pt x="323072" y="106847"/>
                  </a:lnTo>
                  <a:lnTo>
                    <a:pt x="321087" y="101948"/>
                  </a:lnTo>
                  <a:lnTo>
                    <a:pt x="318948" y="97114"/>
                  </a:lnTo>
                  <a:lnTo>
                    <a:pt x="316658" y="92351"/>
                  </a:lnTo>
                  <a:lnTo>
                    <a:pt x="314217" y="87662"/>
                  </a:lnTo>
                  <a:lnTo>
                    <a:pt x="311630" y="83052"/>
                  </a:lnTo>
                  <a:lnTo>
                    <a:pt x="308899" y="78527"/>
                  </a:lnTo>
                  <a:lnTo>
                    <a:pt x="306025" y="74090"/>
                  </a:lnTo>
                  <a:lnTo>
                    <a:pt x="303013" y="69746"/>
                  </a:lnTo>
                  <a:lnTo>
                    <a:pt x="299865" y="65500"/>
                  </a:lnTo>
                  <a:lnTo>
                    <a:pt x="296584" y="61355"/>
                  </a:lnTo>
                  <a:lnTo>
                    <a:pt x="293174" y="57316"/>
                  </a:lnTo>
                  <a:lnTo>
                    <a:pt x="289638" y="53387"/>
                  </a:lnTo>
                  <a:lnTo>
                    <a:pt x="285979" y="49572"/>
                  </a:lnTo>
                  <a:lnTo>
                    <a:pt x="282202" y="45874"/>
                  </a:lnTo>
                  <a:lnTo>
                    <a:pt x="278310" y="42298"/>
                  </a:lnTo>
                  <a:lnTo>
                    <a:pt x="274306" y="38847"/>
                  </a:lnTo>
                  <a:lnTo>
                    <a:pt x="270196" y="35523"/>
                  </a:lnTo>
                  <a:lnTo>
                    <a:pt x="265982" y="32332"/>
                  </a:lnTo>
                  <a:lnTo>
                    <a:pt x="261669" y="29275"/>
                  </a:lnTo>
                  <a:lnTo>
                    <a:pt x="257263" y="26356"/>
                  </a:lnTo>
                  <a:lnTo>
                    <a:pt x="252766" y="23578"/>
                  </a:lnTo>
                  <a:lnTo>
                    <a:pt x="248183" y="20943"/>
                  </a:lnTo>
                  <a:lnTo>
                    <a:pt x="243519" y="18455"/>
                  </a:lnTo>
                  <a:lnTo>
                    <a:pt x="238779" y="16115"/>
                  </a:lnTo>
                  <a:lnTo>
                    <a:pt x="233968" y="13927"/>
                  </a:lnTo>
                  <a:lnTo>
                    <a:pt x="229089" y="11891"/>
                  </a:lnTo>
                  <a:lnTo>
                    <a:pt x="224149" y="10011"/>
                  </a:lnTo>
                  <a:lnTo>
                    <a:pt x="219152" y="8288"/>
                  </a:lnTo>
                  <a:lnTo>
                    <a:pt x="214103" y="6724"/>
                  </a:lnTo>
                  <a:lnTo>
                    <a:pt x="209007" y="5320"/>
                  </a:lnTo>
                  <a:lnTo>
                    <a:pt x="203869" y="4078"/>
                  </a:lnTo>
                  <a:lnTo>
                    <a:pt x="198694" y="2999"/>
                  </a:lnTo>
                  <a:lnTo>
                    <a:pt x="193488" y="2085"/>
                  </a:lnTo>
                  <a:lnTo>
                    <a:pt x="188255" y="1335"/>
                  </a:lnTo>
                  <a:lnTo>
                    <a:pt x="183002" y="751"/>
                  </a:lnTo>
                  <a:lnTo>
                    <a:pt x="177732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63799" y="2126963"/>
              <a:ext cx="117488" cy="167167"/>
            </a:xfrm>
            <a:custGeom>
              <a:avLst/>
              <a:pathLst>
                <a:path w="117488" h="167167">
                  <a:moveTo>
                    <a:pt x="117488" y="0"/>
                  </a:moveTo>
                  <a:lnTo>
                    <a:pt x="111824" y="95"/>
                  </a:lnTo>
                  <a:lnTo>
                    <a:pt x="106168" y="383"/>
                  </a:lnTo>
                  <a:lnTo>
                    <a:pt x="100524" y="862"/>
                  </a:lnTo>
                  <a:lnTo>
                    <a:pt x="94899" y="1533"/>
                  </a:lnTo>
                  <a:lnTo>
                    <a:pt x="89301" y="2393"/>
                  </a:lnTo>
                  <a:lnTo>
                    <a:pt x="83735" y="3443"/>
                  </a:lnTo>
                  <a:lnTo>
                    <a:pt x="78207" y="4680"/>
                  </a:lnTo>
                  <a:lnTo>
                    <a:pt x="72725" y="6104"/>
                  </a:lnTo>
                  <a:lnTo>
                    <a:pt x="67294" y="7713"/>
                  </a:lnTo>
                  <a:lnTo>
                    <a:pt x="61921" y="9505"/>
                  </a:lnTo>
                  <a:lnTo>
                    <a:pt x="56612" y="11478"/>
                  </a:lnTo>
                  <a:lnTo>
                    <a:pt x="51372" y="13630"/>
                  </a:lnTo>
                  <a:lnTo>
                    <a:pt x="46209" y="15958"/>
                  </a:lnTo>
                  <a:lnTo>
                    <a:pt x="41127" y="18459"/>
                  </a:lnTo>
                  <a:lnTo>
                    <a:pt x="36133" y="21132"/>
                  </a:lnTo>
                  <a:lnTo>
                    <a:pt x="31232" y="23972"/>
                  </a:lnTo>
                  <a:lnTo>
                    <a:pt x="26430" y="26976"/>
                  </a:lnTo>
                  <a:lnTo>
                    <a:pt x="21733" y="30142"/>
                  </a:lnTo>
                  <a:lnTo>
                    <a:pt x="17146" y="33464"/>
                  </a:lnTo>
                  <a:lnTo>
                    <a:pt x="12674" y="36940"/>
                  </a:lnTo>
                  <a:lnTo>
                    <a:pt x="8322" y="40566"/>
                  </a:lnTo>
                  <a:lnTo>
                    <a:pt x="4096" y="44337"/>
                  </a:lnTo>
                  <a:lnTo>
                    <a:pt x="0" y="48249"/>
                  </a:lnTo>
                  <a:lnTo>
                    <a:pt x="11748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63799" y="2175213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63799" y="2175213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63799" y="2175213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63799" y="2175213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63799" y="2175213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63799" y="2175213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63799" y="2175213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63799" y="2175213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63799" y="2175213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63799" y="2175213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63799" y="2175213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63799" y="2175213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63799" y="2175213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63799" y="2175213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14121" y="2127371"/>
              <a:ext cx="334329" cy="333917"/>
            </a:xfrm>
            <a:custGeom>
              <a:avLst/>
              <a:pathLst>
                <a:path w="334329" h="333917">
                  <a:moveTo>
                    <a:pt x="49678" y="47841"/>
                  </a:moveTo>
                  <a:lnTo>
                    <a:pt x="45959" y="51634"/>
                  </a:lnTo>
                  <a:lnTo>
                    <a:pt x="42362" y="55543"/>
                  </a:lnTo>
                  <a:lnTo>
                    <a:pt x="38892" y="59565"/>
                  </a:lnTo>
                  <a:lnTo>
                    <a:pt x="35551" y="63694"/>
                  </a:lnTo>
                  <a:lnTo>
                    <a:pt x="32343" y="67928"/>
                  </a:lnTo>
                  <a:lnTo>
                    <a:pt x="29271" y="72262"/>
                  </a:lnTo>
                  <a:lnTo>
                    <a:pt x="26338" y="76691"/>
                  </a:lnTo>
                  <a:lnTo>
                    <a:pt x="23547" y="81211"/>
                  </a:lnTo>
                  <a:lnTo>
                    <a:pt x="20902" y="85817"/>
                  </a:lnTo>
                  <a:lnTo>
                    <a:pt x="18404" y="90505"/>
                  </a:lnTo>
                  <a:lnTo>
                    <a:pt x="16056" y="95270"/>
                  </a:lnTo>
                  <a:lnTo>
                    <a:pt x="13861" y="100107"/>
                  </a:lnTo>
                  <a:lnTo>
                    <a:pt x="11821" y="105012"/>
                  </a:lnTo>
                  <a:lnTo>
                    <a:pt x="9937" y="109978"/>
                  </a:lnTo>
                  <a:lnTo>
                    <a:pt x="8213" y="115003"/>
                  </a:lnTo>
                  <a:lnTo>
                    <a:pt x="6649" y="120079"/>
                  </a:lnTo>
                  <a:lnTo>
                    <a:pt x="5246" y="125203"/>
                  </a:lnTo>
                  <a:lnTo>
                    <a:pt x="4008" y="130368"/>
                  </a:lnTo>
                  <a:lnTo>
                    <a:pt x="2934" y="135570"/>
                  </a:lnTo>
                  <a:lnTo>
                    <a:pt x="2026" y="140804"/>
                  </a:lnTo>
                  <a:lnTo>
                    <a:pt x="1285" y="146064"/>
                  </a:lnTo>
                  <a:lnTo>
                    <a:pt x="711" y="151345"/>
                  </a:lnTo>
                  <a:lnTo>
                    <a:pt x="305" y="156641"/>
                  </a:lnTo>
                  <a:lnTo>
                    <a:pt x="68" y="161948"/>
                  </a:lnTo>
                  <a:lnTo>
                    <a:pt x="0" y="167260"/>
                  </a:lnTo>
                  <a:lnTo>
                    <a:pt x="100" y="172571"/>
                  </a:lnTo>
                  <a:lnTo>
                    <a:pt x="369" y="177876"/>
                  </a:lnTo>
                  <a:lnTo>
                    <a:pt x="806" y="183170"/>
                  </a:lnTo>
                  <a:lnTo>
                    <a:pt x="1412" y="188447"/>
                  </a:lnTo>
                  <a:lnTo>
                    <a:pt x="2184" y="193702"/>
                  </a:lnTo>
                  <a:lnTo>
                    <a:pt x="3124" y="198931"/>
                  </a:lnTo>
                  <a:lnTo>
                    <a:pt x="4229" y="204126"/>
                  </a:lnTo>
                  <a:lnTo>
                    <a:pt x="5498" y="209284"/>
                  </a:lnTo>
                  <a:lnTo>
                    <a:pt x="6931" y="214399"/>
                  </a:lnTo>
                  <a:lnTo>
                    <a:pt x="8525" y="219466"/>
                  </a:lnTo>
                  <a:lnTo>
                    <a:pt x="10280" y="224480"/>
                  </a:lnTo>
                  <a:lnTo>
                    <a:pt x="12193" y="229436"/>
                  </a:lnTo>
                  <a:lnTo>
                    <a:pt x="14263" y="234328"/>
                  </a:lnTo>
                  <a:lnTo>
                    <a:pt x="16487" y="239152"/>
                  </a:lnTo>
                  <a:lnTo>
                    <a:pt x="18863" y="243903"/>
                  </a:lnTo>
                  <a:lnTo>
                    <a:pt x="21389" y="248576"/>
                  </a:lnTo>
                  <a:lnTo>
                    <a:pt x="24062" y="253166"/>
                  </a:lnTo>
                  <a:lnTo>
                    <a:pt x="26880" y="257669"/>
                  </a:lnTo>
                  <a:lnTo>
                    <a:pt x="29839" y="262080"/>
                  </a:lnTo>
                  <a:lnTo>
                    <a:pt x="32937" y="266395"/>
                  </a:lnTo>
                  <a:lnTo>
                    <a:pt x="36170" y="270610"/>
                  </a:lnTo>
                  <a:lnTo>
                    <a:pt x="39536" y="274720"/>
                  </a:lnTo>
                  <a:lnTo>
                    <a:pt x="43030" y="278720"/>
                  </a:lnTo>
                  <a:lnTo>
                    <a:pt x="46650" y="282608"/>
                  </a:lnTo>
                  <a:lnTo>
                    <a:pt x="50392" y="286378"/>
                  </a:lnTo>
                  <a:lnTo>
                    <a:pt x="54252" y="290028"/>
                  </a:lnTo>
                  <a:lnTo>
                    <a:pt x="58225" y="293553"/>
                  </a:lnTo>
                  <a:lnTo>
                    <a:pt x="62309" y="296951"/>
                  </a:lnTo>
                  <a:lnTo>
                    <a:pt x="66498" y="300216"/>
                  </a:lnTo>
                  <a:lnTo>
                    <a:pt x="70789" y="303347"/>
                  </a:lnTo>
                  <a:lnTo>
                    <a:pt x="75177" y="306341"/>
                  </a:lnTo>
                  <a:lnTo>
                    <a:pt x="79659" y="309193"/>
                  </a:lnTo>
                  <a:lnTo>
                    <a:pt x="84228" y="311901"/>
                  </a:lnTo>
                  <a:lnTo>
                    <a:pt x="88882" y="314463"/>
                  </a:lnTo>
                  <a:lnTo>
                    <a:pt x="93614" y="316876"/>
                  </a:lnTo>
                  <a:lnTo>
                    <a:pt x="98421" y="319137"/>
                  </a:lnTo>
                  <a:lnTo>
                    <a:pt x="103297" y="321244"/>
                  </a:lnTo>
                  <a:lnTo>
                    <a:pt x="108237" y="323195"/>
                  </a:lnTo>
                  <a:lnTo>
                    <a:pt x="113238" y="324989"/>
                  </a:lnTo>
                  <a:lnTo>
                    <a:pt x="118292" y="326622"/>
                  </a:lnTo>
                  <a:lnTo>
                    <a:pt x="123396" y="328094"/>
                  </a:lnTo>
                  <a:lnTo>
                    <a:pt x="128544" y="329404"/>
                  </a:lnTo>
                  <a:lnTo>
                    <a:pt x="133731" y="330549"/>
                  </a:lnTo>
                  <a:lnTo>
                    <a:pt x="138952" y="331528"/>
                  </a:lnTo>
                  <a:lnTo>
                    <a:pt x="144201" y="332342"/>
                  </a:lnTo>
                  <a:lnTo>
                    <a:pt x="149474" y="332988"/>
                  </a:lnTo>
                  <a:lnTo>
                    <a:pt x="154764" y="333466"/>
                  </a:lnTo>
                  <a:lnTo>
                    <a:pt x="160067" y="333776"/>
                  </a:lnTo>
                  <a:lnTo>
                    <a:pt x="165377" y="333917"/>
                  </a:lnTo>
                  <a:lnTo>
                    <a:pt x="170689" y="333889"/>
                  </a:lnTo>
                  <a:lnTo>
                    <a:pt x="175997" y="333693"/>
                  </a:lnTo>
                  <a:lnTo>
                    <a:pt x="181297" y="333328"/>
                  </a:lnTo>
                  <a:lnTo>
                    <a:pt x="186582" y="332795"/>
                  </a:lnTo>
                  <a:lnTo>
                    <a:pt x="191847" y="332094"/>
                  </a:lnTo>
                  <a:lnTo>
                    <a:pt x="197088" y="331227"/>
                  </a:lnTo>
                  <a:lnTo>
                    <a:pt x="202298" y="330193"/>
                  </a:lnTo>
                  <a:lnTo>
                    <a:pt x="207473" y="328994"/>
                  </a:lnTo>
                  <a:lnTo>
                    <a:pt x="212608" y="327632"/>
                  </a:lnTo>
                  <a:lnTo>
                    <a:pt x="217696" y="326107"/>
                  </a:lnTo>
                  <a:lnTo>
                    <a:pt x="222733" y="324421"/>
                  </a:lnTo>
                  <a:lnTo>
                    <a:pt x="227714" y="322576"/>
                  </a:lnTo>
                  <a:lnTo>
                    <a:pt x="232634" y="320573"/>
                  </a:lnTo>
                  <a:lnTo>
                    <a:pt x="237488" y="318416"/>
                  </a:lnTo>
                  <a:lnTo>
                    <a:pt x="242271" y="316105"/>
                  </a:lnTo>
                  <a:lnTo>
                    <a:pt x="246979" y="313643"/>
                  </a:lnTo>
                  <a:lnTo>
                    <a:pt x="251605" y="311033"/>
                  </a:lnTo>
                  <a:lnTo>
                    <a:pt x="256146" y="308278"/>
                  </a:lnTo>
                  <a:lnTo>
                    <a:pt x="260598" y="305379"/>
                  </a:lnTo>
                  <a:lnTo>
                    <a:pt x="264955" y="302340"/>
                  </a:lnTo>
                  <a:lnTo>
                    <a:pt x="269213" y="299165"/>
                  </a:lnTo>
                  <a:lnTo>
                    <a:pt x="273369" y="295856"/>
                  </a:lnTo>
                  <a:lnTo>
                    <a:pt x="277417" y="292417"/>
                  </a:lnTo>
                  <a:lnTo>
                    <a:pt x="281353" y="288850"/>
                  </a:lnTo>
                  <a:lnTo>
                    <a:pt x="285175" y="285161"/>
                  </a:lnTo>
                  <a:lnTo>
                    <a:pt x="288877" y="281351"/>
                  </a:lnTo>
                  <a:lnTo>
                    <a:pt x="292457" y="277427"/>
                  </a:lnTo>
                  <a:lnTo>
                    <a:pt x="295909" y="273390"/>
                  </a:lnTo>
                  <a:lnTo>
                    <a:pt x="299232" y="269246"/>
                  </a:lnTo>
                  <a:lnTo>
                    <a:pt x="302422" y="264998"/>
                  </a:lnTo>
                  <a:lnTo>
                    <a:pt x="305475" y="260651"/>
                  </a:lnTo>
                  <a:lnTo>
                    <a:pt x="308388" y="256209"/>
                  </a:lnTo>
                  <a:lnTo>
                    <a:pt x="311159" y="251677"/>
                  </a:lnTo>
                  <a:lnTo>
                    <a:pt x="313784" y="247059"/>
                  </a:lnTo>
                  <a:lnTo>
                    <a:pt x="316262" y="242360"/>
                  </a:lnTo>
                  <a:lnTo>
                    <a:pt x="318588" y="237585"/>
                  </a:lnTo>
                  <a:lnTo>
                    <a:pt x="320762" y="232738"/>
                  </a:lnTo>
                  <a:lnTo>
                    <a:pt x="322781" y="227825"/>
                  </a:lnTo>
                  <a:lnTo>
                    <a:pt x="324642" y="222850"/>
                  </a:lnTo>
                  <a:lnTo>
                    <a:pt x="326345" y="217818"/>
                  </a:lnTo>
                  <a:lnTo>
                    <a:pt x="327887" y="212735"/>
                  </a:lnTo>
                  <a:lnTo>
                    <a:pt x="329267" y="207605"/>
                  </a:lnTo>
                  <a:lnTo>
                    <a:pt x="330483" y="202434"/>
                  </a:lnTo>
                  <a:lnTo>
                    <a:pt x="331534" y="197227"/>
                  </a:lnTo>
                  <a:lnTo>
                    <a:pt x="332419" y="191990"/>
                  </a:lnTo>
                  <a:lnTo>
                    <a:pt x="333137" y="186726"/>
                  </a:lnTo>
                  <a:lnTo>
                    <a:pt x="333687" y="181443"/>
                  </a:lnTo>
                  <a:lnTo>
                    <a:pt x="334070" y="176145"/>
                  </a:lnTo>
                  <a:lnTo>
                    <a:pt x="334284" y="170837"/>
                  </a:lnTo>
                  <a:lnTo>
                    <a:pt x="334329" y="165526"/>
                  </a:lnTo>
                  <a:lnTo>
                    <a:pt x="334205" y="160215"/>
                  </a:lnTo>
                  <a:lnTo>
                    <a:pt x="333913" y="154911"/>
                  </a:lnTo>
                  <a:lnTo>
                    <a:pt x="333453" y="149619"/>
                  </a:lnTo>
                  <a:lnTo>
                    <a:pt x="332824" y="144345"/>
                  </a:lnTo>
                  <a:lnTo>
                    <a:pt x="332028" y="139093"/>
                  </a:lnTo>
                  <a:lnTo>
                    <a:pt x="331066" y="133869"/>
                  </a:lnTo>
                  <a:lnTo>
                    <a:pt x="329938" y="128678"/>
                  </a:lnTo>
                  <a:lnTo>
                    <a:pt x="328646" y="123525"/>
                  </a:lnTo>
                  <a:lnTo>
                    <a:pt x="327191" y="118417"/>
                  </a:lnTo>
                  <a:lnTo>
                    <a:pt x="325574" y="113357"/>
                  </a:lnTo>
                  <a:lnTo>
                    <a:pt x="323798" y="108351"/>
                  </a:lnTo>
                  <a:lnTo>
                    <a:pt x="321863" y="103404"/>
                  </a:lnTo>
                  <a:lnTo>
                    <a:pt x="319772" y="98520"/>
                  </a:lnTo>
                  <a:lnTo>
                    <a:pt x="317527" y="93706"/>
                  </a:lnTo>
                  <a:lnTo>
                    <a:pt x="315130" y="88966"/>
                  </a:lnTo>
                  <a:lnTo>
                    <a:pt x="312583" y="84304"/>
                  </a:lnTo>
                  <a:lnTo>
                    <a:pt x="309890" y="79725"/>
                  </a:lnTo>
                  <a:lnTo>
                    <a:pt x="307053" y="75235"/>
                  </a:lnTo>
                  <a:lnTo>
                    <a:pt x="304074" y="70836"/>
                  </a:lnTo>
                  <a:lnTo>
                    <a:pt x="300957" y="66535"/>
                  </a:lnTo>
                  <a:lnTo>
                    <a:pt x="297706" y="62335"/>
                  </a:lnTo>
                  <a:lnTo>
                    <a:pt x="294322" y="58240"/>
                  </a:lnTo>
                  <a:lnTo>
                    <a:pt x="290810" y="54255"/>
                  </a:lnTo>
                  <a:lnTo>
                    <a:pt x="287173" y="50383"/>
                  </a:lnTo>
                  <a:lnTo>
                    <a:pt x="283415" y="46629"/>
                  </a:lnTo>
                  <a:lnTo>
                    <a:pt x="279539" y="42996"/>
                  </a:lnTo>
                  <a:lnTo>
                    <a:pt x="275550" y="39488"/>
                  </a:lnTo>
                  <a:lnTo>
                    <a:pt x="271452" y="36109"/>
                  </a:lnTo>
                  <a:lnTo>
                    <a:pt x="267248" y="32862"/>
                  </a:lnTo>
                  <a:lnTo>
                    <a:pt x="262943" y="29749"/>
                  </a:lnTo>
                  <a:lnTo>
                    <a:pt x="258542" y="26775"/>
                  </a:lnTo>
                  <a:lnTo>
                    <a:pt x="254048" y="23943"/>
                  </a:lnTo>
                  <a:lnTo>
                    <a:pt x="249467" y="21255"/>
                  </a:lnTo>
                  <a:lnTo>
                    <a:pt x="244802" y="18713"/>
                  </a:lnTo>
                  <a:lnTo>
                    <a:pt x="240059" y="16321"/>
                  </a:lnTo>
                  <a:lnTo>
                    <a:pt x="235243" y="14081"/>
                  </a:lnTo>
                  <a:lnTo>
                    <a:pt x="230358" y="11995"/>
                  </a:lnTo>
                  <a:lnTo>
                    <a:pt x="225408" y="10066"/>
                  </a:lnTo>
                  <a:lnTo>
                    <a:pt x="220401" y="8294"/>
                  </a:lnTo>
                  <a:lnTo>
                    <a:pt x="215339" y="6683"/>
                  </a:lnTo>
                  <a:lnTo>
                    <a:pt x="210229" y="5233"/>
                  </a:lnTo>
                  <a:lnTo>
                    <a:pt x="205075" y="3947"/>
                  </a:lnTo>
                  <a:lnTo>
                    <a:pt x="199883" y="2824"/>
                  </a:lnTo>
                  <a:lnTo>
                    <a:pt x="194658" y="1868"/>
                  </a:lnTo>
                  <a:lnTo>
                    <a:pt x="189405" y="1077"/>
                  </a:lnTo>
                  <a:lnTo>
                    <a:pt x="184130" y="455"/>
                  </a:lnTo>
                  <a:lnTo>
                    <a:pt x="178837" y="0"/>
                  </a:lnTo>
                  <a:lnTo>
                    <a:pt x="167166" y="1667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81287" y="2126963"/>
              <a:ext cx="11670" cy="167167"/>
            </a:xfrm>
            <a:custGeom>
              <a:avLst/>
              <a:pathLst>
                <a:path w="11670" h="167167">
                  <a:moveTo>
                    <a:pt x="11670" y="40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423601" y="2633064"/>
              <a:ext cx="334293" cy="334334"/>
            </a:xfrm>
            <a:custGeom>
              <a:avLst/>
              <a:pathLst>
                <a:path w="334293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5" y="336"/>
                  </a:lnTo>
                  <a:lnTo>
                    <a:pt x="151257" y="756"/>
                  </a:lnTo>
                  <a:lnTo>
                    <a:pt x="145986" y="1344"/>
                  </a:lnTo>
                  <a:lnTo>
                    <a:pt x="140735" y="2099"/>
                  </a:lnTo>
                  <a:lnTo>
                    <a:pt x="135512" y="3020"/>
                  </a:lnTo>
                  <a:lnTo>
                    <a:pt x="130320" y="4106"/>
                  </a:lnTo>
                  <a:lnTo>
                    <a:pt x="125165" y="5357"/>
                  </a:lnTo>
                  <a:lnTo>
                    <a:pt x="120053" y="6770"/>
                  </a:lnTo>
                  <a:lnTo>
                    <a:pt x="114988" y="8345"/>
                  </a:lnTo>
                  <a:lnTo>
                    <a:pt x="109976" y="10079"/>
                  </a:lnTo>
                  <a:lnTo>
                    <a:pt x="105021" y="11972"/>
                  </a:lnTo>
                  <a:lnTo>
                    <a:pt x="100128" y="14021"/>
                  </a:lnTo>
                  <a:lnTo>
                    <a:pt x="95303" y="16225"/>
                  </a:lnTo>
                  <a:lnTo>
                    <a:pt x="90551" y="18580"/>
                  </a:lnTo>
                  <a:lnTo>
                    <a:pt x="85875" y="21085"/>
                  </a:lnTo>
                  <a:lnTo>
                    <a:pt x="81282" y="23737"/>
                  </a:lnTo>
                  <a:lnTo>
                    <a:pt x="76774" y="26533"/>
                  </a:lnTo>
                  <a:lnTo>
                    <a:pt x="72358" y="29471"/>
                  </a:lnTo>
                  <a:lnTo>
                    <a:pt x="68037" y="32547"/>
                  </a:lnTo>
                  <a:lnTo>
                    <a:pt x="63816" y="35759"/>
                  </a:lnTo>
                  <a:lnTo>
                    <a:pt x="59699" y="39104"/>
                  </a:lnTo>
                  <a:lnTo>
                    <a:pt x="55691" y="42577"/>
                  </a:lnTo>
                  <a:lnTo>
                    <a:pt x="51794" y="46176"/>
                  </a:lnTo>
                  <a:lnTo>
                    <a:pt x="48014" y="49896"/>
                  </a:lnTo>
                  <a:lnTo>
                    <a:pt x="44353" y="53735"/>
                  </a:lnTo>
                  <a:lnTo>
                    <a:pt x="40816" y="57688"/>
                  </a:lnTo>
                  <a:lnTo>
                    <a:pt x="37407" y="61751"/>
                  </a:lnTo>
                  <a:lnTo>
                    <a:pt x="34127" y="65920"/>
                  </a:lnTo>
                  <a:lnTo>
                    <a:pt x="30982" y="70191"/>
                  </a:lnTo>
                  <a:lnTo>
                    <a:pt x="27974" y="74560"/>
                  </a:lnTo>
                  <a:lnTo>
                    <a:pt x="25106" y="79022"/>
                  </a:lnTo>
                  <a:lnTo>
                    <a:pt x="22381" y="83572"/>
                  </a:lnTo>
                  <a:lnTo>
                    <a:pt x="19802" y="88207"/>
                  </a:lnTo>
                  <a:lnTo>
                    <a:pt x="17371" y="92921"/>
                  </a:lnTo>
                  <a:lnTo>
                    <a:pt x="15091" y="97711"/>
                  </a:lnTo>
                  <a:lnTo>
                    <a:pt x="12964" y="102570"/>
                  </a:lnTo>
                  <a:lnTo>
                    <a:pt x="10992" y="107494"/>
                  </a:lnTo>
                  <a:lnTo>
                    <a:pt x="9178" y="112478"/>
                  </a:lnTo>
                  <a:lnTo>
                    <a:pt x="7522" y="117517"/>
                  </a:lnTo>
                  <a:lnTo>
                    <a:pt x="6027" y="122606"/>
                  </a:lnTo>
                  <a:lnTo>
                    <a:pt x="4695" y="127740"/>
                  </a:lnTo>
                  <a:lnTo>
                    <a:pt x="3526" y="132914"/>
                  </a:lnTo>
                  <a:lnTo>
                    <a:pt x="2521" y="138122"/>
                  </a:lnTo>
                  <a:lnTo>
                    <a:pt x="1683" y="143359"/>
                  </a:lnTo>
                  <a:lnTo>
                    <a:pt x="1011" y="148621"/>
                  </a:lnTo>
                  <a:lnTo>
                    <a:pt x="506" y="153901"/>
                  </a:lnTo>
                  <a:lnTo>
                    <a:pt x="169" y="159194"/>
                  </a:lnTo>
                  <a:lnTo>
                    <a:pt x="0" y="164496"/>
                  </a:lnTo>
                  <a:lnTo>
                    <a:pt x="0" y="169800"/>
                  </a:lnTo>
                  <a:lnTo>
                    <a:pt x="167" y="175102"/>
                  </a:lnTo>
                  <a:lnTo>
                    <a:pt x="503" y="180395"/>
                  </a:lnTo>
                  <a:lnTo>
                    <a:pt x="1007" y="185675"/>
                  </a:lnTo>
                  <a:lnTo>
                    <a:pt x="1677" y="190937"/>
                  </a:lnTo>
                  <a:lnTo>
                    <a:pt x="2515" y="196175"/>
                  </a:lnTo>
                  <a:lnTo>
                    <a:pt x="3518" y="201383"/>
                  </a:lnTo>
                  <a:lnTo>
                    <a:pt x="4686" y="206557"/>
                  </a:lnTo>
                  <a:lnTo>
                    <a:pt x="6017" y="211691"/>
                  </a:lnTo>
                  <a:lnTo>
                    <a:pt x="7511" y="216781"/>
                  </a:lnTo>
                  <a:lnTo>
                    <a:pt x="9165" y="221820"/>
                  </a:lnTo>
                  <a:lnTo>
                    <a:pt x="10979" y="226805"/>
                  </a:lnTo>
                  <a:lnTo>
                    <a:pt x="12949" y="231729"/>
                  </a:lnTo>
                  <a:lnTo>
                    <a:pt x="15075" y="236589"/>
                  </a:lnTo>
                  <a:lnTo>
                    <a:pt x="17354" y="241378"/>
                  </a:lnTo>
                  <a:lnTo>
                    <a:pt x="19784" y="246093"/>
                  </a:lnTo>
                  <a:lnTo>
                    <a:pt x="22362" y="250729"/>
                  </a:lnTo>
                  <a:lnTo>
                    <a:pt x="25086" y="255280"/>
                  </a:lnTo>
                  <a:lnTo>
                    <a:pt x="27953" y="259743"/>
                  </a:lnTo>
                  <a:lnTo>
                    <a:pt x="30960" y="264112"/>
                  </a:lnTo>
                  <a:lnTo>
                    <a:pt x="34105" y="268384"/>
                  </a:lnTo>
                  <a:lnTo>
                    <a:pt x="37383" y="272554"/>
                  </a:lnTo>
                  <a:lnTo>
                    <a:pt x="40791" y="276618"/>
                  </a:lnTo>
                  <a:lnTo>
                    <a:pt x="44327" y="280571"/>
                  </a:lnTo>
                  <a:lnTo>
                    <a:pt x="47987" y="284411"/>
                  </a:lnTo>
                  <a:lnTo>
                    <a:pt x="51767" y="288132"/>
                  </a:lnTo>
                  <a:lnTo>
                    <a:pt x="55662" y="291731"/>
                  </a:lnTo>
                  <a:lnTo>
                    <a:pt x="59670" y="295206"/>
                  </a:lnTo>
                  <a:lnTo>
                    <a:pt x="63787" y="298551"/>
                  </a:lnTo>
                  <a:lnTo>
                    <a:pt x="68007" y="301764"/>
                  </a:lnTo>
                  <a:lnTo>
                    <a:pt x="72327" y="304841"/>
                  </a:lnTo>
                  <a:lnTo>
                    <a:pt x="76743" y="307780"/>
                  </a:lnTo>
                  <a:lnTo>
                    <a:pt x="81249" y="310578"/>
                  </a:lnTo>
                  <a:lnTo>
                    <a:pt x="85842" y="313231"/>
                  </a:lnTo>
                  <a:lnTo>
                    <a:pt x="90517" y="315737"/>
                  </a:lnTo>
                  <a:lnTo>
                    <a:pt x="95269" y="318093"/>
                  </a:lnTo>
                  <a:lnTo>
                    <a:pt x="100094" y="320297"/>
                  </a:lnTo>
                  <a:lnTo>
                    <a:pt x="104985" y="322347"/>
                  </a:lnTo>
                  <a:lnTo>
                    <a:pt x="109940" y="324241"/>
                  </a:lnTo>
                  <a:lnTo>
                    <a:pt x="114952" y="325977"/>
                  </a:lnTo>
                  <a:lnTo>
                    <a:pt x="120017" y="327553"/>
                  </a:lnTo>
                  <a:lnTo>
                    <a:pt x="125129" y="328968"/>
                  </a:lnTo>
                  <a:lnTo>
                    <a:pt x="130283" y="330219"/>
                  </a:lnTo>
                  <a:lnTo>
                    <a:pt x="135475" y="331307"/>
                  </a:lnTo>
                  <a:lnTo>
                    <a:pt x="140698" y="332229"/>
                  </a:lnTo>
                  <a:lnTo>
                    <a:pt x="145948" y="332985"/>
                  </a:lnTo>
                  <a:lnTo>
                    <a:pt x="151219" y="333574"/>
                  </a:lnTo>
                  <a:lnTo>
                    <a:pt x="156507" y="333995"/>
                  </a:lnTo>
                  <a:lnTo>
                    <a:pt x="161805" y="334249"/>
                  </a:lnTo>
                  <a:lnTo>
                    <a:pt x="167108" y="334334"/>
                  </a:lnTo>
                  <a:lnTo>
                    <a:pt x="172412" y="334251"/>
                  </a:lnTo>
                  <a:lnTo>
                    <a:pt x="177710" y="334000"/>
                  </a:lnTo>
                  <a:lnTo>
                    <a:pt x="182998" y="333581"/>
                  </a:lnTo>
                  <a:lnTo>
                    <a:pt x="188269" y="332994"/>
                  </a:lnTo>
                  <a:lnTo>
                    <a:pt x="193520" y="332241"/>
                  </a:lnTo>
                  <a:lnTo>
                    <a:pt x="198743" y="331321"/>
                  </a:lnTo>
                  <a:lnTo>
                    <a:pt x="203935" y="330236"/>
                  </a:lnTo>
                  <a:lnTo>
                    <a:pt x="209090" y="328987"/>
                  </a:lnTo>
                  <a:lnTo>
                    <a:pt x="214203" y="327575"/>
                  </a:lnTo>
                  <a:lnTo>
                    <a:pt x="219268" y="326001"/>
                  </a:lnTo>
                  <a:lnTo>
                    <a:pt x="224281" y="324267"/>
                  </a:lnTo>
                  <a:lnTo>
                    <a:pt x="229237" y="322376"/>
                  </a:lnTo>
                  <a:lnTo>
                    <a:pt x="234129" y="320328"/>
                  </a:lnTo>
                  <a:lnTo>
                    <a:pt x="238955" y="318125"/>
                  </a:lnTo>
                  <a:lnTo>
                    <a:pt x="243708" y="315771"/>
                  </a:lnTo>
                  <a:lnTo>
                    <a:pt x="248384" y="313268"/>
                  </a:lnTo>
                  <a:lnTo>
                    <a:pt x="252978" y="310617"/>
                  </a:lnTo>
                  <a:lnTo>
                    <a:pt x="257486" y="307821"/>
                  </a:lnTo>
                  <a:lnTo>
                    <a:pt x="261903" y="304884"/>
                  </a:lnTo>
                  <a:lnTo>
                    <a:pt x="266224" y="301809"/>
                  </a:lnTo>
                  <a:lnTo>
                    <a:pt x="270446" y="298598"/>
                  </a:lnTo>
                  <a:lnTo>
                    <a:pt x="274564" y="295254"/>
                  </a:lnTo>
                  <a:lnTo>
                    <a:pt x="278573" y="291782"/>
                  </a:lnTo>
                  <a:lnTo>
                    <a:pt x="282471" y="288184"/>
                  </a:lnTo>
                  <a:lnTo>
                    <a:pt x="286252" y="284465"/>
                  </a:lnTo>
                  <a:lnTo>
                    <a:pt x="289914" y="280627"/>
                  </a:lnTo>
                  <a:lnTo>
                    <a:pt x="293451" y="276675"/>
                  </a:lnTo>
                  <a:lnTo>
                    <a:pt x="296862" y="272613"/>
                  </a:lnTo>
                  <a:lnTo>
                    <a:pt x="300142" y="268444"/>
                  </a:lnTo>
                  <a:lnTo>
                    <a:pt x="303288" y="264174"/>
                  </a:lnTo>
                  <a:lnTo>
                    <a:pt x="306297" y="259806"/>
                  </a:lnTo>
                  <a:lnTo>
                    <a:pt x="309166" y="255344"/>
                  </a:lnTo>
                  <a:lnTo>
                    <a:pt x="311892" y="250794"/>
                  </a:lnTo>
                  <a:lnTo>
                    <a:pt x="314472" y="246160"/>
                  </a:lnTo>
                  <a:lnTo>
                    <a:pt x="316904" y="241446"/>
                  </a:lnTo>
                  <a:lnTo>
                    <a:pt x="319186" y="236658"/>
                  </a:lnTo>
                  <a:lnTo>
                    <a:pt x="321314" y="231799"/>
                  </a:lnTo>
                  <a:lnTo>
                    <a:pt x="323287" y="226876"/>
                  </a:lnTo>
                  <a:lnTo>
                    <a:pt x="325102" y="221892"/>
                  </a:lnTo>
                  <a:lnTo>
                    <a:pt x="326759" y="216853"/>
                  </a:lnTo>
                  <a:lnTo>
                    <a:pt x="328255" y="211764"/>
                  </a:lnTo>
                  <a:lnTo>
                    <a:pt x="329589" y="206631"/>
                  </a:lnTo>
                  <a:lnTo>
                    <a:pt x="330759" y="201457"/>
                  </a:lnTo>
                  <a:lnTo>
                    <a:pt x="331764" y="196249"/>
                  </a:lnTo>
                  <a:lnTo>
                    <a:pt x="332604" y="191012"/>
                  </a:lnTo>
                  <a:lnTo>
                    <a:pt x="333277" y="185751"/>
                  </a:lnTo>
                  <a:lnTo>
                    <a:pt x="333783" y="180471"/>
                  </a:lnTo>
                  <a:lnTo>
                    <a:pt x="334122" y="175177"/>
                  </a:lnTo>
                  <a:lnTo>
                    <a:pt x="334292" y="169876"/>
                  </a:lnTo>
                  <a:lnTo>
                    <a:pt x="334293" y="164572"/>
                  </a:lnTo>
                  <a:lnTo>
                    <a:pt x="334127" y="159270"/>
                  </a:lnTo>
                  <a:lnTo>
                    <a:pt x="333792" y="153977"/>
                  </a:lnTo>
                  <a:lnTo>
                    <a:pt x="333290" y="148696"/>
                  </a:lnTo>
                  <a:lnTo>
                    <a:pt x="332620" y="143434"/>
                  </a:lnTo>
                  <a:lnTo>
                    <a:pt x="331784" y="138197"/>
                  </a:lnTo>
                  <a:lnTo>
                    <a:pt x="330782" y="132988"/>
                  </a:lnTo>
                  <a:lnTo>
                    <a:pt x="329616" y="127814"/>
                  </a:lnTo>
                  <a:lnTo>
                    <a:pt x="328285" y="122679"/>
                  </a:lnTo>
                  <a:lnTo>
                    <a:pt x="326793" y="117589"/>
                  </a:lnTo>
                  <a:lnTo>
                    <a:pt x="325139" y="112549"/>
                  </a:lnTo>
                  <a:lnTo>
                    <a:pt x="323327" y="107564"/>
                  </a:lnTo>
                  <a:lnTo>
                    <a:pt x="321358" y="102639"/>
                  </a:lnTo>
                  <a:lnTo>
                    <a:pt x="319233" y="97779"/>
                  </a:lnTo>
                  <a:lnTo>
                    <a:pt x="316955" y="92989"/>
                  </a:lnTo>
                  <a:lnTo>
                    <a:pt x="314526" y="88274"/>
                  </a:lnTo>
                  <a:lnTo>
                    <a:pt x="311949" y="83638"/>
                  </a:lnTo>
                  <a:lnTo>
                    <a:pt x="309226" y="79086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12150"/>
              <a:ext cx="142079" cy="88080"/>
            </a:xfrm>
            <a:custGeom>
              <a:avLst/>
              <a:pathLst>
                <a:path w="142079" h="88080">
                  <a:moveTo>
                    <a:pt x="142079" y="0"/>
                  </a:moveTo>
                  <a:lnTo>
                    <a:pt x="0" y="880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12150"/>
              <a:ext cx="142079" cy="88080"/>
            </a:xfrm>
            <a:custGeom>
              <a:avLst/>
              <a:pathLst>
                <a:path w="142079" h="88080">
                  <a:moveTo>
                    <a:pt x="142079" y="0"/>
                  </a:moveTo>
                  <a:lnTo>
                    <a:pt x="0" y="880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12150"/>
              <a:ext cx="142079" cy="88080"/>
            </a:xfrm>
            <a:custGeom>
              <a:avLst/>
              <a:pathLst>
                <a:path w="142079" h="88080">
                  <a:moveTo>
                    <a:pt x="142079" y="0"/>
                  </a:moveTo>
                  <a:lnTo>
                    <a:pt x="0" y="880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12150"/>
              <a:ext cx="142079" cy="88080"/>
            </a:xfrm>
            <a:custGeom>
              <a:avLst/>
              <a:pathLst>
                <a:path w="142079" h="88080">
                  <a:moveTo>
                    <a:pt x="142079" y="0"/>
                  </a:moveTo>
                  <a:lnTo>
                    <a:pt x="0" y="880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12150"/>
              <a:ext cx="142079" cy="88080"/>
            </a:xfrm>
            <a:custGeom>
              <a:avLst/>
              <a:pathLst>
                <a:path w="142079" h="88080">
                  <a:moveTo>
                    <a:pt x="142079" y="0"/>
                  </a:moveTo>
                  <a:lnTo>
                    <a:pt x="0" y="880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12150"/>
              <a:ext cx="142079" cy="88080"/>
            </a:xfrm>
            <a:custGeom>
              <a:avLst/>
              <a:pathLst>
                <a:path w="142079" h="88080">
                  <a:moveTo>
                    <a:pt x="142079" y="0"/>
                  </a:moveTo>
                  <a:lnTo>
                    <a:pt x="0" y="880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12150"/>
              <a:ext cx="142079" cy="88080"/>
            </a:xfrm>
            <a:custGeom>
              <a:avLst/>
              <a:pathLst>
                <a:path w="142079" h="88080">
                  <a:moveTo>
                    <a:pt x="142079" y="0"/>
                  </a:moveTo>
                  <a:lnTo>
                    <a:pt x="0" y="880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12150"/>
              <a:ext cx="142079" cy="88080"/>
            </a:xfrm>
            <a:custGeom>
              <a:avLst/>
              <a:pathLst>
                <a:path w="142079" h="88080">
                  <a:moveTo>
                    <a:pt x="142079" y="0"/>
                  </a:moveTo>
                  <a:lnTo>
                    <a:pt x="0" y="88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12150"/>
              <a:ext cx="142079" cy="88080"/>
            </a:xfrm>
            <a:custGeom>
              <a:avLst/>
              <a:pathLst>
                <a:path w="142079" h="88080">
                  <a:moveTo>
                    <a:pt x="142079" y="0"/>
                  </a:moveTo>
                  <a:lnTo>
                    <a:pt x="0" y="88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12150"/>
              <a:ext cx="142079" cy="88080"/>
            </a:xfrm>
            <a:custGeom>
              <a:avLst/>
              <a:pathLst>
                <a:path w="142079" h="88080">
                  <a:moveTo>
                    <a:pt x="142079" y="0"/>
                  </a:moveTo>
                  <a:lnTo>
                    <a:pt x="0" y="88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12150"/>
              <a:ext cx="142079" cy="88080"/>
            </a:xfrm>
            <a:custGeom>
              <a:avLst/>
              <a:pathLst>
                <a:path w="142079" h="88080">
                  <a:moveTo>
                    <a:pt x="142079" y="0"/>
                  </a:moveTo>
                  <a:lnTo>
                    <a:pt x="0" y="88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12150"/>
              <a:ext cx="142079" cy="88080"/>
            </a:xfrm>
            <a:custGeom>
              <a:avLst/>
              <a:pathLst>
                <a:path w="142079" h="88080">
                  <a:moveTo>
                    <a:pt x="142079" y="0"/>
                  </a:moveTo>
                  <a:lnTo>
                    <a:pt x="0" y="880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12150"/>
              <a:ext cx="142079" cy="88080"/>
            </a:xfrm>
            <a:custGeom>
              <a:avLst/>
              <a:pathLst>
                <a:path w="142079" h="88080">
                  <a:moveTo>
                    <a:pt x="142079" y="0"/>
                  </a:moveTo>
                  <a:lnTo>
                    <a:pt x="0" y="880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638828"/>
              <a:ext cx="142079" cy="161403"/>
            </a:xfrm>
            <a:custGeom>
              <a:avLst/>
              <a:pathLst>
                <a:path w="142079" h="161403">
                  <a:moveTo>
                    <a:pt x="142079" y="73322"/>
                  </a:moveTo>
                  <a:lnTo>
                    <a:pt x="138984" y="68515"/>
                  </a:lnTo>
                  <a:lnTo>
                    <a:pt x="135726" y="63816"/>
                  </a:lnTo>
                  <a:lnTo>
                    <a:pt x="132310" y="59232"/>
                  </a:lnTo>
                  <a:lnTo>
                    <a:pt x="128739" y="54767"/>
                  </a:lnTo>
                  <a:lnTo>
                    <a:pt x="125017" y="50427"/>
                  </a:lnTo>
                  <a:lnTo>
                    <a:pt x="121149" y="46217"/>
                  </a:lnTo>
                  <a:lnTo>
                    <a:pt x="117139" y="42141"/>
                  </a:lnTo>
                  <a:lnTo>
                    <a:pt x="112992" y="38205"/>
                  </a:lnTo>
                  <a:lnTo>
                    <a:pt x="108713" y="34413"/>
                  </a:lnTo>
                  <a:lnTo>
                    <a:pt x="104307" y="30770"/>
                  </a:lnTo>
                  <a:lnTo>
                    <a:pt x="99778" y="27279"/>
                  </a:lnTo>
                  <a:lnTo>
                    <a:pt x="95133" y="23946"/>
                  </a:lnTo>
                  <a:lnTo>
                    <a:pt x="90377" y="20773"/>
                  </a:lnTo>
                  <a:lnTo>
                    <a:pt x="85515" y="17764"/>
                  </a:lnTo>
                  <a:lnTo>
                    <a:pt x="80553" y="14924"/>
                  </a:lnTo>
                  <a:lnTo>
                    <a:pt x="75497" y="12255"/>
                  </a:lnTo>
                  <a:lnTo>
                    <a:pt x="70352" y="9760"/>
                  </a:lnTo>
                  <a:lnTo>
                    <a:pt x="65125" y="7443"/>
                  </a:lnTo>
                  <a:lnTo>
                    <a:pt x="59822" y="5306"/>
                  </a:lnTo>
                  <a:lnTo>
                    <a:pt x="54449" y="3352"/>
                  </a:lnTo>
                  <a:lnTo>
                    <a:pt x="49013" y="1582"/>
                  </a:lnTo>
                  <a:lnTo>
                    <a:pt x="43519" y="0"/>
                  </a:lnTo>
                  <a:lnTo>
                    <a:pt x="0" y="1614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633064"/>
              <a:ext cx="43519" cy="167167"/>
            </a:xfrm>
            <a:custGeom>
              <a:avLst/>
              <a:pathLst>
                <a:path w="43519" h="167167">
                  <a:moveTo>
                    <a:pt x="43519" y="5764"/>
                  </a:moveTo>
                  <a:lnTo>
                    <a:pt x="37417" y="4241"/>
                  </a:lnTo>
                  <a:lnTo>
                    <a:pt x="31262" y="2949"/>
                  </a:lnTo>
                  <a:lnTo>
                    <a:pt x="25063" y="1889"/>
                  </a:lnTo>
                  <a:lnTo>
                    <a:pt x="18828" y="1063"/>
                  </a:lnTo>
                  <a:lnTo>
                    <a:pt x="12567" y="473"/>
                  </a:lnTo>
                  <a:lnTo>
                    <a:pt x="6288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358829" y="3170392"/>
              <a:ext cx="334309" cy="334333"/>
            </a:xfrm>
            <a:custGeom>
              <a:avLst/>
              <a:pathLst>
                <a:path w="334309" h="334333">
                  <a:moveTo>
                    <a:pt x="167150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8" y="755"/>
                  </a:lnTo>
                  <a:lnTo>
                    <a:pt x="146012" y="1341"/>
                  </a:lnTo>
                  <a:lnTo>
                    <a:pt x="140768" y="2095"/>
                  </a:lnTo>
                  <a:lnTo>
                    <a:pt x="135549" y="3014"/>
                  </a:lnTo>
                  <a:lnTo>
                    <a:pt x="130363" y="4098"/>
                  </a:lnTo>
                  <a:lnTo>
                    <a:pt x="125214" y="5345"/>
                  </a:lnTo>
                  <a:lnTo>
                    <a:pt x="120106" y="6756"/>
                  </a:lnTo>
                  <a:lnTo>
                    <a:pt x="115046" y="8327"/>
                  </a:lnTo>
                  <a:lnTo>
                    <a:pt x="110038" y="10058"/>
                  </a:lnTo>
                  <a:lnTo>
                    <a:pt x="105088" y="11947"/>
                  </a:lnTo>
                  <a:lnTo>
                    <a:pt x="100200" y="13992"/>
                  </a:lnTo>
                  <a:lnTo>
                    <a:pt x="95379" y="16191"/>
                  </a:lnTo>
                  <a:lnTo>
                    <a:pt x="90631" y="18541"/>
                  </a:lnTo>
                  <a:lnTo>
                    <a:pt x="85959" y="21041"/>
                  </a:lnTo>
                  <a:lnTo>
                    <a:pt x="81369" y="23687"/>
                  </a:lnTo>
                  <a:lnTo>
                    <a:pt x="76865" y="26478"/>
                  </a:lnTo>
                  <a:lnTo>
                    <a:pt x="72451" y="29410"/>
                  </a:lnTo>
                  <a:lnTo>
                    <a:pt x="68133" y="32480"/>
                  </a:lnTo>
                  <a:lnTo>
                    <a:pt x="63914" y="35686"/>
                  </a:lnTo>
                  <a:lnTo>
                    <a:pt x="59799" y="39024"/>
                  </a:lnTo>
                  <a:lnTo>
                    <a:pt x="55792" y="42490"/>
                  </a:lnTo>
                  <a:lnTo>
                    <a:pt x="51897" y="46082"/>
                  </a:lnTo>
                  <a:lnTo>
                    <a:pt x="48117" y="49795"/>
                  </a:lnTo>
                  <a:lnTo>
                    <a:pt x="44458" y="53627"/>
                  </a:lnTo>
                  <a:lnTo>
                    <a:pt x="40921" y="57572"/>
                  </a:lnTo>
                  <a:lnTo>
                    <a:pt x="37511" y="61627"/>
                  </a:lnTo>
                  <a:lnTo>
                    <a:pt x="34231" y="65789"/>
                  </a:lnTo>
                  <a:lnTo>
                    <a:pt x="31085" y="70052"/>
                  </a:lnTo>
                  <a:lnTo>
                    <a:pt x="28076" y="74413"/>
                  </a:lnTo>
                  <a:lnTo>
                    <a:pt x="25206" y="78867"/>
                  </a:lnTo>
                  <a:lnTo>
                    <a:pt x="22479" y="83410"/>
                  </a:lnTo>
                  <a:lnTo>
                    <a:pt x="19898" y="88037"/>
                  </a:lnTo>
                  <a:lnTo>
                    <a:pt x="17464" y="92744"/>
                  </a:lnTo>
                  <a:lnTo>
                    <a:pt x="15180" y="97525"/>
                  </a:lnTo>
                  <a:lnTo>
                    <a:pt x="13050" y="102376"/>
                  </a:lnTo>
                  <a:lnTo>
                    <a:pt x="11074" y="107292"/>
                  </a:lnTo>
                  <a:lnTo>
                    <a:pt x="9255" y="112269"/>
                  </a:lnTo>
                  <a:lnTo>
                    <a:pt x="7594" y="117300"/>
                  </a:lnTo>
                  <a:lnTo>
                    <a:pt x="6094" y="122382"/>
                  </a:lnTo>
                  <a:lnTo>
                    <a:pt x="4755" y="127508"/>
                  </a:lnTo>
                  <a:lnTo>
                    <a:pt x="3580" y="132675"/>
                  </a:lnTo>
                  <a:lnTo>
                    <a:pt x="2569" y="137876"/>
                  </a:lnTo>
                  <a:lnTo>
                    <a:pt x="1724" y="143107"/>
                  </a:lnTo>
                  <a:lnTo>
                    <a:pt x="1044" y="148361"/>
                  </a:lnTo>
                  <a:lnTo>
                    <a:pt x="532" y="153635"/>
                  </a:lnTo>
                  <a:lnTo>
                    <a:pt x="186" y="158922"/>
                  </a:lnTo>
                  <a:lnTo>
                    <a:pt x="9" y="164218"/>
                  </a:lnTo>
                  <a:lnTo>
                    <a:pt x="0" y="169516"/>
                  </a:lnTo>
                  <a:lnTo>
                    <a:pt x="158" y="174812"/>
                  </a:lnTo>
                  <a:lnTo>
                    <a:pt x="484" y="180101"/>
                  </a:lnTo>
                  <a:lnTo>
                    <a:pt x="978" y="185376"/>
                  </a:lnTo>
                  <a:lnTo>
                    <a:pt x="1638" y="190633"/>
                  </a:lnTo>
                  <a:lnTo>
                    <a:pt x="2465" y="195867"/>
                  </a:lnTo>
                  <a:lnTo>
                    <a:pt x="3457" y="201072"/>
                  </a:lnTo>
                  <a:lnTo>
                    <a:pt x="4614" y="206242"/>
                  </a:lnTo>
                  <a:lnTo>
                    <a:pt x="5934" y="211374"/>
                  </a:lnTo>
                  <a:lnTo>
                    <a:pt x="7416" y="216461"/>
                  </a:lnTo>
                  <a:lnTo>
                    <a:pt x="9059" y="221498"/>
                  </a:lnTo>
                  <a:lnTo>
                    <a:pt x="10860" y="226481"/>
                  </a:lnTo>
                  <a:lnTo>
                    <a:pt x="12818" y="231405"/>
                  </a:lnTo>
                  <a:lnTo>
                    <a:pt x="14931" y="236263"/>
                  </a:lnTo>
                  <a:lnTo>
                    <a:pt x="17198" y="241053"/>
                  </a:lnTo>
                  <a:lnTo>
                    <a:pt x="19615" y="245768"/>
                  </a:lnTo>
                  <a:lnTo>
                    <a:pt x="22180" y="250404"/>
                  </a:lnTo>
                  <a:lnTo>
                    <a:pt x="24890" y="254957"/>
                  </a:lnTo>
                  <a:lnTo>
                    <a:pt x="27744" y="259421"/>
                  </a:lnTo>
                  <a:lnTo>
                    <a:pt x="30738" y="263793"/>
                  </a:lnTo>
                  <a:lnTo>
                    <a:pt x="33869" y="268067"/>
                  </a:lnTo>
                  <a:lnTo>
                    <a:pt x="37133" y="272241"/>
                  </a:lnTo>
                  <a:lnTo>
                    <a:pt x="40528" y="276308"/>
                  </a:lnTo>
                  <a:lnTo>
                    <a:pt x="44051" y="280266"/>
                  </a:lnTo>
                  <a:lnTo>
                    <a:pt x="47697" y="284111"/>
                  </a:lnTo>
                  <a:lnTo>
                    <a:pt x="51463" y="287838"/>
                  </a:lnTo>
                  <a:lnTo>
                    <a:pt x="55346" y="291443"/>
                  </a:lnTo>
                  <a:lnTo>
                    <a:pt x="59340" y="294924"/>
                  </a:lnTo>
                  <a:lnTo>
                    <a:pt x="63443" y="298277"/>
                  </a:lnTo>
                  <a:lnTo>
                    <a:pt x="67651" y="301498"/>
                  </a:lnTo>
                  <a:lnTo>
                    <a:pt x="71958" y="304583"/>
                  </a:lnTo>
                  <a:lnTo>
                    <a:pt x="76360" y="307531"/>
                  </a:lnTo>
                  <a:lnTo>
                    <a:pt x="80854" y="310338"/>
                  </a:lnTo>
                  <a:lnTo>
                    <a:pt x="85435" y="313001"/>
                  </a:lnTo>
                  <a:lnTo>
                    <a:pt x="90098" y="315517"/>
                  </a:lnTo>
                  <a:lnTo>
                    <a:pt x="94838" y="317885"/>
                  </a:lnTo>
                  <a:lnTo>
                    <a:pt x="99651" y="320101"/>
                  </a:lnTo>
                  <a:lnTo>
                    <a:pt x="104532" y="322163"/>
                  </a:lnTo>
                  <a:lnTo>
                    <a:pt x="109475" y="324070"/>
                  </a:lnTo>
                  <a:lnTo>
                    <a:pt x="114477" y="325819"/>
                  </a:lnTo>
                  <a:lnTo>
                    <a:pt x="119531" y="327408"/>
                  </a:lnTo>
                  <a:lnTo>
                    <a:pt x="124633" y="328837"/>
                  </a:lnTo>
                  <a:lnTo>
                    <a:pt x="129778" y="330103"/>
                  </a:lnTo>
                  <a:lnTo>
                    <a:pt x="134961" y="331206"/>
                  </a:lnTo>
                  <a:lnTo>
                    <a:pt x="140176" y="332144"/>
                  </a:lnTo>
                  <a:lnTo>
                    <a:pt x="145417" y="332916"/>
                  </a:lnTo>
                  <a:lnTo>
                    <a:pt x="150681" y="333521"/>
                  </a:lnTo>
                  <a:lnTo>
                    <a:pt x="155962" y="333960"/>
                  </a:lnTo>
                  <a:lnTo>
                    <a:pt x="161253" y="334230"/>
                  </a:lnTo>
                  <a:lnTo>
                    <a:pt x="166551" y="334333"/>
                  </a:lnTo>
                  <a:lnTo>
                    <a:pt x="171849" y="334268"/>
                  </a:lnTo>
                  <a:lnTo>
                    <a:pt x="177142" y="334036"/>
                  </a:lnTo>
                  <a:lnTo>
                    <a:pt x="182425" y="333635"/>
                  </a:lnTo>
                  <a:lnTo>
                    <a:pt x="187693" y="333067"/>
                  </a:lnTo>
                  <a:lnTo>
                    <a:pt x="192941" y="332333"/>
                  </a:lnTo>
                  <a:lnTo>
                    <a:pt x="198162" y="331433"/>
                  </a:lnTo>
                  <a:lnTo>
                    <a:pt x="203352" y="330367"/>
                  </a:lnTo>
                  <a:lnTo>
                    <a:pt x="208506" y="329138"/>
                  </a:lnTo>
                  <a:lnTo>
                    <a:pt x="213619" y="327746"/>
                  </a:lnTo>
                  <a:lnTo>
                    <a:pt x="218684" y="326193"/>
                  </a:lnTo>
                  <a:lnTo>
                    <a:pt x="223698" y="324480"/>
                  </a:lnTo>
                  <a:lnTo>
                    <a:pt x="228655" y="322609"/>
                  </a:lnTo>
                  <a:lnTo>
                    <a:pt x="233551" y="320581"/>
                  </a:lnTo>
                  <a:lnTo>
                    <a:pt x="238379" y="318400"/>
                  </a:lnTo>
                  <a:lnTo>
                    <a:pt x="243136" y="316067"/>
                  </a:lnTo>
                  <a:lnTo>
                    <a:pt x="247817" y="313584"/>
                  </a:lnTo>
                  <a:lnTo>
                    <a:pt x="252417" y="310954"/>
                  </a:lnTo>
                  <a:lnTo>
                    <a:pt x="256931" y="308179"/>
                  </a:lnTo>
                  <a:lnTo>
                    <a:pt x="261355" y="305263"/>
                  </a:lnTo>
                  <a:lnTo>
                    <a:pt x="265684" y="302208"/>
                  </a:lnTo>
                  <a:lnTo>
                    <a:pt x="269914" y="299018"/>
                  </a:lnTo>
                  <a:lnTo>
                    <a:pt x="274041" y="295695"/>
                  </a:lnTo>
                  <a:lnTo>
                    <a:pt x="278061" y="292243"/>
                  </a:lnTo>
                  <a:lnTo>
                    <a:pt x="281969" y="288665"/>
                  </a:lnTo>
                  <a:lnTo>
                    <a:pt x="285761" y="284965"/>
                  </a:lnTo>
                  <a:lnTo>
                    <a:pt x="289435" y="281147"/>
                  </a:lnTo>
                  <a:lnTo>
                    <a:pt x="292986" y="277214"/>
                  </a:lnTo>
                  <a:lnTo>
                    <a:pt x="296410" y="273171"/>
                  </a:lnTo>
                  <a:lnTo>
                    <a:pt x="299705" y="269021"/>
                  </a:lnTo>
                  <a:lnTo>
                    <a:pt x="302866" y="264769"/>
                  </a:lnTo>
                  <a:lnTo>
                    <a:pt x="305891" y="260419"/>
                  </a:lnTo>
                  <a:lnTo>
                    <a:pt x="308777" y="255975"/>
                  </a:lnTo>
                  <a:lnTo>
                    <a:pt x="311520" y="251442"/>
                  </a:lnTo>
                  <a:lnTo>
                    <a:pt x="314118" y="246825"/>
                  </a:lnTo>
                  <a:lnTo>
                    <a:pt x="316569" y="242127"/>
                  </a:lnTo>
                  <a:lnTo>
                    <a:pt x="318870" y="237354"/>
                  </a:lnTo>
                  <a:lnTo>
                    <a:pt x="321018" y="232510"/>
                  </a:lnTo>
                  <a:lnTo>
                    <a:pt x="323011" y="227601"/>
                  </a:lnTo>
                  <a:lnTo>
                    <a:pt x="324848" y="222631"/>
                  </a:lnTo>
                  <a:lnTo>
                    <a:pt x="326527" y="217606"/>
                  </a:lnTo>
                  <a:lnTo>
                    <a:pt x="328045" y="212530"/>
                  </a:lnTo>
                  <a:lnTo>
                    <a:pt x="329402" y="207408"/>
                  </a:lnTo>
                  <a:lnTo>
                    <a:pt x="330596" y="202246"/>
                  </a:lnTo>
                  <a:lnTo>
                    <a:pt x="331626" y="197048"/>
                  </a:lnTo>
                  <a:lnTo>
                    <a:pt x="332490" y="191821"/>
                  </a:lnTo>
                  <a:lnTo>
                    <a:pt x="333188" y="186568"/>
                  </a:lnTo>
                  <a:lnTo>
                    <a:pt x="333720" y="181297"/>
                  </a:lnTo>
                  <a:lnTo>
                    <a:pt x="334084" y="176011"/>
                  </a:lnTo>
                  <a:lnTo>
                    <a:pt x="334280" y="170716"/>
                  </a:lnTo>
                  <a:lnTo>
                    <a:pt x="334309" y="165417"/>
                  </a:lnTo>
                  <a:lnTo>
                    <a:pt x="334169" y="160121"/>
                  </a:lnTo>
                  <a:lnTo>
                    <a:pt x="333862" y="154831"/>
                  </a:lnTo>
                  <a:lnTo>
                    <a:pt x="333387" y="149554"/>
                  </a:lnTo>
                  <a:lnTo>
                    <a:pt x="332746" y="144294"/>
                  </a:lnTo>
                  <a:lnTo>
                    <a:pt x="331938" y="139058"/>
                  </a:lnTo>
                  <a:lnTo>
                    <a:pt x="330964" y="133850"/>
                  </a:lnTo>
                  <a:lnTo>
                    <a:pt x="329826" y="128675"/>
                  </a:lnTo>
                  <a:lnTo>
                    <a:pt x="328524" y="123539"/>
                  </a:lnTo>
                  <a:lnTo>
                    <a:pt x="327061" y="118446"/>
                  </a:lnTo>
                  <a:lnTo>
                    <a:pt x="325436" y="113403"/>
                  </a:lnTo>
                  <a:lnTo>
                    <a:pt x="323653" y="108414"/>
                  </a:lnTo>
                  <a:lnTo>
                    <a:pt x="321712" y="103483"/>
                  </a:lnTo>
                  <a:lnTo>
                    <a:pt x="319616" y="98617"/>
                  </a:lnTo>
                  <a:lnTo>
                    <a:pt x="317367" y="93820"/>
                  </a:lnTo>
                  <a:lnTo>
                    <a:pt x="314967" y="89096"/>
                  </a:lnTo>
                  <a:lnTo>
                    <a:pt x="312419" y="84450"/>
                  </a:lnTo>
                  <a:lnTo>
                    <a:pt x="309725" y="79888"/>
                  </a:lnTo>
                  <a:lnTo>
                    <a:pt x="306887" y="75414"/>
                  </a:lnTo>
                  <a:lnTo>
                    <a:pt x="303909" y="71031"/>
                  </a:lnTo>
                  <a:lnTo>
                    <a:pt x="300793" y="66745"/>
                  </a:lnTo>
                  <a:lnTo>
                    <a:pt x="297544" y="62560"/>
                  </a:lnTo>
                  <a:lnTo>
                    <a:pt x="294163" y="58481"/>
                  </a:lnTo>
                  <a:lnTo>
                    <a:pt x="290655" y="54510"/>
                  </a:lnTo>
                  <a:lnTo>
                    <a:pt x="287023" y="50652"/>
                  </a:lnTo>
                  <a:lnTo>
                    <a:pt x="283270" y="46912"/>
                  </a:lnTo>
                  <a:lnTo>
                    <a:pt x="279400" y="43292"/>
                  </a:lnTo>
                  <a:lnTo>
                    <a:pt x="275418" y="39797"/>
                  </a:lnTo>
                  <a:lnTo>
                    <a:pt x="271327" y="36430"/>
                  </a:lnTo>
                  <a:lnTo>
                    <a:pt x="267132" y="33194"/>
                  </a:lnTo>
                  <a:lnTo>
                    <a:pt x="262836" y="30093"/>
                  </a:lnTo>
                  <a:lnTo>
                    <a:pt x="258443" y="27129"/>
                  </a:lnTo>
                  <a:lnTo>
                    <a:pt x="253960" y="24306"/>
                  </a:lnTo>
                  <a:lnTo>
                    <a:pt x="249388" y="21627"/>
                  </a:lnTo>
                  <a:lnTo>
                    <a:pt x="244735" y="19094"/>
                  </a:lnTo>
                  <a:lnTo>
                    <a:pt x="240003" y="16710"/>
                  </a:lnTo>
                  <a:lnTo>
                    <a:pt x="235198" y="14476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4869"/>
              <a:ext cx="68047" cy="152690"/>
            </a:xfrm>
            <a:custGeom>
              <a:avLst/>
              <a:pathLst>
                <a:path w="68047" h="152690">
                  <a:moveTo>
                    <a:pt x="68047" y="0"/>
                  </a:moveTo>
                  <a:lnTo>
                    <a:pt x="0" y="152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4869"/>
              <a:ext cx="68047" cy="152690"/>
            </a:xfrm>
            <a:custGeom>
              <a:avLst/>
              <a:pathLst>
                <a:path w="68047" h="152690">
                  <a:moveTo>
                    <a:pt x="68047" y="0"/>
                  </a:moveTo>
                  <a:lnTo>
                    <a:pt x="0" y="152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4869"/>
              <a:ext cx="68047" cy="152690"/>
            </a:xfrm>
            <a:custGeom>
              <a:avLst/>
              <a:pathLst>
                <a:path w="68047" h="152690">
                  <a:moveTo>
                    <a:pt x="68047" y="0"/>
                  </a:moveTo>
                  <a:lnTo>
                    <a:pt x="0" y="1526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4869"/>
              <a:ext cx="68047" cy="152690"/>
            </a:xfrm>
            <a:custGeom>
              <a:avLst/>
              <a:pathLst>
                <a:path w="68047" h="152690">
                  <a:moveTo>
                    <a:pt x="68047" y="0"/>
                  </a:moveTo>
                  <a:lnTo>
                    <a:pt x="0" y="1526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4869"/>
              <a:ext cx="68047" cy="152690"/>
            </a:xfrm>
            <a:custGeom>
              <a:avLst/>
              <a:pathLst>
                <a:path w="68047" h="152690">
                  <a:moveTo>
                    <a:pt x="68047" y="0"/>
                  </a:moveTo>
                  <a:lnTo>
                    <a:pt x="0" y="1526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4869"/>
              <a:ext cx="68047" cy="152690"/>
            </a:xfrm>
            <a:custGeom>
              <a:avLst/>
              <a:pathLst>
                <a:path w="68047" h="152690">
                  <a:moveTo>
                    <a:pt x="68047" y="0"/>
                  </a:moveTo>
                  <a:lnTo>
                    <a:pt x="0" y="1526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4869"/>
              <a:ext cx="68047" cy="152690"/>
            </a:xfrm>
            <a:custGeom>
              <a:avLst/>
              <a:pathLst>
                <a:path w="68047" h="152690">
                  <a:moveTo>
                    <a:pt x="68047" y="0"/>
                  </a:moveTo>
                  <a:lnTo>
                    <a:pt x="0" y="152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84869"/>
              <a:ext cx="68047" cy="152690"/>
            </a:xfrm>
            <a:custGeom>
              <a:avLst/>
              <a:pathLst>
                <a:path w="68047" h="152690">
                  <a:moveTo>
                    <a:pt x="68047" y="0"/>
                  </a:moveTo>
                  <a:lnTo>
                    <a:pt x="0" y="152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84869"/>
              <a:ext cx="68047" cy="152690"/>
            </a:xfrm>
            <a:custGeom>
              <a:avLst/>
              <a:pathLst>
                <a:path w="68047" h="152690">
                  <a:moveTo>
                    <a:pt x="68047" y="0"/>
                  </a:moveTo>
                  <a:lnTo>
                    <a:pt x="0" y="152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84869"/>
              <a:ext cx="68047" cy="152690"/>
            </a:xfrm>
            <a:custGeom>
              <a:avLst/>
              <a:pathLst>
                <a:path w="68047" h="152690">
                  <a:moveTo>
                    <a:pt x="68047" y="0"/>
                  </a:moveTo>
                  <a:lnTo>
                    <a:pt x="0" y="152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84869"/>
              <a:ext cx="68047" cy="152690"/>
            </a:xfrm>
            <a:custGeom>
              <a:avLst/>
              <a:pathLst>
                <a:path w="68047" h="152690">
                  <a:moveTo>
                    <a:pt x="68047" y="0"/>
                  </a:moveTo>
                  <a:lnTo>
                    <a:pt x="0" y="1526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84869"/>
              <a:ext cx="68047" cy="152690"/>
            </a:xfrm>
            <a:custGeom>
              <a:avLst/>
              <a:pathLst>
                <a:path w="68047" h="152690">
                  <a:moveTo>
                    <a:pt x="68047" y="0"/>
                  </a:moveTo>
                  <a:lnTo>
                    <a:pt x="0" y="1526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83095"/>
              <a:ext cx="68047" cy="154464"/>
            </a:xfrm>
            <a:custGeom>
              <a:avLst/>
              <a:pathLst>
                <a:path w="68047" h="154464">
                  <a:moveTo>
                    <a:pt x="68047" y="1773"/>
                  </a:moveTo>
                  <a:lnTo>
                    <a:pt x="63920" y="0"/>
                  </a:lnTo>
                  <a:lnTo>
                    <a:pt x="0" y="1544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70392"/>
              <a:ext cx="63920" cy="167167"/>
            </a:xfrm>
            <a:custGeom>
              <a:avLst/>
              <a:pathLst>
                <a:path w="63920" h="167167">
                  <a:moveTo>
                    <a:pt x="63920" y="12703"/>
                  </a:moveTo>
                  <a:lnTo>
                    <a:pt x="58371" y="10522"/>
                  </a:lnTo>
                  <a:lnTo>
                    <a:pt x="52747" y="8540"/>
                  </a:lnTo>
                  <a:lnTo>
                    <a:pt x="47057" y="6759"/>
                  </a:lnTo>
                  <a:lnTo>
                    <a:pt x="41306" y="5183"/>
                  </a:lnTo>
                  <a:lnTo>
                    <a:pt x="35504" y="3813"/>
                  </a:lnTo>
                  <a:lnTo>
                    <a:pt x="29655" y="2651"/>
                  </a:lnTo>
                  <a:lnTo>
                    <a:pt x="23770" y="1698"/>
                  </a:lnTo>
                  <a:lnTo>
                    <a:pt x="17854" y="956"/>
                  </a:lnTo>
                  <a:lnTo>
                    <a:pt x="11915" y="425"/>
                  </a:lnTo>
                  <a:lnTo>
                    <a:pt x="5961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423590" y="3707720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2" y="334"/>
                  </a:lnTo>
                  <a:lnTo>
                    <a:pt x="151322" y="751"/>
                  </a:lnTo>
                  <a:lnTo>
                    <a:pt x="146068" y="1335"/>
                  </a:lnTo>
                  <a:lnTo>
                    <a:pt x="140835" y="2085"/>
                  </a:lnTo>
                  <a:lnTo>
                    <a:pt x="135628" y="3000"/>
                  </a:lnTo>
                  <a:lnTo>
                    <a:pt x="130453" y="4079"/>
                  </a:lnTo>
                  <a:lnTo>
                    <a:pt x="125315" y="5321"/>
                  </a:lnTo>
                  <a:lnTo>
                    <a:pt x="120218" y="6725"/>
                  </a:lnTo>
                  <a:lnTo>
                    <a:pt x="115168" y="8289"/>
                  </a:lnTo>
                  <a:lnTo>
                    <a:pt x="110171" y="10013"/>
                  </a:lnTo>
                  <a:lnTo>
                    <a:pt x="105230" y="11893"/>
                  </a:lnTo>
                  <a:lnTo>
                    <a:pt x="100352" y="13929"/>
                  </a:lnTo>
                  <a:lnTo>
                    <a:pt x="95540" y="16118"/>
                  </a:lnTo>
                  <a:lnTo>
                    <a:pt x="90799" y="18458"/>
                  </a:lnTo>
                  <a:lnTo>
                    <a:pt x="86135" y="20947"/>
                  </a:lnTo>
                  <a:lnTo>
                    <a:pt x="81553" y="23582"/>
                  </a:lnTo>
                  <a:lnTo>
                    <a:pt x="77055" y="26360"/>
                  </a:lnTo>
                  <a:lnTo>
                    <a:pt x="72648" y="29280"/>
                  </a:lnTo>
                  <a:lnTo>
                    <a:pt x="68336" y="32337"/>
                  </a:lnTo>
                  <a:lnTo>
                    <a:pt x="64122" y="35529"/>
                  </a:lnTo>
                  <a:lnTo>
                    <a:pt x="60011" y="38853"/>
                  </a:lnTo>
                  <a:lnTo>
                    <a:pt x="56007" y="42305"/>
                  </a:lnTo>
                  <a:lnTo>
                    <a:pt x="52115" y="45882"/>
                  </a:lnTo>
                  <a:lnTo>
                    <a:pt x="48337" y="49580"/>
                  </a:lnTo>
                  <a:lnTo>
                    <a:pt x="44679" y="53396"/>
                  </a:lnTo>
                  <a:lnTo>
                    <a:pt x="41143" y="57326"/>
                  </a:lnTo>
                  <a:lnTo>
                    <a:pt x="37732" y="61365"/>
                  </a:lnTo>
                  <a:lnTo>
                    <a:pt x="34452" y="65510"/>
                  </a:lnTo>
                  <a:lnTo>
                    <a:pt x="31304" y="69757"/>
                  </a:lnTo>
                  <a:lnTo>
                    <a:pt x="28292" y="74102"/>
                  </a:lnTo>
                  <a:lnTo>
                    <a:pt x="25419" y="78539"/>
                  </a:lnTo>
                  <a:lnTo>
                    <a:pt x="22687" y="83065"/>
                  </a:lnTo>
                  <a:lnTo>
                    <a:pt x="20100" y="87675"/>
                  </a:lnTo>
                  <a:lnTo>
                    <a:pt x="17660" y="92365"/>
                  </a:lnTo>
                  <a:lnTo>
                    <a:pt x="15370" y="97129"/>
                  </a:lnTo>
                  <a:lnTo>
                    <a:pt x="13231" y="101964"/>
                  </a:lnTo>
                  <a:lnTo>
                    <a:pt x="11246" y="106863"/>
                  </a:lnTo>
                  <a:lnTo>
                    <a:pt x="9417" y="111823"/>
                  </a:lnTo>
                  <a:lnTo>
                    <a:pt x="7746" y="116839"/>
                  </a:lnTo>
                  <a:lnTo>
                    <a:pt x="6235" y="121904"/>
                  </a:lnTo>
                  <a:lnTo>
                    <a:pt x="4884" y="127015"/>
                  </a:lnTo>
                  <a:lnTo>
                    <a:pt x="3696" y="132166"/>
                  </a:lnTo>
                  <a:lnTo>
                    <a:pt x="2671" y="137352"/>
                  </a:lnTo>
                  <a:lnTo>
                    <a:pt x="1810" y="142568"/>
                  </a:lnTo>
                  <a:lnTo>
                    <a:pt x="1115" y="147809"/>
                  </a:lnTo>
                  <a:lnTo>
                    <a:pt x="586" y="153069"/>
                  </a:lnTo>
                  <a:lnTo>
                    <a:pt x="223" y="158343"/>
                  </a:lnTo>
                  <a:lnTo>
                    <a:pt x="28" y="163625"/>
                  </a:lnTo>
                  <a:lnTo>
                    <a:pt x="0" y="168912"/>
                  </a:lnTo>
                  <a:lnTo>
                    <a:pt x="138" y="174196"/>
                  </a:lnTo>
                  <a:lnTo>
                    <a:pt x="444" y="179474"/>
                  </a:lnTo>
                  <a:lnTo>
                    <a:pt x="917" y="184739"/>
                  </a:lnTo>
                  <a:lnTo>
                    <a:pt x="1555" y="189987"/>
                  </a:lnTo>
                  <a:lnTo>
                    <a:pt x="2360" y="195212"/>
                  </a:lnTo>
                  <a:lnTo>
                    <a:pt x="3329" y="200408"/>
                  </a:lnTo>
                  <a:lnTo>
                    <a:pt x="4462" y="205572"/>
                  </a:lnTo>
                  <a:lnTo>
                    <a:pt x="5757" y="210697"/>
                  </a:lnTo>
                  <a:lnTo>
                    <a:pt x="7215" y="215779"/>
                  </a:lnTo>
                  <a:lnTo>
                    <a:pt x="8832" y="220812"/>
                  </a:lnTo>
                  <a:lnTo>
                    <a:pt x="10607" y="225791"/>
                  </a:lnTo>
                  <a:lnTo>
                    <a:pt x="12539" y="230712"/>
                  </a:lnTo>
                  <a:lnTo>
                    <a:pt x="14625" y="235569"/>
                  </a:lnTo>
                  <a:lnTo>
                    <a:pt x="16865" y="240358"/>
                  </a:lnTo>
                  <a:lnTo>
                    <a:pt x="19254" y="245073"/>
                  </a:lnTo>
                  <a:lnTo>
                    <a:pt x="21791" y="249711"/>
                  </a:lnTo>
                  <a:lnTo>
                    <a:pt x="24474" y="254266"/>
                  </a:lnTo>
                  <a:lnTo>
                    <a:pt x="27299" y="258734"/>
                  </a:lnTo>
                  <a:lnTo>
                    <a:pt x="30265" y="263111"/>
                  </a:lnTo>
                  <a:lnTo>
                    <a:pt x="33367" y="267391"/>
                  </a:lnTo>
                  <a:lnTo>
                    <a:pt x="36603" y="271571"/>
                  </a:lnTo>
                  <a:lnTo>
                    <a:pt x="39969" y="275647"/>
                  </a:lnTo>
                  <a:lnTo>
                    <a:pt x="43463" y="279615"/>
                  </a:lnTo>
                  <a:lnTo>
                    <a:pt x="47080" y="283470"/>
                  </a:lnTo>
                  <a:lnTo>
                    <a:pt x="50818" y="287208"/>
                  </a:lnTo>
                  <a:lnTo>
                    <a:pt x="54671" y="290827"/>
                  </a:lnTo>
                  <a:lnTo>
                    <a:pt x="58638" y="294322"/>
                  </a:lnTo>
                  <a:lnTo>
                    <a:pt x="62713" y="297690"/>
                  </a:lnTo>
                  <a:lnTo>
                    <a:pt x="66892" y="300927"/>
                  </a:lnTo>
                  <a:lnTo>
                    <a:pt x="71171" y="304030"/>
                  </a:lnTo>
                  <a:lnTo>
                    <a:pt x="75547" y="306997"/>
                  </a:lnTo>
                  <a:lnTo>
                    <a:pt x="80014" y="309824"/>
                  </a:lnTo>
                  <a:lnTo>
                    <a:pt x="84568" y="312508"/>
                  </a:lnTo>
                  <a:lnTo>
                    <a:pt x="89205" y="315046"/>
                  </a:lnTo>
                  <a:lnTo>
                    <a:pt x="93920" y="317437"/>
                  </a:lnTo>
                  <a:lnTo>
                    <a:pt x="98708" y="319678"/>
                  </a:lnTo>
                  <a:lnTo>
                    <a:pt x="103565" y="321766"/>
                  </a:lnTo>
                  <a:lnTo>
                    <a:pt x="108485" y="323699"/>
                  </a:lnTo>
                  <a:lnTo>
                    <a:pt x="113464" y="325476"/>
                  </a:lnTo>
                  <a:lnTo>
                    <a:pt x="118496" y="327095"/>
                  </a:lnTo>
                  <a:lnTo>
                    <a:pt x="123577" y="328554"/>
                  </a:lnTo>
                  <a:lnTo>
                    <a:pt x="128702" y="329851"/>
                  </a:lnTo>
                  <a:lnTo>
                    <a:pt x="133865" y="330986"/>
                  </a:lnTo>
                  <a:lnTo>
                    <a:pt x="139062" y="331956"/>
                  </a:lnTo>
                  <a:lnTo>
                    <a:pt x="144286" y="332762"/>
                  </a:lnTo>
                  <a:lnTo>
                    <a:pt x="149534" y="333403"/>
                  </a:lnTo>
                  <a:lnTo>
                    <a:pt x="154799" y="333877"/>
                  </a:lnTo>
                  <a:lnTo>
                    <a:pt x="160076" y="334184"/>
                  </a:lnTo>
                  <a:lnTo>
                    <a:pt x="165361" y="334325"/>
                  </a:lnTo>
                  <a:lnTo>
                    <a:pt x="170647" y="334298"/>
                  </a:lnTo>
                  <a:lnTo>
                    <a:pt x="175930" y="334104"/>
                  </a:lnTo>
                  <a:lnTo>
                    <a:pt x="181204" y="333743"/>
                  </a:lnTo>
                  <a:lnTo>
                    <a:pt x="186464" y="333216"/>
                  </a:lnTo>
                  <a:lnTo>
                    <a:pt x="191705" y="332522"/>
                  </a:lnTo>
                  <a:lnTo>
                    <a:pt x="196921" y="331663"/>
                  </a:lnTo>
                  <a:lnTo>
                    <a:pt x="202107" y="330640"/>
                  </a:lnTo>
                  <a:lnTo>
                    <a:pt x="207259" y="329453"/>
                  </a:lnTo>
                  <a:lnTo>
                    <a:pt x="212370" y="328104"/>
                  </a:lnTo>
                  <a:lnTo>
                    <a:pt x="217436" y="326594"/>
                  </a:lnTo>
                  <a:lnTo>
                    <a:pt x="222452" y="324925"/>
                  </a:lnTo>
                  <a:lnTo>
                    <a:pt x="227413" y="323097"/>
                  </a:lnTo>
                  <a:lnTo>
                    <a:pt x="232313" y="321114"/>
                  </a:lnTo>
                  <a:lnTo>
                    <a:pt x="237148" y="318977"/>
                  </a:lnTo>
                  <a:lnTo>
                    <a:pt x="241913" y="316688"/>
                  </a:lnTo>
                  <a:lnTo>
                    <a:pt x="246604" y="314250"/>
                  </a:lnTo>
                  <a:lnTo>
                    <a:pt x="251215" y="311664"/>
                  </a:lnTo>
                  <a:lnTo>
                    <a:pt x="255742" y="308934"/>
                  </a:lnTo>
                  <a:lnTo>
                    <a:pt x="260180" y="306062"/>
                  </a:lnTo>
                  <a:lnTo>
                    <a:pt x="264525" y="303051"/>
                  </a:lnTo>
                  <a:lnTo>
                    <a:pt x="268773" y="299905"/>
                  </a:lnTo>
                  <a:lnTo>
                    <a:pt x="272919" y="296625"/>
                  </a:lnTo>
                  <a:lnTo>
                    <a:pt x="276960" y="293216"/>
                  </a:lnTo>
                  <a:lnTo>
                    <a:pt x="280891" y="289682"/>
                  </a:lnTo>
                  <a:lnTo>
                    <a:pt x="284707" y="286024"/>
                  </a:lnTo>
                  <a:lnTo>
                    <a:pt x="288407" y="282248"/>
                  </a:lnTo>
                  <a:lnTo>
                    <a:pt x="291985" y="278357"/>
                  </a:lnTo>
                  <a:lnTo>
                    <a:pt x="295438" y="274354"/>
                  </a:lnTo>
                  <a:lnTo>
                    <a:pt x="298763" y="270244"/>
                  </a:lnTo>
                  <a:lnTo>
                    <a:pt x="301957" y="266031"/>
                  </a:lnTo>
                  <a:lnTo>
                    <a:pt x="305016" y="261720"/>
                  </a:lnTo>
                  <a:lnTo>
                    <a:pt x="307936" y="257313"/>
                  </a:lnTo>
                  <a:lnTo>
                    <a:pt x="310716" y="252817"/>
                  </a:lnTo>
                  <a:lnTo>
                    <a:pt x="313353" y="248235"/>
                  </a:lnTo>
                  <a:lnTo>
                    <a:pt x="315843" y="243572"/>
                  </a:lnTo>
                  <a:lnTo>
                    <a:pt x="318184" y="238832"/>
                  </a:lnTo>
                  <a:lnTo>
                    <a:pt x="320375" y="234021"/>
                  </a:lnTo>
                  <a:lnTo>
                    <a:pt x="322412" y="229143"/>
                  </a:lnTo>
                  <a:lnTo>
                    <a:pt x="324294" y="224203"/>
                  </a:lnTo>
                  <a:lnTo>
                    <a:pt x="326019" y="219206"/>
                  </a:lnTo>
                  <a:lnTo>
                    <a:pt x="327585" y="214157"/>
                  </a:lnTo>
                  <a:lnTo>
                    <a:pt x="328991" y="209061"/>
                  </a:lnTo>
                  <a:lnTo>
                    <a:pt x="330234" y="203923"/>
                  </a:lnTo>
                  <a:lnTo>
                    <a:pt x="331315" y="198748"/>
                  </a:lnTo>
                  <a:lnTo>
                    <a:pt x="332232" y="193542"/>
                  </a:lnTo>
                  <a:lnTo>
                    <a:pt x="332983" y="188309"/>
                  </a:lnTo>
                  <a:lnTo>
                    <a:pt x="333569" y="183055"/>
                  </a:lnTo>
                  <a:lnTo>
                    <a:pt x="333988" y="177785"/>
                  </a:lnTo>
                  <a:lnTo>
                    <a:pt x="334240" y="172505"/>
                  </a:lnTo>
                  <a:lnTo>
                    <a:pt x="334325" y="167219"/>
                  </a:lnTo>
                  <a:lnTo>
                    <a:pt x="334243" y="161933"/>
                  </a:lnTo>
                  <a:lnTo>
                    <a:pt x="333994" y="156653"/>
                  </a:lnTo>
                  <a:lnTo>
                    <a:pt x="333578" y="151383"/>
                  </a:lnTo>
                  <a:lnTo>
                    <a:pt x="332996" y="146129"/>
                  </a:lnTo>
                  <a:lnTo>
                    <a:pt x="332248" y="140895"/>
                  </a:lnTo>
                  <a:lnTo>
                    <a:pt x="331335" y="135688"/>
                  </a:lnTo>
                  <a:lnTo>
                    <a:pt x="330257" y="130513"/>
                  </a:lnTo>
                  <a:lnTo>
                    <a:pt x="329017" y="125374"/>
                  </a:lnTo>
                  <a:lnTo>
                    <a:pt x="327614" y="120277"/>
                  </a:lnTo>
                  <a:lnTo>
                    <a:pt x="326052" y="115227"/>
                  </a:lnTo>
                  <a:lnTo>
                    <a:pt x="324330" y="110229"/>
                  </a:lnTo>
                  <a:lnTo>
                    <a:pt x="322451" y="105288"/>
                  </a:lnTo>
                  <a:lnTo>
                    <a:pt x="320417" y="100408"/>
                  </a:lnTo>
                  <a:lnTo>
                    <a:pt x="318229" y="95596"/>
                  </a:lnTo>
                  <a:lnTo>
                    <a:pt x="315891" y="90855"/>
                  </a:lnTo>
                  <a:lnTo>
                    <a:pt x="313403" y="86190"/>
                  </a:lnTo>
                  <a:lnTo>
                    <a:pt x="310770" y="81607"/>
                  </a:lnTo>
                  <a:lnTo>
                    <a:pt x="307993" y="77108"/>
                  </a:lnTo>
                  <a:lnTo>
                    <a:pt x="305075" y="72700"/>
                  </a:lnTo>
                  <a:lnTo>
                    <a:pt x="302019" y="68387"/>
                  </a:lnTo>
                  <a:lnTo>
                    <a:pt x="298828" y="64172"/>
                  </a:lnTo>
                  <a:lnTo>
                    <a:pt x="295505" y="60060"/>
                  </a:lnTo>
                  <a:lnTo>
                    <a:pt x="292054" y="56055"/>
                  </a:lnTo>
                  <a:lnTo>
                    <a:pt x="288479" y="52162"/>
                  </a:lnTo>
                  <a:lnTo>
                    <a:pt x="284782" y="48383"/>
                  </a:lnTo>
                  <a:lnTo>
                    <a:pt x="280967" y="44723"/>
                  </a:lnTo>
                  <a:lnTo>
                    <a:pt x="277038" y="41186"/>
                  </a:lnTo>
                  <a:lnTo>
                    <a:pt x="273000" y="37775"/>
                  </a:lnTo>
                  <a:lnTo>
                    <a:pt x="268856" y="34493"/>
                  </a:lnTo>
                  <a:lnTo>
                    <a:pt x="264610" y="31343"/>
                  </a:lnTo>
                  <a:lnTo>
                    <a:pt x="260267" y="28330"/>
                  </a:lnTo>
                  <a:lnTo>
                    <a:pt x="255830" y="25455"/>
                  </a:lnTo>
                  <a:lnTo>
                    <a:pt x="251305" y="22722"/>
                  </a:lnTo>
                  <a:lnTo>
                    <a:pt x="246696" y="20134"/>
                  </a:lnTo>
                  <a:lnTo>
                    <a:pt x="242007" y="17693"/>
                  </a:lnTo>
                  <a:lnTo>
                    <a:pt x="237243" y="15401"/>
                  </a:lnTo>
                  <a:lnTo>
                    <a:pt x="232409" y="13260"/>
                  </a:lnTo>
                  <a:lnTo>
                    <a:pt x="227510" y="11274"/>
                  </a:lnTo>
                  <a:lnTo>
                    <a:pt x="222551" y="9444"/>
                  </a:lnTo>
                  <a:lnTo>
                    <a:pt x="217536" y="7771"/>
                  </a:lnTo>
                  <a:lnTo>
                    <a:pt x="212471" y="6258"/>
                  </a:lnTo>
                  <a:lnTo>
                    <a:pt x="207360" y="4906"/>
                  </a:lnTo>
                  <a:lnTo>
                    <a:pt x="202209" y="3716"/>
                  </a:lnTo>
                  <a:lnTo>
                    <a:pt x="197024" y="2689"/>
                  </a:lnTo>
                  <a:lnTo>
                    <a:pt x="191808" y="1827"/>
                  </a:lnTo>
                  <a:lnTo>
                    <a:pt x="186568" y="1130"/>
                  </a:lnTo>
                  <a:lnTo>
                    <a:pt x="181308" y="599"/>
                  </a:lnTo>
                  <a:lnTo>
                    <a:pt x="176034" y="235"/>
                  </a:lnTo>
                  <a:lnTo>
                    <a:pt x="170752" y="3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0"/>
              <a:ext cx="3593" cy="167167"/>
            </a:xfrm>
            <a:custGeom>
              <a:avLst/>
              <a:pathLst>
                <a:path w="3593" h="167167">
                  <a:moveTo>
                    <a:pt x="3593" y="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614129" y="4213821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2" y="334"/>
                  </a:lnTo>
                  <a:lnTo>
                    <a:pt x="151322" y="751"/>
                  </a:lnTo>
                  <a:lnTo>
                    <a:pt x="146068" y="1335"/>
                  </a:lnTo>
                  <a:lnTo>
                    <a:pt x="140835" y="2085"/>
                  </a:lnTo>
                  <a:lnTo>
                    <a:pt x="135628" y="3000"/>
                  </a:lnTo>
                  <a:lnTo>
                    <a:pt x="130453" y="4079"/>
                  </a:lnTo>
                  <a:lnTo>
                    <a:pt x="125315" y="5321"/>
                  </a:lnTo>
                  <a:lnTo>
                    <a:pt x="120218" y="6725"/>
                  </a:lnTo>
                  <a:lnTo>
                    <a:pt x="115168" y="8289"/>
                  </a:lnTo>
                  <a:lnTo>
                    <a:pt x="110171" y="10013"/>
                  </a:lnTo>
                  <a:lnTo>
                    <a:pt x="105230" y="11893"/>
                  </a:lnTo>
                  <a:lnTo>
                    <a:pt x="100352" y="13929"/>
                  </a:lnTo>
                  <a:lnTo>
                    <a:pt x="95540" y="16118"/>
                  </a:lnTo>
                  <a:lnTo>
                    <a:pt x="90799" y="18458"/>
                  </a:lnTo>
                  <a:lnTo>
                    <a:pt x="86135" y="20947"/>
                  </a:lnTo>
                  <a:lnTo>
                    <a:pt x="81553" y="23582"/>
                  </a:lnTo>
                  <a:lnTo>
                    <a:pt x="77055" y="26360"/>
                  </a:lnTo>
                  <a:lnTo>
                    <a:pt x="72648" y="29280"/>
                  </a:lnTo>
                  <a:lnTo>
                    <a:pt x="68336" y="32337"/>
                  </a:lnTo>
                  <a:lnTo>
                    <a:pt x="64122" y="35529"/>
                  </a:lnTo>
                  <a:lnTo>
                    <a:pt x="60011" y="38853"/>
                  </a:lnTo>
                  <a:lnTo>
                    <a:pt x="56007" y="42305"/>
                  </a:lnTo>
                  <a:lnTo>
                    <a:pt x="52115" y="45882"/>
                  </a:lnTo>
                  <a:lnTo>
                    <a:pt x="48337" y="49580"/>
                  </a:lnTo>
                  <a:lnTo>
                    <a:pt x="44679" y="53396"/>
                  </a:lnTo>
                  <a:lnTo>
                    <a:pt x="41143" y="57326"/>
                  </a:lnTo>
                  <a:lnTo>
                    <a:pt x="37732" y="61365"/>
                  </a:lnTo>
                  <a:lnTo>
                    <a:pt x="34452" y="65510"/>
                  </a:lnTo>
                  <a:lnTo>
                    <a:pt x="31304" y="69757"/>
                  </a:lnTo>
                  <a:lnTo>
                    <a:pt x="28292" y="74102"/>
                  </a:lnTo>
                  <a:lnTo>
                    <a:pt x="25419" y="78539"/>
                  </a:lnTo>
                  <a:lnTo>
                    <a:pt x="22687" y="83065"/>
                  </a:lnTo>
                  <a:lnTo>
                    <a:pt x="20100" y="87675"/>
                  </a:lnTo>
                  <a:lnTo>
                    <a:pt x="17660" y="92365"/>
                  </a:lnTo>
                  <a:lnTo>
                    <a:pt x="15370" y="97129"/>
                  </a:lnTo>
                  <a:lnTo>
                    <a:pt x="13231" y="101964"/>
                  </a:lnTo>
                  <a:lnTo>
                    <a:pt x="11246" y="106863"/>
                  </a:lnTo>
                  <a:lnTo>
                    <a:pt x="9417" y="111823"/>
                  </a:lnTo>
                  <a:lnTo>
                    <a:pt x="7746" y="116839"/>
                  </a:lnTo>
                  <a:lnTo>
                    <a:pt x="6235" y="121904"/>
                  </a:lnTo>
                  <a:lnTo>
                    <a:pt x="4884" y="127015"/>
                  </a:lnTo>
                  <a:lnTo>
                    <a:pt x="3696" y="132166"/>
                  </a:lnTo>
                  <a:lnTo>
                    <a:pt x="2671" y="137352"/>
                  </a:lnTo>
                  <a:lnTo>
                    <a:pt x="1810" y="142568"/>
                  </a:lnTo>
                  <a:lnTo>
                    <a:pt x="1115" y="147809"/>
                  </a:lnTo>
                  <a:lnTo>
                    <a:pt x="586" y="153069"/>
                  </a:lnTo>
                  <a:lnTo>
                    <a:pt x="223" y="158343"/>
                  </a:lnTo>
                  <a:lnTo>
                    <a:pt x="28" y="163625"/>
                  </a:lnTo>
                  <a:lnTo>
                    <a:pt x="0" y="168912"/>
                  </a:lnTo>
                  <a:lnTo>
                    <a:pt x="138" y="174196"/>
                  </a:lnTo>
                  <a:lnTo>
                    <a:pt x="444" y="179474"/>
                  </a:lnTo>
                  <a:lnTo>
                    <a:pt x="917" y="184739"/>
                  </a:lnTo>
                  <a:lnTo>
                    <a:pt x="1555" y="189987"/>
                  </a:lnTo>
                  <a:lnTo>
                    <a:pt x="2360" y="195212"/>
                  </a:lnTo>
                  <a:lnTo>
                    <a:pt x="3329" y="200408"/>
                  </a:lnTo>
                  <a:lnTo>
                    <a:pt x="4462" y="205572"/>
                  </a:lnTo>
                  <a:lnTo>
                    <a:pt x="5757" y="210697"/>
                  </a:lnTo>
                  <a:lnTo>
                    <a:pt x="7215" y="215779"/>
                  </a:lnTo>
                  <a:lnTo>
                    <a:pt x="8832" y="220812"/>
                  </a:lnTo>
                  <a:lnTo>
                    <a:pt x="10607" y="225791"/>
                  </a:lnTo>
                  <a:lnTo>
                    <a:pt x="12539" y="230712"/>
                  </a:lnTo>
                  <a:lnTo>
                    <a:pt x="14625" y="235569"/>
                  </a:lnTo>
                  <a:lnTo>
                    <a:pt x="16865" y="240358"/>
                  </a:lnTo>
                  <a:lnTo>
                    <a:pt x="19254" y="245073"/>
                  </a:lnTo>
                  <a:lnTo>
                    <a:pt x="21791" y="249711"/>
                  </a:lnTo>
                  <a:lnTo>
                    <a:pt x="24474" y="254266"/>
                  </a:lnTo>
                  <a:lnTo>
                    <a:pt x="27299" y="258734"/>
                  </a:lnTo>
                  <a:lnTo>
                    <a:pt x="30265" y="263111"/>
                  </a:lnTo>
                  <a:lnTo>
                    <a:pt x="33367" y="267391"/>
                  </a:lnTo>
                  <a:lnTo>
                    <a:pt x="36603" y="271571"/>
                  </a:lnTo>
                  <a:lnTo>
                    <a:pt x="39969" y="275647"/>
                  </a:lnTo>
                  <a:lnTo>
                    <a:pt x="43463" y="279615"/>
                  </a:lnTo>
                  <a:lnTo>
                    <a:pt x="47080" y="283470"/>
                  </a:lnTo>
                  <a:lnTo>
                    <a:pt x="50818" y="287208"/>
                  </a:lnTo>
                  <a:lnTo>
                    <a:pt x="54671" y="290827"/>
                  </a:lnTo>
                  <a:lnTo>
                    <a:pt x="58638" y="294322"/>
                  </a:lnTo>
                  <a:lnTo>
                    <a:pt x="62713" y="297690"/>
                  </a:lnTo>
                  <a:lnTo>
                    <a:pt x="66892" y="300927"/>
                  </a:lnTo>
                  <a:lnTo>
                    <a:pt x="71171" y="304030"/>
                  </a:lnTo>
                  <a:lnTo>
                    <a:pt x="75547" y="306997"/>
                  </a:lnTo>
                  <a:lnTo>
                    <a:pt x="80014" y="309824"/>
                  </a:lnTo>
                  <a:lnTo>
                    <a:pt x="84568" y="312508"/>
                  </a:lnTo>
                  <a:lnTo>
                    <a:pt x="89205" y="315046"/>
                  </a:lnTo>
                  <a:lnTo>
                    <a:pt x="93920" y="317437"/>
                  </a:lnTo>
                  <a:lnTo>
                    <a:pt x="98708" y="319678"/>
                  </a:lnTo>
                  <a:lnTo>
                    <a:pt x="103565" y="321766"/>
                  </a:lnTo>
                  <a:lnTo>
                    <a:pt x="108485" y="323699"/>
                  </a:lnTo>
                  <a:lnTo>
                    <a:pt x="113464" y="325476"/>
                  </a:lnTo>
                  <a:lnTo>
                    <a:pt x="118496" y="327095"/>
                  </a:lnTo>
                  <a:lnTo>
                    <a:pt x="123577" y="328554"/>
                  </a:lnTo>
                  <a:lnTo>
                    <a:pt x="128702" y="329851"/>
                  </a:lnTo>
                  <a:lnTo>
                    <a:pt x="133865" y="330986"/>
                  </a:lnTo>
                  <a:lnTo>
                    <a:pt x="139062" y="331956"/>
                  </a:lnTo>
                  <a:lnTo>
                    <a:pt x="144286" y="332762"/>
                  </a:lnTo>
                  <a:lnTo>
                    <a:pt x="149534" y="333403"/>
                  </a:lnTo>
                  <a:lnTo>
                    <a:pt x="154799" y="333877"/>
                  </a:lnTo>
                  <a:lnTo>
                    <a:pt x="160076" y="334184"/>
                  </a:lnTo>
                  <a:lnTo>
                    <a:pt x="165361" y="334325"/>
                  </a:lnTo>
                  <a:lnTo>
                    <a:pt x="170647" y="334298"/>
                  </a:lnTo>
                  <a:lnTo>
                    <a:pt x="175930" y="334104"/>
                  </a:lnTo>
                  <a:lnTo>
                    <a:pt x="181204" y="333743"/>
                  </a:lnTo>
                  <a:lnTo>
                    <a:pt x="186464" y="333216"/>
                  </a:lnTo>
                  <a:lnTo>
                    <a:pt x="191705" y="332522"/>
                  </a:lnTo>
                  <a:lnTo>
                    <a:pt x="196921" y="331663"/>
                  </a:lnTo>
                  <a:lnTo>
                    <a:pt x="202107" y="330640"/>
                  </a:lnTo>
                  <a:lnTo>
                    <a:pt x="207259" y="329453"/>
                  </a:lnTo>
                  <a:lnTo>
                    <a:pt x="212370" y="328104"/>
                  </a:lnTo>
                  <a:lnTo>
                    <a:pt x="217436" y="326594"/>
                  </a:lnTo>
                  <a:lnTo>
                    <a:pt x="222452" y="324925"/>
                  </a:lnTo>
                  <a:lnTo>
                    <a:pt x="227413" y="323097"/>
                  </a:lnTo>
                  <a:lnTo>
                    <a:pt x="232313" y="321114"/>
                  </a:lnTo>
                  <a:lnTo>
                    <a:pt x="237148" y="318977"/>
                  </a:lnTo>
                  <a:lnTo>
                    <a:pt x="241913" y="316688"/>
                  </a:lnTo>
                  <a:lnTo>
                    <a:pt x="246604" y="314250"/>
                  </a:lnTo>
                  <a:lnTo>
                    <a:pt x="251215" y="311664"/>
                  </a:lnTo>
                  <a:lnTo>
                    <a:pt x="255742" y="308934"/>
                  </a:lnTo>
                  <a:lnTo>
                    <a:pt x="260180" y="306062"/>
                  </a:lnTo>
                  <a:lnTo>
                    <a:pt x="264525" y="303051"/>
                  </a:lnTo>
                  <a:lnTo>
                    <a:pt x="268773" y="299905"/>
                  </a:lnTo>
                  <a:lnTo>
                    <a:pt x="272919" y="296625"/>
                  </a:lnTo>
                  <a:lnTo>
                    <a:pt x="276960" y="293216"/>
                  </a:lnTo>
                  <a:lnTo>
                    <a:pt x="280891" y="289682"/>
                  </a:lnTo>
                  <a:lnTo>
                    <a:pt x="284707" y="286024"/>
                  </a:lnTo>
                  <a:lnTo>
                    <a:pt x="288407" y="282248"/>
                  </a:lnTo>
                  <a:lnTo>
                    <a:pt x="291985" y="278357"/>
                  </a:lnTo>
                  <a:lnTo>
                    <a:pt x="295438" y="274354"/>
                  </a:lnTo>
                  <a:lnTo>
                    <a:pt x="298763" y="270244"/>
                  </a:lnTo>
                  <a:lnTo>
                    <a:pt x="301957" y="266031"/>
                  </a:lnTo>
                  <a:lnTo>
                    <a:pt x="305016" y="261720"/>
                  </a:lnTo>
                  <a:lnTo>
                    <a:pt x="307936" y="257313"/>
                  </a:lnTo>
                  <a:lnTo>
                    <a:pt x="310716" y="252817"/>
                  </a:lnTo>
                  <a:lnTo>
                    <a:pt x="313353" y="248235"/>
                  </a:lnTo>
                  <a:lnTo>
                    <a:pt x="315843" y="243572"/>
                  </a:lnTo>
                  <a:lnTo>
                    <a:pt x="318184" y="238832"/>
                  </a:lnTo>
                  <a:lnTo>
                    <a:pt x="320375" y="234021"/>
                  </a:lnTo>
                  <a:lnTo>
                    <a:pt x="322412" y="229143"/>
                  </a:lnTo>
                  <a:lnTo>
                    <a:pt x="324294" y="224203"/>
                  </a:lnTo>
                  <a:lnTo>
                    <a:pt x="326019" y="219206"/>
                  </a:lnTo>
                  <a:lnTo>
                    <a:pt x="327585" y="214157"/>
                  </a:lnTo>
                  <a:lnTo>
                    <a:pt x="328991" y="209061"/>
                  </a:lnTo>
                  <a:lnTo>
                    <a:pt x="330234" y="203923"/>
                  </a:lnTo>
                  <a:lnTo>
                    <a:pt x="331315" y="198748"/>
                  </a:lnTo>
                  <a:lnTo>
                    <a:pt x="332232" y="193542"/>
                  </a:lnTo>
                  <a:lnTo>
                    <a:pt x="332983" y="188309"/>
                  </a:lnTo>
                  <a:lnTo>
                    <a:pt x="333569" y="183055"/>
                  </a:lnTo>
                  <a:lnTo>
                    <a:pt x="333988" y="177785"/>
                  </a:lnTo>
                  <a:lnTo>
                    <a:pt x="334240" y="172505"/>
                  </a:lnTo>
                  <a:lnTo>
                    <a:pt x="334325" y="167219"/>
                  </a:lnTo>
                  <a:lnTo>
                    <a:pt x="334243" y="161933"/>
                  </a:lnTo>
                  <a:lnTo>
                    <a:pt x="333994" y="156653"/>
                  </a:lnTo>
                  <a:lnTo>
                    <a:pt x="333578" y="151383"/>
                  </a:lnTo>
                  <a:lnTo>
                    <a:pt x="332996" y="146129"/>
                  </a:lnTo>
                  <a:lnTo>
                    <a:pt x="332248" y="140895"/>
                  </a:lnTo>
                  <a:lnTo>
                    <a:pt x="331335" y="135688"/>
                  </a:lnTo>
                  <a:lnTo>
                    <a:pt x="330257" y="130513"/>
                  </a:lnTo>
                  <a:lnTo>
                    <a:pt x="329017" y="125374"/>
                  </a:lnTo>
                  <a:lnTo>
                    <a:pt x="327614" y="120277"/>
                  </a:lnTo>
                  <a:lnTo>
                    <a:pt x="326052" y="115227"/>
                  </a:lnTo>
                  <a:lnTo>
                    <a:pt x="324330" y="110229"/>
                  </a:lnTo>
                  <a:lnTo>
                    <a:pt x="322451" y="105288"/>
                  </a:lnTo>
                  <a:lnTo>
                    <a:pt x="320417" y="100408"/>
                  </a:lnTo>
                  <a:lnTo>
                    <a:pt x="318229" y="95596"/>
                  </a:lnTo>
                  <a:lnTo>
                    <a:pt x="315891" y="90855"/>
                  </a:lnTo>
                  <a:lnTo>
                    <a:pt x="313403" y="86190"/>
                  </a:lnTo>
                  <a:lnTo>
                    <a:pt x="310770" y="81607"/>
                  </a:lnTo>
                  <a:lnTo>
                    <a:pt x="307993" y="77108"/>
                  </a:lnTo>
                  <a:lnTo>
                    <a:pt x="305075" y="72700"/>
                  </a:lnTo>
                  <a:lnTo>
                    <a:pt x="302019" y="68387"/>
                  </a:lnTo>
                  <a:lnTo>
                    <a:pt x="298828" y="64172"/>
                  </a:lnTo>
                  <a:lnTo>
                    <a:pt x="295505" y="60060"/>
                  </a:lnTo>
                  <a:lnTo>
                    <a:pt x="292054" y="56055"/>
                  </a:lnTo>
                  <a:lnTo>
                    <a:pt x="288479" y="52162"/>
                  </a:lnTo>
                  <a:lnTo>
                    <a:pt x="284782" y="48383"/>
                  </a:lnTo>
                  <a:lnTo>
                    <a:pt x="280967" y="44723"/>
                  </a:lnTo>
                  <a:lnTo>
                    <a:pt x="277038" y="41186"/>
                  </a:lnTo>
                  <a:lnTo>
                    <a:pt x="273000" y="37775"/>
                  </a:lnTo>
                  <a:lnTo>
                    <a:pt x="268856" y="34493"/>
                  </a:lnTo>
                  <a:lnTo>
                    <a:pt x="264610" y="31343"/>
                  </a:lnTo>
                  <a:lnTo>
                    <a:pt x="260267" y="28330"/>
                  </a:lnTo>
                  <a:lnTo>
                    <a:pt x="255830" y="25455"/>
                  </a:lnTo>
                  <a:lnTo>
                    <a:pt x="251305" y="22722"/>
                  </a:lnTo>
                  <a:lnTo>
                    <a:pt x="246696" y="20134"/>
                  </a:lnTo>
                  <a:lnTo>
                    <a:pt x="242007" y="17693"/>
                  </a:lnTo>
                  <a:lnTo>
                    <a:pt x="237243" y="15401"/>
                  </a:lnTo>
                  <a:lnTo>
                    <a:pt x="232409" y="13260"/>
                  </a:lnTo>
                  <a:lnTo>
                    <a:pt x="227510" y="11274"/>
                  </a:lnTo>
                  <a:lnTo>
                    <a:pt x="222551" y="9444"/>
                  </a:lnTo>
                  <a:lnTo>
                    <a:pt x="217536" y="7771"/>
                  </a:lnTo>
                  <a:lnTo>
                    <a:pt x="212471" y="6258"/>
                  </a:lnTo>
                  <a:lnTo>
                    <a:pt x="207360" y="4906"/>
                  </a:lnTo>
                  <a:lnTo>
                    <a:pt x="202209" y="3716"/>
                  </a:lnTo>
                  <a:lnTo>
                    <a:pt x="197024" y="2689"/>
                  </a:lnTo>
                  <a:lnTo>
                    <a:pt x="191808" y="1827"/>
                  </a:lnTo>
                  <a:lnTo>
                    <a:pt x="186568" y="1130"/>
                  </a:lnTo>
                  <a:lnTo>
                    <a:pt x="181308" y="599"/>
                  </a:lnTo>
                  <a:lnTo>
                    <a:pt x="176034" y="235"/>
                  </a:lnTo>
                  <a:lnTo>
                    <a:pt x="170752" y="3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1"/>
              <a:ext cx="3593" cy="167167"/>
            </a:xfrm>
            <a:custGeom>
              <a:avLst/>
              <a:pathLst>
                <a:path w="3593" h="167167">
                  <a:moveTo>
                    <a:pt x="3593" y="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19370" y="4659281"/>
              <a:ext cx="167154" cy="175923"/>
            </a:xfrm>
            <a:custGeom>
              <a:avLst/>
              <a:pathLst>
                <a:path w="167154" h="175923">
                  <a:moveTo>
                    <a:pt x="167154" y="0"/>
                  </a:moveTo>
                  <a:lnTo>
                    <a:pt x="161728" y="88"/>
                  </a:lnTo>
                  <a:lnTo>
                    <a:pt x="156308" y="352"/>
                  </a:lnTo>
                  <a:lnTo>
                    <a:pt x="150899" y="792"/>
                  </a:lnTo>
                  <a:lnTo>
                    <a:pt x="145507" y="1407"/>
                  </a:lnTo>
                  <a:lnTo>
                    <a:pt x="140138" y="2197"/>
                  </a:lnTo>
                  <a:lnTo>
                    <a:pt x="134798" y="3161"/>
                  </a:lnTo>
                  <a:lnTo>
                    <a:pt x="129491" y="4297"/>
                  </a:lnTo>
                  <a:lnTo>
                    <a:pt x="124225" y="5606"/>
                  </a:lnTo>
                  <a:lnTo>
                    <a:pt x="119003" y="7084"/>
                  </a:lnTo>
                  <a:lnTo>
                    <a:pt x="113833" y="8731"/>
                  </a:lnTo>
                  <a:lnTo>
                    <a:pt x="108718" y="10546"/>
                  </a:lnTo>
                  <a:lnTo>
                    <a:pt x="103665" y="12525"/>
                  </a:lnTo>
                  <a:lnTo>
                    <a:pt x="98680" y="14667"/>
                  </a:lnTo>
                  <a:lnTo>
                    <a:pt x="93766" y="16970"/>
                  </a:lnTo>
                  <a:lnTo>
                    <a:pt x="88929" y="19431"/>
                  </a:lnTo>
                  <a:lnTo>
                    <a:pt x="84175" y="22048"/>
                  </a:lnTo>
                  <a:lnTo>
                    <a:pt x="79509" y="24818"/>
                  </a:lnTo>
                  <a:lnTo>
                    <a:pt x="74934" y="27738"/>
                  </a:lnTo>
                  <a:lnTo>
                    <a:pt x="70457" y="30804"/>
                  </a:lnTo>
                  <a:lnTo>
                    <a:pt x="66082" y="34015"/>
                  </a:lnTo>
                  <a:lnTo>
                    <a:pt x="61814" y="37366"/>
                  </a:lnTo>
                  <a:lnTo>
                    <a:pt x="57656" y="40853"/>
                  </a:lnTo>
                  <a:lnTo>
                    <a:pt x="53614" y="44474"/>
                  </a:lnTo>
                  <a:lnTo>
                    <a:pt x="49691" y="48224"/>
                  </a:lnTo>
                  <a:lnTo>
                    <a:pt x="45892" y="52099"/>
                  </a:lnTo>
                  <a:lnTo>
                    <a:pt x="42221" y="56096"/>
                  </a:lnTo>
                  <a:lnTo>
                    <a:pt x="38682" y="60209"/>
                  </a:lnTo>
                  <a:lnTo>
                    <a:pt x="35278" y="64436"/>
                  </a:lnTo>
                  <a:lnTo>
                    <a:pt x="32013" y="68770"/>
                  </a:lnTo>
                  <a:lnTo>
                    <a:pt x="28890" y="73209"/>
                  </a:lnTo>
                  <a:lnTo>
                    <a:pt x="25913" y="77746"/>
                  </a:lnTo>
                  <a:lnTo>
                    <a:pt x="23085" y="82377"/>
                  </a:lnTo>
                  <a:lnTo>
                    <a:pt x="20409" y="87098"/>
                  </a:lnTo>
                  <a:lnTo>
                    <a:pt x="17888" y="91904"/>
                  </a:lnTo>
                  <a:lnTo>
                    <a:pt x="15523" y="96788"/>
                  </a:lnTo>
                  <a:lnTo>
                    <a:pt x="13319" y="101747"/>
                  </a:lnTo>
                  <a:lnTo>
                    <a:pt x="11277" y="106775"/>
                  </a:lnTo>
                  <a:lnTo>
                    <a:pt x="9398" y="111866"/>
                  </a:lnTo>
                  <a:lnTo>
                    <a:pt x="7687" y="117016"/>
                  </a:lnTo>
                  <a:lnTo>
                    <a:pt x="6143" y="122218"/>
                  </a:lnTo>
                  <a:lnTo>
                    <a:pt x="4769" y="127468"/>
                  </a:lnTo>
                  <a:lnTo>
                    <a:pt x="3566" y="132760"/>
                  </a:lnTo>
                  <a:lnTo>
                    <a:pt x="2535" y="138087"/>
                  </a:lnTo>
                  <a:lnTo>
                    <a:pt x="1678" y="143446"/>
                  </a:lnTo>
                  <a:lnTo>
                    <a:pt x="995" y="148830"/>
                  </a:lnTo>
                  <a:lnTo>
                    <a:pt x="488" y="154233"/>
                  </a:lnTo>
                  <a:lnTo>
                    <a:pt x="156" y="159649"/>
                  </a:lnTo>
                  <a:lnTo>
                    <a:pt x="0" y="165073"/>
                  </a:lnTo>
                  <a:lnTo>
                    <a:pt x="20" y="170500"/>
                  </a:lnTo>
                  <a:lnTo>
                    <a:pt x="216" y="175923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19587" y="4826449"/>
              <a:ext cx="166937" cy="26616"/>
            </a:xfrm>
            <a:custGeom>
              <a:avLst/>
              <a:pathLst>
                <a:path w="166937" h="26616">
                  <a:moveTo>
                    <a:pt x="0" y="8756"/>
                  </a:moveTo>
                  <a:lnTo>
                    <a:pt x="711" y="17712"/>
                  </a:lnTo>
                  <a:lnTo>
                    <a:pt x="1903" y="26616"/>
                  </a:lnTo>
                  <a:lnTo>
                    <a:pt x="16693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1490" y="4659281"/>
              <a:ext cx="332192" cy="334326"/>
            </a:xfrm>
            <a:custGeom>
              <a:avLst/>
              <a:pathLst>
                <a:path w="332192" h="334326">
                  <a:moveTo>
                    <a:pt x="0" y="193783"/>
                  </a:moveTo>
                  <a:lnTo>
                    <a:pt x="930" y="199023"/>
                  </a:lnTo>
                  <a:lnTo>
                    <a:pt x="2027" y="204230"/>
                  </a:lnTo>
                  <a:lnTo>
                    <a:pt x="3290" y="209400"/>
                  </a:lnTo>
                  <a:lnTo>
                    <a:pt x="4716" y="214527"/>
                  </a:lnTo>
                  <a:lnTo>
                    <a:pt x="6305" y="219606"/>
                  </a:lnTo>
                  <a:lnTo>
                    <a:pt x="8054" y="224632"/>
                  </a:lnTo>
                  <a:lnTo>
                    <a:pt x="9963" y="229600"/>
                  </a:lnTo>
                  <a:lnTo>
                    <a:pt x="12029" y="234504"/>
                  </a:lnTo>
                  <a:lnTo>
                    <a:pt x="14250" y="239340"/>
                  </a:lnTo>
                  <a:lnTo>
                    <a:pt x="16623" y="244103"/>
                  </a:lnTo>
                  <a:lnTo>
                    <a:pt x="19147" y="248788"/>
                  </a:lnTo>
                  <a:lnTo>
                    <a:pt x="21819" y="253390"/>
                  </a:lnTo>
                  <a:lnTo>
                    <a:pt x="24636" y="257905"/>
                  </a:lnTo>
                  <a:lnTo>
                    <a:pt x="27596" y="262328"/>
                  </a:lnTo>
                  <a:lnTo>
                    <a:pt x="30694" y="266654"/>
                  </a:lnTo>
                  <a:lnTo>
                    <a:pt x="33929" y="270880"/>
                  </a:lnTo>
                  <a:lnTo>
                    <a:pt x="37297" y="275001"/>
                  </a:lnTo>
                  <a:lnTo>
                    <a:pt x="40794" y="279012"/>
                  </a:lnTo>
                  <a:lnTo>
                    <a:pt x="44417" y="282910"/>
                  </a:lnTo>
                  <a:lnTo>
                    <a:pt x="48162" y="286690"/>
                  </a:lnTo>
                  <a:lnTo>
                    <a:pt x="52026" y="290350"/>
                  </a:lnTo>
                  <a:lnTo>
                    <a:pt x="56004" y="293885"/>
                  </a:lnTo>
                  <a:lnTo>
                    <a:pt x="60093" y="297291"/>
                  </a:lnTo>
                  <a:lnTo>
                    <a:pt x="64288" y="300565"/>
                  </a:lnTo>
                  <a:lnTo>
                    <a:pt x="68585" y="303704"/>
                  </a:lnTo>
                  <a:lnTo>
                    <a:pt x="72980" y="306705"/>
                  </a:lnTo>
                  <a:lnTo>
                    <a:pt x="77468" y="309565"/>
                  </a:lnTo>
                  <a:lnTo>
                    <a:pt x="82045" y="312280"/>
                  </a:lnTo>
                  <a:lnTo>
                    <a:pt x="86706" y="314848"/>
                  </a:lnTo>
                  <a:lnTo>
                    <a:pt x="91446" y="317266"/>
                  </a:lnTo>
                  <a:lnTo>
                    <a:pt x="96261" y="319532"/>
                  </a:lnTo>
                  <a:lnTo>
                    <a:pt x="101146" y="321644"/>
                  </a:lnTo>
                  <a:lnTo>
                    <a:pt x="106095" y="323600"/>
                  </a:lnTo>
                  <a:lnTo>
                    <a:pt x="111105" y="325396"/>
                  </a:lnTo>
                  <a:lnTo>
                    <a:pt x="116168" y="327033"/>
                  </a:lnTo>
                  <a:lnTo>
                    <a:pt x="121282" y="328507"/>
                  </a:lnTo>
                  <a:lnTo>
                    <a:pt x="126439" y="329818"/>
                  </a:lnTo>
                  <a:lnTo>
                    <a:pt x="131636" y="330964"/>
                  </a:lnTo>
                  <a:lnTo>
                    <a:pt x="136867" y="331944"/>
                  </a:lnTo>
                  <a:lnTo>
                    <a:pt x="142126" y="332757"/>
                  </a:lnTo>
                  <a:lnTo>
                    <a:pt x="147408" y="333403"/>
                  </a:lnTo>
                  <a:lnTo>
                    <a:pt x="152709" y="333879"/>
                  </a:lnTo>
                  <a:lnTo>
                    <a:pt x="158021" y="334187"/>
                  </a:lnTo>
                  <a:lnTo>
                    <a:pt x="163341" y="334326"/>
                  </a:lnTo>
                  <a:lnTo>
                    <a:pt x="168663" y="334295"/>
                  </a:lnTo>
                  <a:lnTo>
                    <a:pt x="173981" y="334095"/>
                  </a:lnTo>
                  <a:lnTo>
                    <a:pt x="179289" y="333725"/>
                  </a:lnTo>
                  <a:lnTo>
                    <a:pt x="184584" y="333187"/>
                  </a:lnTo>
                  <a:lnTo>
                    <a:pt x="189858" y="332481"/>
                  </a:lnTo>
                  <a:lnTo>
                    <a:pt x="195108" y="331607"/>
                  </a:lnTo>
                  <a:lnTo>
                    <a:pt x="200327" y="330566"/>
                  </a:lnTo>
                  <a:lnTo>
                    <a:pt x="205510" y="329360"/>
                  </a:lnTo>
                  <a:lnTo>
                    <a:pt x="210652" y="327990"/>
                  </a:lnTo>
                  <a:lnTo>
                    <a:pt x="215748" y="326456"/>
                  </a:lnTo>
                  <a:lnTo>
                    <a:pt x="220792" y="324761"/>
                  </a:lnTo>
                  <a:lnTo>
                    <a:pt x="225780" y="322907"/>
                  </a:lnTo>
                  <a:lnTo>
                    <a:pt x="230707" y="320894"/>
                  </a:lnTo>
                  <a:lnTo>
                    <a:pt x="235567" y="318726"/>
                  </a:lnTo>
                  <a:lnTo>
                    <a:pt x="240355" y="316404"/>
                  </a:lnTo>
                  <a:lnTo>
                    <a:pt x="245067" y="313931"/>
                  </a:lnTo>
                  <a:lnTo>
                    <a:pt x="249698" y="311309"/>
                  </a:lnTo>
                  <a:lnTo>
                    <a:pt x="254243" y="308541"/>
                  </a:lnTo>
                  <a:lnTo>
                    <a:pt x="258698" y="305630"/>
                  </a:lnTo>
                  <a:lnTo>
                    <a:pt x="263058" y="302579"/>
                  </a:lnTo>
                  <a:lnTo>
                    <a:pt x="267318" y="299390"/>
                  </a:lnTo>
                  <a:lnTo>
                    <a:pt x="271475" y="296067"/>
                  </a:lnTo>
                  <a:lnTo>
                    <a:pt x="275524" y="292614"/>
                  </a:lnTo>
                  <a:lnTo>
                    <a:pt x="279461" y="289033"/>
                  </a:lnTo>
                  <a:lnTo>
                    <a:pt x="283282" y="285329"/>
                  </a:lnTo>
                  <a:lnTo>
                    <a:pt x="286984" y="281506"/>
                  </a:lnTo>
                  <a:lnTo>
                    <a:pt x="290561" y="277566"/>
                  </a:lnTo>
                  <a:lnTo>
                    <a:pt x="294012" y="273515"/>
                  </a:lnTo>
                  <a:lnTo>
                    <a:pt x="297331" y="269355"/>
                  </a:lnTo>
                  <a:lnTo>
                    <a:pt x="300517" y="265093"/>
                  </a:lnTo>
                  <a:lnTo>
                    <a:pt x="303565" y="260730"/>
                  </a:lnTo>
                  <a:lnTo>
                    <a:pt x="306473" y="256274"/>
                  </a:lnTo>
                  <a:lnTo>
                    <a:pt x="309238" y="251726"/>
                  </a:lnTo>
                  <a:lnTo>
                    <a:pt x="311856" y="247094"/>
                  </a:lnTo>
                  <a:lnTo>
                    <a:pt x="314326" y="242380"/>
                  </a:lnTo>
                  <a:lnTo>
                    <a:pt x="316644" y="237590"/>
                  </a:lnTo>
                  <a:lnTo>
                    <a:pt x="318809" y="232728"/>
                  </a:lnTo>
                  <a:lnTo>
                    <a:pt x="320818" y="227800"/>
                  </a:lnTo>
                  <a:lnTo>
                    <a:pt x="322669" y="222811"/>
                  </a:lnTo>
                  <a:lnTo>
                    <a:pt x="324360" y="217765"/>
                  </a:lnTo>
                  <a:lnTo>
                    <a:pt x="325890" y="212668"/>
                  </a:lnTo>
                  <a:lnTo>
                    <a:pt x="327257" y="207525"/>
                  </a:lnTo>
                  <a:lnTo>
                    <a:pt x="328459" y="202341"/>
                  </a:lnTo>
                  <a:lnTo>
                    <a:pt x="329496" y="197121"/>
                  </a:lnTo>
                  <a:lnTo>
                    <a:pt x="330366" y="191871"/>
                  </a:lnTo>
                  <a:lnTo>
                    <a:pt x="331069" y="186596"/>
                  </a:lnTo>
                  <a:lnTo>
                    <a:pt x="331603" y="181301"/>
                  </a:lnTo>
                  <a:lnTo>
                    <a:pt x="331969" y="175992"/>
                  </a:lnTo>
                  <a:lnTo>
                    <a:pt x="332165" y="170674"/>
                  </a:lnTo>
                  <a:lnTo>
                    <a:pt x="332192" y="165353"/>
                  </a:lnTo>
                  <a:lnTo>
                    <a:pt x="332050" y="160033"/>
                  </a:lnTo>
                  <a:lnTo>
                    <a:pt x="331738" y="154720"/>
                  </a:lnTo>
                  <a:lnTo>
                    <a:pt x="331257" y="149421"/>
                  </a:lnTo>
                  <a:lnTo>
                    <a:pt x="330608" y="144139"/>
                  </a:lnTo>
                  <a:lnTo>
                    <a:pt x="329791" y="138880"/>
                  </a:lnTo>
                  <a:lnTo>
                    <a:pt x="328807" y="133650"/>
                  </a:lnTo>
                  <a:lnTo>
                    <a:pt x="327658" y="128454"/>
                  </a:lnTo>
                  <a:lnTo>
                    <a:pt x="326343" y="123298"/>
                  </a:lnTo>
                  <a:lnTo>
                    <a:pt x="324865" y="118185"/>
                  </a:lnTo>
                  <a:lnTo>
                    <a:pt x="323225" y="113123"/>
                  </a:lnTo>
                  <a:lnTo>
                    <a:pt x="321424" y="108115"/>
                  </a:lnTo>
                  <a:lnTo>
                    <a:pt x="319465" y="103167"/>
                  </a:lnTo>
                  <a:lnTo>
                    <a:pt x="317350" y="98284"/>
                  </a:lnTo>
                  <a:lnTo>
                    <a:pt x="315080" y="93470"/>
                  </a:lnTo>
                  <a:lnTo>
                    <a:pt x="312658" y="88732"/>
                  </a:lnTo>
                  <a:lnTo>
                    <a:pt x="310087" y="84073"/>
                  </a:lnTo>
                  <a:lnTo>
                    <a:pt x="307369" y="79498"/>
                  </a:lnTo>
                  <a:lnTo>
                    <a:pt x="304506" y="75011"/>
                  </a:lnTo>
                  <a:lnTo>
                    <a:pt x="301502" y="70619"/>
                  </a:lnTo>
                  <a:lnTo>
                    <a:pt x="298360" y="66324"/>
                  </a:lnTo>
                  <a:lnTo>
                    <a:pt x="295082" y="62131"/>
                  </a:lnTo>
                  <a:lnTo>
                    <a:pt x="291673" y="58045"/>
                  </a:lnTo>
                  <a:lnTo>
                    <a:pt x="288136" y="54069"/>
                  </a:lnTo>
                  <a:lnTo>
                    <a:pt x="284473" y="50208"/>
                  </a:lnTo>
                  <a:lnTo>
                    <a:pt x="280690" y="46466"/>
                  </a:lnTo>
                  <a:lnTo>
                    <a:pt x="276789" y="42846"/>
                  </a:lnTo>
                  <a:lnTo>
                    <a:pt x="272776" y="39351"/>
                  </a:lnTo>
                  <a:lnTo>
                    <a:pt x="268653" y="35987"/>
                  </a:lnTo>
                  <a:lnTo>
                    <a:pt x="264425" y="32755"/>
                  </a:lnTo>
                  <a:lnTo>
                    <a:pt x="260096" y="29660"/>
                  </a:lnTo>
                  <a:lnTo>
                    <a:pt x="255671" y="26703"/>
                  </a:lnTo>
                  <a:lnTo>
                    <a:pt x="251154" y="23890"/>
                  </a:lnTo>
                  <a:lnTo>
                    <a:pt x="246550" y="21221"/>
                  </a:lnTo>
                  <a:lnTo>
                    <a:pt x="241863" y="18700"/>
                  </a:lnTo>
                  <a:lnTo>
                    <a:pt x="237098" y="16330"/>
                  </a:lnTo>
                  <a:lnTo>
                    <a:pt x="232261" y="14113"/>
                  </a:lnTo>
                  <a:lnTo>
                    <a:pt x="227355" y="12050"/>
                  </a:lnTo>
                  <a:lnTo>
                    <a:pt x="222386" y="10145"/>
                  </a:lnTo>
                  <a:lnTo>
                    <a:pt x="217359" y="8399"/>
                  </a:lnTo>
                  <a:lnTo>
                    <a:pt x="212279" y="6814"/>
                  </a:lnTo>
                  <a:lnTo>
                    <a:pt x="207151" y="5392"/>
                  </a:lnTo>
                  <a:lnTo>
                    <a:pt x="201980" y="4133"/>
                  </a:lnTo>
                  <a:lnTo>
                    <a:pt x="196772" y="3040"/>
                  </a:lnTo>
                  <a:lnTo>
                    <a:pt x="191532" y="2113"/>
                  </a:lnTo>
                  <a:lnTo>
                    <a:pt x="186264" y="1353"/>
                  </a:lnTo>
                  <a:lnTo>
                    <a:pt x="180976" y="761"/>
                  </a:lnTo>
                  <a:lnTo>
                    <a:pt x="175671" y="338"/>
                  </a:lnTo>
                  <a:lnTo>
                    <a:pt x="170355" y="84"/>
                  </a:lnTo>
                  <a:lnTo>
                    <a:pt x="165034" y="0"/>
                  </a:lnTo>
                  <a:lnTo>
                    <a:pt x="16503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5127" y="5018213"/>
              <a:ext cx="3593" cy="167167"/>
            </a:xfrm>
            <a:custGeom>
              <a:avLst/>
              <a:pathLst>
                <a:path w="3593" h="167167">
                  <a:moveTo>
                    <a:pt x="3593" y="0"/>
                  </a:moveTo>
                  <a:lnTo>
                    <a:pt x="0" y="38"/>
                  </a:lnTo>
                  <a:lnTo>
                    <a:pt x="359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5127" y="5018251"/>
              <a:ext cx="3593" cy="167128"/>
            </a:xfrm>
            <a:custGeom>
              <a:avLst/>
              <a:pathLst>
                <a:path w="3593" h="167128">
                  <a:moveTo>
                    <a:pt x="0" y="0"/>
                  </a:moveTo>
                  <a:lnTo>
                    <a:pt x="3593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5127" y="5018251"/>
              <a:ext cx="3593" cy="167128"/>
            </a:xfrm>
            <a:custGeom>
              <a:avLst/>
              <a:pathLst>
                <a:path w="3593" h="167128">
                  <a:moveTo>
                    <a:pt x="0" y="0"/>
                  </a:moveTo>
                  <a:lnTo>
                    <a:pt x="3593" y="167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5127" y="5018251"/>
              <a:ext cx="3593" cy="167128"/>
            </a:xfrm>
            <a:custGeom>
              <a:avLst/>
              <a:pathLst>
                <a:path w="3593" h="167128">
                  <a:moveTo>
                    <a:pt x="0" y="0"/>
                  </a:moveTo>
                  <a:lnTo>
                    <a:pt x="3593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5127" y="5018251"/>
              <a:ext cx="3593" cy="167128"/>
            </a:xfrm>
            <a:custGeom>
              <a:avLst/>
              <a:pathLst>
                <a:path w="3593" h="167128">
                  <a:moveTo>
                    <a:pt x="0" y="0"/>
                  </a:moveTo>
                  <a:lnTo>
                    <a:pt x="3593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5127" y="5018251"/>
              <a:ext cx="3593" cy="167128"/>
            </a:xfrm>
            <a:custGeom>
              <a:avLst/>
              <a:pathLst>
                <a:path w="3593" h="167128">
                  <a:moveTo>
                    <a:pt x="0" y="0"/>
                  </a:moveTo>
                  <a:lnTo>
                    <a:pt x="3593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5127" y="5018251"/>
              <a:ext cx="3593" cy="167128"/>
            </a:xfrm>
            <a:custGeom>
              <a:avLst/>
              <a:pathLst>
                <a:path w="3593" h="167128">
                  <a:moveTo>
                    <a:pt x="0" y="0"/>
                  </a:moveTo>
                  <a:lnTo>
                    <a:pt x="3593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5127" y="5018251"/>
              <a:ext cx="3593" cy="167128"/>
            </a:xfrm>
            <a:custGeom>
              <a:avLst/>
              <a:pathLst>
                <a:path w="3593" h="167128">
                  <a:moveTo>
                    <a:pt x="0" y="0"/>
                  </a:moveTo>
                  <a:lnTo>
                    <a:pt x="3593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5127" y="5018251"/>
              <a:ext cx="3593" cy="167128"/>
            </a:xfrm>
            <a:custGeom>
              <a:avLst/>
              <a:pathLst>
                <a:path w="3593" h="167128">
                  <a:moveTo>
                    <a:pt x="0" y="0"/>
                  </a:moveTo>
                  <a:lnTo>
                    <a:pt x="3593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321553" y="5018251"/>
              <a:ext cx="334330" cy="334282"/>
            </a:xfrm>
            <a:custGeom>
              <a:avLst/>
              <a:pathLst>
                <a:path w="334330" h="334282">
                  <a:moveTo>
                    <a:pt x="163573" y="0"/>
                  </a:moveTo>
                  <a:lnTo>
                    <a:pt x="158287" y="197"/>
                  </a:lnTo>
                  <a:lnTo>
                    <a:pt x="153010" y="561"/>
                  </a:lnTo>
                  <a:lnTo>
                    <a:pt x="147746" y="1093"/>
                  </a:lnTo>
                  <a:lnTo>
                    <a:pt x="142503" y="1790"/>
                  </a:lnTo>
                  <a:lnTo>
                    <a:pt x="137284" y="2654"/>
                  </a:lnTo>
                  <a:lnTo>
                    <a:pt x="132095" y="3681"/>
                  </a:lnTo>
                  <a:lnTo>
                    <a:pt x="126941" y="4873"/>
                  </a:lnTo>
                  <a:lnTo>
                    <a:pt x="121827" y="6227"/>
                  </a:lnTo>
                  <a:lnTo>
                    <a:pt x="116759" y="7742"/>
                  </a:lnTo>
                  <a:lnTo>
                    <a:pt x="111741" y="9417"/>
                  </a:lnTo>
                  <a:lnTo>
                    <a:pt x="106778" y="11250"/>
                  </a:lnTo>
                  <a:lnTo>
                    <a:pt x="101877" y="13238"/>
                  </a:lnTo>
                  <a:lnTo>
                    <a:pt x="97040" y="15381"/>
                  </a:lnTo>
                  <a:lnTo>
                    <a:pt x="92274" y="17676"/>
                  </a:lnTo>
                  <a:lnTo>
                    <a:pt x="87583" y="20120"/>
                  </a:lnTo>
                  <a:lnTo>
                    <a:pt x="82971" y="22712"/>
                  </a:lnTo>
                  <a:lnTo>
                    <a:pt x="78444" y="25448"/>
                  </a:lnTo>
                  <a:lnTo>
                    <a:pt x="74005" y="28327"/>
                  </a:lnTo>
                  <a:lnTo>
                    <a:pt x="69660" y="31344"/>
                  </a:lnTo>
                  <a:lnTo>
                    <a:pt x="65413" y="34497"/>
                  </a:lnTo>
                  <a:lnTo>
                    <a:pt x="61267" y="37783"/>
                  </a:lnTo>
                  <a:lnTo>
                    <a:pt x="57228" y="41198"/>
                  </a:lnTo>
                  <a:lnTo>
                    <a:pt x="53298" y="44740"/>
                  </a:lnTo>
                  <a:lnTo>
                    <a:pt x="49483" y="48404"/>
                  </a:lnTo>
                  <a:lnTo>
                    <a:pt x="45785" y="52187"/>
                  </a:lnTo>
                  <a:lnTo>
                    <a:pt x="42209" y="56085"/>
                  </a:lnTo>
                  <a:lnTo>
                    <a:pt x="38758" y="60094"/>
                  </a:lnTo>
                  <a:lnTo>
                    <a:pt x="35436" y="64211"/>
                  </a:lnTo>
                  <a:lnTo>
                    <a:pt x="32246" y="68430"/>
                  </a:lnTo>
                  <a:lnTo>
                    <a:pt x="29190" y="72749"/>
                  </a:lnTo>
                  <a:lnTo>
                    <a:pt x="26273" y="77162"/>
                  </a:lnTo>
                  <a:lnTo>
                    <a:pt x="23497" y="81665"/>
                  </a:lnTo>
                  <a:lnTo>
                    <a:pt x="20865" y="86253"/>
                  </a:lnTo>
                  <a:lnTo>
                    <a:pt x="18379" y="90923"/>
                  </a:lnTo>
                  <a:lnTo>
                    <a:pt x="16043" y="95669"/>
                  </a:lnTo>
                  <a:lnTo>
                    <a:pt x="13857" y="100486"/>
                  </a:lnTo>
                  <a:lnTo>
                    <a:pt x="11826" y="105370"/>
                  </a:lnTo>
                  <a:lnTo>
                    <a:pt x="9949" y="110316"/>
                  </a:lnTo>
                  <a:lnTo>
                    <a:pt x="8230" y="115319"/>
                  </a:lnTo>
                  <a:lnTo>
                    <a:pt x="6671" y="120374"/>
                  </a:lnTo>
                  <a:lnTo>
                    <a:pt x="5272" y="125475"/>
                  </a:lnTo>
                  <a:lnTo>
                    <a:pt x="4035" y="130619"/>
                  </a:lnTo>
                  <a:lnTo>
                    <a:pt x="2961" y="135798"/>
                  </a:lnTo>
                  <a:lnTo>
                    <a:pt x="2052" y="141010"/>
                  </a:lnTo>
                  <a:lnTo>
                    <a:pt x="1309" y="146247"/>
                  </a:lnTo>
                  <a:lnTo>
                    <a:pt x="731" y="151505"/>
                  </a:lnTo>
                  <a:lnTo>
                    <a:pt x="320" y="156779"/>
                  </a:lnTo>
                  <a:lnTo>
                    <a:pt x="76" y="162064"/>
                  </a:lnTo>
                  <a:lnTo>
                    <a:pt x="0" y="167353"/>
                  </a:lnTo>
                  <a:lnTo>
                    <a:pt x="90" y="172642"/>
                  </a:lnTo>
                  <a:lnTo>
                    <a:pt x="348" y="177926"/>
                  </a:lnTo>
                  <a:lnTo>
                    <a:pt x="774" y="183198"/>
                  </a:lnTo>
                  <a:lnTo>
                    <a:pt x="1365" y="188455"/>
                  </a:lnTo>
                  <a:lnTo>
                    <a:pt x="2123" y="193691"/>
                  </a:lnTo>
                  <a:lnTo>
                    <a:pt x="3046" y="198899"/>
                  </a:lnTo>
                  <a:lnTo>
                    <a:pt x="4134" y="204076"/>
                  </a:lnTo>
                  <a:lnTo>
                    <a:pt x="5384" y="209216"/>
                  </a:lnTo>
                  <a:lnTo>
                    <a:pt x="6797" y="214314"/>
                  </a:lnTo>
                  <a:lnTo>
                    <a:pt x="8370" y="219365"/>
                  </a:lnTo>
                  <a:lnTo>
                    <a:pt x="10103" y="224363"/>
                  </a:lnTo>
                  <a:lnTo>
                    <a:pt x="11992" y="229304"/>
                  </a:lnTo>
                  <a:lnTo>
                    <a:pt x="14037" y="234182"/>
                  </a:lnTo>
                  <a:lnTo>
                    <a:pt x="16235" y="238994"/>
                  </a:lnTo>
                  <a:lnTo>
                    <a:pt x="18585" y="243733"/>
                  </a:lnTo>
                  <a:lnTo>
                    <a:pt x="21083" y="248396"/>
                  </a:lnTo>
                  <a:lnTo>
                    <a:pt x="23728" y="252978"/>
                  </a:lnTo>
                  <a:lnTo>
                    <a:pt x="26516" y="257473"/>
                  </a:lnTo>
                  <a:lnTo>
                    <a:pt x="29445" y="261878"/>
                  </a:lnTo>
                  <a:lnTo>
                    <a:pt x="32512" y="266188"/>
                  </a:lnTo>
                  <a:lnTo>
                    <a:pt x="35713" y="270399"/>
                  </a:lnTo>
                  <a:lnTo>
                    <a:pt x="39047" y="274507"/>
                  </a:lnTo>
                  <a:lnTo>
                    <a:pt x="42508" y="278507"/>
                  </a:lnTo>
                  <a:lnTo>
                    <a:pt x="46095" y="282395"/>
                  </a:lnTo>
                  <a:lnTo>
                    <a:pt x="49802" y="286168"/>
                  </a:lnTo>
                  <a:lnTo>
                    <a:pt x="53628" y="289822"/>
                  </a:lnTo>
                  <a:lnTo>
                    <a:pt x="57567" y="293353"/>
                  </a:lnTo>
                  <a:lnTo>
                    <a:pt x="61615" y="296758"/>
                  </a:lnTo>
                  <a:lnTo>
                    <a:pt x="65770" y="300033"/>
                  </a:lnTo>
                  <a:lnTo>
                    <a:pt x="70026" y="303174"/>
                  </a:lnTo>
                  <a:lnTo>
                    <a:pt x="74379" y="306180"/>
                  </a:lnTo>
                  <a:lnTo>
                    <a:pt x="78825" y="309046"/>
                  </a:lnTo>
                  <a:lnTo>
                    <a:pt x="83360" y="311770"/>
                  </a:lnTo>
                  <a:lnTo>
                    <a:pt x="87978" y="314350"/>
                  </a:lnTo>
                  <a:lnTo>
                    <a:pt x="92676" y="316781"/>
                  </a:lnTo>
                  <a:lnTo>
                    <a:pt x="97448" y="319063"/>
                  </a:lnTo>
                  <a:lnTo>
                    <a:pt x="102290" y="321193"/>
                  </a:lnTo>
                  <a:lnTo>
                    <a:pt x="107198" y="323169"/>
                  </a:lnTo>
                  <a:lnTo>
                    <a:pt x="112165" y="324988"/>
                  </a:lnTo>
                  <a:lnTo>
                    <a:pt x="117187" y="326649"/>
                  </a:lnTo>
                  <a:lnTo>
                    <a:pt x="122259" y="328151"/>
                  </a:lnTo>
                  <a:lnTo>
                    <a:pt x="127377" y="329491"/>
                  </a:lnTo>
                  <a:lnTo>
                    <a:pt x="132534" y="330669"/>
                  </a:lnTo>
                  <a:lnTo>
                    <a:pt x="137726" y="331683"/>
                  </a:lnTo>
                  <a:lnTo>
                    <a:pt x="142947" y="332532"/>
                  </a:lnTo>
                  <a:lnTo>
                    <a:pt x="148193" y="333215"/>
                  </a:lnTo>
                  <a:lnTo>
                    <a:pt x="153457" y="333733"/>
                  </a:lnTo>
                  <a:lnTo>
                    <a:pt x="158735" y="334083"/>
                  </a:lnTo>
                  <a:lnTo>
                    <a:pt x="164022" y="334266"/>
                  </a:lnTo>
                  <a:lnTo>
                    <a:pt x="169312" y="334282"/>
                  </a:lnTo>
                  <a:lnTo>
                    <a:pt x="174600" y="334130"/>
                  </a:lnTo>
                  <a:lnTo>
                    <a:pt x="179880" y="333812"/>
                  </a:lnTo>
                  <a:lnTo>
                    <a:pt x="185148" y="333326"/>
                  </a:lnTo>
                  <a:lnTo>
                    <a:pt x="190397" y="332674"/>
                  </a:lnTo>
                  <a:lnTo>
                    <a:pt x="195624" y="331856"/>
                  </a:lnTo>
                  <a:lnTo>
                    <a:pt x="200821" y="330873"/>
                  </a:lnTo>
                  <a:lnTo>
                    <a:pt x="205986" y="329726"/>
                  </a:lnTo>
                  <a:lnTo>
                    <a:pt x="211111" y="328417"/>
                  </a:lnTo>
                  <a:lnTo>
                    <a:pt x="216192" y="326945"/>
                  </a:lnTo>
                  <a:lnTo>
                    <a:pt x="221224" y="325314"/>
                  </a:lnTo>
                  <a:lnTo>
                    <a:pt x="226202" y="323525"/>
                  </a:lnTo>
                  <a:lnTo>
                    <a:pt x="231121" y="321578"/>
                  </a:lnTo>
                  <a:lnTo>
                    <a:pt x="235976" y="319477"/>
                  </a:lnTo>
                  <a:lnTo>
                    <a:pt x="240762" y="317224"/>
                  </a:lnTo>
                  <a:lnTo>
                    <a:pt x="245474" y="314820"/>
                  </a:lnTo>
                  <a:lnTo>
                    <a:pt x="250108" y="312269"/>
                  </a:lnTo>
                  <a:lnTo>
                    <a:pt x="254659" y="309572"/>
                  </a:lnTo>
                  <a:lnTo>
                    <a:pt x="259122" y="306732"/>
                  </a:lnTo>
                  <a:lnTo>
                    <a:pt x="263493" y="303753"/>
                  </a:lnTo>
                  <a:lnTo>
                    <a:pt x="267768" y="300637"/>
                  </a:lnTo>
                  <a:lnTo>
                    <a:pt x="271941" y="297387"/>
                  </a:lnTo>
                  <a:lnTo>
                    <a:pt x="276010" y="294006"/>
                  </a:lnTo>
                  <a:lnTo>
                    <a:pt x="279970" y="290499"/>
                  </a:lnTo>
                  <a:lnTo>
                    <a:pt x="283817" y="286868"/>
                  </a:lnTo>
                  <a:lnTo>
                    <a:pt x="287548" y="283117"/>
                  </a:lnTo>
                  <a:lnTo>
                    <a:pt x="291157" y="279250"/>
                  </a:lnTo>
                  <a:lnTo>
                    <a:pt x="294643" y="275271"/>
                  </a:lnTo>
                  <a:lnTo>
                    <a:pt x="298001" y="271183"/>
                  </a:lnTo>
                  <a:lnTo>
                    <a:pt x="301227" y="266992"/>
                  </a:lnTo>
                  <a:lnTo>
                    <a:pt x="304320" y="262700"/>
                  </a:lnTo>
                  <a:lnTo>
                    <a:pt x="307275" y="258312"/>
                  </a:lnTo>
                  <a:lnTo>
                    <a:pt x="310090" y="253834"/>
                  </a:lnTo>
                  <a:lnTo>
                    <a:pt x="312762" y="249268"/>
                  </a:lnTo>
                  <a:lnTo>
                    <a:pt x="315288" y="244620"/>
                  </a:lnTo>
                  <a:lnTo>
                    <a:pt x="317666" y="239895"/>
                  </a:lnTo>
                  <a:lnTo>
                    <a:pt x="319893" y="235097"/>
                  </a:lnTo>
                  <a:lnTo>
                    <a:pt x="321967" y="230230"/>
                  </a:lnTo>
                  <a:lnTo>
                    <a:pt x="323886" y="225301"/>
                  </a:lnTo>
                  <a:lnTo>
                    <a:pt x="325648" y="220313"/>
                  </a:lnTo>
                  <a:lnTo>
                    <a:pt x="327252" y="215272"/>
                  </a:lnTo>
                  <a:lnTo>
                    <a:pt x="328695" y="210183"/>
                  </a:lnTo>
                  <a:lnTo>
                    <a:pt x="329976" y="205050"/>
                  </a:lnTo>
                  <a:lnTo>
                    <a:pt x="331094" y="199880"/>
                  </a:lnTo>
                  <a:lnTo>
                    <a:pt x="332049" y="194677"/>
                  </a:lnTo>
                  <a:lnTo>
                    <a:pt x="332838" y="189446"/>
                  </a:lnTo>
                  <a:lnTo>
                    <a:pt x="333461" y="184193"/>
                  </a:lnTo>
                  <a:lnTo>
                    <a:pt x="333918" y="178923"/>
                  </a:lnTo>
                  <a:lnTo>
                    <a:pt x="334207" y="173641"/>
                  </a:lnTo>
                  <a:lnTo>
                    <a:pt x="334330" y="168352"/>
                  </a:lnTo>
                  <a:lnTo>
                    <a:pt x="334285" y="163063"/>
                  </a:lnTo>
                  <a:lnTo>
                    <a:pt x="334072" y="157777"/>
                  </a:lnTo>
                  <a:lnTo>
                    <a:pt x="333693" y="152501"/>
                  </a:lnTo>
                  <a:lnTo>
                    <a:pt x="333147" y="147239"/>
                  </a:lnTo>
                  <a:lnTo>
                    <a:pt x="332434" y="141997"/>
                  </a:lnTo>
                  <a:lnTo>
                    <a:pt x="331556" y="136781"/>
                  </a:lnTo>
                  <a:lnTo>
                    <a:pt x="330514" y="131595"/>
                  </a:lnTo>
                  <a:lnTo>
                    <a:pt x="329308" y="126444"/>
                  </a:lnTo>
                  <a:lnTo>
                    <a:pt x="327939" y="121334"/>
                  </a:lnTo>
                  <a:lnTo>
                    <a:pt x="326410" y="116270"/>
                  </a:lnTo>
                  <a:lnTo>
                    <a:pt x="324721" y="111257"/>
                  </a:lnTo>
                  <a:lnTo>
                    <a:pt x="322874" y="106300"/>
                  </a:lnTo>
                  <a:lnTo>
                    <a:pt x="320872" y="101404"/>
                  </a:lnTo>
                  <a:lnTo>
                    <a:pt x="318715" y="96573"/>
                  </a:lnTo>
                  <a:lnTo>
                    <a:pt x="316407" y="91814"/>
                  </a:lnTo>
                  <a:lnTo>
                    <a:pt x="313949" y="87129"/>
                  </a:lnTo>
                  <a:lnTo>
                    <a:pt x="311345" y="82525"/>
                  </a:lnTo>
                  <a:lnTo>
                    <a:pt x="308596" y="78006"/>
                  </a:lnTo>
                  <a:lnTo>
                    <a:pt x="305705" y="73575"/>
                  </a:lnTo>
                  <a:lnTo>
                    <a:pt x="302675" y="69239"/>
                  </a:lnTo>
                  <a:lnTo>
                    <a:pt x="299510" y="65000"/>
                  </a:lnTo>
                  <a:lnTo>
                    <a:pt x="296213" y="60864"/>
                  </a:lnTo>
                  <a:lnTo>
                    <a:pt x="292786" y="56834"/>
                  </a:lnTo>
                  <a:lnTo>
                    <a:pt x="289233" y="52915"/>
                  </a:lnTo>
                  <a:lnTo>
                    <a:pt x="285558" y="49110"/>
                  </a:lnTo>
                  <a:lnTo>
                    <a:pt x="281765" y="45423"/>
                  </a:lnTo>
                  <a:lnTo>
                    <a:pt x="277857" y="41858"/>
                  </a:lnTo>
                  <a:lnTo>
                    <a:pt x="273838" y="38418"/>
                  </a:lnTo>
                  <a:lnTo>
                    <a:pt x="269712" y="35108"/>
                  </a:lnTo>
                  <a:lnTo>
                    <a:pt x="265483" y="31929"/>
                  </a:lnTo>
                  <a:lnTo>
                    <a:pt x="261156" y="28886"/>
                  </a:lnTo>
                  <a:lnTo>
                    <a:pt x="256735" y="25981"/>
                  </a:lnTo>
                  <a:lnTo>
                    <a:pt x="252224" y="23218"/>
                  </a:lnTo>
                  <a:lnTo>
                    <a:pt x="247628" y="20599"/>
                  </a:lnTo>
                  <a:lnTo>
                    <a:pt x="242952" y="18126"/>
                  </a:lnTo>
                  <a:lnTo>
                    <a:pt x="238199" y="15803"/>
                  </a:lnTo>
                  <a:lnTo>
                    <a:pt x="233376" y="13631"/>
                  </a:lnTo>
                  <a:lnTo>
                    <a:pt x="228486" y="11613"/>
                  </a:lnTo>
                  <a:lnTo>
                    <a:pt x="223535" y="9751"/>
                  </a:lnTo>
                  <a:lnTo>
                    <a:pt x="218527" y="8046"/>
                  </a:lnTo>
                  <a:lnTo>
                    <a:pt x="213468" y="6501"/>
                  </a:lnTo>
                  <a:lnTo>
                    <a:pt x="208362" y="5116"/>
                  </a:lnTo>
                  <a:lnTo>
                    <a:pt x="203216" y="3894"/>
                  </a:lnTo>
                  <a:lnTo>
                    <a:pt x="198033" y="2835"/>
                  </a:lnTo>
                  <a:lnTo>
                    <a:pt x="192819" y="1941"/>
                  </a:lnTo>
                  <a:lnTo>
                    <a:pt x="187579" y="1212"/>
                  </a:lnTo>
                  <a:lnTo>
                    <a:pt x="182320" y="649"/>
                  </a:lnTo>
                  <a:lnTo>
                    <a:pt x="177045" y="253"/>
                  </a:lnTo>
                  <a:lnTo>
                    <a:pt x="167167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9877" cy="167167"/>
            </a:xfrm>
            <a:custGeom>
              <a:avLst/>
              <a:pathLst>
                <a:path w="9877" h="167167">
                  <a:moveTo>
                    <a:pt x="9877" y="29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797347" y="5269756"/>
              <a:ext cx="167153" cy="186665"/>
            </a:xfrm>
            <a:custGeom>
              <a:avLst/>
              <a:pathLst>
                <a:path w="167153" h="186665">
                  <a:moveTo>
                    <a:pt x="167153" y="0"/>
                  </a:moveTo>
                  <a:lnTo>
                    <a:pt x="161728" y="88"/>
                  </a:lnTo>
                  <a:lnTo>
                    <a:pt x="156310" y="352"/>
                  </a:lnTo>
                  <a:lnTo>
                    <a:pt x="150902" y="791"/>
                  </a:lnTo>
                  <a:lnTo>
                    <a:pt x="145512" y="1406"/>
                  </a:lnTo>
                  <a:lnTo>
                    <a:pt x="140144" y="2196"/>
                  </a:lnTo>
                  <a:lnTo>
                    <a:pt x="134805" y="3159"/>
                  </a:lnTo>
                  <a:lnTo>
                    <a:pt x="129500" y="4295"/>
                  </a:lnTo>
                  <a:lnTo>
                    <a:pt x="124235" y="5603"/>
                  </a:lnTo>
                  <a:lnTo>
                    <a:pt x="119015" y="7081"/>
                  </a:lnTo>
                  <a:lnTo>
                    <a:pt x="113845" y="8727"/>
                  </a:lnTo>
                  <a:lnTo>
                    <a:pt x="108732" y="10540"/>
                  </a:lnTo>
                  <a:lnTo>
                    <a:pt x="103680" y="12519"/>
                  </a:lnTo>
                  <a:lnTo>
                    <a:pt x="98695" y="14660"/>
                  </a:lnTo>
                  <a:lnTo>
                    <a:pt x="93782" y="16961"/>
                  </a:lnTo>
                  <a:lnTo>
                    <a:pt x="88947" y="19421"/>
                  </a:lnTo>
                  <a:lnTo>
                    <a:pt x="84194" y="22037"/>
                  </a:lnTo>
                  <a:lnTo>
                    <a:pt x="79528" y="24806"/>
                  </a:lnTo>
                  <a:lnTo>
                    <a:pt x="74954" y="27724"/>
                  </a:lnTo>
                  <a:lnTo>
                    <a:pt x="70478" y="30789"/>
                  </a:lnTo>
                  <a:lnTo>
                    <a:pt x="66103" y="33998"/>
                  </a:lnTo>
                  <a:lnTo>
                    <a:pt x="61835" y="37347"/>
                  </a:lnTo>
                  <a:lnTo>
                    <a:pt x="57678" y="40833"/>
                  </a:lnTo>
                  <a:lnTo>
                    <a:pt x="53636" y="44452"/>
                  </a:lnTo>
                  <a:lnTo>
                    <a:pt x="49714" y="48201"/>
                  </a:lnTo>
                  <a:lnTo>
                    <a:pt x="45915" y="52074"/>
                  </a:lnTo>
                  <a:lnTo>
                    <a:pt x="42244" y="56069"/>
                  </a:lnTo>
                  <a:lnTo>
                    <a:pt x="38705" y="60181"/>
                  </a:lnTo>
                  <a:lnTo>
                    <a:pt x="35301" y="64405"/>
                  </a:lnTo>
                  <a:lnTo>
                    <a:pt x="32036" y="68738"/>
                  </a:lnTo>
                  <a:lnTo>
                    <a:pt x="28913" y="73174"/>
                  </a:lnTo>
                  <a:lnTo>
                    <a:pt x="25936" y="77710"/>
                  </a:lnTo>
                  <a:lnTo>
                    <a:pt x="23107" y="82339"/>
                  </a:lnTo>
                  <a:lnTo>
                    <a:pt x="20430" y="87058"/>
                  </a:lnTo>
                  <a:lnTo>
                    <a:pt x="17908" y="91862"/>
                  </a:lnTo>
                  <a:lnTo>
                    <a:pt x="15543" y="96744"/>
                  </a:lnTo>
                  <a:lnTo>
                    <a:pt x="13338" y="101701"/>
                  </a:lnTo>
                  <a:lnTo>
                    <a:pt x="11294" y="106727"/>
                  </a:lnTo>
                  <a:lnTo>
                    <a:pt x="9415" y="111816"/>
                  </a:lnTo>
                  <a:lnTo>
                    <a:pt x="7702" y="116964"/>
                  </a:lnTo>
                  <a:lnTo>
                    <a:pt x="6157" y="122165"/>
                  </a:lnTo>
                  <a:lnTo>
                    <a:pt x="4781" y="127413"/>
                  </a:lnTo>
                  <a:lnTo>
                    <a:pt x="3577" y="132703"/>
                  </a:lnTo>
                  <a:lnTo>
                    <a:pt x="2545" y="138029"/>
                  </a:lnTo>
                  <a:lnTo>
                    <a:pt x="1686" y="143386"/>
                  </a:lnTo>
                  <a:lnTo>
                    <a:pt x="1001" y="148768"/>
                  </a:lnTo>
                  <a:lnTo>
                    <a:pt x="492" y="154169"/>
                  </a:lnTo>
                  <a:lnTo>
                    <a:pt x="158" y="159584"/>
                  </a:lnTo>
                  <a:lnTo>
                    <a:pt x="0" y="165007"/>
                  </a:lnTo>
                  <a:lnTo>
                    <a:pt x="17" y="170432"/>
                  </a:lnTo>
                  <a:lnTo>
                    <a:pt x="211" y="175854"/>
                  </a:lnTo>
                  <a:lnTo>
                    <a:pt x="581" y="181267"/>
                  </a:lnTo>
                  <a:lnTo>
                    <a:pt x="1127" y="186665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798474" y="5269756"/>
              <a:ext cx="333177" cy="334333"/>
            </a:xfrm>
            <a:custGeom>
              <a:avLst/>
              <a:pathLst>
                <a:path w="333177" h="334333">
                  <a:moveTo>
                    <a:pt x="0" y="186665"/>
                  </a:moveTo>
                  <a:lnTo>
                    <a:pt x="701" y="191916"/>
                  </a:lnTo>
                  <a:lnTo>
                    <a:pt x="1568" y="197142"/>
                  </a:lnTo>
                  <a:lnTo>
                    <a:pt x="2600" y="202339"/>
                  </a:lnTo>
                  <a:lnTo>
                    <a:pt x="3797" y="207500"/>
                  </a:lnTo>
                  <a:lnTo>
                    <a:pt x="5157" y="212620"/>
                  </a:lnTo>
                  <a:lnTo>
                    <a:pt x="6678" y="217695"/>
                  </a:lnTo>
                  <a:lnTo>
                    <a:pt x="8359" y="222719"/>
                  </a:lnTo>
                  <a:lnTo>
                    <a:pt x="10198" y="227687"/>
                  </a:lnTo>
                  <a:lnTo>
                    <a:pt x="12194" y="232594"/>
                  </a:lnTo>
                  <a:lnTo>
                    <a:pt x="14345" y="237436"/>
                  </a:lnTo>
                  <a:lnTo>
                    <a:pt x="16648" y="242207"/>
                  </a:lnTo>
                  <a:lnTo>
                    <a:pt x="19100" y="246903"/>
                  </a:lnTo>
                  <a:lnTo>
                    <a:pt x="21701" y="251519"/>
                  </a:lnTo>
                  <a:lnTo>
                    <a:pt x="24446" y="256050"/>
                  </a:lnTo>
                  <a:lnTo>
                    <a:pt x="27334" y="260491"/>
                  </a:lnTo>
                  <a:lnTo>
                    <a:pt x="30361" y="264839"/>
                  </a:lnTo>
                  <a:lnTo>
                    <a:pt x="33524" y="269089"/>
                  </a:lnTo>
                  <a:lnTo>
                    <a:pt x="36820" y="273237"/>
                  </a:lnTo>
                  <a:lnTo>
                    <a:pt x="40246" y="277278"/>
                  </a:lnTo>
                  <a:lnTo>
                    <a:pt x="43798" y="281208"/>
                  </a:lnTo>
                  <a:lnTo>
                    <a:pt x="47473" y="285024"/>
                  </a:lnTo>
                  <a:lnTo>
                    <a:pt x="51268" y="288721"/>
                  </a:lnTo>
                  <a:lnTo>
                    <a:pt x="55177" y="292297"/>
                  </a:lnTo>
                  <a:lnTo>
                    <a:pt x="59198" y="295746"/>
                  </a:lnTo>
                  <a:lnTo>
                    <a:pt x="63326" y="299067"/>
                  </a:lnTo>
                  <a:lnTo>
                    <a:pt x="67557" y="302255"/>
                  </a:lnTo>
                  <a:lnTo>
                    <a:pt x="71887" y="305308"/>
                  </a:lnTo>
                  <a:lnTo>
                    <a:pt x="76312" y="308221"/>
                  </a:lnTo>
                  <a:lnTo>
                    <a:pt x="80826" y="310993"/>
                  </a:lnTo>
                  <a:lnTo>
                    <a:pt x="85427" y="313621"/>
                  </a:lnTo>
                  <a:lnTo>
                    <a:pt x="90108" y="316101"/>
                  </a:lnTo>
                  <a:lnTo>
                    <a:pt x="94866" y="318432"/>
                  </a:lnTo>
                  <a:lnTo>
                    <a:pt x="99694" y="320611"/>
                  </a:lnTo>
                  <a:lnTo>
                    <a:pt x="104590" y="322636"/>
                  </a:lnTo>
                  <a:lnTo>
                    <a:pt x="109547" y="324505"/>
                  </a:lnTo>
                  <a:lnTo>
                    <a:pt x="114561" y="326215"/>
                  </a:lnTo>
                  <a:lnTo>
                    <a:pt x="119627" y="327766"/>
                  </a:lnTo>
                  <a:lnTo>
                    <a:pt x="124739" y="329156"/>
                  </a:lnTo>
                  <a:lnTo>
                    <a:pt x="129893" y="330383"/>
                  </a:lnTo>
                  <a:lnTo>
                    <a:pt x="135083" y="331446"/>
                  </a:lnTo>
                  <a:lnTo>
                    <a:pt x="140304" y="332344"/>
                  </a:lnTo>
                  <a:lnTo>
                    <a:pt x="145551" y="333076"/>
                  </a:lnTo>
                  <a:lnTo>
                    <a:pt x="150819" y="333641"/>
                  </a:lnTo>
                  <a:lnTo>
                    <a:pt x="156102" y="334040"/>
                  </a:lnTo>
                  <a:lnTo>
                    <a:pt x="161395" y="334270"/>
                  </a:lnTo>
                  <a:lnTo>
                    <a:pt x="166692" y="334333"/>
                  </a:lnTo>
                  <a:lnTo>
                    <a:pt x="171989" y="334228"/>
                  </a:lnTo>
                  <a:lnTo>
                    <a:pt x="177280" y="333955"/>
                  </a:lnTo>
                  <a:lnTo>
                    <a:pt x="182559" y="333515"/>
                  </a:lnTo>
                  <a:lnTo>
                    <a:pt x="187822" y="332907"/>
                  </a:lnTo>
                  <a:lnTo>
                    <a:pt x="193063" y="332133"/>
                  </a:lnTo>
                  <a:lnTo>
                    <a:pt x="198277" y="331194"/>
                  </a:lnTo>
                  <a:lnTo>
                    <a:pt x="203458" y="330090"/>
                  </a:lnTo>
                  <a:lnTo>
                    <a:pt x="208602" y="328822"/>
                  </a:lnTo>
                  <a:lnTo>
                    <a:pt x="213703" y="327391"/>
                  </a:lnTo>
                  <a:lnTo>
                    <a:pt x="218756" y="325800"/>
                  </a:lnTo>
                  <a:lnTo>
                    <a:pt x="223757" y="324049"/>
                  </a:lnTo>
                  <a:lnTo>
                    <a:pt x="228699" y="322141"/>
                  </a:lnTo>
                  <a:lnTo>
                    <a:pt x="233578" y="320078"/>
                  </a:lnTo>
                  <a:lnTo>
                    <a:pt x="238390" y="317860"/>
                  </a:lnTo>
                  <a:lnTo>
                    <a:pt x="243128" y="315491"/>
                  </a:lnTo>
                  <a:lnTo>
                    <a:pt x="247790" y="312974"/>
                  </a:lnTo>
                  <a:lnTo>
                    <a:pt x="252369" y="310310"/>
                  </a:lnTo>
                  <a:lnTo>
                    <a:pt x="256862" y="307502"/>
                  </a:lnTo>
                  <a:lnTo>
                    <a:pt x="261263" y="304553"/>
                  </a:lnTo>
                  <a:lnTo>
                    <a:pt x="265568" y="301466"/>
                  </a:lnTo>
                  <a:lnTo>
                    <a:pt x="269774" y="298244"/>
                  </a:lnTo>
                  <a:lnTo>
                    <a:pt x="273875" y="294891"/>
                  </a:lnTo>
                  <a:lnTo>
                    <a:pt x="277869" y="291409"/>
                  </a:lnTo>
                  <a:lnTo>
                    <a:pt x="281749" y="287803"/>
                  </a:lnTo>
                  <a:lnTo>
                    <a:pt x="285514" y="284075"/>
                  </a:lnTo>
                  <a:lnTo>
                    <a:pt x="289159" y="280230"/>
                  </a:lnTo>
                  <a:lnTo>
                    <a:pt x="292679" y="276272"/>
                  </a:lnTo>
                  <a:lnTo>
                    <a:pt x="296073" y="272204"/>
                  </a:lnTo>
                  <a:lnTo>
                    <a:pt x="299336" y="268030"/>
                  </a:lnTo>
                  <a:lnTo>
                    <a:pt x="302465" y="263755"/>
                  </a:lnTo>
                  <a:lnTo>
                    <a:pt x="305457" y="259383"/>
                  </a:lnTo>
                  <a:lnTo>
                    <a:pt x="308310" y="254918"/>
                  </a:lnTo>
                  <a:lnTo>
                    <a:pt x="311019" y="250366"/>
                  </a:lnTo>
                  <a:lnTo>
                    <a:pt x="313582" y="245730"/>
                  </a:lnTo>
                  <a:lnTo>
                    <a:pt x="315998" y="241014"/>
                  </a:lnTo>
                  <a:lnTo>
                    <a:pt x="318262" y="236225"/>
                  </a:lnTo>
                  <a:lnTo>
                    <a:pt x="320374" y="231366"/>
                  </a:lnTo>
                  <a:lnTo>
                    <a:pt x="322331" y="226443"/>
                  </a:lnTo>
                  <a:lnTo>
                    <a:pt x="324131" y="221460"/>
                  </a:lnTo>
                  <a:lnTo>
                    <a:pt x="325772" y="216423"/>
                  </a:lnTo>
                  <a:lnTo>
                    <a:pt x="327253" y="211336"/>
                  </a:lnTo>
                  <a:lnTo>
                    <a:pt x="328571" y="206205"/>
                  </a:lnTo>
                  <a:lnTo>
                    <a:pt x="329727" y="201035"/>
                  </a:lnTo>
                  <a:lnTo>
                    <a:pt x="330718" y="195831"/>
                  </a:lnTo>
                  <a:lnTo>
                    <a:pt x="331543" y="190598"/>
                  </a:lnTo>
                  <a:lnTo>
                    <a:pt x="332203" y="185341"/>
                  </a:lnTo>
                  <a:lnTo>
                    <a:pt x="332695" y="180066"/>
                  </a:lnTo>
                  <a:lnTo>
                    <a:pt x="333020" y="174778"/>
                  </a:lnTo>
                  <a:lnTo>
                    <a:pt x="333177" y="169483"/>
                  </a:lnTo>
                  <a:lnTo>
                    <a:pt x="333167" y="164185"/>
                  </a:lnTo>
                  <a:lnTo>
                    <a:pt x="332988" y="158890"/>
                  </a:lnTo>
                  <a:lnTo>
                    <a:pt x="332642" y="153604"/>
                  </a:lnTo>
                  <a:lnTo>
                    <a:pt x="332129" y="148331"/>
                  </a:lnTo>
                  <a:lnTo>
                    <a:pt x="331449" y="143077"/>
                  </a:lnTo>
                  <a:lnTo>
                    <a:pt x="330602" y="137847"/>
                  </a:lnTo>
                  <a:lnTo>
                    <a:pt x="329590" y="132647"/>
                  </a:lnTo>
                  <a:lnTo>
                    <a:pt x="328414" y="127481"/>
                  </a:lnTo>
                  <a:lnTo>
                    <a:pt x="327075" y="122355"/>
                  </a:lnTo>
                  <a:lnTo>
                    <a:pt x="325574" y="117275"/>
                  </a:lnTo>
                  <a:lnTo>
                    <a:pt x="323913" y="112244"/>
                  </a:lnTo>
                  <a:lnTo>
                    <a:pt x="322094" y="107268"/>
                  </a:lnTo>
                  <a:lnTo>
                    <a:pt x="320117" y="102353"/>
                  </a:lnTo>
                  <a:lnTo>
                    <a:pt x="317986" y="97503"/>
                  </a:lnTo>
                  <a:lnTo>
                    <a:pt x="315702" y="92723"/>
                  </a:lnTo>
                  <a:lnTo>
                    <a:pt x="313268" y="88017"/>
                  </a:lnTo>
                  <a:lnTo>
                    <a:pt x="310686" y="83391"/>
                  </a:lnTo>
                  <a:lnTo>
                    <a:pt x="307959" y="78849"/>
                  </a:lnTo>
                  <a:lnTo>
                    <a:pt x="305089" y="74396"/>
                  </a:lnTo>
                  <a:lnTo>
                    <a:pt x="302079" y="70036"/>
                  </a:lnTo>
                  <a:lnTo>
                    <a:pt x="298933" y="65774"/>
                  </a:lnTo>
                  <a:lnTo>
                    <a:pt x="295654" y="61613"/>
                  </a:lnTo>
                  <a:lnTo>
                    <a:pt x="292244" y="57558"/>
                  </a:lnTo>
                  <a:lnTo>
                    <a:pt x="288707" y="53614"/>
                  </a:lnTo>
                  <a:lnTo>
                    <a:pt x="285047" y="49783"/>
                  </a:lnTo>
                  <a:lnTo>
                    <a:pt x="281268" y="46071"/>
                  </a:lnTo>
                  <a:lnTo>
                    <a:pt x="277373" y="42480"/>
                  </a:lnTo>
                  <a:lnTo>
                    <a:pt x="273366" y="39014"/>
                  </a:lnTo>
                  <a:lnTo>
                    <a:pt x="269251" y="35677"/>
                  </a:lnTo>
                  <a:lnTo>
                    <a:pt x="265032" y="32472"/>
                  </a:lnTo>
                  <a:lnTo>
                    <a:pt x="260715" y="29403"/>
                  </a:lnTo>
                  <a:lnTo>
                    <a:pt x="256302" y="26471"/>
                  </a:lnTo>
                  <a:lnTo>
                    <a:pt x="251798" y="23681"/>
                  </a:lnTo>
                  <a:lnTo>
                    <a:pt x="247208" y="21035"/>
                  </a:lnTo>
                  <a:lnTo>
                    <a:pt x="242537" y="18536"/>
                  </a:lnTo>
                  <a:lnTo>
                    <a:pt x="237789" y="16187"/>
                  </a:lnTo>
                  <a:lnTo>
                    <a:pt x="232968" y="13988"/>
                  </a:lnTo>
                  <a:lnTo>
                    <a:pt x="228081" y="11944"/>
                  </a:lnTo>
                  <a:lnTo>
                    <a:pt x="223131" y="10056"/>
                  </a:lnTo>
                  <a:lnTo>
                    <a:pt x="218124" y="8325"/>
                  </a:lnTo>
                  <a:lnTo>
                    <a:pt x="213064" y="6754"/>
                  </a:lnTo>
                  <a:lnTo>
                    <a:pt x="207958" y="5344"/>
                  </a:lnTo>
                  <a:lnTo>
                    <a:pt x="202809" y="4096"/>
                  </a:lnTo>
                  <a:lnTo>
                    <a:pt x="197623" y="3013"/>
                  </a:lnTo>
                  <a:lnTo>
                    <a:pt x="192405" y="2094"/>
                  </a:lnTo>
                  <a:lnTo>
                    <a:pt x="187161" y="1341"/>
                  </a:lnTo>
                  <a:lnTo>
                    <a:pt x="181896" y="755"/>
                  </a:lnTo>
                  <a:lnTo>
                    <a:pt x="176615" y="335"/>
                  </a:lnTo>
                  <a:lnTo>
                    <a:pt x="171323" y="83"/>
                  </a:lnTo>
                  <a:lnTo>
                    <a:pt x="166026" y="0"/>
                  </a:lnTo>
                  <a:lnTo>
                    <a:pt x="16602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55836" y="5399291"/>
              <a:ext cx="30379" cy="167167"/>
            </a:xfrm>
            <a:custGeom>
              <a:avLst/>
              <a:pathLst>
                <a:path w="30379" h="167167">
                  <a:moveTo>
                    <a:pt x="30379" y="0"/>
                  </a:moveTo>
                  <a:lnTo>
                    <a:pt x="22744" y="174"/>
                  </a:lnTo>
                  <a:lnTo>
                    <a:pt x="15125" y="697"/>
                  </a:lnTo>
                  <a:lnTo>
                    <a:pt x="7539" y="1567"/>
                  </a:lnTo>
                  <a:lnTo>
                    <a:pt x="0" y="2783"/>
                  </a:lnTo>
                  <a:lnTo>
                    <a:pt x="3037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55836" y="5402075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55836" y="5402075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55836" y="5402075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5836" y="5402075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5836" y="5402075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5836" y="5402075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319048" y="5400680"/>
              <a:ext cx="334323" cy="332935"/>
            </a:xfrm>
            <a:custGeom>
              <a:avLst/>
              <a:pathLst>
                <a:path w="334323" h="332935">
                  <a:moveTo>
                    <a:pt x="136787" y="1394"/>
                  </a:moveTo>
                  <a:lnTo>
                    <a:pt x="131610" y="2436"/>
                  </a:lnTo>
                  <a:lnTo>
                    <a:pt x="126468" y="3641"/>
                  </a:lnTo>
                  <a:lnTo>
                    <a:pt x="121366" y="5007"/>
                  </a:lnTo>
                  <a:lnTo>
                    <a:pt x="116310" y="6534"/>
                  </a:lnTo>
                  <a:lnTo>
                    <a:pt x="111305" y="8220"/>
                  </a:lnTo>
                  <a:lnTo>
                    <a:pt x="106356" y="10064"/>
                  </a:lnTo>
                  <a:lnTo>
                    <a:pt x="101467" y="12062"/>
                  </a:lnTo>
                  <a:lnTo>
                    <a:pt x="96644" y="14214"/>
                  </a:lnTo>
                  <a:lnTo>
                    <a:pt x="91891" y="16518"/>
                  </a:lnTo>
                  <a:lnTo>
                    <a:pt x="87214" y="18970"/>
                  </a:lnTo>
                  <a:lnTo>
                    <a:pt x="82616" y="21569"/>
                  </a:lnTo>
                  <a:lnTo>
                    <a:pt x="78103" y="24312"/>
                  </a:lnTo>
                  <a:lnTo>
                    <a:pt x="73678" y="27196"/>
                  </a:lnTo>
                  <a:lnTo>
                    <a:pt x="69347" y="30219"/>
                  </a:lnTo>
                  <a:lnTo>
                    <a:pt x="65114" y="33376"/>
                  </a:lnTo>
                  <a:lnTo>
                    <a:pt x="60982" y="36666"/>
                  </a:lnTo>
                  <a:lnTo>
                    <a:pt x="56957" y="40085"/>
                  </a:lnTo>
                  <a:lnTo>
                    <a:pt x="53041" y="43629"/>
                  </a:lnTo>
                  <a:lnTo>
                    <a:pt x="49239" y="47295"/>
                  </a:lnTo>
                  <a:lnTo>
                    <a:pt x="45555" y="51080"/>
                  </a:lnTo>
                  <a:lnTo>
                    <a:pt x="41993" y="54979"/>
                  </a:lnTo>
                  <a:lnTo>
                    <a:pt x="38555" y="58988"/>
                  </a:lnTo>
                  <a:lnTo>
                    <a:pt x="35246" y="63104"/>
                  </a:lnTo>
                  <a:lnTo>
                    <a:pt x="32068" y="67323"/>
                  </a:lnTo>
                  <a:lnTo>
                    <a:pt x="29026" y="71640"/>
                  </a:lnTo>
                  <a:lnTo>
                    <a:pt x="26121" y="76051"/>
                  </a:lnTo>
                  <a:lnTo>
                    <a:pt x="23357" y="80551"/>
                  </a:lnTo>
                  <a:lnTo>
                    <a:pt x="20736" y="85136"/>
                  </a:lnTo>
                  <a:lnTo>
                    <a:pt x="18262" y="89802"/>
                  </a:lnTo>
                  <a:lnTo>
                    <a:pt x="15936" y="94544"/>
                  </a:lnTo>
                  <a:lnTo>
                    <a:pt x="13761" y="99357"/>
                  </a:lnTo>
                  <a:lnTo>
                    <a:pt x="11740" y="104236"/>
                  </a:lnTo>
                  <a:lnTo>
                    <a:pt x="9873" y="109177"/>
                  </a:lnTo>
                  <a:lnTo>
                    <a:pt x="8164" y="114174"/>
                  </a:lnTo>
                  <a:lnTo>
                    <a:pt x="6613" y="119222"/>
                  </a:lnTo>
                  <a:lnTo>
                    <a:pt x="5222" y="124318"/>
                  </a:lnTo>
                  <a:lnTo>
                    <a:pt x="3993" y="129454"/>
                  </a:lnTo>
                  <a:lnTo>
                    <a:pt x="2927" y="134627"/>
                  </a:lnTo>
                  <a:lnTo>
                    <a:pt x="2025" y="139831"/>
                  </a:lnTo>
                  <a:lnTo>
                    <a:pt x="1288" y="145060"/>
                  </a:lnTo>
                  <a:lnTo>
                    <a:pt x="716" y="150311"/>
                  </a:lnTo>
                  <a:lnTo>
                    <a:pt x="311" y="155576"/>
                  </a:lnTo>
                  <a:lnTo>
                    <a:pt x="72" y="160852"/>
                  </a:lnTo>
                  <a:lnTo>
                    <a:pt x="0" y="166133"/>
                  </a:lnTo>
                  <a:lnTo>
                    <a:pt x="94" y="171414"/>
                  </a:lnTo>
                  <a:lnTo>
                    <a:pt x="356" y="176689"/>
                  </a:lnTo>
                  <a:lnTo>
                    <a:pt x="783" y="181953"/>
                  </a:lnTo>
                  <a:lnTo>
                    <a:pt x="1377" y="187201"/>
                  </a:lnTo>
                  <a:lnTo>
                    <a:pt x="2137" y="192427"/>
                  </a:lnTo>
                  <a:lnTo>
                    <a:pt x="3061" y="197627"/>
                  </a:lnTo>
                  <a:lnTo>
                    <a:pt x="4149" y="202796"/>
                  </a:lnTo>
                  <a:lnTo>
                    <a:pt x="5400" y="207927"/>
                  </a:lnTo>
                  <a:lnTo>
                    <a:pt x="6812" y="213016"/>
                  </a:lnTo>
                  <a:lnTo>
                    <a:pt x="8384" y="218058"/>
                  </a:lnTo>
                  <a:lnTo>
                    <a:pt x="10115" y="223048"/>
                  </a:lnTo>
                  <a:lnTo>
                    <a:pt x="12003" y="227980"/>
                  </a:lnTo>
                  <a:lnTo>
                    <a:pt x="14045" y="232851"/>
                  </a:lnTo>
                  <a:lnTo>
                    <a:pt x="16240" y="237654"/>
                  </a:lnTo>
                  <a:lnTo>
                    <a:pt x="18586" y="242386"/>
                  </a:lnTo>
                  <a:lnTo>
                    <a:pt x="21080" y="247042"/>
                  </a:lnTo>
                  <a:lnTo>
                    <a:pt x="23720" y="251616"/>
                  </a:lnTo>
                  <a:lnTo>
                    <a:pt x="26503" y="256104"/>
                  </a:lnTo>
                  <a:lnTo>
                    <a:pt x="29427" y="260503"/>
                  </a:lnTo>
                  <a:lnTo>
                    <a:pt x="32488" y="264807"/>
                  </a:lnTo>
                  <a:lnTo>
                    <a:pt x="35684" y="269012"/>
                  </a:lnTo>
                  <a:lnTo>
                    <a:pt x="39010" y="273114"/>
                  </a:lnTo>
                  <a:lnTo>
                    <a:pt x="42465" y="277109"/>
                  </a:lnTo>
                  <a:lnTo>
                    <a:pt x="46044" y="280992"/>
                  </a:lnTo>
                  <a:lnTo>
                    <a:pt x="49744" y="284761"/>
                  </a:lnTo>
                  <a:lnTo>
                    <a:pt x="53561" y="288411"/>
                  </a:lnTo>
                  <a:lnTo>
                    <a:pt x="57492" y="291938"/>
                  </a:lnTo>
                  <a:lnTo>
                    <a:pt x="61532" y="295340"/>
                  </a:lnTo>
                  <a:lnTo>
                    <a:pt x="65678" y="298612"/>
                  </a:lnTo>
                  <a:lnTo>
                    <a:pt x="69925" y="301752"/>
                  </a:lnTo>
                  <a:lnTo>
                    <a:pt x="74268" y="304756"/>
                  </a:lnTo>
                  <a:lnTo>
                    <a:pt x="78705" y="307621"/>
                  </a:lnTo>
                  <a:lnTo>
                    <a:pt x="83230" y="310345"/>
                  </a:lnTo>
                  <a:lnTo>
                    <a:pt x="87839" y="312924"/>
                  </a:lnTo>
                  <a:lnTo>
                    <a:pt x="92527" y="315357"/>
                  </a:lnTo>
                  <a:lnTo>
                    <a:pt x="97289" y="317640"/>
                  </a:lnTo>
                  <a:lnTo>
                    <a:pt x="102121" y="319772"/>
                  </a:lnTo>
                  <a:lnTo>
                    <a:pt x="107018" y="321750"/>
                  </a:lnTo>
                  <a:lnTo>
                    <a:pt x="111975" y="323572"/>
                  </a:lnTo>
                  <a:lnTo>
                    <a:pt x="116988" y="325237"/>
                  </a:lnTo>
                  <a:lnTo>
                    <a:pt x="122050" y="326742"/>
                  </a:lnTo>
                  <a:lnTo>
                    <a:pt x="127157" y="328087"/>
                  </a:lnTo>
                  <a:lnTo>
                    <a:pt x="132304" y="329270"/>
                  </a:lnTo>
                  <a:lnTo>
                    <a:pt x="137487" y="330290"/>
                  </a:lnTo>
                  <a:lnTo>
                    <a:pt x="142698" y="331145"/>
                  </a:lnTo>
                  <a:lnTo>
                    <a:pt x="147934" y="331835"/>
                  </a:lnTo>
                  <a:lnTo>
                    <a:pt x="153190" y="332360"/>
                  </a:lnTo>
                  <a:lnTo>
                    <a:pt x="158459" y="332719"/>
                  </a:lnTo>
                  <a:lnTo>
                    <a:pt x="163737" y="332910"/>
                  </a:lnTo>
                  <a:lnTo>
                    <a:pt x="169018" y="332935"/>
                  </a:lnTo>
                  <a:lnTo>
                    <a:pt x="174298" y="332793"/>
                  </a:lnTo>
                  <a:lnTo>
                    <a:pt x="179570" y="332485"/>
                  </a:lnTo>
                  <a:lnTo>
                    <a:pt x="184830" y="332010"/>
                  </a:lnTo>
                  <a:lnTo>
                    <a:pt x="190073" y="331369"/>
                  </a:lnTo>
                  <a:lnTo>
                    <a:pt x="195292" y="330562"/>
                  </a:lnTo>
                  <a:lnTo>
                    <a:pt x="200484" y="329592"/>
                  </a:lnTo>
                  <a:lnTo>
                    <a:pt x="205642" y="328458"/>
                  </a:lnTo>
                  <a:lnTo>
                    <a:pt x="210761" y="327161"/>
                  </a:lnTo>
                  <a:lnTo>
                    <a:pt x="215838" y="325703"/>
                  </a:lnTo>
                  <a:lnTo>
                    <a:pt x="220865" y="324086"/>
                  </a:lnTo>
                  <a:lnTo>
                    <a:pt x="225840" y="322311"/>
                  </a:lnTo>
                  <a:lnTo>
                    <a:pt x="230755" y="320379"/>
                  </a:lnTo>
                  <a:lnTo>
                    <a:pt x="235607" y="318293"/>
                  </a:lnTo>
                  <a:lnTo>
                    <a:pt x="240391" y="316055"/>
                  </a:lnTo>
                  <a:lnTo>
                    <a:pt x="245102" y="313667"/>
                  </a:lnTo>
                  <a:lnTo>
                    <a:pt x="249734" y="311131"/>
                  </a:lnTo>
                  <a:lnTo>
                    <a:pt x="254285" y="308450"/>
                  </a:lnTo>
                  <a:lnTo>
                    <a:pt x="258748" y="305627"/>
                  </a:lnTo>
                  <a:lnTo>
                    <a:pt x="263120" y="302664"/>
                  </a:lnTo>
                  <a:lnTo>
                    <a:pt x="267397" y="299565"/>
                  </a:lnTo>
                  <a:lnTo>
                    <a:pt x="271573" y="296332"/>
                  </a:lnTo>
                  <a:lnTo>
                    <a:pt x="275645" y="292968"/>
                  </a:lnTo>
                  <a:lnTo>
                    <a:pt x="279609" y="289478"/>
                  </a:lnTo>
                  <a:lnTo>
                    <a:pt x="283460" y="285864"/>
                  </a:lnTo>
                  <a:lnTo>
                    <a:pt x="287196" y="282131"/>
                  </a:lnTo>
                  <a:lnTo>
                    <a:pt x="290811" y="278281"/>
                  </a:lnTo>
                  <a:lnTo>
                    <a:pt x="294304" y="274319"/>
                  </a:lnTo>
                  <a:lnTo>
                    <a:pt x="297669" y="270249"/>
                  </a:lnTo>
                  <a:lnTo>
                    <a:pt x="300904" y="266074"/>
                  </a:lnTo>
                  <a:lnTo>
                    <a:pt x="304006" y="261799"/>
                  </a:lnTo>
                  <a:lnTo>
                    <a:pt x="306971" y="257428"/>
                  </a:lnTo>
                  <a:lnTo>
                    <a:pt x="309796" y="252966"/>
                  </a:lnTo>
                  <a:lnTo>
                    <a:pt x="312479" y="248417"/>
                  </a:lnTo>
                  <a:lnTo>
                    <a:pt x="315017" y="243786"/>
                  </a:lnTo>
                  <a:lnTo>
                    <a:pt x="317408" y="239076"/>
                  </a:lnTo>
                  <a:lnTo>
                    <a:pt x="319648" y="234293"/>
                  </a:lnTo>
                  <a:lnTo>
                    <a:pt x="321736" y="229442"/>
                  </a:lnTo>
                  <a:lnTo>
                    <a:pt x="323670" y="224528"/>
                  </a:lnTo>
                  <a:lnTo>
                    <a:pt x="325448" y="219555"/>
                  </a:lnTo>
                  <a:lnTo>
                    <a:pt x="327068" y="214528"/>
                  </a:lnTo>
                  <a:lnTo>
                    <a:pt x="328528" y="209452"/>
                  </a:lnTo>
                  <a:lnTo>
                    <a:pt x="329827" y="204333"/>
                  </a:lnTo>
                  <a:lnTo>
                    <a:pt x="330964" y="199175"/>
                  </a:lnTo>
                  <a:lnTo>
                    <a:pt x="331937" y="193984"/>
                  </a:lnTo>
                  <a:lnTo>
                    <a:pt x="332746" y="188765"/>
                  </a:lnTo>
                  <a:lnTo>
                    <a:pt x="333390" y="183523"/>
                  </a:lnTo>
                  <a:lnTo>
                    <a:pt x="333867" y="178263"/>
                  </a:lnTo>
                  <a:lnTo>
                    <a:pt x="334178" y="172991"/>
                  </a:lnTo>
                  <a:lnTo>
                    <a:pt x="334323" y="167712"/>
                  </a:lnTo>
                  <a:lnTo>
                    <a:pt x="334300" y="162430"/>
                  </a:lnTo>
                  <a:lnTo>
                    <a:pt x="334111" y="157152"/>
                  </a:lnTo>
                  <a:lnTo>
                    <a:pt x="333756" y="151883"/>
                  </a:lnTo>
                  <a:lnTo>
                    <a:pt x="333233" y="146627"/>
                  </a:lnTo>
                  <a:lnTo>
                    <a:pt x="332546" y="141391"/>
                  </a:lnTo>
                  <a:lnTo>
                    <a:pt x="331693" y="136179"/>
                  </a:lnTo>
                  <a:lnTo>
                    <a:pt x="330676" y="130996"/>
                  </a:lnTo>
                  <a:lnTo>
                    <a:pt x="329495" y="125848"/>
                  </a:lnTo>
                  <a:lnTo>
                    <a:pt x="328153" y="120740"/>
                  </a:lnTo>
                  <a:lnTo>
                    <a:pt x="326650" y="115677"/>
                  </a:lnTo>
                  <a:lnTo>
                    <a:pt x="324987" y="110664"/>
                  </a:lnTo>
                  <a:lnTo>
                    <a:pt x="323168" y="105706"/>
                  </a:lnTo>
                  <a:lnTo>
                    <a:pt x="321192" y="100808"/>
                  </a:lnTo>
                  <a:lnTo>
                    <a:pt x="319063" y="95975"/>
                  </a:lnTo>
                  <a:lnTo>
                    <a:pt x="316782" y="91212"/>
                  </a:lnTo>
                  <a:lnTo>
                    <a:pt x="314352" y="86522"/>
                  </a:lnTo>
                  <a:lnTo>
                    <a:pt x="311775" y="81912"/>
                  </a:lnTo>
                  <a:lnTo>
                    <a:pt x="309053" y="77386"/>
                  </a:lnTo>
                  <a:lnTo>
                    <a:pt x="306190" y="72948"/>
                  </a:lnTo>
                  <a:lnTo>
                    <a:pt x="303188" y="68603"/>
                  </a:lnTo>
                  <a:lnTo>
                    <a:pt x="300051" y="64354"/>
                  </a:lnTo>
                  <a:lnTo>
                    <a:pt x="296780" y="60207"/>
                  </a:lnTo>
                  <a:lnTo>
                    <a:pt x="293381" y="56165"/>
                  </a:lnTo>
                  <a:lnTo>
                    <a:pt x="289855" y="52233"/>
                  </a:lnTo>
                  <a:lnTo>
                    <a:pt x="286207" y="48414"/>
                  </a:lnTo>
                  <a:lnTo>
                    <a:pt x="282440" y="44712"/>
                  </a:lnTo>
                  <a:lnTo>
                    <a:pt x="278558" y="41131"/>
                  </a:lnTo>
                  <a:lnTo>
                    <a:pt x="274565" y="37675"/>
                  </a:lnTo>
                  <a:lnTo>
                    <a:pt x="270465" y="34346"/>
                  </a:lnTo>
                  <a:lnTo>
                    <a:pt x="266261" y="31148"/>
                  </a:lnTo>
                  <a:lnTo>
                    <a:pt x="261959" y="28085"/>
                  </a:lnTo>
                  <a:lnTo>
                    <a:pt x="257562" y="25159"/>
                  </a:lnTo>
                  <a:lnTo>
                    <a:pt x="253075" y="22374"/>
                  </a:lnTo>
                  <a:lnTo>
                    <a:pt x="248502" y="19732"/>
                  </a:lnTo>
                  <a:lnTo>
                    <a:pt x="243848" y="17235"/>
                  </a:lnTo>
                  <a:lnTo>
                    <a:pt x="239117" y="14887"/>
                  </a:lnTo>
                  <a:lnTo>
                    <a:pt x="234314" y="12689"/>
                  </a:lnTo>
                  <a:lnTo>
                    <a:pt x="229445" y="10645"/>
                  </a:lnTo>
                  <a:lnTo>
                    <a:pt x="224513" y="8755"/>
                  </a:lnTo>
                  <a:lnTo>
                    <a:pt x="219524" y="7022"/>
                  </a:lnTo>
                  <a:lnTo>
                    <a:pt x="214483" y="5447"/>
                  </a:lnTo>
                  <a:lnTo>
                    <a:pt x="209395" y="4032"/>
                  </a:lnTo>
                  <a:lnTo>
                    <a:pt x="204264" y="2779"/>
                  </a:lnTo>
                  <a:lnTo>
                    <a:pt x="199096" y="1688"/>
                  </a:lnTo>
                  <a:lnTo>
                    <a:pt x="193897" y="762"/>
                  </a:lnTo>
                  <a:lnTo>
                    <a:pt x="188671" y="0"/>
                  </a:lnTo>
                  <a:lnTo>
                    <a:pt x="167167" y="1657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21504" cy="167167"/>
            </a:xfrm>
            <a:custGeom>
              <a:avLst/>
              <a:pathLst>
                <a:path w="21504" h="167167">
                  <a:moveTo>
                    <a:pt x="21504" y="1388"/>
                  </a:moveTo>
                  <a:lnTo>
                    <a:pt x="14358" y="617"/>
                  </a:lnTo>
                  <a:lnTo>
                    <a:pt x="7185" y="15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856381" y="5399291"/>
              <a:ext cx="167162" cy="332642"/>
            </a:xfrm>
            <a:custGeom>
              <a:avLst/>
              <a:pathLst>
                <a:path w="167162" h="332642">
                  <a:moveTo>
                    <a:pt x="167162" y="0"/>
                  </a:moveTo>
                  <a:lnTo>
                    <a:pt x="161830" y="85"/>
                  </a:lnTo>
                  <a:lnTo>
                    <a:pt x="156502" y="340"/>
                  </a:lnTo>
                  <a:lnTo>
                    <a:pt x="151186" y="765"/>
                  </a:lnTo>
                  <a:lnTo>
                    <a:pt x="145886" y="1359"/>
                  </a:lnTo>
                  <a:lnTo>
                    <a:pt x="140607" y="2122"/>
                  </a:lnTo>
                  <a:lnTo>
                    <a:pt x="135356" y="3053"/>
                  </a:lnTo>
                  <a:lnTo>
                    <a:pt x="130137" y="4151"/>
                  </a:lnTo>
                  <a:lnTo>
                    <a:pt x="124955" y="5416"/>
                  </a:lnTo>
                  <a:lnTo>
                    <a:pt x="119817" y="6844"/>
                  </a:lnTo>
                  <a:lnTo>
                    <a:pt x="114726" y="8436"/>
                  </a:lnTo>
                  <a:lnTo>
                    <a:pt x="109689" y="10190"/>
                  </a:lnTo>
                  <a:lnTo>
                    <a:pt x="104711" y="12103"/>
                  </a:lnTo>
                  <a:lnTo>
                    <a:pt x="99796" y="14174"/>
                  </a:lnTo>
                  <a:lnTo>
                    <a:pt x="94950" y="16401"/>
                  </a:lnTo>
                  <a:lnTo>
                    <a:pt x="90177" y="18782"/>
                  </a:lnTo>
                  <a:lnTo>
                    <a:pt x="85483" y="21313"/>
                  </a:lnTo>
                  <a:lnTo>
                    <a:pt x="80872" y="23993"/>
                  </a:lnTo>
                  <a:lnTo>
                    <a:pt x="76348" y="26818"/>
                  </a:lnTo>
                  <a:lnTo>
                    <a:pt x="71917" y="29787"/>
                  </a:lnTo>
                  <a:lnTo>
                    <a:pt x="67583" y="32895"/>
                  </a:lnTo>
                  <a:lnTo>
                    <a:pt x="63350" y="36140"/>
                  </a:lnTo>
                  <a:lnTo>
                    <a:pt x="59223" y="39518"/>
                  </a:lnTo>
                  <a:lnTo>
                    <a:pt x="55206" y="43027"/>
                  </a:lnTo>
                  <a:lnTo>
                    <a:pt x="51303" y="46661"/>
                  </a:lnTo>
                  <a:lnTo>
                    <a:pt x="47518" y="50419"/>
                  </a:lnTo>
                  <a:lnTo>
                    <a:pt x="43855" y="54295"/>
                  </a:lnTo>
                  <a:lnTo>
                    <a:pt x="40317" y="58286"/>
                  </a:lnTo>
                  <a:lnTo>
                    <a:pt x="36908" y="62388"/>
                  </a:lnTo>
                  <a:lnTo>
                    <a:pt x="33632" y="66596"/>
                  </a:lnTo>
                  <a:lnTo>
                    <a:pt x="30491" y="70907"/>
                  </a:lnTo>
                  <a:lnTo>
                    <a:pt x="27490" y="75316"/>
                  </a:lnTo>
                  <a:lnTo>
                    <a:pt x="24631" y="79818"/>
                  </a:lnTo>
                  <a:lnTo>
                    <a:pt x="21917" y="84410"/>
                  </a:lnTo>
                  <a:lnTo>
                    <a:pt x="19351" y="89085"/>
                  </a:lnTo>
                  <a:lnTo>
                    <a:pt x="16935" y="93840"/>
                  </a:lnTo>
                  <a:lnTo>
                    <a:pt x="14673" y="98670"/>
                  </a:lnTo>
                  <a:lnTo>
                    <a:pt x="12565" y="103569"/>
                  </a:lnTo>
                  <a:lnTo>
                    <a:pt x="10615" y="108533"/>
                  </a:lnTo>
                  <a:lnTo>
                    <a:pt x="8824" y="113557"/>
                  </a:lnTo>
                  <a:lnTo>
                    <a:pt x="7195" y="118635"/>
                  </a:lnTo>
                  <a:lnTo>
                    <a:pt x="5728" y="123763"/>
                  </a:lnTo>
                  <a:lnTo>
                    <a:pt x="4426" y="128935"/>
                  </a:lnTo>
                  <a:lnTo>
                    <a:pt x="3289" y="134146"/>
                  </a:lnTo>
                  <a:lnTo>
                    <a:pt x="2319" y="139390"/>
                  </a:lnTo>
                  <a:lnTo>
                    <a:pt x="1517" y="144663"/>
                  </a:lnTo>
                  <a:lnTo>
                    <a:pt x="883" y="149959"/>
                  </a:lnTo>
                  <a:lnTo>
                    <a:pt x="419" y="155272"/>
                  </a:lnTo>
                  <a:lnTo>
                    <a:pt x="124" y="160597"/>
                  </a:lnTo>
                  <a:lnTo>
                    <a:pt x="0" y="165929"/>
                  </a:lnTo>
                  <a:lnTo>
                    <a:pt x="45" y="171262"/>
                  </a:lnTo>
                  <a:lnTo>
                    <a:pt x="261" y="176591"/>
                  </a:lnTo>
                  <a:lnTo>
                    <a:pt x="646" y="181911"/>
                  </a:lnTo>
                  <a:lnTo>
                    <a:pt x="1201" y="187215"/>
                  </a:lnTo>
                  <a:lnTo>
                    <a:pt x="1925" y="192499"/>
                  </a:lnTo>
                  <a:lnTo>
                    <a:pt x="2818" y="197758"/>
                  </a:lnTo>
                  <a:lnTo>
                    <a:pt x="3877" y="202985"/>
                  </a:lnTo>
                  <a:lnTo>
                    <a:pt x="5103" y="208175"/>
                  </a:lnTo>
                  <a:lnTo>
                    <a:pt x="6494" y="213324"/>
                  </a:lnTo>
                  <a:lnTo>
                    <a:pt x="8048" y="218426"/>
                  </a:lnTo>
                  <a:lnTo>
                    <a:pt x="9764" y="223476"/>
                  </a:lnTo>
                  <a:lnTo>
                    <a:pt x="11640" y="228468"/>
                  </a:lnTo>
                  <a:lnTo>
                    <a:pt x="13675" y="233398"/>
                  </a:lnTo>
                  <a:lnTo>
                    <a:pt x="15866" y="238261"/>
                  </a:lnTo>
                  <a:lnTo>
                    <a:pt x="18211" y="243051"/>
                  </a:lnTo>
                  <a:lnTo>
                    <a:pt x="20708" y="247764"/>
                  </a:lnTo>
                  <a:lnTo>
                    <a:pt x="23353" y="252395"/>
                  </a:lnTo>
                  <a:lnTo>
                    <a:pt x="26145" y="256939"/>
                  </a:lnTo>
                  <a:lnTo>
                    <a:pt x="29081" y="261392"/>
                  </a:lnTo>
                  <a:lnTo>
                    <a:pt x="32157" y="265749"/>
                  </a:lnTo>
                  <a:lnTo>
                    <a:pt x="35370" y="270006"/>
                  </a:lnTo>
                  <a:lnTo>
                    <a:pt x="38718" y="274158"/>
                  </a:lnTo>
                  <a:lnTo>
                    <a:pt x="42197" y="278201"/>
                  </a:lnTo>
                  <a:lnTo>
                    <a:pt x="45802" y="282131"/>
                  </a:lnTo>
                  <a:lnTo>
                    <a:pt x="49531" y="285944"/>
                  </a:lnTo>
                  <a:lnTo>
                    <a:pt x="53380" y="289636"/>
                  </a:lnTo>
                  <a:lnTo>
                    <a:pt x="57345" y="293203"/>
                  </a:lnTo>
                  <a:lnTo>
                    <a:pt x="61421" y="296642"/>
                  </a:lnTo>
                  <a:lnTo>
                    <a:pt x="65606" y="299949"/>
                  </a:lnTo>
                  <a:lnTo>
                    <a:pt x="69893" y="303122"/>
                  </a:lnTo>
                  <a:lnTo>
                    <a:pt x="74280" y="306155"/>
                  </a:lnTo>
                  <a:lnTo>
                    <a:pt x="78761" y="309048"/>
                  </a:lnTo>
                  <a:lnTo>
                    <a:pt x="83332" y="311795"/>
                  </a:lnTo>
                  <a:lnTo>
                    <a:pt x="87988" y="314396"/>
                  </a:lnTo>
                  <a:lnTo>
                    <a:pt x="92725" y="316847"/>
                  </a:lnTo>
                  <a:lnTo>
                    <a:pt x="97538" y="319145"/>
                  </a:lnTo>
                  <a:lnTo>
                    <a:pt x="102422" y="321289"/>
                  </a:lnTo>
                  <a:lnTo>
                    <a:pt x="107371" y="323276"/>
                  </a:lnTo>
                  <a:lnTo>
                    <a:pt x="112381" y="325104"/>
                  </a:lnTo>
                  <a:lnTo>
                    <a:pt x="117448" y="326771"/>
                  </a:lnTo>
                  <a:lnTo>
                    <a:pt x="122564" y="328276"/>
                  </a:lnTo>
                  <a:lnTo>
                    <a:pt x="127727" y="329616"/>
                  </a:lnTo>
                  <a:lnTo>
                    <a:pt x="132929" y="330792"/>
                  </a:lnTo>
                  <a:lnTo>
                    <a:pt x="138166" y="331800"/>
                  </a:lnTo>
                  <a:lnTo>
                    <a:pt x="143433" y="332642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999814" y="5566459"/>
              <a:ext cx="23729" cy="165474"/>
            </a:xfrm>
            <a:custGeom>
              <a:avLst/>
              <a:pathLst>
                <a:path w="23729" h="165474">
                  <a:moveTo>
                    <a:pt x="0" y="165474"/>
                  </a:moveTo>
                  <a:lnTo>
                    <a:pt x="237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999814" y="5566459"/>
              <a:ext cx="23729" cy="165474"/>
            </a:xfrm>
            <a:custGeom>
              <a:avLst/>
              <a:pathLst>
                <a:path w="23729" h="165474">
                  <a:moveTo>
                    <a:pt x="0" y="165474"/>
                  </a:moveTo>
                  <a:lnTo>
                    <a:pt x="237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999814" y="5566459"/>
              <a:ext cx="23729" cy="165474"/>
            </a:xfrm>
            <a:custGeom>
              <a:avLst/>
              <a:pathLst>
                <a:path w="23729" h="165474">
                  <a:moveTo>
                    <a:pt x="0" y="165474"/>
                  </a:moveTo>
                  <a:lnTo>
                    <a:pt x="237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99814" y="5566459"/>
              <a:ext cx="23729" cy="165474"/>
            </a:xfrm>
            <a:custGeom>
              <a:avLst/>
              <a:pathLst>
                <a:path w="23729" h="165474">
                  <a:moveTo>
                    <a:pt x="0" y="165474"/>
                  </a:moveTo>
                  <a:lnTo>
                    <a:pt x="237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99814" y="5566459"/>
              <a:ext cx="23729" cy="165474"/>
            </a:xfrm>
            <a:custGeom>
              <a:avLst/>
              <a:pathLst>
                <a:path w="23729" h="165474">
                  <a:moveTo>
                    <a:pt x="0" y="165474"/>
                  </a:moveTo>
                  <a:lnTo>
                    <a:pt x="237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99814" y="5566459"/>
              <a:ext cx="112001" cy="167160"/>
            </a:xfrm>
            <a:custGeom>
              <a:avLst/>
              <a:pathLst>
                <a:path w="112001" h="167160">
                  <a:moveTo>
                    <a:pt x="0" y="165474"/>
                  </a:moveTo>
                  <a:lnTo>
                    <a:pt x="5517" y="166172"/>
                  </a:lnTo>
                  <a:lnTo>
                    <a:pt x="11056" y="166686"/>
                  </a:lnTo>
                  <a:lnTo>
                    <a:pt x="16608" y="167015"/>
                  </a:lnTo>
                  <a:lnTo>
                    <a:pt x="22168" y="167160"/>
                  </a:lnTo>
                  <a:lnTo>
                    <a:pt x="27729" y="167119"/>
                  </a:lnTo>
                  <a:lnTo>
                    <a:pt x="33287" y="166894"/>
                  </a:lnTo>
                  <a:lnTo>
                    <a:pt x="38833" y="166483"/>
                  </a:lnTo>
                  <a:lnTo>
                    <a:pt x="44363" y="165889"/>
                  </a:lnTo>
                  <a:lnTo>
                    <a:pt x="49871" y="165110"/>
                  </a:lnTo>
                  <a:lnTo>
                    <a:pt x="55349" y="164149"/>
                  </a:lnTo>
                  <a:lnTo>
                    <a:pt x="60792" y="163007"/>
                  </a:lnTo>
                  <a:lnTo>
                    <a:pt x="66194" y="161683"/>
                  </a:lnTo>
                  <a:lnTo>
                    <a:pt x="71549" y="160181"/>
                  </a:lnTo>
                  <a:lnTo>
                    <a:pt x="76852" y="158502"/>
                  </a:lnTo>
                  <a:lnTo>
                    <a:pt x="82095" y="156647"/>
                  </a:lnTo>
                  <a:lnTo>
                    <a:pt x="87274" y="154619"/>
                  </a:lnTo>
                  <a:lnTo>
                    <a:pt x="92382" y="152419"/>
                  </a:lnTo>
                  <a:lnTo>
                    <a:pt x="97415" y="150051"/>
                  </a:lnTo>
                  <a:lnTo>
                    <a:pt x="102366" y="147516"/>
                  </a:lnTo>
                  <a:lnTo>
                    <a:pt x="107230" y="144819"/>
                  </a:lnTo>
                  <a:lnTo>
                    <a:pt x="112001" y="141961"/>
                  </a:lnTo>
                  <a:lnTo>
                    <a:pt x="2372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167163" cy="309128"/>
            </a:xfrm>
            <a:custGeom>
              <a:avLst/>
              <a:pathLst>
                <a:path w="167163" h="309128">
                  <a:moveTo>
                    <a:pt x="88271" y="309128"/>
                  </a:moveTo>
                  <a:lnTo>
                    <a:pt x="92757" y="306239"/>
                  </a:lnTo>
                  <a:lnTo>
                    <a:pt x="97147" y="303208"/>
                  </a:lnTo>
                  <a:lnTo>
                    <a:pt x="101439" y="300039"/>
                  </a:lnTo>
                  <a:lnTo>
                    <a:pt x="105628" y="296734"/>
                  </a:lnTo>
                  <a:lnTo>
                    <a:pt x="109709" y="293297"/>
                  </a:lnTo>
                  <a:lnTo>
                    <a:pt x="113678" y="289732"/>
                  </a:lnTo>
                  <a:lnTo>
                    <a:pt x="117531" y="286042"/>
                  </a:lnTo>
                  <a:lnTo>
                    <a:pt x="121265" y="282231"/>
                  </a:lnTo>
                  <a:lnTo>
                    <a:pt x="124875" y="278302"/>
                  </a:lnTo>
                  <a:lnTo>
                    <a:pt x="128358" y="274261"/>
                  </a:lnTo>
                  <a:lnTo>
                    <a:pt x="131710" y="270110"/>
                  </a:lnTo>
                  <a:lnTo>
                    <a:pt x="134928" y="265854"/>
                  </a:lnTo>
                  <a:lnTo>
                    <a:pt x="138009" y="261498"/>
                  </a:lnTo>
                  <a:lnTo>
                    <a:pt x="140949" y="257046"/>
                  </a:lnTo>
                  <a:lnTo>
                    <a:pt x="143745" y="252502"/>
                  </a:lnTo>
                  <a:lnTo>
                    <a:pt x="146395" y="247872"/>
                  </a:lnTo>
                  <a:lnTo>
                    <a:pt x="148896" y="243159"/>
                  </a:lnTo>
                  <a:lnTo>
                    <a:pt x="151245" y="238369"/>
                  </a:lnTo>
                  <a:lnTo>
                    <a:pt x="153440" y="233506"/>
                  </a:lnTo>
                  <a:lnTo>
                    <a:pt x="155479" y="228576"/>
                  </a:lnTo>
                  <a:lnTo>
                    <a:pt x="157360" y="223583"/>
                  </a:lnTo>
                  <a:lnTo>
                    <a:pt x="159080" y="218532"/>
                  </a:lnTo>
                  <a:lnTo>
                    <a:pt x="160638" y="213430"/>
                  </a:lnTo>
                  <a:lnTo>
                    <a:pt x="162033" y="208280"/>
                  </a:lnTo>
                  <a:lnTo>
                    <a:pt x="163262" y="203088"/>
                  </a:lnTo>
                  <a:lnTo>
                    <a:pt x="164325" y="197860"/>
                  </a:lnTo>
                  <a:lnTo>
                    <a:pt x="165221" y="192600"/>
                  </a:lnTo>
                  <a:lnTo>
                    <a:pt x="165948" y="187315"/>
                  </a:lnTo>
                  <a:lnTo>
                    <a:pt x="166507" y="182009"/>
                  </a:lnTo>
                  <a:lnTo>
                    <a:pt x="166896" y="176688"/>
                  </a:lnTo>
                  <a:lnTo>
                    <a:pt x="167114" y="171357"/>
                  </a:lnTo>
                  <a:lnTo>
                    <a:pt x="167163" y="166022"/>
                  </a:lnTo>
                  <a:lnTo>
                    <a:pt x="167041" y="160688"/>
                  </a:lnTo>
                  <a:lnTo>
                    <a:pt x="166749" y="155360"/>
                  </a:lnTo>
                  <a:lnTo>
                    <a:pt x="166288" y="150045"/>
                  </a:lnTo>
                  <a:lnTo>
                    <a:pt x="165657" y="144747"/>
                  </a:lnTo>
                  <a:lnTo>
                    <a:pt x="164857" y="139472"/>
                  </a:lnTo>
                  <a:lnTo>
                    <a:pt x="163889" y="134225"/>
                  </a:lnTo>
                  <a:lnTo>
                    <a:pt x="162754" y="129012"/>
                  </a:lnTo>
                  <a:lnTo>
                    <a:pt x="161454" y="123838"/>
                  </a:lnTo>
                  <a:lnTo>
                    <a:pt x="159989" y="118708"/>
                  </a:lnTo>
                  <a:lnTo>
                    <a:pt x="158361" y="113627"/>
                  </a:lnTo>
                  <a:lnTo>
                    <a:pt x="156572" y="108600"/>
                  </a:lnTo>
                  <a:lnTo>
                    <a:pt x="154623" y="103634"/>
                  </a:lnTo>
                  <a:lnTo>
                    <a:pt x="152517" y="98732"/>
                  </a:lnTo>
                  <a:lnTo>
                    <a:pt x="150255" y="93900"/>
                  </a:lnTo>
                  <a:lnTo>
                    <a:pt x="147841" y="89142"/>
                  </a:lnTo>
                  <a:lnTo>
                    <a:pt x="145276" y="84464"/>
                  </a:lnTo>
                  <a:lnTo>
                    <a:pt x="142562" y="79870"/>
                  </a:lnTo>
                  <a:lnTo>
                    <a:pt x="139704" y="75365"/>
                  </a:lnTo>
                  <a:lnTo>
                    <a:pt x="136703" y="70953"/>
                  </a:lnTo>
                  <a:lnTo>
                    <a:pt x="133563" y="66640"/>
                  </a:lnTo>
                  <a:lnTo>
                    <a:pt x="130287" y="62429"/>
                  </a:lnTo>
                  <a:lnTo>
                    <a:pt x="126878" y="58324"/>
                  </a:lnTo>
                  <a:lnTo>
                    <a:pt x="123340" y="54331"/>
                  </a:lnTo>
                  <a:lnTo>
                    <a:pt x="119677" y="50452"/>
                  </a:lnTo>
                  <a:lnTo>
                    <a:pt x="115891" y="46693"/>
                  </a:lnTo>
                  <a:lnTo>
                    <a:pt x="111988" y="43056"/>
                  </a:lnTo>
                  <a:lnTo>
                    <a:pt x="107970" y="39545"/>
                  </a:lnTo>
                  <a:lnTo>
                    <a:pt x="103842" y="36165"/>
                  </a:lnTo>
                  <a:lnTo>
                    <a:pt x="99609" y="32918"/>
                  </a:lnTo>
                  <a:lnTo>
                    <a:pt x="95274" y="29807"/>
                  </a:lnTo>
                  <a:lnTo>
                    <a:pt x="90842" y="26837"/>
                  </a:lnTo>
                  <a:lnTo>
                    <a:pt x="86318" y="24009"/>
                  </a:lnTo>
                  <a:lnTo>
                    <a:pt x="81705" y="21328"/>
                  </a:lnTo>
                  <a:lnTo>
                    <a:pt x="77010" y="18795"/>
                  </a:lnTo>
                  <a:lnTo>
                    <a:pt x="72236" y="16413"/>
                  </a:lnTo>
                  <a:lnTo>
                    <a:pt x="67388" y="14184"/>
                  </a:lnTo>
                  <a:lnTo>
                    <a:pt x="62472" y="12112"/>
                  </a:lnTo>
                  <a:lnTo>
                    <a:pt x="57492" y="10197"/>
                  </a:lnTo>
                  <a:lnTo>
                    <a:pt x="52453" y="8442"/>
                  </a:lnTo>
                  <a:lnTo>
                    <a:pt x="47362" y="6849"/>
                  </a:lnTo>
                  <a:lnTo>
                    <a:pt x="42221" y="5419"/>
                  </a:lnTo>
                  <a:lnTo>
                    <a:pt x="37038" y="4154"/>
                  </a:lnTo>
                  <a:lnTo>
                    <a:pt x="31817" y="3055"/>
                  </a:lnTo>
                  <a:lnTo>
                    <a:pt x="26564" y="2124"/>
                  </a:lnTo>
                  <a:lnTo>
                    <a:pt x="21284" y="1360"/>
                  </a:lnTo>
                  <a:lnTo>
                    <a:pt x="15982" y="765"/>
                  </a:lnTo>
                  <a:lnTo>
                    <a:pt x="10663" y="340"/>
                  </a:lnTo>
                  <a:lnTo>
                    <a:pt x="533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410202" y="5269756"/>
              <a:ext cx="135056" cy="167167"/>
            </a:xfrm>
            <a:custGeom>
              <a:avLst/>
              <a:pathLst>
                <a:path w="135056" h="167167">
                  <a:moveTo>
                    <a:pt x="135056" y="0"/>
                  </a:moveTo>
                  <a:lnTo>
                    <a:pt x="129441" y="94"/>
                  </a:lnTo>
                  <a:lnTo>
                    <a:pt x="123833" y="377"/>
                  </a:lnTo>
                  <a:lnTo>
                    <a:pt x="118237" y="848"/>
                  </a:lnTo>
                  <a:lnTo>
                    <a:pt x="112661" y="1506"/>
                  </a:lnTo>
                  <a:lnTo>
                    <a:pt x="107109" y="2352"/>
                  </a:lnTo>
                  <a:lnTo>
                    <a:pt x="101590" y="3384"/>
                  </a:lnTo>
                  <a:lnTo>
                    <a:pt x="96108" y="4600"/>
                  </a:lnTo>
                  <a:lnTo>
                    <a:pt x="90670" y="6000"/>
                  </a:lnTo>
                  <a:lnTo>
                    <a:pt x="85282" y="7582"/>
                  </a:lnTo>
                  <a:lnTo>
                    <a:pt x="79950" y="9343"/>
                  </a:lnTo>
                  <a:lnTo>
                    <a:pt x="74680" y="11283"/>
                  </a:lnTo>
                  <a:lnTo>
                    <a:pt x="69479" y="13399"/>
                  </a:lnTo>
                  <a:lnTo>
                    <a:pt x="64351" y="15688"/>
                  </a:lnTo>
                  <a:lnTo>
                    <a:pt x="59303" y="18148"/>
                  </a:lnTo>
                  <a:lnTo>
                    <a:pt x="54341" y="20777"/>
                  </a:lnTo>
                  <a:lnTo>
                    <a:pt x="49470" y="23570"/>
                  </a:lnTo>
                  <a:lnTo>
                    <a:pt x="44695" y="26526"/>
                  </a:lnTo>
                  <a:lnTo>
                    <a:pt x="40023" y="29640"/>
                  </a:lnTo>
                  <a:lnTo>
                    <a:pt x="35457" y="32909"/>
                  </a:lnTo>
                  <a:lnTo>
                    <a:pt x="31004" y="36330"/>
                  </a:lnTo>
                  <a:lnTo>
                    <a:pt x="26669" y="39899"/>
                  </a:lnTo>
                  <a:lnTo>
                    <a:pt x="22455" y="43611"/>
                  </a:lnTo>
                  <a:lnTo>
                    <a:pt x="18369" y="47462"/>
                  </a:lnTo>
                  <a:lnTo>
                    <a:pt x="14414" y="51449"/>
                  </a:lnTo>
                  <a:lnTo>
                    <a:pt x="10596" y="55566"/>
                  </a:lnTo>
                  <a:lnTo>
                    <a:pt x="6918" y="59809"/>
                  </a:lnTo>
                  <a:lnTo>
                    <a:pt x="3384" y="64174"/>
                  </a:lnTo>
                  <a:lnTo>
                    <a:pt x="0" y="68654"/>
                  </a:lnTo>
                  <a:lnTo>
                    <a:pt x="1350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410202" y="5338410"/>
              <a:ext cx="135056" cy="98512"/>
            </a:xfrm>
            <a:custGeom>
              <a:avLst/>
              <a:pathLst>
                <a:path w="135056" h="98512">
                  <a:moveTo>
                    <a:pt x="0" y="0"/>
                  </a:moveTo>
                  <a:lnTo>
                    <a:pt x="135056" y="985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410202" y="5338410"/>
              <a:ext cx="135056" cy="98512"/>
            </a:xfrm>
            <a:custGeom>
              <a:avLst/>
              <a:pathLst>
                <a:path w="135056" h="98512">
                  <a:moveTo>
                    <a:pt x="0" y="0"/>
                  </a:moveTo>
                  <a:lnTo>
                    <a:pt x="135056" y="985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10202" y="5338410"/>
              <a:ext cx="135056" cy="98512"/>
            </a:xfrm>
            <a:custGeom>
              <a:avLst/>
              <a:pathLst>
                <a:path w="135056" h="98512">
                  <a:moveTo>
                    <a:pt x="0" y="0"/>
                  </a:moveTo>
                  <a:lnTo>
                    <a:pt x="135056" y="985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10202" y="5338410"/>
              <a:ext cx="135056" cy="98512"/>
            </a:xfrm>
            <a:custGeom>
              <a:avLst/>
              <a:pathLst>
                <a:path w="135056" h="98512">
                  <a:moveTo>
                    <a:pt x="0" y="0"/>
                  </a:moveTo>
                  <a:lnTo>
                    <a:pt x="135056" y="985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388266" y="5338410"/>
              <a:ext cx="156991" cy="98512"/>
            </a:xfrm>
            <a:custGeom>
              <a:avLst/>
              <a:pathLst>
                <a:path w="156991" h="98512">
                  <a:moveTo>
                    <a:pt x="21935" y="0"/>
                  </a:moveTo>
                  <a:lnTo>
                    <a:pt x="18111" y="5469"/>
                  </a:lnTo>
                  <a:lnTo>
                    <a:pt x="14507" y="11087"/>
                  </a:lnTo>
                  <a:lnTo>
                    <a:pt x="11131" y="16844"/>
                  </a:lnTo>
                  <a:lnTo>
                    <a:pt x="7987" y="22731"/>
                  </a:lnTo>
                  <a:lnTo>
                    <a:pt x="5081" y="28740"/>
                  </a:lnTo>
                  <a:lnTo>
                    <a:pt x="2417" y="34859"/>
                  </a:lnTo>
                  <a:lnTo>
                    <a:pt x="0" y="41080"/>
                  </a:lnTo>
                  <a:lnTo>
                    <a:pt x="156991" y="985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378091" y="5269756"/>
              <a:ext cx="334323" cy="334328"/>
            </a:xfrm>
            <a:custGeom>
              <a:avLst/>
              <a:pathLst>
                <a:path w="334323" h="334328">
                  <a:moveTo>
                    <a:pt x="10174" y="109734"/>
                  </a:moveTo>
                  <a:lnTo>
                    <a:pt x="8436" y="114730"/>
                  </a:lnTo>
                  <a:lnTo>
                    <a:pt x="6856" y="119779"/>
                  </a:lnTo>
                  <a:lnTo>
                    <a:pt x="5437" y="124874"/>
                  </a:lnTo>
                  <a:lnTo>
                    <a:pt x="4180" y="130012"/>
                  </a:lnTo>
                  <a:lnTo>
                    <a:pt x="3086" y="135188"/>
                  </a:lnTo>
                  <a:lnTo>
                    <a:pt x="2157" y="140395"/>
                  </a:lnTo>
                  <a:lnTo>
                    <a:pt x="1392" y="145629"/>
                  </a:lnTo>
                  <a:lnTo>
                    <a:pt x="794" y="150885"/>
                  </a:lnTo>
                  <a:lnTo>
                    <a:pt x="362" y="156157"/>
                  </a:lnTo>
                  <a:lnTo>
                    <a:pt x="97" y="161440"/>
                  </a:lnTo>
                  <a:lnTo>
                    <a:pt x="0" y="166729"/>
                  </a:lnTo>
                  <a:lnTo>
                    <a:pt x="69" y="172018"/>
                  </a:lnTo>
                  <a:lnTo>
                    <a:pt x="306" y="177303"/>
                  </a:lnTo>
                  <a:lnTo>
                    <a:pt x="711" y="182577"/>
                  </a:lnTo>
                  <a:lnTo>
                    <a:pt x="1282" y="187836"/>
                  </a:lnTo>
                  <a:lnTo>
                    <a:pt x="2019" y="193074"/>
                  </a:lnTo>
                  <a:lnTo>
                    <a:pt x="2921" y="198286"/>
                  </a:lnTo>
                  <a:lnTo>
                    <a:pt x="3988" y="203467"/>
                  </a:lnTo>
                  <a:lnTo>
                    <a:pt x="5218" y="208611"/>
                  </a:lnTo>
                  <a:lnTo>
                    <a:pt x="6610" y="213715"/>
                  </a:lnTo>
                  <a:lnTo>
                    <a:pt x="8163" y="218771"/>
                  </a:lnTo>
                  <a:lnTo>
                    <a:pt x="9876" y="223776"/>
                  </a:lnTo>
                  <a:lnTo>
                    <a:pt x="11745" y="228724"/>
                  </a:lnTo>
                  <a:lnTo>
                    <a:pt x="13771" y="233611"/>
                  </a:lnTo>
                  <a:lnTo>
                    <a:pt x="15950" y="238431"/>
                  </a:lnTo>
                  <a:lnTo>
                    <a:pt x="18280" y="243179"/>
                  </a:lnTo>
                  <a:lnTo>
                    <a:pt x="20760" y="247852"/>
                  </a:lnTo>
                  <a:lnTo>
                    <a:pt x="23386" y="252444"/>
                  </a:lnTo>
                  <a:lnTo>
                    <a:pt x="26156" y="256950"/>
                  </a:lnTo>
                  <a:lnTo>
                    <a:pt x="29067" y="261367"/>
                  </a:lnTo>
                  <a:lnTo>
                    <a:pt x="32117" y="265689"/>
                  </a:lnTo>
                  <a:lnTo>
                    <a:pt x="35302" y="269912"/>
                  </a:lnTo>
                  <a:lnTo>
                    <a:pt x="38618" y="274033"/>
                  </a:lnTo>
                  <a:lnTo>
                    <a:pt x="42064" y="278047"/>
                  </a:lnTo>
                  <a:lnTo>
                    <a:pt x="45635" y="281949"/>
                  </a:lnTo>
                  <a:lnTo>
                    <a:pt x="49327" y="285737"/>
                  </a:lnTo>
                  <a:lnTo>
                    <a:pt x="53137" y="289406"/>
                  </a:lnTo>
                  <a:lnTo>
                    <a:pt x="57062" y="292952"/>
                  </a:lnTo>
                  <a:lnTo>
                    <a:pt x="61097" y="296373"/>
                  </a:lnTo>
                  <a:lnTo>
                    <a:pt x="65238" y="299664"/>
                  </a:lnTo>
                  <a:lnTo>
                    <a:pt x="69481" y="302823"/>
                  </a:lnTo>
                  <a:lnTo>
                    <a:pt x="73822" y="305846"/>
                  </a:lnTo>
                  <a:lnTo>
                    <a:pt x="78256" y="308730"/>
                  </a:lnTo>
                  <a:lnTo>
                    <a:pt x="82780" y="311472"/>
                  </a:lnTo>
                  <a:lnTo>
                    <a:pt x="87388" y="314069"/>
                  </a:lnTo>
                  <a:lnTo>
                    <a:pt x="92076" y="316520"/>
                  </a:lnTo>
                  <a:lnTo>
                    <a:pt x="96839" y="318821"/>
                  </a:lnTo>
                  <a:lnTo>
                    <a:pt x="101672" y="320970"/>
                  </a:lnTo>
                  <a:lnTo>
                    <a:pt x="106571" y="322965"/>
                  </a:lnTo>
                  <a:lnTo>
                    <a:pt x="111531" y="324805"/>
                  </a:lnTo>
                  <a:lnTo>
                    <a:pt x="116546" y="326486"/>
                  </a:lnTo>
                  <a:lnTo>
                    <a:pt x="121612" y="328008"/>
                  </a:lnTo>
                  <a:lnTo>
                    <a:pt x="126724" y="329368"/>
                  </a:lnTo>
                  <a:lnTo>
                    <a:pt x="131876" y="330567"/>
                  </a:lnTo>
                  <a:lnTo>
                    <a:pt x="137063" y="331602"/>
                  </a:lnTo>
                  <a:lnTo>
                    <a:pt x="142281" y="332472"/>
                  </a:lnTo>
                  <a:lnTo>
                    <a:pt x="147524" y="333176"/>
                  </a:lnTo>
                  <a:lnTo>
                    <a:pt x="152786" y="333715"/>
                  </a:lnTo>
                  <a:lnTo>
                    <a:pt x="158062" y="334086"/>
                  </a:lnTo>
                  <a:lnTo>
                    <a:pt x="163348" y="334291"/>
                  </a:lnTo>
                  <a:lnTo>
                    <a:pt x="168638" y="334328"/>
                  </a:lnTo>
                  <a:lnTo>
                    <a:pt x="173926" y="334198"/>
                  </a:lnTo>
                  <a:lnTo>
                    <a:pt x="179207" y="333900"/>
                  </a:lnTo>
                  <a:lnTo>
                    <a:pt x="184476" y="333436"/>
                  </a:lnTo>
                  <a:lnTo>
                    <a:pt x="189728" y="332805"/>
                  </a:lnTo>
                  <a:lnTo>
                    <a:pt x="194958" y="332008"/>
                  </a:lnTo>
                  <a:lnTo>
                    <a:pt x="200159" y="331046"/>
                  </a:lnTo>
                  <a:lnTo>
                    <a:pt x="205328" y="329920"/>
                  </a:lnTo>
                  <a:lnTo>
                    <a:pt x="210458" y="328632"/>
                  </a:lnTo>
                  <a:lnTo>
                    <a:pt x="215545" y="327181"/>
                  </a:lnTo>
                  <a:lnTo>
                    <a:pt x="220583" y="325570"/>
                  </a:lnTo>
                  <a:lnTo>
                    <a:pt x="225568" y="323801"/>
                  </a:lnTo>
                  <a:lnTo>
                    <a:pt x="230495" y="321875"/>
                  </a:lnTo>
                  <a:lnTo>
                    <a:pt x="235358" y="319794"/>
                  </a:lnTo>
                  <a:lnTo>
                    <a:pt x="240153" y="317560"/>
                  </a:lnTo>
                  <a:lnTo>
                    <a:pt x="244874" y="315175"/>
                  </a:lnTo>
                  <a:lnTo>
                    <a:pt x="249518" y="312642"/>
                  </a:lnTo>
                  <a:lnTo>
                    <a:pt x="254080" y="309964"/>
                  </a:lnTo>
                  <a:lnTo>
                    <a:pt x="258554" y="307143"/>
                  </a:lnTo>
                  <a:lnTo>
                    <a:pt x="262937" y="304181"/>
                  </a:lnTo>
                  <a:lnTo>
                    <a:pt x="267224" y="301082"/>
                  </a:lnTo>
                  <a:lnTo>
                    <a:pt x="271411" y="297850"/>
                  </a:lnTo>
                  <a:lnTo>
                    <a:pt x="275494" y="294486"/>
                  </a:lnTo>
                  <a:lnTo>
                    <a:pt x="279468" y="290995"/>
                  </a:lnTo>
                  <a:lnTo>
                    <a:pt x="283329" y="287380"/>
                  </a:lnTo>
                  <a:lnTo>
                    <a:pt x="287074" y="283644"/>
                  </a:lnTo>
                  <a:lnTo>
                    <a:pt x="290700" y="279792"/>
                  </a:lnTo>
                  <a:lnTo>
                    <a:pt x="294201" y="275827"/>
                  </a:lnTo>
                  <a:lnTo>
                    <a:pt x="297576" y="271754"/>
                  </a:lnTo>
                  <a:lnTo>
                    <a:pt x="300819" y="267575"/>
                  </a:lnTo>
                  <a:lnTo>
                    <a:pt x="303929" y="263296"/>
                  </a:lnTo>
                  <a:lnTo>
                    <a:pt x="306902" y="258921"/>
                  </a:lnTo>
                  <a:lnTo>
                    <a:pt x="309735" y="254454"/>
                  </a:lnTo>
                  <a:lnTo>
                    <a:pt x="312426" y="249900"/>
                  </a:lnTo>
                  <a:lnTo>
                    <a:pt x="314970" y="245262"/>
                  </a:lnTo>
                  <a:lnTo>
                    <a:pt x="317367" y="240547"/>
                  </a:lnTo>
                  <a:lnTo>
                    <a:pt x="319614" y="235758"/>
                  </a:lnTo>
                  <a:lnTo>
                    <a:pt x="321708" y="230900"/>
                  </a:lnTo>
                  <a:lnTo>
                    <a:pt x="323647" y="225979"/>
                  </a:lnTo>
                  <a:lnTo>
                    <a:pt x="325429" y="220999"/>
                  </a:lnTo>
                  <a:lnTo>
                    <a:pt x="327053" y="215964"/>
                  </a:lnTo>
                  <a:lnTo>
                    <a:pt x="328517" y="210881"/>
                  </a:lnTo>
                  <a:lnTo>
                    <a:pt x="329819" y="205754"/>
                  </a:lnTo>
                  <a:lnTo>
                    <a:pt x="330959" y="200589"/>
                  </a:lnTo>
                  <a:lnTo>
                    <a:pt x="331934" y="195390"/>
                  </a:lnTo>
                  <a:lnTo>
                    <a:pt x="332745" y="190163"/>
                  </a:lnTo>
                  <a:lnTo>
                    <a:pt x="333389" y="184912"/>
                  </a:lnTo>
                  <a:lnTo>
                    <a:pt x="333867" y="179644"/>
                  </a:lnTo>
                  <a:lnTo>
                    <a:pt x="334179" y="174364"/>
                  </a:lnTo>
                  <a:lnTo>
                    <a:pt x="334323" y="169076"/>
                  </a:lnTo>
                  <a:lnTo>
                    <a:pt x="334300" y="163787"/>
                  </a:lnTo>
                  <a:lnTo>
                    <a:pt x="334109" y="158500"/>
                  </a:lnTo>
                  <a:lnTo>
                    <a:pt x="333751" y="153223"/>
                  </a:lnTo>
                  <a:lnTo>
                    <a:pt x="333227" y="147959"/>
                  </a:lnTo>
                  <a:lnTo>
                    <a:pt x="332536" y="142715"/>
                  </a:lnTo>
                  <a:lnTo>
                    <a:pt x="331679" y="137495"/>
                  </a:lnTo>
                  <a:lnTo>
                    <a:pt x="330658" y="132305"/>
                  </a:lnTo>
                  <a:lnTo>
                    <a:pt x="329473" y="127149"/>
                  </a:lnTo>
                  <a:lnTo>
                    <a:pt x="328126" y="122034"/>
                  </a:lnTo>
                  <a:lnTo>
                    <a:pt x="326617" y="116964"/>
                  </a:lnTo>
                  <a:lnTo>
                    <a:pt x="324949" y="111944"/>
                  </a:lnTo>
                  <a:lnTo>
                    <a:pt x="323123" y="106980"/>
                  </a:lnTo>
                  <a:lnTo>
                    <a:pt x="321141" y="102076"/>
                  </a:lnTo>
                  <a:lnTo>
                    <a:pt x="319004" y="97237"/>
                  </a:lnTo>
                  <a:lnTo>
                    <a:pt x="316716" y="92468"/>
                  </a:lnTo>
                  <a:lnTo>
                    <a:pt x="314277" y="87774"/>
                  </a:lnTo>
                  <a:lnTo>
                    <a:pt x="311692" y="83159"/>
                  </a:lnTo>
                  <a:lnTo>
                    <a:pt x="308961" y="78628"/>
                  </a:lnTo>
                  <a:lnTo>
                    <a:pt x="306089" y="74186"/>
                  </a:lnTo>
                  <a:lnTo>
                    <a:pt x="303078" y="69837"/>
                  </a:lnTo>
                  <a:lnTo>
                    <a:pt x="299930" y="65586"/>
                  </a:lnTo>
                  <a:lnTo>
                    <a:pt x="296650" y="61436"/>
                  </a:lnTo>
                  <a:lnTo>
                    <a:pt x="293240" y="57393"/>
                  </a:lnTo>
                  <a:lnTo>
                    <a:pt x="289704" y="53459"/>
                  </a:lnTo>
                  <a:lnTo>
                    <a:pt x="286045" y="49639"/>
                  </a:lnTo>
                  <a:lnTo>
                    <a:pt x="282267" y="45936"/>
                  </a:lnTo>
                  <a:lnTo>
                    <a:pt x="278373" y="42355"/>
                  </a:lnTo>
                  <a:lnTo>
                    <a:pt x="274369" y="38899"/>
                  </a:lnTo>
                  <a:lnTo>
                    <a:pt x="270257" y="35572"/>
                  </a:lnTo>
                  <a:lnTo>
                    <a:pt x="266042" y="32376"/>
                  </a:lnTo>
                  <a:lnTo>
                    <a:pt x="261728" y="29315"/>
                  </a:lnTo>
                  <a:lnTo>
                    <a:pt x="257319" y="26392"/>
                  </a:lnTo>
                  <a:lnTo>
                    <a:pt x="252820" y="23610"/>
                  </a:lnTo>
                  <a:lnTo>
                    <a:pt x="248235" y="20972"/>
                  </a:lnTo>
                  <a:lnTo>
                    <a:pt x="243569" y="18481"/>
                  </a:lnTo>
                  <a:lnTo>
                    <a:pt x="238826" y="16138"/>
                  </a:lnTo>
                  <a:lnTo>
                    <a:pt x="234012" y="13946"/>
                  </a:lnTo>
                  <a:lnTo>
                    <a:pt x="229131" y="11908"/>
                  </a:lnTo>
                  <a:lnTo>
                    <a:pt x="224187" y="10025"/>
                  </a:lnTo>
                  <a:lnTo>
                    <a:pt x="219187" y="8300"/>
                  </a:lnTo>
                  <a:lnTo>
                    <a:pt x="214135" y="6733"/>
                  </a:lnTo>
                  <a:lnTo>
                    <a:pt x="209035" y="5328"/>
                  </a:lnTo>
                  <a:lnTo>
                    <a:pt x="203894" y="4084"/>
                  </a:lnTo>
                  <a:lnTo>
                    <a:pt x="198715" y="3004"/>
                  </a:lnTo>
                  <a:lnTo>
                    <a:pt x="193506" y="2088"/>
                  </a:lnTo>
                  <a:lnTo>
                    <a:pt x="188270" y="1337"/>
                  </a:lnTo>
                  <a:lnTo>
                    <a:pt x="183012" y="752"/>
                  </a:lnTo>
                  <a:lnTo>
                    <a:pt x="177739" y="334"/>
                  </a:lnTo>
                  <a:lnTo>
                    <a:pt x="172455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53872" y="5018213"/>
              <a:ext cx="167166" cy="167841"/>
            </a:xfrm>
            <a:custGeom>
              <a:avLst/>
              <a:pathLst>
                <a:path w="167166" h="167841">
                  <a:moveTo>
                    <a:pt x="167166" y="0"/>
                  </a:moveTo>
                  <a:lnTo>
                    <a:pt x="161794" y="86"/>
                  </a:lnTo>
                  <a:lnTo>
                    <a:pt x="156428" y="345"/>
                  </a:lnTo>
                  <a:lnTo>
                    <a:pt x="151073" y="776"/>
                  </a:lnTo>
                  <a:lnTo>
                    <a:pt x="145734" y="1379"/>
                  </a:lnTo>
                  <a:lnTo>
                    <a:pt x="140418" y="2153"/>
                  </a:lnTo>
                  <a:lnTo>
                    <a:pt x="135129" y="3098"/>
                  </a:lnTo>
                  <a:lnTo>
                    <a:pt x="129873" y="4212"/>
                  </a:lnTo>
                  <a:lnTo>
                    <a:pt x="124656" y="5495"/>
                  </a:lnTo>
                  <a:lnTo>
                    <a:pt x="119483" y="6944"/>
                  </a:lnTo>
                  <a:lnTo>
                    <a:pt x="114359" y="8559"/>
                  </a:lnTo>
                  <a:lnTo>
                    <a:pt x="109290" y="10338"/>
                  </a:lnTo>
                  <a:lnTo>
                    <a:pt x="104280" y="12279"/>
                  </a:lnTo>
                  <a:lnTo>
                    <a:pt x="99336" y="14379"/>
                  </a:lnTo>
                  <a:lnTo>
                    <a:pt x="94461" y="16638"/>
                  </a:lnTo>
                  <a:lnTo>
                    <a:pt x="89661" y="19052"/>
                  </a:lnTo>
                  <a:lnTo>
                    <a:pt x="84942" y="21619"/>
                  </a:lnTo>
                  <a:lnTo>
                    <a:pt x="80307" y="24336"/>
                  </a:lnTo>
                  <a:lnTo>
                    <a:pt x="75763" y="27201"/>
                  </a:lnTo>
                  <a:lnTo>
                    <a:pt x="71312" y="30211"/>
                  </a:lnTo>
                  <a:lnTo>
                    <a:pt x="66961" y="33361"/>
                  </a:lnTo>
                  <a:lnTo>
                    <a:pt x="62713" y="36650"/>
                  </a:lnTo>
                  <a:lnTo>
                    <a:pt x="58573" y="40074"/>
                  </a:lnTo>
                  <a:lnTo>
                    <a:pt x="54545" y="43629"/>
                  </a:lnTo>
                  <a:lnTo>
                    <a:pt x="50633" y="47312"/>
                  </a:lnTo>
                  <a:lnTo>
                    <a:pt x="46842" y="51119"/>
                  </a:lnTo>
                  <a:lnTo>
                    <a:pt x="43175" y="55045"/>
                  </a:lnTo>
                  <a:lnTo>
                    <a:pt x="39636" y="59087"/>
                  </a:lnTo>
                  <a:lnTo>
                    <a:pt x="36229" y="63241"/>
                  </a:lnTo>
                  <a:lnTo>
                    <a:pt x="32957" y="67502"/>
                  </a:lnTo>
                  <a:lnTo>
                    <a:pt x="29824" y="71866"/>
                  </a:lnTo>
                  <a:lnTo>
                    <a:pt x="26832" y="76329"/>
                  </a:lnTo>
                  <a:lnTo>
                    <a:pt x="23986" y="80885"/>
                  </a:lnTo>
                  <a:lnTo>
                    <a:pt x="21287" y="85531"/>
                  </a:lnTo>
                  <a:lnTo>
                    <a:pt x="18739" y="90260"/>
                  </a:lnTo>
                  <a:lnTo>
                    <a:pt x="16345" y="95070"/>
                  </a:lnTo>
                  <a:lnTo>
                    <a:pt x="14106" y="99953"/>
                  </a:lnTo>
                  <a:lnTo>
                    <a:pt x="12025" y="104906"/>
                  </a:lnTo>
                  <a:lnTo>
                    <a:pt x="10104" y="109924"/>
                  </a:lnTo>
                  <a:lnTo>
                    <a:pt x="8346" y="115000"/>
                  </a:lnTo>
                  <a:lnTo>
                    <a:pt x="6752" y="120131"/>
                  </a:lnTo>
                  <a:lnTo>
                    <a:pt x="5323" y="125310"/>
                  </a:lnTo>
                  <a:lnTo>
                    <a:pt x="4062" y="130532"/>
                  </a:lnTo>
                  <a:lnTo>
                    <a:pt x="2969" y="135792"/>
                  </a:lnTo>
                  <a:lnTo>
                    <a:pt x="2045" y="141085"/>
                  </a:lnTo>
                  <a:lnTo>
                    <a:pt x="1293" y="146404"/>
                  </a:lnTo>
                  <a:lnTo>
                    <a:pt x="711" y="151745"/>
                  </a:lnTo>
                  <a:lnTo>
                    <a:pt x="301" y="157102"/>
                  </a:lnTo>
                  <a:lnTo>
                    <a:pt x="64" y="162469"/>
                  </a:lnTo>
                  <a:lnTo>
                    <a:pt x="0" y="167841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53872" y="5185380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53872" y="5185380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53872" y="5185380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3872" y="5185380"/>
              <a:ext cx="167166" cy="64542"/>
            </a:xfrm>
            <a:custGeom>
              <a:avLst/>
              <a:pathLst>
                <a:path w="167166" h="64542">
                  <a:moveTo>
                    <a:pt x="0" y="673"/>
                  </a:moveTo>
                  <a:lnTo>
                    <a:pt x="130" y="6634"/>
                  </a:lnTo>
                  <a:lnTo>
                    <a:pt x="473" y="12587"/>
                  </a:lnTo>
                  <a:lnTo>
                    <a:pt x="1028" y="18524"/>
                  </a:lnTo>
                  <a:lnTo>
                    <a:pt x="1794" y="24437"/>
                  </a:lnTo>
                  <a:lnTo>
                    <a:pt x="2771" y="30318"/>
                  </a:lnTo>
                  <a:lnTo>
                    <a:pt x="3956" y="36162"/>
                  </a:lnTo>
                  <a:lnTo>
                    <a:pt x="5350" y="41959"/>
                  </a:lnTo>
                  <a:lnTo>
                    <a:pt x="6949" y="47703"/>
                  </a:lnTo>
                  <a:lnTo>
                    <a:pt x="8752" y="53386"/>
                  </a:lnTo>
                  <a:lnTo>
                    <a:pt x="10757" y="59002"/>
                  </a:lnTo>
                  <a:lnTo>
                    <a:pt x="12960" y="64542"/>
                  </a:lnTo>
                  <a:lnTo>
                    <a:pt x="16716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66833" y="5018213"/>
              <a:ext cx="321351" cy="334334"/>
            </a:xfrm>
            <a:custGeom>
              <a:avLst/>
              <a:pathLst>
                <a:path w="321351" h="334334">
                  <a:moveTo>
                    <a:pt x="0" y="231709"/>
                  </a:moveTo>
                  <a:lnTo>
                    <a:pt x="2125" y="236570"/>
                  </a:lnTo>
                  <a:lnTo>
                    <a:pt x="4404" y="241360"/>
                  </a:lnTo>
                  <a:lnTo>
                    <a:pt x="6833" y="246076"/>
                  </a:lnTo>
                  <a:lnTo>
                    <a:pt x="9411" y="250713"/>
                  </a:lnTo>
                  <a:lnTo>
                    <a:pt x="12135" y="255265"/>
                  </a:lnTo>
                  <a:lnTo>
                    <a:pt x="15002" y="259728"/>
                  </a:lnTo>
                  <a:lnTo>
                    <a:pt x="18009" y="264099"/>
                  </a:lnTo>
                  <a:lnTo>
                    <a:pt x="21153" y="268371"/>
                  </a:lnTo>
                  <a:lnTo>
                    <a:pt x="24431" y="272542"/>
                  </a:lnTo>
                  <a:lnTo>
                    <a:pt x="27840" y="276607"/>
                  </a:lnTo>
                  <a:lnTo>
                    <a:pt x="31377" y="280561"/>
                  </a:lnTo>
                  <a:lnTo>
                    <a:pt x="35036" y="284401"/>
                  </a:lnTo>
                  <a:lnTo>
                    <a:pt x="38816" y="288123"/>
                  </a:lnTo>
                  <a:lnTo>
                    <a:pt x="42712" y="291724"/>
                  </a:lnTo>
                  <a:lnTo>
                    <a:pt x="46721" y="295199"/>
                  </a:lnTo>
                  <a:lnTo>
                    <a:pt x="50837" y="298545"/>
                  </a:lnTo>
                  <a:lnTo>
                    <a:pt x="55058" y="301758"/>
                  </a:lnTo>
                  <a:lnTo>
                    <a:pt x="59378" y="304837"/>
                  </a:lnTo>
                  <a:lnTo>
                    <a:pt x="63794" y="307776"/>
                  </a:lnTo>
                  <a:lnTo>
                    <a:pt x="68301" y="310574"/>
                  </a:lnTo>
                  <a:lnTo>
                    <a:pt x="72895" y="313227"/>
                  </a:lnTo>
                  <a:lnTo>
                    <a:pt x="77570" y="315734"/>
                  </a:lnTo>
                  <a:lnTo>
                    <a:pt x="82323" y="318091"/>
                  </a:lnTo>
                  <a:lnTo>
                    <a:pt x="87148" y="320295"/>
                  </a:lnTo>
                  <a:lnTo>
                    <a:pt x="92040" y="322346"/>
                  </a:lnTo>
                  <a:lnTo>
                    <a:pt x="96996" y="324240"/>
                  </a:lnTo>
                  <a:lnTo>
                    <a:pt x="102008" y="325977"/>
                  </a:lnTo>
                  <a:lnTo>
                    <a:pt x="107074" y="327553"/>
                  </a:lnTo>
                  <a:lnTo>
                    <a:pt x="112186" y="328967"/>
                  </a:lnTo>
                  <a:lnTo>
                    <a:pt x="117341" y="330219"/>
                  </a:lnTo>
                  <a:lnTo>
                    <a:pt x="122534" y="331307"/>
                  </a:lnTo>
                  <a:lnTo>
                    <a:pt x="127758" y="332229"/>
                  </a:lnTo>
                  <a:lnTo>
                    <a:pt x="133008" y="332985"/>
                  </a:lnTo>
                  <a:lnTo>
                    <a:pt x="138280" y="333574"/>
                  </a:lnTo>
                  <a:lnTo>
                    <a:pt x="143569" y="333996"/>
                  </a:lnTo>
                  <a:lnTo>
                    <a:pt x="148867" y="334249"/>
                  </a:lnTo>
                  <a:lnTo>
                    <a:pt x="154172" y="334334"/>
                  </a:lnTo>
                  <a:lnTo>
                    <a:pt x="159476" y="334251"/>
                  </a:lnTo>
                  <a:lnTo>
                    <a:pt x="164775" y="334000"/>
                  </a:lnTo>
                  <a:lnTo>
                    <a:pt x="170063" y="333580"/>
                  </a:lnTo>
                  <a:lnTo>
                    <a:pt x="175335" y="332994"/>
                  </a:lnTo>
                  <a:lnTo>
                    <a:pt x="180586" y="332240"/>
                  </a:lnTo>
                  <a:lnTo>
                    <a:pt x="185811" y="331319"/>
                  </a:lnTo>
                  <a:lnTo>
                    <a:pt x="191003" y="330234"/>
                  </a:lnTo>
                  <a:lnTo>
                    <a:pt x="196159" y="328984"/>
                  </a:lnTo>
                  <a:lnTo>
                    <a:pt x="201272" y="327571"/>
                  </a:lnTo>
                  <a:lnTo>
                    <a:pt x="206338" y="325997"/>
                  </a:lnTo>
                  <a:lnTo>
                    <a:pt x="211352" y="324263"/>
                  </a:lnTo>
                  <a:lnTo>
                    <a:pt x="216308" y="322371"/>
                  </a:lnTo>
                  <a:lnTo>
                    <a:pt x="221201" y="320322"/>
                  </a:lnTo>
                  <a:lnTo>
                    <a:pt x="226027" y="318119"/>
                  </a:lnTo>
                  <a:lnTo>
                    <a:pt x="230780" y="315764"/>
                  </a:lnTo>
                  <a:lnTo>
                    <a:pt x="235457" y="313260"/>
                  </a:lnTo>
                  <a:lnTo>
                    <a:pt x="240051" y="310608"/>
                  </a:lnTo>
                  <a:lnTo>
                    <a:pt x="244559" y="307812"/>
                  </a:lnTo>
                  <a:lnTo>
                    <a:pt x="248977" y="304874"/>
                  </a:lnTo>
                  <a:lnTo>
                    <a:pt x="253298" y="301798"/>
                  </a:lnTo>
                  <a:lnTo>
                    <a:pt x="257520" y="298586"/>
                  </a:lnTo>
                  <a:lnTo>
                    <a:pt x="261638" y="295241"/>
                  </a:lnTo>
                  <a:lnTo>
                    <a:pt x="265648" y="291768"/>
                  </a:lnTo>
                  <a:lnTo>
                    <a:pt x="269545" y="288169"/>
                  </a:lnTo>
                  <a:lnTo>
                    <a:pt x="273327" y="284448"/>
                  </a:lnTo>
                  <a:lnTo>
                    <a:pt x="276988" y="280610"/>
                  </a:lnTo>
                  <a:lnTo>
                    <a:pt x="280526" y="276656"/>
                  </a:lnTo>
                  <a:lnTo>
                    <a:pt x="283936" y="272593"/>
                  </a:lnTo>
                  <a:lnTo>
                    <a:pt x="287216" y="268424"/>
                  </a:lnTo>
                  <a:lnTo>
                    <a:pt x="290362" y="264152"/>
                  </a:lnTo>
                  <a:lnTo>
                    <a:pt x="293371" y="259783"/>
                  </a:lnTo>
                  <a:lnTo>
                    <a:pt x="296239" y="255321"/>
                  </a:lnTo>
                  <a:lnTo>
                    <a:pt x="298965" y="250770"/>
                  </a:lnTo>
                  <a:lnTo>
                    <a:pt x="301545" y="246134"/>
                  </a:lnTo>
                  <a:lnTo>
                    <a:pt x="303976" y="241420"/>
                  </a:lnTo>
                  <a:lnTo>
                    <a:pt x="306257" y="236630"/>
                  </a:lnTo>
                  <a:lnTo>
                    <a:pt x="308384" y="231770"/>
                  </a:lnTo>
                  <a:lnTo>
                    <a:pt x="310356" y="226846"/>
                  </a:lnTo>
                  <a:lnTo>
                    <a:pt x="312171" y="221861"/>
                  </a:lnTo>
                  <a:lnTo>
                    <a:pt x="313827" y="216821"/>
                  </a:lnTo>
                  <a:lnTo>
                    <a:pt x="315323" y="211731"/>
                  </a:lnTo>
                  <a:lnTo>
                    <a:pt x="316655" y="206597"/>
                  </a:lnTo>
                  <a:lnTo>
                    <a:pt x="317825" y="201422"/>
                  </a:lnTo>
                  <a:lnTo>
                    <a:pt x="318829" y="196213"/>
                  </a:lnTo>
                  <a:lnTo>
                    <a:pt x="319668" y="190975"/>
                  </a:lnTo>
                  <a:lnTo>
                    <a:pt x="320340" y="185713"/>
                  </a:lnTo>
                  <a:lnTo>
                    <a:pt x="320845" y="180432"/>
                  </a:lnTo>
                  <a:lnTo>
                    <a:pt x="321182" y="175138"/>
                  </a:lnTo>
                  <a:lnTo>
                    <a:pt x="321351" y="169836"/>
                  </a:lnTo>
                  <a:lnTo>
                    <a:pt x="321351" y="164531"/>
                  </a:lnTo>
                  <a:lnTo>
                    <a:pt x="321183" y="159229"/>
                  </a:lnTo>
                  <a:lnTo>
                    <a:pt x="320848" y="153935"/>
                  </a:lnTo>
                  <a:lnTo>
                    <a:pt x="320344" y="148654"/>
                  </a:lnTo>
                  <a:lnTo>
                    <a:pt x="319673" y="143391"/>
                  </a:lnTo>
                  <a:lnTo>
                    <a:pt x="318835" y="138153"/>
                  </a:lnTo>
                  <a:lnTo>
                    <a:pt x="317831" y="132944"/>
                  </a:lnTo>
                  <a:lnTo>
                    <a:pt x="316663" y="127769"/>
                  </a:lnTo>
                  <a:lnTo>
                    <a:pt x="315331" y="122634"/>
                  </a:lnTo>
                  <a:lnTo>
                    <a:pt x="313837" y="117544"/>
                  </a:lnTo>
                  <a:lnTo>
                    <a:pt x="312182" y="112504"/>
                  </a:lnTo>
                  <a:lnTo>
                    <a:pt x="310368" y="107519"/>
                  </a:lnTo>
                  <a:lnTo>
                    <a:pt x="308397" y="102594"/>
                  </a:lnTo>
                  <a:lnTo>
                    <a:pt x="306270" y="97734"/>
                  </a:lnTo>
                  <a:lnTo>
                    <a:pt x="303991" y="92944"/>
                  </a:lnTo>
                  <a:lnTo>
                    <a:pt x="301560" y="88229"/>
                  </a:lnTo>
                  <a:lnTo>
                    <a:pt x="298981" y="83593"/>
                  </a:lnTo>
                  <a:lnTo>
                    <a:pt x="296257" y="79041"/>
                  </a:lnTo>
                  <a:lnTo>
                    <a:pt x="293389" y="74578"/>
                  </a:lnTo>
                  <a:lnTo>
                    <a:pt x="290381" y="70208"/>
                  </a:lnTo>
                  <a:lnTo>
                    <a:pt x="287236" y="65936"/>
                  </a:lnTo>
                  <a:lnTo>
                    <a:pt x="283957" y="61766"/>
                  </a:lnTo>
                  <a:lnTo>
                    <a:pt x="280547" y="57702"/>
                  </a:lnTo>
                  <a:lnTo>
                    <a:pt x="277010" y="53749"/>
                  </a:lnTo>
                  <a:lnTo>
                    <a:pt x="273350" y="49909"/>
                  </a:lnTo>
                  <a:lnTo>
                    <a:pt x="269569" y="46188"/>
                  </a:lnTo>
                  <a:lnTo>
                    <a:pt x="265672" y="42588"/>
                  </a:lnTo>
                  <a:lnTo>
                    <a:pt x="261663" y="39114"/>
                  </a:lnTo>
                  <a:lnTo>
                    <a:pt x="257546" y="35769"/>
                  </a:lnTo>
                  <a:lnTo>
                    <a:pt x="253325" y="32556"/>
                  </a:lnTo>
                  <a:lnTo>
                    <a:pt x="249004" y="29479"/>
                  </a:lnTo>
                  <a:lnTo>
                    <a:pt x="244587" y="26540"/>
                  </a:lnTo>
                  <a:lnTo>
                    <a:pt x="240080" y="23743"/>
                  </a:lnTo>
                  <a:lnTo>
                    <a:pt x="235486" y="21090"/>
                  </a:lnTo>
                  <a:lnTo>
                    <a:pt x="230810" y="18585"/>
                  </a:lnTo>
                  <a:lnTo>
                    <a:pt x="226057" y="16229"/>
                  </a:lnTo>
                  <a:lnTo>
                    <a:pt x="221231" y="14025"/>
                  </a:lnTo>
                  <a:lnTo>
                    <a:pt x="216338" y="11976"/>
                  </a:lnTo>
                  <a:lnTo>
                    <a:pt x="211383" y="10082"/>
                  </a:lnTo>
                  <a:lnTo>
                    <a:pt x="206370" y="8347"/>
                  </a:lnTo>
                  <a:lnTo>
                    <a:pt x="201304" y="6772"/>
                  </a:lnTo>
                  <a:lnTo>
                    <a:pt x="196191" y="5358"/>
                  </a:lnTo>
                  <a:lnTo>
                    <a:pt x="191036" y="4107"/>
                  </a:lnTo>
                  <a:lnTo>
                    <a:pt x="185843" y="3021"/>
                  </a:lnTo>
                  <a:lnTo>
                    <a:pt x="180619" y="2100"/>
                  </a:lnTo>
                  <a:lnTo>
                    <a:pt x="175368" y="1345"/>
                  </a:lnTo>
                  <a:lnTo>
                    <a:pt x="170096" y="757"/>
                  </a:lnTo>
                  <a:lnTo>
                    <a:pt x="164808" y="336"/>
                  </a:lnTo>
                  <a:lnTo>
                    <a:pt x="159509" y="84"/>
                  </a:lnTo>
                  <a:lnTo>
                    <a:pt x="154205" y="0"/>
                  </a:lnTo>
                  <a:lnTo>
                    <a:pt x="15420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256071" y="4659281"/>
              <a:ext cx="167163" cy="333827"/>
            </a:xfrm>
            <a:custGeom>
              <a:avLst/>
              <a:pathLst>
                <a:path w="167163" h="333827">
                  <a:moveTo>
                    <a:pt x="167163" y="0"/>
                  </a:moveTo>
                  <a:lnTo>
                    <a:pt x="161829" y="85"/>
                  </a:lnTo>
                  <a:lnTo>
                    <a:pt x="156500" y="340"/>
                  </a:lnTo>
                  <a:lnTo>
                    <a:pt x="151183" y="765"/>
                  </a:lnTo>
                  <a:lnTo>
                    <a:pt x="145881" y="1360"/>
                  </a:lnTo>
                  <a:lnTo>
                    <a:pt x="140602" y="2123"/>
                  </a:lnTo>
                  <a:lnTo>
                    <a:pt x="135349" y="3055"/>
                  </a:lnTo>
                  <a:lnTo>
                    <a:pt x="130129" y="4153"/>
                  </a:lnTo>
                  <a:lnTo>
                    <a:pt x="124946" y="5418"/>
                  </a:lnTo>
                  <a:lnTo>
                    <a:pt x="119807" y="6847"/>
                  </a:lnTo>
                  <a:lnTo>
                    <a:pt x="114715" y="8440"/>
                  </a:lnTo>
                  <a:lnTo>
                    <a:pt x="109678" y="10194"/>
                  </a:lnTo>
                  <a:lnTo>
                    <a:pt x="104698" y="12108"/>
                  </a:lnTo>
                  <a:lnTo>
                    <a:pt x="99782" y="14181"/>
                  </a:lnTo>
                  <a:lnTo>
                    <a:pt x="94935" y="16408"/>
                  </a:lnTo>
                  <a:lnTo>
                    <a:pt x="90162" y="18790"/>
                  </a:lnTo>
                  <a:lnTo>
                    <a:pt x="85467" y="21322"/>
                  </a:lnTo>
                  <a:lnTo>
                    <a:pt x="80855" y="24003"/>
                  </a:lnTo>
                  <a:lnTo>
                    <a:pt x="76330" y="26830"/>
                  </a:lnTo>
                  <a:lnTo>
                    <a:pt x="71899" y="29800"/>
                  </a:lnTo>
                  <a:lnTo>
                    <a:pt x="67564" y="32909"/>
                  </a:lnTo>
                  <a:lnTo>
                    <a:pt x="63331" y="36156"/>
                  </a:lnTo>
                  <a:lnTo>
                    <a:pt x="59204" y="39535"/>
                  </a:lnTo>
                  <a:lnTo>
                    <a:pt x="55186" y="43045"/>
                  </a:lnTo>
                  <a:lnTo>
                    <a:pt x="51283" y="46681"/>
                  </a:lnTo>
                  <a:lnTo>
                    <a:pt x="47498" y="50440"/>
                  </a:lnTo>
                  <a:lnTo>
                    <a:pt x="43834" y="54318"/>
                  </a:lnTo>
                  <a:lnTo>
                    <a:pt x="40296" y="58310"/>
                  </a:lnTo>
                  <a:lnTo>
                    <a:pt x="36887" y="62414"/>
                  </a:lnTo>
                  <a:lnTo>
                    <a:pt x="33611" y="66624"/>
                  </a:lnTo>
                  <a:lnTo>
                    <a:pt x="30471" y="70936"/>
                  </a:lnTo>
                  <a:lnTo>
                    <a:pt x="27470" y="75347"/>
                  </a:lnTo>
                  <a:lnTo>
                    <a:pt x="24612" y="79851"/>
                  </a:lnTo>
                  <a:lnTo>
                    <a:pt x="21898" y="84444"/>
                  </a:lnTo>
                  <a:lnTo>
                    <a:pt x="19333" y="89121"/>
                  </a:lnTo>
                  <a:lnTo>
                    <a:pt x="16918" y="93878"/>
                  </a:lnTo>
                  <a:lnTo>
                    <a:pt x="14656" y="98709"/>
                  </a:lnTo>
                  <a:lnTo>
                    <a:pt x="12549" y="103610"/>
                  </a:lnTo>
                  <a:lnTo>
                    <a:pt x="10600" y="108576"/>
                  </a:lnTo>
                  <a:lnTo>
                    <a:pt x="8810" y="113601"/>
                  </a:lnTo>
                  <a:lnTo>
                    <a:pt x="7181" y="118681"/>
                  </a:lnTo>
                  <a:lnTo>
                    <a:pt x="5716" y="123810"/>
                  </a:lnTo>
                  <a:lnTo>
                    <a:pt x="4414" y="128984"/>
                  </a:lnTo>
                  <a:lnTo>
                    <a:pt x="3279" y="134196"/>
                  </a:lnTo>
                  <a:lnTo>
                    <a:pt x="2310" y="139442"/>
                  </a:lnTo>
                  <a:lnTo>
                    <a:pt x="1510" y="144716"/>
                  </a:lnTo>
                  <a:lnTo>
                    <a:pt x="878" y="150013"/>
                  </a:lnTo>
                  <a:lnTo>
                    <a:pt x="415" y="155328"/>
                  </a:lnTo>
                  <a:lnTo>
                    <a:pt x="122" y="160654"/>
                  </a:lnTo>
                  <a:lnTo>
                    <a:pt x="0" y="165988"/>
                  </a:lnTo>
                  <a:lnTo>
                    <a:pt x="47" y="171322"/>
                  </a:lnTo>
                  <a:lnTo>
                    <a:pt x="265" y="176652"/>
                  </a:lnTo>
                  <a:lnTo>
                    <a:pt x="652" y="181973"/>
                  </a:lnTo>
                  <a:lnTo>
                    <a:pt x="1209" y="187278"/>
                  </a:lnTo>
                  <a:lnTo>
                    <a:pt x="1936" y="192563"/>
                  </a:lnTo>
                  <a:lnTo>
                    <a:pt x="2830" y="197822"/>
                  </a:lnTo>
                  <a:lnTo>
                    <a:pt x="3892" y="203050"/>
                  </a:lnTo>
                  <a:lnTo>
                    <a:pt x="5120" y="208241"/>
                  </a:lnTo>
                  <a:lnTo>
                    <a:pt x="6513" y="213391"/>
                  </a:lnTo>
                  <a:lnTo>
                    <a:pt x="8070" y="218493"/>
                  </a:lnTo>
                  <a:lnTo>
                    <a:pt x="9789" y="223543"/>
                  </a:lnTo>
                  <a:lnTo>
                    <a:pt x="11668" y="228536"/>
                  </a:lnTo>
                  <a:lnTo>
                    <a:pt x="13705" y="233466"/>
                  </a:lnTo>
                  <a:lnTo>
                    <a:pt x="15898" y="238329"/>
                  </a:lnTo>
                  <a:lnTo>
                    <a:pt x="18246" y="243119"/>
                  </a:lnTo>
                  <a:lnTo>
                    <a:pt x="20745" y="247832"/>
                  </a:lnTo>
                  <a:lnTo>
                    <a:pt x="23394" y="252463"/>
                  </a:lnTo>
                  <a:lnTo>
                    <a:pt x="26189" y="257007"/>
                  </a:lnTo>
                  <a:lnTo>
                    <a:pt x="29127" y="261459"/>
                  </a:lnTo>
                  <a:lnTo>
                    <a:pt x="32206" y="265816"/>
                  </a:lnTo>
                  <a:lnTo>
                    <a:pt x="35422" y="270072"/>
                  </a:lnTo>
                  <a:lnTo>
                    <a:pt x="38773" y="274223"/>
                  </a:lnTo>
                  <a:lnTo>
                    <a:pt x="42254" y="278265"/>
                  </a:lnTo>
                  <a:lnTo>
                    <a:pt x="45863" y="282194"/>
                  </a:lnTo>
                  <a:lnTo>
                    <a:pt x="49595" y="286006"/>
                  </a:lnTo>
                  <a:lnTo>
                    <a:pt x="53446" y="289697"/>
                  </a:lnTo>
                  <a:lnTo>
                    <a:pt x="57414" y="293263"/>
                  </a:lnTo>
                  <a:lnTo>
                    <a:pt x="61493" y="296700"/>
                  </a:lnTo>
                  <a:lnTo>
                    <a:pt x="65680" y="300006"/>
                  </a:lnTo>
                  <a:lnTo>
                    <a:pt x="69970" y="303176"/>
                  </a:lnTo>
                  <a:lnTo>
                    <a:pt x="74360" y="306208"/>
                  </a:lnTo>
                  <a:lnTo>
                    <a:pt x="78843" y="309099"/>
                  </a:lnTo>
                  <a:lnTo>
                    <a:pt x="83417" y="311845"/>
                  </a:lnTo>
                  <a:lnTo>
                    <a:pt x="88076" y="314443"/>
                  </a:lnTo>
                  <a:lnTo>
                    <a:pt x="92815" y="316891"/>
                  </a:lnTo>
                  <a:lnTo>
                    <a:pt x="97631" y="319187"/>
                  </a:lnTo>
                  <a:lnTo>
                    <a:pt x="102517" y="321329"/>
                  </a:lnTo>
                  <a:lnTo>
                    <a:pt x="107469" y="323313"/>
                  </a:lnTo>
                  <a:lnTo>
                    <a:pt x="112481" y="325138"/>
                  </a:lnTo>
                  <a:lnTo>
                    <a:pt x="117550" y="326802"/>
                  </a:lnTo>
                  <a:lnTo>
                    <a:pt x="122668" y="328304"/>
                  </a:lnTo>
                  <a:lnTo>
                    <a:pt x="127833" y="329642"/>
                  </a:lnTo>
                  <a:lnTo>
                    <a:pt x="133037" y="330814"/>
                  </a:lnTo>
                  <a:lnTo>
                    <a:pt x="138276" y="331820"/>
                  </a:lnTo>
                  <a:lnTo>
                    <a:pt x="143544" y="332657"/>
                  </a:lnTo>
                  <a:lnTo>
                    <a:pt x="148837" y="333327"/>
                  </a:lnTo>
                  <a:lnTo>
                    <a:pt x="154148" y="333827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10219" y="4826449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10219" y="4826449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10219" y="4826449"/>
              <a:ext cx="84735" cy="167161"/>
            </a:xfrm>
            <a:custGeom>
              <a:avLst/>
              <a:pathLst>
                <a:path w="84735" h="167161">
                  <a:moveTo>
                    <a:pt x="0" y="166660"/>
                  </a:moveTo>
                  <a:lnTo>
                    <a:pt x="5799" y="167011"/>
                  </a:lnTo>
                  <a:lnTo>
                    <a:pt x="11607" y="167161"/>
                  </a:lnTo>
                  <a:lnTo>
                    <a:pt x="17417" y="167109"/>
                  </a:lnTo>
                  <a:lnTo>
                    <a:pt x="23221" y="166855"/>
                  </a:lnTo>
                  <a:lnTo>
                    <a:pt x="29013" y="166400"/>
                  </a:lnTo>
                  <a:lnTo>
                    <a:pt x="34786" y="165743"/>
                  </a:lnTo>
                  <a:lnTo>
                    <a:pt x="40533" y="164886"/>
                  </a:lnTo>
                  <a:lnTo>
                    <a:pt x="46246" y="163831"/>
                  </a:lnTo>
                  <a:lnTo>
                    <a:pt x="51919" y="162577"/>
                  </a:lnTo>
                  <a:lnTo>
                    <a:pt x="57545" y="161127"/>
                  </a:lnTo>
                  <a:lnTo>
                    <a:pt x="63117" y="159482"/>
                  </a:lnTo>
                  <a:lnTo>
                    <a:pt x="68629" y="157645"/>
                  </a:lnTo>
                  <a:lnTo>
                    <a:pt x="74074" y="155617"/>
                  </a:lnTo>
                  <a:lnTo>
                    <a:pt x="79445" y="153401"/>
                  </a:lnTo>
                  <a:lnTo>
                    <a:pt x="84735" y="151000"/>
                  </a:lnTo>
                  <a:lnTo>
                    <a:pt x="1301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167166" cy="318167"/>
            </a:xfrm>
            <a:custGeom>
              <a:avLst/>
              <a:pathLst>
                <a:path w="167166" h="318167">
                  <a:moveTo>
                    <a:pt x="71720" y="318167"/>
                  </a:moveTo>
                  <a:lnTo>
                    <a:pt x="76533" y="315786"/>
                  </a:lnTo>
                  <a:lnTo>
                    <a:pt x="81266" y="313251"/>
                  </a:lnTo>
                  <a:lnTo>
                    <a:pt x="85916" y="310566"/>
                  </a:lnTo>
                  <a:lnTo>
                    <a:pt x="90477" y="307733"/>
                  </a:lnTo>
                  <a:lnTo>
                    <a:pt x="94945" y="304755"/>
                  </a:lnTo>
                  <a:lnTo>
                    <a:pt x="99314" y="301635"/>
                  </a:lnTo>
                  <a:lnTo>
                    <a:pt x="103581" y="298376"/>
                  </a:lnTo>
                  <a:lnTo>
                    <a:pt x="107742" y="294981"/>
                  </a:lnTo>
                  <a:lnTo>
                    <a:pt x="111791" y="291455"/>
                  </a:lnTo>
                  <a:lnTo>
                    <a:pt x="115725" y="287801"/>
                  </a:lnTo>
                  <a:lnTo>
                    <a:pt x="119540" y="284022"/>
                  </a:lnTo>
                  <a:lnTo>
                    <a:pt x="123231" y="280123"/>
                  </a:lnTo>
                  <a:lnTo>
                    <a:pt x="126795" y="276107"/>
                  </a:lnTo>
                  <a:lnTo>
                    <a:pt x="130228" y="271978"/>
                  </a:lnTo>
                  <a:lnTo>
                    <a:pt x="133527" y="267742"/>
                  </a:lnTo>
                  <a:lnTo>
                    <a:pt x="136688" y="263402"/>
                  </a:lnTo>
                  <a:lnTo>
                    <a:pt x="139708" y="258962"/>
                  </a:lnTo>
                  <a:lnTo>
                    <a:pt x="142584" y="254428"/>
                  </a:lnTo>
                  <a:lnTo>
                    <a:pt x="145313" y="249804"/>
                  </a:lnTo>
                  <a:lnTo>
                    <a:pt x="147892" y="245095"/>
                  </a:lnTo>
                  <a:lnTo>
                    <a:pt x="150319" y="240305"/>
                  </a:lnTo>
                  <a:lnTo>
                    <a:pt x="152590" y="235439"/>
                  </a:lnTo>
                  <a:lnTo>
                    <a:pt x="154704" y="230504"/>
                  </a:lnTo>
                  <a:lnTo>
                    <a:pt x="156658" y="225503"/>
                  </a:lnTo>
                  <a:lnTo>
                    <a:pt x="158451" y="220441"/>
                  </a:lnTo>
                  <a:lnTo>
                    <a:pt x="160080" y="215325"/>
                  </a:lnTo>
                  <a:lnTo>
                    <a:pt x="161544" y="210159"/>
                  </a:lnTo>
                  <a:lnTo>
                    <a:pt x="162841" y="204949"/>
                  </a:lnTo>
                  <a:lnTo>
                    <a:pt x="163971" y="199700"/>
                  </a:lnTo>
                  <a:lnTo>
                    <a:pt x="164931" y="194417"/>
                  </a:lnTo>
                  <a:lnTo>
                    <a:pt x="165721" y="189106"/>
                  </a:lnTo>
                  <a:lnTo>
                    <a:pt x="166340" y="183772"/>
                  </a:lnTo>
                  <a:lnTo>
                    <a:pt x="166788" y="178422"/>
                  </a:lnTo>
                  <a:lnTo>
                    <a:pt x="167063" y="173059"/>
                  </a:lnTo>
                  <a:lnTo>
                    <a:pt x="167166" y="167691"/>
                  </a:lnTo>
                  <a:lnTo>
                    <a:pt x="167097" y="162322"/>
                  </a:lnTo>
                  <a:lnTo>
                    <a:pt x="166855" y="156958"/>
                  </a:lnTo>
                  <a:lnTo>
                    <a:pt x="166441" y="151605"/>
                  </a:lnTo>
                  <a:lnTo>
                    <a:pt x="165855" y="146268"/>
                  </a:lnTo>
                  <a:lnTo>
                    <a:pt x="165099" y="140952"/>
                  </a:lnTo>
                  <a:lnTo>
                    <a:pt x="164172" y="135663"/>
                  </a:lnTo>
                  <a:lnTo>
                    <a:pt x="163075" y="130407"/>
                  </a:lnTo>
                  <a:lnTo>
                    <a:pt x="161810" y="125189"/>
                  </a:lnTo>
                  <a:lnTo>
                    <a:pt x="160379" y="120014"/>
                  </a:lnTo>
                  <a:lnTo>
                    <a:pt x="158782" y="114887"/>
                  </a:lnTo>
                  <a:lnTo>
                    <a:pt x="157021" y="109815"/>
                  </a:lnTo>
                  <a:lnTo>
                    <a:pt x="155098" y="104802"/>
                  </a:lnTo>
                  <a:lnTo>
                    <a:pt x="153015" y="99853"/>
                  </a:lnTo>
                  <a:lnTo>
                    <a:pt x="150774" y="94973"/>
                  </a:lnTo>
                  <a:lnTo>
                    <a:pt x="148378" y="90168"/>
                  </a:lnTo>
                  <a:lnTo>
                    <a:pt x="145829" y="85443"/>
                  </a:lnTo>
                  <a:lnTo>
                    <a:pt x="143129" y="80801"/>
                  </a:lnTo>
                  <a:lnTo>
                    <a:pt x="140281" y="76249"/>
                  </a:lnTo>
                  <a:lnTo>
                    <a:pt x="137289" y="71791"/>
                  </a:lnTo>
                  <a:lnTo>
                    <a:pt x="134155" y="67431"/>
                  </a:lnTo>
                  <a:lnTo>
                    <a:pt x="130883" y="63174"/>
                  </a:lnTo>
                  <a:lnTo>
                    <a:pt x="127475" y="59024"/>
                  </a:lnTo>
                  <a:lnTo>
                    <a:pt x="123937" y="54986"/>
                  </a:lnTo>
                  <a:lnTo>
                    <a:pt x="120270" y="51064"/>
                  </a:lnTo>
                  <a:lnTo>
                    <a:pt x="116479" y="47261"/>
                  </a:lnTo>
                  <a:lnTo>
                    <a:pt x="112568" y="43582"/>
                  </a:lnTo>
                  <a:lnTo>
                    <a:pt x="108541" y="40031"/>
                  </a:lnTo>
                  <a:lnTo>
                    <a:pt x="104402" y="36610"/>
                  </a:lnTo>
                  <a:lnTo>
                    <a:pt x="100155" y="33325"/>
                  </a:lnTo>
                  <a:lnTo>
                    <a:pt x="95805" y="30177"/>
                  </a:lnTo>
                  <a:lnTo>
                    <a:pt x="91356" y="27171"/>
                  </a:lnTo>
                  <a:lnTo>
                    <a:pt x="86813" y="24309"/>
                  </a:lnTo>
                  <a:lnTo>
                    <a:pt x="82181" y="21595"/>
                  </a:lnTo>
                  <a:lnTo>
                    <a:pt x="77463" y="19031"/>
                  </a:lnTo>
                  <a:lnTo>
                    <a:pt x="72666" y="16619"/>
                  </a:lnTo>
                  <a:lnTo>
                    <a:pt x="67793" y="14363"/>
                  </a:lnTo>
                  <a:lnTo>
                    <a:pt x="62851" y="12265"/>
                  </a:lnTo>
                  <a:lnTo>
                    <a:pt x="57844" y="10326"/>
                  </a:lnTo>
                  <a:lnTo>
                    <a:pt x="52777" y="8549"/>
                  </a:lnTo>
                  <a:lnTo>
                    <a:pt x="47656" y="6936"/>
                  </a:lnTo>
                  <a:lnTo>
                    <a:pt x="42485" y="5488"/>
                  </a:lnTo>
                  <a:lnTo>
                    <a:pt x="37271" y="4207"/>
                  </a:lnTo>
                  <a:lnTo>
                    <a:pt x="32018" y="3094"/>
                  </a:lnTo>
                  <a:lnTo>
                    <a:pt x="26732" y="2151"/>
                  </a:lnTo>
                  <a:lnTo>
                    <a:pt x="21419" y="1377"/>
                  </a:lnTo>
                  <a:lnTo>
                    <a:pt x="16083" y="775"/>
                  </a:lnTo>
                  <a:lnTo>
                    <a:pt x="10731" y="344"/>
                  </a:lnTo>
                  <a:lnTo>
                    <a:pt x="536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561313" y="4213821"/>
              <a:ext cx="221416" cy="334322"/>
            </a:xfrm>
            <a:custGeom>
              <a:avLst/>
              <a:pathLst>
                <a:path w="221416" h="334322">
                  <a:moveTo>
                    <a:pt x="167159" y="0"/>
                  </a:moveTo>
                  <a:lnTo>
                    <a:pt x="161835" y="84"/>
                  </a:lnTo>
                  <a:lnTo>
                    <a:pt x="156516" y="339"/>
                  </a:lnTo>
                  <a:lnTo>
                    <a:pt x="151208" y="762"/>
                  </a:lnTo>
                  <a:lnTo>
                    <a:pt x="145916" y="1355"/>
                  </a:lnTo>
                  <a:lnTo>
                    <a:pt x="140646" y="2115"/>
                  </a:lnTo>
                  <a:lnTo>
                    <a:pt x="135403" y="3043"/>
                  </a:lnTo>
                  <a:lnTo>
                    <a:pt x="130192" y="4138"/>
                  </a:lnTo>
                  <a:lnTo>
                    <a:pt x="125018" y="5398"/>
                  </a:lnTo>
                  <a:lnTo>
                    <a:pt x="119887" y="6822"/>
                  </a:lnTo>
                  <a:lnTo>
                    <a:pt x="114804" y="8409"/>
                  </a:lnTo>
                  <a:lnTo>
                    <a:pt x="109775" y="10157"/>
                  </a:lnTo>
                  <a:lnTo>
                    <a:pt x="104803" y="12065"/>
                  </a:lnTo>
                  <a:lnTo>
                    <a:pt x="99895" y="14129"/>
                  </a:lnTo>
                  <a:lnTo>
                    <a:pt x="95055" y="16349"/>
                  </a:lnTo>
                  <a:lnTo>
                    <a:pt x="90288" y="18722"/>
                  </a:lnTo>
                  <a:lnTo>
                    <a:pt x="85599" y="21246"/>
                  </a:lnTo>
                  <a:lnTo>
                    <a:pt x="80993" y="23917"/>
                  </a:lnTo>
                  <a:lnTo>
                    <a:pt x="76474" y="26734"/>
                  </a:lnTo>
                  <a:lnTo>
                    <a:pt x="72048" y="29694"/>
                  </a:lnTo>
                  <a:lnTo>
                    <a:pt x="67718" y="32793"/>
                  </a:lnTo>
                  <a:lnTo>
                    <a:pt x="63488" y="36028"/>
                  </a:lnTo>
                  <a:lnTo>
                    <a:pt x="59364" y="39396"/>
                  </a:lnTo>
                  <a:lnTo>
                    <a:pt x="55350" y="42894"/>
                  </a:lnTo>
                  <a:lnTo>
                    <a:pt x="51448" y="46518"/>
                  </a:lnTo>
                  <a:lnTo>
                    <a:pt x="47664" y="50265"/>
                  </a:lnTo>
                  <a:lnTo>
                    <a:pt x="44002" y="54130"/>
                  </a:lnTo>
                  <a:lnTo>
                    <a:pt x="40464" y="58110"/>
                  </a:lnTo>
                  <a:lnTo>
                    <a:pt x="37055" y="62200"/>
                  </a:lnTo>
                  <a:lnTo>
                    <a:pt x="33778" y="66397"/>
                  </a:lnTo>
                  <a:lnTo>
                    <a:pt x="30636" y="70696"/>
                  </a:lnTo>
                  <a:lnTo>
                    <a:pt x="27633" y="75093"/>
                  </a:lnTo>
                  <a:lnTo>
                    <a:pt x="24771" y="79584"/>
                  </a:lnTo>
                  <a:lnTo>
                    <a:pt x="22054" y="84163"/>
                  </a:lnTo>
                  <a:lnTo>
                    <a:pt x="19484" y="88827"/>
                  </a:lnTo>
                  <a:lnTo>
                    <a:pt x="17064" y="93570"/>
                  </a:lnTo>
                  <a:lnTo>
                    <a:pt x="14796" y="98388"/>
                  </a:lnTo>
                  <a:lnTo>
                    <a:pt x="12683" y="103275"/>
                  </a:lnTo>
                  <a:lnTo>
                    <a:pt x="10726" y="108228"/>
                  </a:lnTo>
                  <a:lnTo>
                    <a:pt x="8928" y="113240"/>
                  </a:lnTo>
                  <a:lnTo>
                    <a:pt x="7291" y="118307"/>
                  </a:lnTo>
                  <a:lnTo>
                    <a:pt x="5816" y="123423"/>
                  </a:lnTo>
                  <a:lnTo>
                    <a:pt x="4505" y="128584"/>
                  </a:lnTo>
                  <a:lnTo>
                    <a:pt x="3358" y="133784"/>
                  </a:lnTo>
                  <a:lnTo>
                    <a:pt x="2378" y="139018"/>
                  </a:lnTo>
                  <a:lnTo>
                    <a:pt x="1565" y="144280"/>
                  </a:lnTo>
                  <a:lnTo>
                    <a:pt x="920" y="149566"/>
                  </a:lnTo>
                  <a:lnTo>
                    <a:pt x="444" y="154869"/>
                  </a:lnTo>
                  <a:lnTo>
                    <a:pt x="137" y="160185"/>
                  </a:lnTo>
                  <a:lnTo>
                    <a:pt x="0" y="165508"/>
                  </a:lnTo>
                  <a:lnTo>
                    <a:pt x="31" y="170833"/>
                  </a:lnTo>
                  <a:lnTo>
                    <a:pt x="233" y="176154"/>
                  </a:lnTo>
                  <a:lnTo>
                    <a:pt x="604" y="181466"/>
                  </a:lnTo>
                  <a:lnTo>
                    <a:pt x="1144" y="186763"/>
                  </a:lnTo>
                  <a:lnTo>
                    <a:pt x="1852" y="192041"/>
                  </a:lnTo>
                  <a:lnTo>
                    <a:pt x="2728" y="197293"/>
                  </a:lnTo>
                  <a:lnTo>
                    <a:pt x="3771" y="202514"/>
                  </a:lnTo>
                  <a:lnTo>
                    <a:pt x="4980" y="207700"/>
                  </a:lnTo>
                  <a:lnTo>
                    <a:pt x="6353" y="212845"/>
                  </a:lnTo>
                  <a:lnTo>
                    <a:pt x="7889" y="217943"/>
                  </a:lnTo>
                  <a:lnTo>
                    <a:pt x="9587" y="222990"/>
                  </a:lnTo>
                  <a:lnTo>
                    <a:pt x="11445" y="227980"/>
                  </a:lnTo>
                  <a:lnTo>
                    <a:pt x="13461" y="232909"/>
                  </a:lnTo>
                  <a:lnTo>
                    <a:pt x="15633" y="237771"/>
                  </a:lnTo>
                  <a:lnTo>
                    <a:pt x="17958" y="242561"/>
                  </a:lnTo>
                  <a:lnTo>
                    <a:pt x="20435" y="247274"/>
                  </a:lnTo>
                  <a:lnTo>
                    <a:pt x="23061" y="251907"/>
                  </a:lnTo>
                  <a:lnTo>
                    <a:pt x="25833" y="256453"/>
                  </a:lnTo>
                  <a:lnTo>
                    <a:pt x="28749" y="260909"/>
                  </a:lnTo>
                  <a:lnTo>
                    <a:pt x="31804" y="265270"/>
                  </a:lnTo>
                  <a:lnTo>
                    <a:pt x="34998" y="269531"/>
                  </a:lnTo>
                  <a:lnTo>
                    <a:pt x="38325" y="273688"/>
                  </a:lnTo>
                  <a:lnTo>
                    <a:pt x="41783" y="277737"/>
                  </a:lnTo>
                  <a:lnTo>
                    <a:pt x="45368" y="281674"/>
                  </a:lnTo>
                  <a:lnTo>
                    <a:pt x="49077" y="285495"/>
                  </a:lnTo>
                  <a:lnTo>
                    <a:pt x="52905" y="289196"/>
                  </a:lnTo>
                  <a:lnTo>
                    <a:pt x="56850" y="292773"/>
                  </a:lnTo>
                  <a:lnTo>
                    <a:pt x="60906" y="296223"/>
                  </a:lnTo>
                  <a:lnTo>
                    <a:pt x="65070" y="299541"/>
                  </a:lnTo>
                  <a:lnTo>
                    <a:pt x="69338" y="302725"/>
                  </a:lnTo>
                  <a:lnTo>
                    <a:pt x="73705" y="305772"/>
                  </a:lnTo>
                  <a:lnTo>
                    <a:pt x="78167" y="308678"/>
                  </a:lnTo>
                  <a:lnTo>
                    <a:pt x="82719" y="311441"/>
                  </a:lnTo>
                  <a:lnTo>
                    <a:pt x="87357" y="314057"/>
                  </a:lnTo>
                  <a:lnTo>
                    <a:pt x="92076" y="316524"/>
                  </a:lnTo>
                  <a:lnTo>
                    <a:pt x="96871" y="318840"/>
                  </a:lnTo>
                  <a:lnTo>
                    <a:pt x="101737" y="321001"/>
                  </a:lnTo>
                  <a:lnTo>
                    <a:pt x="106670" y="323007"/>
                  </a:lnTo>
                  <a:lnTo>
                    <a:pt x="111664" y="324854"/>
                  </a:lnTo>
                  <a:lnTo>
                    <a:pt x="116714" y="326542"/>
                  </a:lnTo>
                  <a:lnTo>
                    <a:pt x="121816" y="328067"/>
                  </a:lnTo>
                  <a:lnTo>
                    <a:pt x="126963" y="329430"/>
                  </a:lnTo>
                  <a:lnTo>
                    <a:pt x="132152" y="330628"/>
                  </a:lnTo>
                  <a:lnTo>
                    <a:pt x="137376" y="331660"/>
                  </a:lnTo>
                  <a:lnTo>
                    <a:pt x="142630" y="332525"/>
                  </a:lnTo>
                  <a:lnTo>
                    <a:pt x="147909" y="333222"/>
                  </a:lnTo>
                  <a:lnTo>
                    <a:pt x="153207" y="333751"/>
                  </a:lnTo>
                  <a:lnTo>
                    <a:pt x="158520" y="334111"/>
                  </a:lnTo>
                  <a:lnTo>
                    <a:pt x="163841" y="334301"/>
                  </a:lnTo>
                  <a:lnTo>
                    <a:pt x="169166" y="334322"/>
                  </a:lnTo>
                  <a:lnTo>
                    <a:pt x="174489" y="334174"/>
                  </a:lnTo>
                  <a:lnTo>
                    <a:pt x="179804" y="333855"/>
                  </a:lnTo>
                  <a:lnTo>
                    <a:pt x="185106" y="333368"/>
                  </a:lnTo>
                  <a:lnTo>
                    <a:pt x="190391" y="332712"/>
                  </a:lnTo>
                  <a:lnTo>
                    <a:pt x="195651" y="331888"/>
                  </a:lnTo>
                  <a:lnTo>
                    <a:pt x="200883" y="330897"/>
                  </a:lnTo>
                  <a:lnTo>
                    <a:pt x="206081" y="329740"/>
                  </a:lnTo>
                  <a:lnTo>
                    <a:pt x="211239" y="328418"/>
                  </a:lnTo>
                  <a:lnTo>
                    <a:pt x="216352" y="326932"/>
                  </a:lnTo>
                  <a:lnTo>
                    <a:pt x="221416" y="325284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380988"/>
              <a:ext cx="54256" cy="158117"/>
            </a:xfrm>
            <a:custGeom>
              <a:avLst/>
              <a:pathLst>
                <a:path w="54256" h="158117">
                  <a:moveTo>
                    <a:pt x="54256" y="1581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380988"/>
              <a:ext cx="132634" cy="158117"/>
            </a:xfrm>
            <a:custGeom>
              <a:avLst/>
              <a:pathLst>
                <a:path w="132634" h="158117">
                  <a:moveTo>
                    <a:pt x="54256" y="158117"/>
                  </a:moveTo>
                  <a:lnTo>
                    <a:pt x="59672" y="156154"/>
                  </a:lnTo>
                  <a:lnTo>
                    <a:pt x="65017" y="154005"/>
                  </a:lnTo>
                  <a:lnTo>
                    <a:pt x="70285" y="151673"/>
                  </a:lnTo>
                  <a:lnTo>
                    <a:pt x="75469" y="149162"/>
                  </a:lnTo>
                  <a:lnTo>
                    <a:pt x="80564" y="146473"/>
                  </a:lnTo>
                  <a:lnTo>
                    <a:pt x="85563" y="143610"/>
                  </a:lnTo>
                  <a:lnTo>
                    <a:pt x="90460" y="140576"/>
                  </a:lnTo>
                  <a:lnTo>
                    <a:pt x="95250" y="137376"/>
                  </a:lnTo>
                  <a:lnTo>
                    <a:pt x="99927" y="134013"/>
                  </a:lnTo>
                  <a:lnTo>
                    <a:pt x="104485" y="130490"/>
                  </a:lnTo>
                  <a:lnTo>
                    <a:pt x="108919" y="126812"/>
                  </a:lnTo>
                  <a:lnTo>
                    <a:pt x="113224" y="122984"/>
                  </a:lnTo>
                  <a:lnTo>
                    <a:pt x="117394" y="119010"/>
                  </a:lnTo>
                  <a:lnTo>
                    <a:pt x="121425" y="114895"/>
                  </a:lnTo>
                  <a:lnTo>
                    <a:pt x="125311" y="110643"/>
                  </a:lnTo>
                  <a:lnTo>
                    <a:pt x="129049" y="106259"/>
                  </a:lnTo>
                  <a:lnTo>
                    <a:pt x="132634" y="101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167160" cy="268917"/>
            </a:xfrm>
            <a:custGeom>
              <a:avLst/>
              <a:pathLst>
                <a:path w="167160" h="268917">
                  <a:moveTo>
                    <a:pt x="132634" y="268917"/>
                  </a:moveTo>
                  <a:lnTo>
                    <a:pt x="135846" y="264588"/>
                  </a:lnTo>
                  <a:lnTo>
                    <a:pt x="138916" y="260157"/>
                  </a:lnTo>
                  <a:lnTo>
                    <a:pt x="141842" y="255629"/>
                  </a:lnTo>
                  <a:lnTo>
                    <a:pt x="144621" y="251010"/>
                  </a:lnTo>
                  <a:lnTo>
                    <a:pt x="147249" y="246303"/>
                  </a:lnTo>
                  <a:lnTo>
                    <a:pt x="149724" y="241514"/>
                  </a:lnTo>
                  <a:lnTo>
                    <a:pt x="152043" y="236648"/>
                  </a:lnTo>
                  <a:lnTo>
                    <a:pt x="154205" y="231709"/>
                  </a:lnTo>
                  <a:lnTo>
                    <a:pt x="156206" y="226704"/>
                  </a:lnTo>
                  <a:lnTo>
                    <a:pt x="158044" y="221636"/>
                  </a:lnTo>
                  <a:lnTo>
                    <a:pt x="159718" y="216512"/>
                  </a:lnTo>
                  <a:lnTo>
                    <a:pt x="161226" y="211336"/>
                  </a:lnTo>
                  <a:lnTo>
                    <a:pt x="162566" y="206115"/>
                  </a:lnTo>
                  <a:lnTo>
                    <a:pt x="163738" y="200853"/>
                  </a:lnTo>
                  <a:lnTo>
                    <a:pt x="164739" y="195556"/>
                  </a:lnTo>
                  <a:lnTo>
                    <a:pt x="165568" y="190229"/>
                  </a:lnTo>
                  <a:lnTo>
                    <a:pt x="166226" y="184879"/>
                  </a:lnTo>
                  <a:lnTo>
                    <a:pt x="166711" y="179510"/>
                  </a:lnTo>
                  <a:lnTo>
                    <a:pt x="167022" y="174128"/>
                  </a:lnTo>
                  <a:lnTo>
                    <a:pt x="167160" y="168739"/>
                  </a:lnTo>
                  <a:lnTo>
                    <a:pt x="167123" y="163349"/>
                  </a:lnTo>
                  <a:lnTo>
                    <a:pt x="166913" y="157962"/>
                  </a:lnTo>
                  <a:lnTo>
                    <a:pt x="166530" y="152585"/>
                  </a:lnTo>
                  <a:lnTo>
                    <a:pt x="165973" y="147223"/>
                  </a:lnTo>
                  <a:lnTo>
                    <a:pt x="165244" y="141882"/>
                  </a:lnTo>
                  <a:lnTo>
                    <a:pt x="164342" y="136567"/>
                  </a:lnTo>
                  <a:lnTo>
                    <a:pt x="163270" y="131284"/>
                  </a:lnTo>
                  <a:lnTo>
                    <a:pt x="162028" y="126038"/>
                  </a:lnTo>
                  <a:lnTo>
                    <a:pt x="160618" y="120835"/>
                  </a:lnTo>
                  <a:lnTo>
                    <a:pt x="159041" y="115680"/>
                  </a:lnTo>
                  <a:lnTo>
                    <a:pt x="157298" y="110579"/>
                  </a:lnTo>
                  <a:lnTo>
                    <a:pt x="155391" y="105537"/>
                  </a:lnTo>
                  <a:lnTo>
                    <a:pt x="153323" y="100558"/>
                  </a:lnTo>
                  <a:lnTo>
                    <a:pt x="151096" y="95649"/>
                  </a:lnTo>
                  <a:lnTo>
                    <a:pt x="148712" y="90815"/>
                  </a:lnTo>
                  <a:lnTo>
                    <a:pt x="146172" y="86059"/>
                  </a:lnTo>
                  <a:lnTo>
                    <a:pt x="143481" y="81388"/>
                  </a:lnTo>
                  <a:lnTo>
                    <a:pt x="140641" y="76807"/>
                  </a:lnTo>
                  <a:lnTo>
                    <a:pt x="137654" y="72319"/>
                  </a:lnTo>
                  <a:lnTo>
                    <a:pt x="134524" y="67930"/>
                  </a:lnTo>
                  <a:lnTo>
                    <a:pt x="131255" y="63644"/>
                  </a:lnTo>
                  <a:lnTo>
                    <a:pt x="127848" y="59465"/>
                  </a:lnTo>
                  <a:lnTo>
                    <a:pt x="124309" y="55399"/>
                  </a:lnTo>
                  <a:lnTo>
                    <a:pt x="120641" y="51449"/>
                  </a:lnTo>
                  <a:lnTo>
                    <a:pt x="116847" y="47619"/>
                  </a:lnTo>
                  <a:lnTo>
                    <a:pt x="112932" y="43914"/>
                  </a:lnTo>
                  <a:lnTo>
                    <a:pt x="108899" y="40337"/>
                  </a:lnTo>
                  <a:lnTo>
                    <a:pt x="104753" y="36891"/>
                  </a:lnTo>
                  <a:lnTo>
                    <a:pt x="100498" y="33582"/>
                  </a:lnTo>
                  <a:lnTo>
                    <a:pt x="96138" y="30411"/>
                  </a:lnTo>
                  <a:lnTo>
                    <a:pt x="91679" y="27382"/>
                  </a:lnTo>
                  <a:lnTo>
                    <a:pt x="87124" y="24498"/>
                  </a:lnTo>
                  <a:lnTo>
                    <a:pt x="82478" y="21763"/>
                  </a:lnTo>
                  <a:lnTo>
                    <a:pt x="77747" y="19180"/>
                  </a:lnTo>
                  <a:lnTo>
                    <a:pt x="72935" y="16750"/>
                  </a:lnTo>
                  <a:lnTo>
                    <a:pt x="68047" y="14476"/>
                  </a:lnTo>
                  <a:lnTo>
                    <a:pt x="63089" y="12362"/>
                  </a:lnTo>
                  <a:lnTo>
                    <a:pt x="58064" y="10408"/>
                  </a:lnTo>
                  <a:lnTo>
                    <a:pt x="52980" y="8617"/>
                  </a:lnTo>
                  <a:lnTo>
                    <a:pt x="47840" y="6991"/>
                  </a:lnTo>
                  <a:lnTo>
                    <a:pt x="42651" y="5532"/>
                  </a:lnTo>
                  <a:lnTo>
                    <a:pt x="37417" y="4241"/>
                  </a:lnTo>
                  <a:lnTo>
                    <a:pt x="32144" y="3119"/>
                  </a:lnTo>
                  <a:lnTo>
                    <a:pt x="26838" y="2168"/>
                  </a:lnTo>
                  <a:lnTo>
                    <a:pt x="21504" y="1388"/>
                  </a:lnTo>
                  <a:lnTo>
                    <a:pt x="16147" y="781"/>
                  </a:lnTo>
                  <a:lnTo>
                    <a:pt x="10774" y="347"/>
                  </a:lnTo>
                  <a:lnTo>
                    <a:pt x="5390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751852" y="3707720"/>
              <a:ext cx="167159" cy="333219"/>
            </a:xfrm>
            <a:custGeom>
              <a:avLst/>
              <a:pathLst>
                <a:path w="167159" h="333219">
                  <a:moveTo>
                    <a:pt x="167159" y="0"/>
                  </a:moveTo>
                  <a:lnTo>
                    <a:pt x="161835" y="84"/>
                  </a:lnTo>
                  <a:lnTo>
                    <a:pt x="156516" y="339"/>
                  </a:lnTo>
                  <a:lnTo>
                    <a:pt x="151209" y="762"/>
                  </a:lnTo>
                  <a:lnTo>
                    <a:pt x="145917" y="1355"/>
                  </a:lnTo>
                  <a:lnTo>
                    <a:pt x="140647" y="2115"/>
                  </a:lnTo>
                  <a:lnTo>
                    <a:pt x="135404" y="3043"/>
                  </a:lnTo>
                  <a:lnTo>
                    <a:pt x="130193" y="4138"/>
                  </a:lnTo>
                  <a:lnTo>
                    <a:pt x="125020" y="5398"/>
                  </a:lnTo>
                  <a:lnTo>
                    <a:pt x="119889" y="6822"/>
                  </a:lnTo>
                  <a:lnTo>
                    <a:pt x="114807" y="8409"/>
                  </a:lnTo>
                  <a:lnTo>
                    <a:pt x="109777" y="10156"/>
                  </a:lnTo>
                  <a:lnTo>
                    <a:pt x="104806" y="12063"/>
                  </a:lnTo>
                  <a:lnTo>
                    <a:pt x="99898" y="14128"/>
                  </a:lnTo>
                  <a:lnTo>
                    <a:pt x="95058" y="16348"/>
                  </a:lnTo>
                  <a:lnTo>
                    <a:pt x="90291" y="18720"/>
                  </a:lnTo>
                  <a:lnTo>
                    <a:pt x="85603" y="21244"/>
                  </a:lnTo>
                  <a:lnTo>
                    <a:pt x="80997" y="23915"/>
                  </a:lnTo>
                  <a:lnTo>
                    <a:pt x="76478" y="26732"/>
                  </a:lnTo>
                  <a:lnTo>
                    <a:pt x="72052" y="29691"/>
                  </a:lnTo>
                  <a:lnTo>
                    <a:pt x="67722" y="32790"/>
                  </a:lnTo>
                  <a:lnTo>
                    <a:pt x="63492" y="36025"/>
                  </a:lnTo>
                  <a:lnTo>
                    <a:pt x="59368" y="39393"/>
                  </a:lnTo>
                  <a:lnTo>
                    <a:pt x="55354" y="42890"/>
                  </a:lnTo>
                  <a:lnTo>
                    <a:pt x="51453" y="46514"/>
                  </a:lnTo>
                  <a:lnTo>
                    <a:pt x="47669" y="50260"/>
                  </a:lnTo>
                  <a:lnTo>
                    <a:pt x="44006" y="54125"/>
                  </a:lnTo>
                  <a:lnTo>
                    <a:pt x="40469" y="58105"/>
                  </a:lnTo>
                  <a:lnTo>
                    <a:pt x="37060" y="62195"/>
                  </a:lnTo>
                  <a:lnTo>
                    <a:pt x="33782" y="66391"/>
                  </a:lnTo>
                  <a:lnTo>
                    <a:pt x="30641" y="70690"/>
                  </a:lnTo>
                  <a:lnTo>
                    <a:pt x="27637" y="75087"/>
                  </a:lnTo>
                  <a:lnTo>
                    <a:pt x="24776" y="79577"/>
                  </a:lnTo>
                  <a:lnTo>
                    <a:pt x="22058" y="84156"/>
                  </a:lnTo>
                  <a:lnTo>
                    <a:pt x="19488" y="88819"/>
                  </a:lnTo>
                  <a:lnTo>
                    <a:pt x="17068" y="93562"/>
                  </a:lnTo>
                  <a:lnTo>
                    <a:pt x="14800" y="98379"/>
                  </a:lnTo>
                  <a:lnTo>
                    <a:pt x="12686" y="103266"/>
                  </a:lnTo>
                  <a:lnTo>
                    <a:pt x="10730" y="108218"/>
                  </a:lnTo>
                  <a:lnTo>
                    <a:pt x="8932" y="113230"/>
                  </a:lnTo>
                  <a:lnTo>
                    <a:pt x="7294" y="118297"/>
                  </a:lnTo>
                  <a:lnTo>
                    <a:pt x="5819" y="123413"/>
                  </a:lnTo>
                  <a:lnTo>
                    <a:pt x="4507" y="128573"/>
                  </a:lnTo>
                  <a:lnTo>
                    <a:pt x="3361" y="133773"/>
                  </a:lnTo>
                  <a:lnTo>
                    <a:pt x="2380" y="139006"/>
                  </a:lnTo>
                  <a:lnTo>
                    <a:pt x="1567" y="144268"/>
                  </a:lnTo>
                  <a:lnTo>
                    <a:pt x="922" y="149554"/>
                  </a:lnTo>
                  <a:lnTo>
                    <a:pt x="445" y="154857"/>
                  </a:lnTo>
                  <a:lnTo>
                    <a:pt x="138" y="160173"/>
                  </a:lnTo>
                  <a:lnTo>
                    <a:pt x="0" y="165495"/>
                  </a:lnTo>
                  <a:lnTo>
                    <a:pt x="31" y="170820"/>
                  </a:lnTo>
                  <a:lnTo>
                    <a:pt x="232" y="176141"/>
                  </a:lnTo>
                  <a:lnTo>
                    <a:pt x="603" y="181452"/>
                  </a:lnTo>
                  <a:lnTo>
                    <a:pt x="1142" y="186749"/>
                  </a:lnTo>
                  <a:lnTo>
                    <a:pt x="1850" y="192027"/>
                  </a:lnTo>
                  <a:lnTo>
                    <a:pt x="2726" y="197279"/>
                  </a:lnTo>
                  <a:lnTo>
                    <a:pt x="3768" y="202500"/>
                  </a:lnTo>
                  <a:lnTo>
                    <a:pt x="4976" y="207686"/>
                  </a:lnTo>
                  <a:lnTo>
                    <a:pt x="6349" y="212830"/>
                  </a:lnTo>
                  <a:lnTo>
                    <a:pt x="7885" y="217929"/>
                  </a:lnTo>
                  <a:lnTo>
                    <a:pt x="9582" y="222975"/>
                  </a:lnTo>
                  <a:lnTo>
                    <a:pt x="11439" y="227966"/>
                  </a:lnTo>
                  <a:lnTo>
                    <a:pt x="13455" y="232894"/>
                  </a:lnTo>
                  <a:lnTo>
                    <a:pt x="15626" y="237756"/>
                  </a:lnTo>
                  <a:lnTo>
                    <a:pt x="17951" y="242546"/>
                  </a:lnTo>
                  <a:lnTo>
                    <a:pt x="20427" y="247260"/>
                  </a:lnTo>
                  <a:lnTo>
                    <a:pt x="23052" y="251892"/>
                  </a:lnTo>
                  <a:lnTo>
                    <a:pt x="25824" y="256438"/>
                  </a:lnTo>
                  <a:lnTo>
                    <a:pt x="28738" y="260894"/>
                  </a:lnTo>
                  <a:lnTo>
                    <a:pt x="31794" y="265255"/>
                  </a:lnTo>
                  <a:lnTo>
                    <a:pt x="34986" y="269516"/>
                  </a:lnTo>
                  <a:lnTo>
                    <a:pt x="38313" y="273674"/>
                  </a:lnTo>
                  <a:lnTo>
                    <a:pt x="41770" y="277723"/>
                  </a:lnTo>
                  <a:lnTo>
                    <a:pt x="45355" y="281661"/>
                  </a:lnTo>
                  <a:lnTo>
                    <a:pt x="49063" y="285482"/>
                  </a:lnTo>
                  <a:lnTo>
                    <a:pt x="52891" y="289183"/>
                  </a:lnTo>
                  <a:lnTo>
                    <a:pt x="56835" y="292760"/>
                  </a:lnTo>
                  <a:lnTo>
                    <a:pt x="60891" y="296210"/>
                  </a:lnTo>
                  <a:lnTo>
                    <a:pt x="65054" y="299529"/>
                  </a:lnTo>
                  <a:lnTo>
                    <a:pt x="69321" y="302713"/>
                  </a:lnTo>
                  <a:lnTo>
                    <a:pt x="73688" y="305760"/>
                  </a:lnTo>
                  <a:lnTo>
                    <a:pt x="78149" y="308667"/>
                  </a:lnTo>
                  <a:lnTo>
                    <a:pt x="82701" y="311430"/>
                  </a:lnTo>
                  <a:lnTo>
                    <a:pt x="87338" y="314047"/>
                  </a:lnTo>
                  <a:lnTo>
                    <a:pt x="92056" y="316514"/>
                  </a:lnTo>
                  <a:lnTo>
                    <a:pt x="96851" y="318830"/>
                  </a:lnTo>
                  <a:lnTo>
                    <a:pt x="101716" y="320992"/>
                  </a:lnTo>
                  <a:lnTo>
                    <a:pt x="106649" y="322999"/>
                  </a:lnTo>
                  <a:lnTo>
                    <a:pt x="111642" y="324847"/>
                  </a:lnTo>
                  <a:lnTo>
                    <a:pt x="116692" y="326535"/>
                  </a:lnTo>
                  <a:lnTo>
                    <a:pt x="121793" y="328061"/>
                  </a:lnTo>
                  <a:lnTo>
                    <a:pt x="126940" y="329424"/>
                  </a:lnTo>
                  <a:lnTo>
                    <a:pt x="132128" y="330623"/>
                  </a:lnTo>
                  <a:lnTo>
                    <a:pt x="137352" y="331656"/>
                  </a:lnTo>
                  <a:lnTo>
                    <a:pt x="142605" y="332521"/>
                  </a:lnTo>
                  <a:lnTo>
                    <a:pt x="147884" y="333219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899736" y="3716625"/>
              <a:ext cx="186442" cy="325418"/>
            </a:xfrm>
            <a:custGeom>
              <a:avLst/>
              <a:pathLst>
                <a:path w="186442" h="325418">
                  <a:moveTo>
                    <a:pt x="0" y="324315"/>
                  </a:moveTo>
                  <a:lnTo>
                    <a:pt x="5296" y="324844"/>
                  </a:lnTo>
                  <a:lnTo>
                    <a:pt x="10606" y="325205"/>
                  </a:lnTo>
                  <a:lnTo>
                    <a:pt x="15925" y="325396"/>
                  </a:lnTo>
                  <a:lnTo>
                    <a:pt x="21247" y="325418"/>
                  </a:lnTo>
                  <a:lnTo>
                    <a:pt x="26567" y="325271"/>
                  </a:lnTo>
                  <a:lnTo>
                    <a:pt x="31880" y="324954"/>
                  </a:lnTo>
                  <a:lnTo>
                    <a:pt x="37180" y="324468"/>
                  </a:lnTo>
                  <a:lnTo>
                    <a:pt x="42463" y="323814"/>
                  </a:lnTo>
                  <a:lnTo>
                    <a:pt x="47721" y="322992"/>
                  </a:lnTo>
                  <a:lnTo>
                    <a:pt x="52951" y="322002"/>
                  </a:lnTo>
                  <a:lnTo>
                    <a:pt x="58146" y="320847"/>
                  </a:lnTo>
                  <a:lnTo>
                    <a:pt x="63302" y="319527"/>
                  </a:lnTo>
                  <a:lnTo>
                    <a:pt x="68414" y="318044"/>
                  </a:lnTo>
                  <a:lnTo>
                    <a:pt x="73476" y="316399"/>
                  </a:lnTo>
                  <a:lnTo>
                    <a:pt x="78482" y="314593"/>
                  </a:lnTo>
                  <a:lnTo>
                    <a:pt x="83429" y="312629"/>
                  </a:lnTo>
                  <a:lnTo>
                    <a:pt x="88311" y="310508"/>
                  </a:lnTo>
                  <a:lnTo>
                    <a:pt x="93123" y="308234"/>
                  </a:lnTo>
                  <a:lnTo>
                    <a:pt x="97859" y="305807"/>
                  </a:lnTo>
                  <a:lnTo>
                    <a:pt x="102517" y="303230"/>
                  </a:lnTo>
                  <a:lnTo>
                    <a:pt x="107089" y="300507"/>
                  </a:lnTo>
                  <a:lnTo>
                    <a:pt x="111573" y="297639"/>
                  </a:lnTo>
                  <a:lnTo>
                    <a:pt x="115963" y="294630"/>
                  </a:lnTo>
                  <a:lnTo>
                    <a:pt x="120256" y="291483"/>
                  </a:lnTo>
                  <a:lnTo>
                    <a:pt x="124446" y="288201"/>
                  </a:lnTo>
                  <a:lnTo>
                    <a:pt x="128529" y="284787"/>
                  </a:lnTo>
                  <a:lnTo>
                    <a:pt x="132501" y="281244"/>
                  </a:lnTo>
                  <a:lnTo>
                    <a:pt x="136359" y="277578"/>
                  </a:lnTo>
                  <a:lnTo>
                    <a:pt x="140098" y="273790"/>
                  </a:lnTo>
                  <a:lnTo>
                    <a:pt x="143714" y="269885"/>
                  </a:lnTo>
                  <a:lnTo>
                    <a:pt x="147205" y="265867"/>
                  </a:lnTo>
                  <a:lnTo>
                    <a:pt x="150566" y="261739"/>
                  </a:lnTo>
                  <a:lnTo>
                    <a:pt x="153793" y="257507"/>
                  </a:lnTo>
                  <a:lnTo>
                    <a:pt x="156884" y="253175"/>
                  </a:lnTo>
                  <a:lnTo>
                    <a:pt x="159836" y="248746"/>
                  </a:lnTo>
                  <a:lnTo>
                    <a:pt x="162646" y="244225"/>
                  </a:lnTo>
                  <a:lnTo>
                    <a:pt x="165309" y="239617"/>
                  </a:lnTo>
                  <a:lnTo>
                    <a:pt x="167825" y="234927"/>
                  </a:lnTo>
                  <a:lnTo>
                    <a:pt x="170191" y="230159"/>
                  </a:lnTo>
                  <a:lnTo>
                    <a:pt x="172403" y="225319"/>
                  </a:lnTo>
                  <a:lnTo>
                    <a:pt x="174460" y="220410"/>
                  </a:lnTo>
                  <a:lnTo>
                    <a:pt x="176360" y="215438"/>
                  </a:lnTo>
                  <a:lnTo>
                    <a:pt x="178100" y="210408"/>
                  </a:lnTo>
                  <a:lnTo>
                    <a:pt x="179680" y="205326"/>
                  </a:lnTo>
                  <a:lnTo>
                    <a:pt x="181097" y="200195"/>
                  </a:lnTo>
                  <a:lnTo>
                    <a:pt x="182350" y="195022"/>
                  </a:lnTo>
                  <a:lnTo>
                    <a:pt x="183437" y="189812"/>
                  </a:lnTo>
                  <a:lnTo>
                    <a:pt x="184359" y="184570"/>
                  </a:lnTo>
                  <a:lnTo>
                    <a:pt x="185112" y="179301"/>
                  </a:lnTo>
                  <a:lnTo>
                    <a:pt x="185698" y="174011"/>
                  </a:lnTo>
                  <a:lnTo>
                    <a:pt x="186115" y="168705"/>
                  </a:lnTo>
                  <a:lnTo>
                    <a:pt x="186363" y="163389"/>
                  </a:lnTo>
                  <a:lnTo>
                    <a:pt x="186442" y="158067"/>
                  </a:lnTo>
                  <a:lnTo>
                    <a:pt x="186351" y="152745"/>
                  </a:lnTo>
                  <a:lnTo>
                    <a:pt x="186090" y="147429"/>
                  </a:lnTo>
                  <a:lnTo>
                    <a:pt x="185661" y="142124"/>
                  </a:lnTo>
                  <a:lnTo>
                    <a:pt x="185063" y="136836"/>
                  </a:lnTo>
                  <a:lnTo>
                    <a:pt x="184297" y="131569"/>
                  </a:lnTo>
                  <a:lnTo>
                    <a:pt x="183363" y="126329"/>
                  </a:lnTo>
                  <a:lnTo>
                    <a:pt x="182263" y="121121"/>
                  </a:lnTo>
                  <a:lnTo>
                    <a:pt x="180998" y="115951"/>
                  </a:lnTo>
                  <a:lnTo>
                    <a:pt x="179570" y="110824"/>
                  </a:lnTo>
                  <a:lnTo>
                    <a:pt x="177978" y="105745"/>
                  </a:lnTo>
                  <a:lnTo>
                    <a:pt x="176226" y="100720"/>
                  </a:lnTo>
                  <a:lnTo>
                    <a:pt x="174314" y="95752"/>
                  </a:lnTo>
                  <a:lnTo>
                    <a:pt x="172246" y="90848"/>
                  </a:lnTo>
                  <a:lnTo>
                    <a:pt x="170022" y="86013"/>
                  </a:lnTo>
                  <a:lnTo>
                    <a:pt x="167646" y="81250"/>
                  </a:lnTo>
                  <a:lnTo>
                    <a:pt x="165119" y="76566"/>
                  </a:lnTo>
                  <a:lnTo>
                    <a:pt x="162444" y="71964"/>
                  </a:lnTo>
                  <a:lnTo>
                    <a:pt x="159624" y="67450"/>
                  </a:lnTo>
                  <a:lnTo>
                    <a:pt x="156662" y="63028"/>
                  </a:lnTo>
                  <a:lnTo>
                    <a:pt x="153561" y="58703"/>
                  </a:lnTo>
                  <a:lnTo>
                    <a:pt x="150323" y="54479"/>
                  </a:lnTo>
                  <a:lnTo>
                    <a:pt x="146953" y="50359"/>
                  </a:lnTo>
                  <a:lnTo>
                    <a:pt x="143453" y="46349"/>
                  </a:lnTo>
                  <a:lnTo>
                    <a:pt x="139828" y="42453"/>
                  </a:lnTo>
                  <a:lnTo>
                    <a:pt x="136080" y="38674"/>
                  </a:lnTo>
                  <a:lnTo>
                    <a:pt x="132214" y="35016"/>
                  </a:lnTo>
                  <a:lnTo>
                    <a:pt x="128233" y="31483"/>
                  </a:lnTo>
                  <a:lnTo>
                    <a:pt x="124142" y="28079"/>
                  </a:lnTo>
                  <a:lnTo>
                    <a:pt x="119944" y="24806"/>
                  </a:lnTo>
                  <a:lnTo>
                    <a:pt x="115644" y="21669"/>
                  </a:lnTo>
                  <a:lnTo>
                    <a:pt x="111247" y="18670"/>
                  </a:lnTo>
                  <a:lnTo>
                    <a:pt x="106757" y="15813"/>
                  </a:lnTo>
                  <a:lnTo>
                    <a:pt x="102178" y="13100"/>
                  </a:lnTo>
                  <a:lnTo>
                    <a:pt x="97514" y="10535"/>
                  </a:lnTo>
                  <a:lnTo>
                    <a:pt x="92772" y="8119"/>
                  </a:lnTo>
                  <a:lnTo>
                    <a:pt x="87955" y="5855"/>
                  </a:lnTo>
                  <a:lnTo>
                    <a:pt x="83068" y="3746"/>
                  </a:lnTo>
                  <a:lnTo>
                    <a:pt x="78117" y="1793"/>
                  </a:lnTo>
                  <a:lnTo>
                    <a:pt x="73106" y="0"/>
                  </a:lnTo>
                  <a:lnTo>
                    <a:pt x="19274" y="1582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53831" cy="167167"/>
            </a:xfrm>
            <a:custGeom>
              <a:avLst/>
              <a:pathLst>
                <a:path w="53831" h="167167">
                  <a:moveTo>
                    <a:pt x="53831" y="8904"/>
                  </a:moveTo>
                  <a:lnTo>
                    <a:pt x="48031" y="7049"/>
                  </a:lnTo>
                  <a:lnTo>
                    <a:pt x="42168" y="5405"/>
                  </a:lnTo>
                  <a:lnTo>
                    <a:pt x="36248" y="3977"/>
                  </a:lnTo>
                  <a:lnTo>
                    <a:pt x="30281" y="2765"/>
                  </a:lnTo>
                  <a:lnTo>
                    <a:pt x="24273" y="1771"/>
                  </a:lnTo>
                  <a:lnTo>
                    <a:pt x="18233" y="997"/>
                  </a:lnTo>
                  <a:lnTo>
                    <a:pt x="12168" y="443"/>
                  </a:lnTo>
                  <a:lnTo>
                    <a:pt x="6088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tx81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2025-06-05T19:38:59Z</dcterms:modified>
  <cp:category/>
</cp:coreProperties>
</file>