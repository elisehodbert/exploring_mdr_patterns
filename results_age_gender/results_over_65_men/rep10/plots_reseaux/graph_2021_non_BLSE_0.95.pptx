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396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42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9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6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30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7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1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13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98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9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3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947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1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493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95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0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51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25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55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747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599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43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197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71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583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89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42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78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705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79804" y="3170392"/>
              <a:ext cx="3975" cy="167167"/>
            </a:xfrm>
            <a:custGeom>
              <a:avLst/>
              <a:pathLst>
                <a:path w="3975" h="167167">
                  <a:moveTo>
                    <a:pt x="3975" y="0"/>
                  </a:moveTo>
                  <a:lnTo>
                    <a:pt x="0" y="47"/>
                  </a:lnTo>
                  <a:lnTo>
                    <a:pt x="397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79804" y="3170439"/>
              <a:ext cx="3975" cy="167120"/>
            </a:xfrm>
            <a:custGeom>
              <a:avLst/>
              <a:pathLst>
                <a:path w="3975" h="167120">
                  <a:moveTo>
                    <a:pt x="0" y="0"/>
                  </a:moveTo>
                  <a:lnTo>
                    <a:pt x="3975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4" y="3170421"/>
              <a:ext cx="334332" cy="334290"/>
            </a:xfrm>
            <a:custGeom>
              <a:avLst/>
              <a:pathLst>
                <a:path w="334332" h="334290">
                  <a:moveTo>
                    <a:pt x="163190" y="18"/>
                  </a:moveTo>
                  <a:lnTo>
                    <a:pt x="157898" y="227"/>
                  </a:lnTo>
                  <a:lnTo>
                    <a:pt x="152616" y="605"/>
                  </a:lnTo>
                  <a:lnTo>
                    <a:pt x="147349" y="1149"/>
                  </a:lnTo>
                  <a:lnTo>
                    <a:pt x="142101" y="1860"/>
                  </a:lnTo>
                  <a:lnTo>
                    <a:pt x="136879" y="2737"/>
                  </a:lnTo>
                  <a:lnTo>
                    <a:pt x="131687" y="3778"/>
                  </a:lnTo>
                  <a:lnTo>
                    <a:pt x="126531" y="4984"/>
                  </a:lnTo>
                  <a:lnTo>
                    <a:pt x="121415" y="6352"/>
                  </a:lnTo>
                  <a:lnTo>
                    <a:pt x="116345" y="7882"/>
                  </a:lnTo>
                  <a:lnTo>
                    <a:pt x="111327" y="9572"/>
                  </a:lnTo>
                  <a:lnTo>
                    <a:pt x="106364" y="11419"/>
                  </a:lnTo>
                  <a:lnTo>
                    <a:pt x="101462" y="13423"/>
                  </a:lnTo>
                  <a:lnTo>
                    <a:pt x="96627" y="15581"/>
                  </a:lnTo>
                  <a:lnTo>
                    <a:pt x="91862" y="17892"/>
                  </a:lnTo>
                  <a:lnTo>
                    <a:pt x="87172" y="20352"/>
                  </a:lnTo>
                  <a:lnTo>
                    <a:pt x="82563" y="22959"/>
                  </a:lnTo>
                  <a:lnTo>
                    <a:pt x="78039" y="25711"/>
                  </a:lnTo>
                  <a:lnTo>
                    <a:pt x="73604" y="28605"/>
                  </a:lnTo>
                  <a:lnTo>
                    <a:pt x="69263" y="31638"/>
                  </a:lnTo>
                  <a:lnTo>
                    <a:pt x="65021" y="34807"/>
                  </a:lnTo>
                  <a:lnTo>
                    <a:pt x="60881" y="38108"/>
                  </a:lnTo>
                  <a:lnTo>
                    <a:pt x="56847" y="41539"/>
                  </a:lnTo>
                  <a:lnTo>
                    <a:pt x="52924" y="45096"/>
                  </a:lnTo>
                  <a:lnTo>
                    <a:pt x="49116" y="48776"/>
                  </a:lnTo>
                  <a:lnTo>
                    <a:pt x="45426" y="52575"/>
                  </a:lnTo>
                  <a:lnTo>
                    <a:pt x="41859" y="56488"/>
                  </a:lnTo>
                  <a:lnTo>
                    <a:pt x="38417" y="60512"/>
                  </a:lnTo>
                  <a:lnTo>
                    <a:pt x="35104" y="64644"/>
                  </a:lnTo>
                  <a:lnTo>
                    <a:pt x="31924" y="68878"/>
                  </a:lnTo>
                  <a:lnTo>
                    <a:pt x="28880" y="73211"/>
                  </a:lnTo>
                  <a:lnTo>
                    <a:pt x="25974" y="77638"/>
                  </a:lnTo>
                  <a:lnTo>
                    <a:pt x="23210" y="82155"/>
                  </a:lnTo>
                  <a:lnTo>
                    <a:pt x="20591" y="86757"/>
                  </a:lnTo>
                  <a:lnTo>
                    <a:pt x="18118" y="91440"/>
                  </a:lnTo>
                  <a:lnTo>
                    <a:pt x="15796" y="96199"/>
                  </a:lnTo>
                  <a:lnTo>
                    <a:pt x="13625" y="101029"/>
                  </a:lnTo>
                  <a:lnTo>
                    <a:pt x="11608" y="105925"/>
                  </a:lnTo>
                  <a:lnTo>
                    <a:pt x="9747" y="110883"/>
                  </a:lnTo>
                  <a:lnTo>
                    <a:pt x="8044" y="115897"/>
                  </a:lnTo>
                  <a:lnTo>
                    <a:pt x="6501" y="120962"/>
                  </a:lnTo>
                  <a:lnTo>
                    <a:pt x="5119" y="126074"/>
                  </a:lnTo>
                  <a:lnTo>
                    <a:pt x="3900" y="131228"/>
                  </a:lnTo>
                  <a:lnTo>
                    <a:pt x="2844" y="136417"/>
                  </a:lnTo>
                  <a:lnTo>
                    <a:pt x="1954" y="141637"/>
                  </a:lnTo>
                  <a:lnTo>
                    <a:pt x="1229" y="146882"/>
                  </a:lnTo>
                  <a:lnTo>
                    <a:pt x="671" y="152148"/>
                  </a:lnTo>
                  <a:lnTo>
                    <a:pt x="279" y="157429"/>
                  </a:lnTo>
                  <a:lnTo>
                    <a:pt x="56" y="162720"/>
                  </a:lnTo>
                  <a:lnTo>
                    <a:pt x="0" y="168015"/>
                  </a:lnTo>
                  <a:lnTo>
                    <a:pt x="111" y="173309"/>
                  </a:lnTo>
                  <a:lnTo>
                    <a:pt x="390" y="178598"/>
                  </a:lnTo>
                  <a:lnTo>
                    <a:pt x="837" y="183874"/>
                  </a:lnTo>
                  <a:lnTo>
                    <a:pt x="1451" y="189134"/>
                  </a:lnTo>
                  <a:lnTo>
                    <a:pt x="2230" y="194372"/>
                  </a:lnTo>
                  <a:lnTo>
                    <a:pt x="3176" y="199582"/>
                  </a:lnTo>
                  <a:lnTo>
                    <a:pt x="4286" y="204760"/>
                  </a:lnTo>
                  <a:lnTo>
                    <a:pt x="5559" y="209900"/>
                  </a:lnTo>
                  <a:lnTo>
                    <a:pt x="6995" y="214997"/>
                  </a:lnTo>
                  <a:lnTo>
                    <a:pt x="8591" y="220046"/>
                  </a:lnTo>
                  <a:lnTo>
                    <a:pt x="10346" y="225042"/>
                  </a:lnTo>
                  <a:lnTo>
                    <a:pt x="12259" y="229980"/>
                  </a:lnTo>
                  <a:lnTo>
                    <a:pt x="14327" y="234855"/>
                  </a:lnTo>
                  <a:lnTo>
                    <a:pt x="16549" y="239662"/>
                  </a:lnTo>
                  <a:lnTo>
                    <a:pt x="18921" y="244396"/>
                  </a:lnTo>
                  <a:lnTo>
                    <a:pt x="21443" y="249053"/>
                  </a:lnTo>
                  <a:lnTo>
                    <a:pt x="24110" y="253627"/>
                  </a:lnTo>
                  <a:lnTo>
                    <a:pt x="26922" y="258115"/>
                  </a:lnTo>
                  <a:lnTo>
                    <a:pt x="29873" y="262511"/>
                  </a:lnTo>
                  <a:lnTo>
                    <a:pt x="32963" y="266812"/>
                  </a:lnTo>
                  <a:lnTo>
                    <a:pt x="36188" y="271012"/>
                  </a:lnTo>
                  <a:lnTo>
                    <a:pt x="39543" y="275109"/>
                  </a:lnTo>
                  <a:lnTo>
                    <a:pt x="43027" y="279097"/>
                  </a:lnTo>
                  <a:lnTo>
                    <a:pt x="46636" y="282973"/>
                  </a:lnTo>
                  <a:lnTo>
                    <a:pt x="50365" y="286732"/>
                  </a:lnTo>
                  <a:lnTo>
                    <a:pt x="54212" y="290372"/>
                  </a:lnTo>
                  <a:lnTo>
                    <a:pt x="58171" y="293887"/>
                  </a:lnTo>
                  <a:lnTo>
                    <a:pt x="62241" y="297276"/>
                  </a:lnTo>
                  <a:lnTo>
                    <a:pt x="66415" y="300534"/>
                  </a:lnTo>
                  <a:lnTo>
                    <a:pt x="70691" y="303658"/>
                  </a:lnTo>
                  <a:lnTo>
                    <a:pt x="75064" y="306645"/>
                  </a:lnTo>
                  <a:lnTo>
                    <a:pt x="79528" y="309492"/>
                  </a:lnTo>
                  <a:lnTo>
                    <a:pt x="84081" y="312197"/>
                  </a:lnTo>
                  <a:lnTo>
                    <a:pt x="88718" y="314756"/>
                  </a:lnTo>
                  <a:lnTo>
                    <a:pt x="93432" y="317166"/>
                  </a:lnTo>
                  <a:lnTo>
                    <a:pt x="98221" y="319426"/>
                  </a:lnTo>
                  <a:lnTo>
                    <a:pt x="103079" y="321534"/>
                  </a:lnTo>
                  <a:lnTo>
                    <a:pt x="108002" y="323486"/>
                  </a:lnTo>
                  <a:lnTo>
                    <a:pt x="112984" y="325281"/>
                  </a:lnTo>
                  <a:lnTo>
                    <a:pt x="118020" y="326918"/>
                  </a:lnTo>
                  <a:lnTo>
                    <a:pt x="123105" y="328395"/>
                  </a:lnTo>
                  <a:lnTo>
                    <a:pt x="128235" y="329709"/>
                  </a:lnTo>
                  <a:lnTo>
                    <a:pt x="133404" y="330861"/>
                  </a:lnTo>
                  <a:lnTo>
                    <a:pt x="138606" y="331848"/>
                  </a:lnTo>
                  <a:lnTo>
                    <a:pt x="143838" y="332670"/>
                  </a:lnTo>
                  <a:lnTo>
                    <a:pt x="149092" y="333325"/>
                  </a:lnTo>
                  <a:lnTo>
                    <a:pt x="154365" y="333815"/>
                  </a:lnTo>
                  <a:lnTo>
                    <a:pt x="159651" y="334136"/>
                  </a:lnTo>
                  <a:lnTo>
                    <a:pt x="164944" y="334290"/>
                  </a:lnTo>
                  <a:lnTo>
                    <a:pt x="170239" y="334277"/>
                  </a:lnTo>
                  <a:lnTo>
                    <a:pt x="175532" y="334096"/>
                  </a:lnTo>
                  <a:lnTo>
                    <a:pt x="180816" y="333747"/>
                  </a:lnTo>
                  <a:lnTo>
                    <a:pt x="186086" y="333231"/>
                  </a:lnTo>
                  <a:lnTo>
                    <a:pt x="191337" y="332548"/>
                  </a:lnTo>
                  <a:lnTo>
                    <a:pt x="196564" y="331700"/>
                  </a:lnTo>
                  <a:lnTo>
                    <a:pt x="201762" y="330686"/>
                  </a:lnTo>
                  <a:lnTo>
                    <a:pt x="206925" y="329508"/>
                  </a:lnTo>
                  <a:lnTo>
                    <a:pt x="212047" y="328167"/>
                  </a:lnTo>
                  <a:lnTo>
                    <a:pt x="217125" y="326665"/>
                  </a:lnTo>
                  <a:lnTo>
                    <a:pt x="222153" y="325002"/>
                  </a:lnTo>
                  <a:lnTo>
                    <a:pt x="227126" y="323182"/>
                  </a:lnTo>
                  <a:lnTo>
                    <a:pt x="232038" y="321204"/>
                  </a:lnTo>
                  <a:lnTo>
                    <a:pt x="236885" y="319072"/>
                  </a:lnTo>
                  <a:lnTo>
                    <a:pt x="241663" y="316787"/>
                  </a:lnTo>
                  <a:lnTo>
                    <a:pt x="246365" y="314353"/>
                  </a:lnTo>
                  <a:lnTo>
                    <a:pt x="250988" y="311770"/>
                  </a:lnTo>
                  <a:lnTo>
                    <a:pt x="255527" y="309043"/>
                  </a:lnTo>
                  <a:lnTo>
                    <a:pt x="259977" y="306173"/>
                  </a:lnTo>
                  <a:lnTo>
                    <a:pt x="264335" y="303163"/>
                  </a:lnTo>
                  <a:lnTo>
                    <a:pt x="268594" y="300017"/>
                  </a:lnTo>
                  <a:lnTo>
                    <a:pt x="272752" y="296738"/>
                  </a:lnTo>
                  <a:lnTo>
                    <a:pt x="276804" y="293329"/>
                  </a:lnTo>
                  <a:lnTo>
                    <a:pt x="280746" y="289793"/>
                  </a:lnTo>
                  <a:lnTo>
                    <a:pt x="284574" y="286134"/>
                  </a:lnTo>
                  <a:lnTo>
                    <a:pt x="288284" y="282355"/>
                  </a:lnTo>
                  <a:lnTo>
                    <a:pt x="291873" y="278461"/>
                  </a:lnTo>
                  <a:lnTo>
                    <a:pt x="295336" y="274455"/>
                  </a:lnTo>
                  <a:lnTo>
                    <a:pt x="298671" y="270342"/>
                  </a:lnTo>
                  <a:lnTo>
                    <a:pt x="301874" y="266125"/>
                  </a:lnTo>
                  <a:lnTo>
                    <a:pt x="304941" y="261808"/>
                  </a:lnTo>
                  <a:lnTo>
                    <a:pt x="307871" y="257397"/>
                  </a:lnTo>
                  <a:lnTo>
                    <a:pt x="310659" y="252895"/>
                  </a:lnTo>
                  <a:lnTo>
                    <a:pt x="313303" y="248307"/>
                  </a:lnTo>
                  <a:lnTo>
                    <a:pt x="315801" y="243638"/>
                  </a:lnTo>
                  <a:lnTo>
                    <a:pt x="318149" y="238891"/>
                  </a:lnTo>
                  <a:lnTo>
                    <a:pt x="320346" y="234073"/>
                  </a:lnTo>
                  <a:lnTo>
                    <a:pt x="322389" y="229188"/>
                  </a:lnTo>
                  <a:lnTo>
                    <a:pt x="324277" y="224240"/>
                  </a:lnTo>
                  <a:lnTo>
                    <a:pt x="326007" y="219235"/>
                  </a:lnTo>
                  <a:lnTo>
                    <a:pt x="327577" y="214178"/>
                  </a:lnTo>
                  <a:lnTo>
                    <a:pt x="328987" y="209074"/>
                  </a:lnTo>
                  <a:lnTo>
                    <a:pt x="330234" y="203927"/>
                  </a:lnTo>
                  <a:lnTo>
                    <a:pt x="331317" y="198744"/>
                  </a:lnTo>
                  <a:lnTo>
                    <a:pt x="332236" y="193528"/>
                  </a:lnTo>
                  <a:lnTo>
                    <a:pt x="332989" y="188287"/>
                  </a:lnTo>
                  <a:lnTo>
                    <a:pt x="333576" y="183024"/>
                  </a:lnTo>
                  <a:lnTo>
                    <a:pt x="333995" y="177745"/>
                  </a:lnTo>
                  <a:lnTo>
                    <a:pt x="334247" y="172456"/>
                  </a:lnTo>
                  <a:lnTo>
                    <a:pt x="334332" y="167161"/>
                  </a:lnTo>
                  <a:lnTo>
                    <a:pt x="334249" y="161866"/>
                  </a:lnTo>
                  <a:lnTo>
                    <a:pt x="333998" y="156577"/>
                  </a:lnTo>
                  <a:lnTo>
                    <a:pt x="333580" y="151298"/>
                  </a:lnTo>
                  <a:lnTo>
                    <a:pt x="332995" y="146035"/>
                  </a:lnTo>
                  <a:lnTo>
                    <a:pt x="332243" y="140793"/>
                  </a:lnTo>
                  <a:lnTo>
                    <a:pt x="331326" y="135577"/>
                  </a:lnTo>
                  <a:lnTo>
                    <a:pt x="330244" y="130394"/>
                  </a:lnTo>
                  <a:lnTo>
                    <a:pt x="328998" y="125247"/>
                  </a:lnTo>
                  <a:lnTo>
                    <a:pt x="327590" y="120142"/>
                  </a:lnTo>
                  <a:lnTo>
                    <a:pt x="326021" y="115084"/>
                  </a:lnTo>
                  <a:lnTo>
                    <a:pt x="324293" y="110079"/>
                  </a:lnTo>
                  <a:lnTo>
                    <a:pt x="322407" y="105131"/>
                  </a:lnTo>
                  <a:lnTo>
                    <a:pt x="320365" y="100245"/>
                  </a:lnTo>
                  <a:lnTo>
                    <a:pt x="318169" y="95426"/>
                  </a:lnTo>
                  <a:lnTo>
                    <a:pt x="315822" y="90679"/>
                  </a:lnTo>
                  <a:lnTo>
                    <a:pt x="313326" y="86009"/>
                  </a:lnTo>
                  <a:lnTo>
                    <a:pt x="310683" y="81420"/>
                  </a:lnTo>
                  <a:lnTo>
                    <a:pt x="307896" y="76918"/>
                  </a:lnTo>
                  <a:lnTo>
                    <a:pt x="304968" y="72505"/>
                  </a:lnTo>
                  <a:lnTo>
                    <a:pt x="301901" y="68188"/>
                  </a:lnTo>
                  <a:lnTo>
                    <a:pt x="298699" y="63970"/>
                  </a:lnTo>
                  <a:lnTo>
                    <a:pt x="295366" y="59856"/>
                  </a:lnTo>
                  <a:lnTo>
                    <a:pt x="291903" y="55849"/>
                  </a:lnTo>
                  <a:lnTo>
                    <a:pt x="288316" y="51954"/>
                  </a:lnTo>
                  <a:lnTo>
                    <a:pt x="284607" y="48174"/>
                  </a:lnTo>
                  <a:lnTo>
                    <a:pt x="280780" y="44514"/>
                  </a:lnTo>
                  <a:lnTo>
                    <a:pt x="276839" y="40977"/>
                  </a:lnTo>
                  <a:lnTo>
                    <a:pt x="272788" y="37567"/>
                  </a:lnTo>
                  <a:lnTo>
                    <a:pt x="268631" y="34286"/>
                  </a:lnTo>
                  <a:lnTo>
                    <a:pt x="264372" y="31139"/>
                  </a:lnTo>
                  <a:lnTo>
                    <a:pt x="260016" y="28128"/>
                  </a:lnTo>
                  <a:lnTo>
                    <a:pt x="255566" y="25257"/>
                  </a:lnTo>
                  <a:lnTo>
                    <a:pt x="251028" y="22528"/>
                  </a:lnTo>
                  <a:lnTo>
                    <a:pt x="246406" y="19945"/>
                  </a:lnTo>
                  <a:lnTo>
                    <a:pt x="241704" y="17509"/>
                  </a:lnTo>
                  <a:lnTo>
                    <a:pt x="236927" y="15223"/>
                  </a:lnTo>
                  <a:lnTo>
                    <a:pt x="232081" y="13090"/>
                  </a:lnTo>
                  <a:lnTo>
                    <a:pt x="227169" y="11111"/>
                  </a:lnTo>
                  <a:lnTo>
                    <a:pt x="222197" y="9288"/>
                  </a:lnTo>
                  <a:lnTo>
                    <a:pt x="217169" y="7625"/>
                  </a:lnTo>
                  <a:lnTo>
                    <a:pt x="212092" y="6121"/>
                  </a:lnTo>
                  <a:lnTo>
                    <a:pt x="206969" y="4779"/>
                  </a:lnTo>
                  <a:lnTo>
                    <a:pt x="201807" y="3599"/>
                  </a:lnTo>
                  <a:lnTo>
                    <a:pt x="196610" y="2584"/>
                  </a:lnTo>
                  <a:lnTo>
                    <a:pt x="191383" y="1734"/>
                  </a:lnTo>
                  <a:lnTo>
                    <a:pt x="186132" y="1050"/>
                  </a:lnTo>
                  <a:lnTo>
                    <a:pt x="180862" y="532"/>
                  </a:lnTo>
                  <a:lnTo>
                    <a:pt x="175578" y="182"/>
                  </a:lnTo>
                  <a:lnTo>
                    <a:pt x="170286" y="0"/>
                  </a:lnTo>
                  <a:lnTo>
                    <a:pt x="167165" y="1671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3121" cy="167167"/>
            </a:xfrm>
            <a:custGeom>
              <a:avLst/>
              <a:pathLst>
                <a:path w="3121" h="167167">
                  <a:moveTo>
                    <a:pt x="3121" y="2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2991" y="2633064"/>
              <a:ext cx="36020" cy="167167"/>
            </a:xfrm>
            <a:custGeom>
              <a:avLst/>
              <a:pathLst>
                <a:path w="36020" h="167167">
                  <a:moveTo>
                    <a:pt x="36020" y="0"/>
                  </a:moveTo>
                  <a:lnTo>
                    <a:pt x="28761" y="157"/>
                  </a:lnTo>
                  <a:lnTo>
                    <a:pt x="21516" y="630"/>
                  </a:lnTo>
                  <a:lnTo>
                    <a:pt x="14298" y="1417"/>
                  </a:lnTo>
                  <a:lnTo>
                    <a:pt x="7122" y="2516"/>
                  </a:lnTo>
                  <a:lnTo>
                    <a:pt x="0" y="3926"/>
                  </a:lnTo>
                  <a:lnTo>
                    <a:pt x="3602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2991" y="2636991"/>
              <a:ext cx="36020" cy="163240"/>
            </a:xfrm>
            <a:custGeom>
              <a:avLst/>
              <a:pathLst>
                <a:path w="36020" h="163240">
                  <a:moveTo>
                    <a:pt x="0" y="0"/>
                  </a:moveTo>
                  <a:lnTo>
                    <a:pt x="36020" y="1632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50" y="2636991"/>
              <a:ext cx="334327" cy="330400"/>
            </a:xfrm>
            <a:custGeom>
              <a:avLst/>
              <a:pathLst>
                <a:path w="334327" h="330400">
                  <a:moveTo>
                    <a:pt x="131140" y="0"/>
                  </a:moveTo>
                  <a:lnTo>
                    <a:pt x="125987" y="1223"/>
                  </a:lnTo>
                  <a:lnTo>
                    <a:pt x="120875" y="2608"/>
                  </a:lnTo>
                  <a:lnTo>
                    <a:pt x="115809" y="4155"/>
                  </a:lnTo>
                  <a:lnTo>
                    <a:pt x="110795" y="5862"/>
                  </a:lnTo>
                  <a:lnTo>
                    <a:pt x="105838" y="7726"/>
                  </a:lnTo>
                  <a:lnTo>
                    <a:pt x="100942" y="9747"/>
                  </a:lnTo>
                  <a:lnTo>
                    <a:pt x="96113" y="11922"/>
                  </a:lnTo>
                  <a:lnTo>
                    <a:pt x="91355" y="14249"/>
                  </a:lnTo>
                  <a:lnTo>
                    <a:pt x="86673" y="16725"/>
                  </a:lnTo>
                  <a:lnTo>
                    <a:pt x="82072" y="19348"/>
                  </a:lnTo>
                  <a:lnTo>
                    <a:pt x="77556" y="22116"/>
                  </a:lnTo>
                  <a:lnTo>
                    <a:pt x="73130" y="25025"/>
                  </a:lnTo>
                  <a:lnTo>
                    <a:pt x="68799" y="28074"/>
                  </a:lnTo>
                  <a:lnTo>
                    <a:pt x="64566" y="31258"/>
                  </a:lnTo>
                  <a:lnTo>
                    <a:pt x="60437" y="34574"/>
                  </a:lnTo>
                  <a:lnTo>
                    <a:pt x="56414" y="38020"/>
                  </a:lnTo>
                  <a:lnTo>
                    <a:pt x="52503" y="41591"/>
                  </a:lnTo>
                  <a:lnTo>
                    <a:pt x="48706" y="45284"/>
                  </a:lnTo>
                  <a:lnTo>
                    <a:pt x="45029" y="49096"/>
                  </a:lnTo>
                  <a:lnTo>
                    <a:pt x="41474" y="53022"/>
                  </a:lnTo>
                  <a:lnTo>
                    <a:pt x="38046" y="57059"/>
                  </a:lnTo>
                  <a:lnTo>
                    <a:pt x="34747" y="61203"/>
                  </a:lnTo>
                  <a:lnTo>
                    <a:pt x="31581" y="65449"/>
                  </a:lnTo>
                  <a:lnTo>
                    <a:pt x="28551" y="69793"/>
                  </a:lnTo>
                  <a:lnTo>
                    <a:pt x="25660" y="74231"/>
                  </a:lnTo>
                  <a:lnTo>
                    <a:pt x="22911" y="78758"/>
                  </a:lnTo>
                  <a:lnTo>
                    <a:pt x="20307" y="83371"/>
                  </a:lnTo>
                  <a:lnTo>
                    <a:pt x="17851" y="88063"/>
                  </a:lnTo>
                  <a:lnTo>
                    <a:pt x="15544" y="92831"/>
                  </a:lnTo>
                  <a:lnTo>
                    <a:pt x="13390" y="97669"/>
                  </a:lnTo>
                  <a:lnTo>
                    <a:pt x="11390" y="102574"/>
                  </a:lnTo>
                  <a:lnTo>
                    <a:pt x="9546" y="107539"/>
                  </a:lnTo>
                  <a:lnTo>
                    <a:pt x="7861" y="112560"/>
                  </a:lnTo>
                  <a:lnTo>
                    <a:pt x="6335" y="117632"/>
                  </a:lnTo>
                  <a:lnTo>
                    <a:pt x="4971" y="122750"/>
                  </a:lnTo>
                  <a:lnTo>
                    <a:pt x="3769" y="127908"/>
                  </a:lnTo>
                  <a:lnTo>
                    <a:pt x="2732" y="133102"/>
                  </a:lnTo>
                  <a:lnTo>
                    <a:pt x="1860" y="138326"/>
                  </a:lnTo>
                  <a:lnTo>
                    <a:pt x="1154" y="143575"/>
                  </a:lnTo>
                  <a:lnTo>
                    <a:pt x="614" y="148844"/>
                  </a:lnTo>
                  <a:lnTo>
                    <a:pt x="242" y="154127"/>
                  </a:lnTo>
                  <a:lnTo>
                    <a:pt x="37" y="159420"/>
                  </a:lnTo>
                  <a:lnTo>
                    <a:pt x="0" y="164716"/>
                  </a:lnTo>
                  <a:lnTo>
                    <a:pt x="130" y="170011"/>
                  </a:lnTo>
                  <a:lnTo>
                    <a:pt x="429" y="175299"/>
                  </a:lnTo>
                  <a:lnTo>
                    <a:pt x="894" y="180575"/>
                  </a:lnTo>
                  <a:lnTo>
                    <a:pt x="1527" y="185834"/>
                  </a:lnTo>
                  <a:lnTo>
                    <a:pt x="2326" y="191070"/>
                  </a:lnTo>
                  <a:lnTo>
                    <a:pt x="3290" y="196277"/>
                  </a:lnTo>
                  <a:lnTo>
                    <a:pt x="4419" y="201452"/>
                  </a:lnTo>
                  <a:lnTo>
                    <a:pt x="5711" y="206589"/>
                  </a:lnTo>
                  <a:lnTo>
                    <a:pt x="7165" y="211682"/>
                  </a:lnTo>
                  <a:lnTo>
                    <a:pt x="8780" y="216726"/>
                  </a:lnTo>
                  <a:lnTo>
                    <a:pt x="10554" y="221716"/>
                  </a:lnTo>
                  <a:lnTo>
                    <a:pt x="12485" y="226648"/>
                  </a:lnTo>
                  <a:lnTo>
                    <a:pt x="14572" y="231516"/>
                  </a:lnTo>
                  <a:lnTo>
                    <a:pt x="16811" y="236316"/>
                  </a:lnTo>
                  <a:lnTo>
                    <a:pt x="19202" y="241042"/>
                  </a:lnTo>
                  <a:lnTo>
                    <a:pt x="21741" y="245691"/>
                  </a:lnTo>
                  <a:lnTo>
                    <a:pt x="24426" y="250256"/>
                  </a:lnTo>
                  <a:lnTo>
                    <a:pt x="27254" y="254734"/>
                  </a:lnTo>
                  <a:lnTo>
                    <a:pt x="30223" y="259120"/>
                  </a:lnTo>
                  <a:lnTo>
                    <a:pt x="33329" y="263410"/>
                  </a:lnTo>
                  <a:lnTo>
                    <a:pt x="36569" y="267600"/>
                  </a:lnTo>
                  <a:lnTo>
                    <a:pt x="39941" y="271685"/>
                  </a:lnTo>
                  <a:lnTo>
                    <a:pt x="43440" y="275660"/>
                  </a:lnTo>
                  <a:lnTo>
                    <a:pt x="47064" y="279523"/>
                  </a:lnTo>
                  <a:lnTo>
                    <a:pt x="50808" y="283270"/>
                  </a:lnTo>
                  <a:lnTo>
                    <a:pt x="54669" y="286895"/>
                  </a:lnTo>
                  <a:lnTo>
                    <a:pt x="58643" y="290397"/>
                  </a:lnTo>
                  <a:lnTo>
                    <a:pt x="62725" y="293771"/>
                  </a:lnTo>
                  <a:lnTo>
                    <a:pt x="66913" y="297014"/>
                  </a:lnTo>
                  <a:lnTo>
                    <a:pt x="71201" y="300123"/>
                  </a:lnTo>
                  <a:lnTo>
                    <a:pt x="75586" y="303094"/>
                  </a:lnTo>
                  <a:lnTo>
                    <a:pt x="80062" y="305925"/>
                  </a:lnTo>
                  <a:lnTo>
                    <a:pt x="84626" y="308612"/>
                  </a:lnTo>
                  <a:lnTo>
                    <a:pt x="89273" y="311154"/>
                  </a:lnTo>
                  <a:lnTo>
                    <a:pt x="93998" y="313547"/>
                  </a:lnTo>
                  <a:lnTo>
                    <a:pt x="98796" y="315789"/>
                  </a:lnTo>
                  <a:lnTo>
                    <a:pt x="103663" y="317879"/>
                  </a:lnTo>
                  <a:lnTo>
                    <a:pt x="108594" y="319813"/>
                  </a:lnTo>
                  <a:lnTo>
                    <a:pt x="113584" y="321589"/>
                  </a:lnTo>
                  <a:lnTo>
                    <a:pt x="118627" y="323207"/>
                  </a:lnTo>
                  <a:lnTo>
                    <a:pt x="123719" y="324664"/>
                  </a:lnTo>
                  <a:lnTo>
                    <a:pt x="128855" y="325960"/>
                  </a:lnTo>
                  <a:lnTo>
                    <a:pt x="134029" y="327091"/>
                  </a:lnTo>
                  <a:lnTo>
                    <a:pt x="139236" y="328059"/>
                  </a:lnTo>
                  <a:lnTo>
                    <a:pt x="144472" y="328861"/>
                  </a:lnTo>
                  <a:lnTo>
                    <a:pt x="149730" y="329496"/>
                  </a:lnTo>
                  <a:lnTo>
                    <a:pt x="155005" y="329965"/>
                  </a:lnTo>
                  <a:lnTo>
                    <a:pt x="160293" y="330266"/>
                  </a:lnTo>
                  <a:lnTo>
                    <a:pt x="165588" y="330400"/>
                  </a:lnTo>
                  <a:lnTo>
                    <a:pt x="170884" y="330366"/>
                  </a:lnTo>
                  <a:lnTo>
                    <a:pt x="176177" y="330164"/>
                  </a:lnTo>
                  <a:lnTo>
                    <a:pt x="181461" y="329795"/>
                  </a:lnTo>
                  <a:lnTo>
                    <a:pt x="186730" y="329258"/>
                  </a:lnTo>
                  <a:lnTo>
                    <a:pt x="191979" y="328555"/>
                  </a:lnTo>
                  <a:lnTo>
                    <a:pt x="197204" y="327686"/>
                  </a:lnTo>
                  <a:lnTo>
                    <a:pt x="202398" y="326651"/>
                  </a:lnTo>
                  <a:lnTo>
                    <a:pt x="207558" y="325453"/>
                  </a:lnTo>
                  <a:lnTo>
                    <a:pt x="212676" y="324092"/>
                  </a:lnTo>
                  <a:lnTo>
                    <a:pt x="217749" y="322569"/>
                  </a:lnTo>
                  <a:lnTo>
                    <a:pt x="222771" y="320887"/>
                  </a:lnTo>
                  <a:lnTo>
                    <a:pt x="227737" y="319046"/>
                  </a:lnTo>
                  <a:lnTo>
                    <a:pt x="232643" y="317048"/>
                  </a:lnTo>
                  <a:lnTo>
                    <a:pt x="237483" y="314897"/>
                  </a:lnTo>
                  <a:lnTo>
                    <a:pt x="242252" y="312593"/>
                  </a:lnTo>
                  <a:lnTo>
                    <a:pt x="246945" y="310139"/>
                  </a:lnTo>
                  <a:lnTo>
                    <a:pt x="251559" y="307538"/>
                  </a:lnTo>
                  <a:lnTo>
                    <a:pt x="256088" y="304792"/>
                  </a:lnTo>
                  <a:lnTo>
                    <a:pt x="260528" y="301903"/>
                  </a:lnTo>
                  <a:lnTo>
                    <a:pt x="264874" y="298876"/>
                  </a:lnTo>
                  <a:lnTo>
                    <a:pt x="269121" y="295712"/>
                  </a:lnTo>
                  <a:lnTo>
                    <a:pt x="273267" y="292416"/>
                  </a:lnTo>
                  <a:lnTo>
                    <a:pt x="277306" y="288990"/>
                  </a:lnTo>
                  <a:lnTo>
                    <a:pt x="281234" y="285437"/>
                  </a:lnTo>
                  <a:lnTo>
                    <a:pt x="285048" y="281762"/>
                  </a:lnTo>
                  <a:lnTo>
                    <a:pt x="288744" y="277968"/>
                  </a:lnTo>
                  <a:lnTo>
                    <a:pt x="292317" y="274059"/>
                  </a:lnTo>
                  <a:lnTo>
                    <a:pt x="295765" y="270038"/>
                  </a:lnTo>
                  <a:lnTo>
                    <a:pt x="299084" y="265910"/>
                  </a:lnTo>
                  <a:lnTo>
                    <a:pt x="302270" y="261679"/>
                  </a:lnTo>
                  <a:lnTo>
                    <a:pt x="305321" y="257350"/>
                  </a:lnTo>
                  <a:lnTo>
                    <a:pt x="308233" y="252926"/>
                  </a:lnTo>
                  <a:lnTo>
                    <a:pt x="311003" y="248412"/>
                  </a:lnTo>
                  <a:lnTo>
                    <a:pt x="313629" y="243812"/>
                  </a:lnTo>
                  <a:lnTo>
                    <a:pt x="316108" y="239131"/>
                  </a:lnTo>
                  <a:lnTo>
                    <a:pt x="318438" y="234375"/>
                  </a:lnTo>
                  <a:lnTo>
                    <a:pt x="320615" y="229547"/>
                  </a:lnTo>
                  <a:lnTo>
                    <a:pt x="322639" y="224652"/>
                  </a:lnTo>
                  <a:lnTo>
                    <a:pt x="324506" y="219696"/>
                  </a:lnTo>
                  <a:lnTo>
                    <a:pt x="326216" y="214683"/>
                  </a:lnTo>
                  <a:lnTo>
                    <a:pt x="327766" y="209618"/>
                  </a:lnTo>
                  <a:lnTo>
                    <a:pt x="329154" y="204507"/>
                  </a:lnTo>
                  <a:lnTo>
                    <a:pt x="330380" y="199354"/>
                  </a:lnTo>
                  <a:lnTo>
                    <a:pt x="331442" y="194165"/>
                  </a:lnTo>
                  <a:lnTo>
                    <a:pt x="332340" y="188945"/>
                  </a:lnTo>
                  <a:lnTo>
                    <a:pt x="333071" y="183700"/>
                  </a:lnTo>
                  <a:lnTo>
                    <a:pt x="333636" y="178434"/>
                  </a:lnTo>
                  <a:lnTo>
                    <a:pt x="334034" y="173152"/>
                  </a:lnTo>
                  <a:lnTo>
                    <a:pt x="334264" y="167861"/>
                  </a:lnTo>
                  <a:lnTo>
                    <a:pt x="334327" y="162564"/>
                  </a:lnTo>
                  <a:lnTo>
                    <a:pt x="334221" y="157269"/>
                  </a:lnTo>
                  <a:lnTo>
                    <a:pt x="333948" y="151980"/>
                  </a:lnTo>
                  <a:lnTo>
                    <a:pt x="333508" y="146702"/>
                  </a:lnTo>
                  <a:lnTo>
                    <a:pt x="332900" y="141440"/>
                  </a:lnTo>
                  <a:lnTo>
                    <a:pt x="332126" y="136200"/>
                  </a:lnTo>
                  <a:lnTo>
                    <a:pt x="331187" y="130988"/>
                  </a:lnTo>
                  <a:lnTo>
                    <a:pt x="330083" y="125808"/>
                  </a:lnTo>
                  <a:lnTo>
                    <a:pt x="328815" y="120665"/>
                  </a:lnTo>
                  <a:lnTo>
                    <a:pt x="327386" y="115565"/>
                  </a:lnTo>
                  <a:lnTo>
                    <a:pt x="325795" y="110514"/>
                  </a:lnTo>
                  <a:lnTo>
                    <a:pt x="324045" y="105515"/>
                  </a:lnTo>
                  <a:lnTo>
                    <a:pt x="322137" y="100573"/>
                  </a:lnTo>
                  <a:lnTo>
                    <a:pt x="320074" y="95695"/>
                  </a:lnTo>
                  <a:lnTo>
                    <a:pt x="317858" y="90885"/>
                  </a:lnTo>
                  <a:lnTo>
                    <a:pt x="315490" y="86147"/>
                  </a:lnTo>
                  <a:lnTo>
                    <a:pt x="312973" y="81487"/>
                  </a:lnTo>
                  <a:lnTo>
                    <a:pt x="310310" y="76909"/>
                  </a:lnTo>
                  <a:lnTo>
                    <a:pt x="307503" y="72417"/>
                  </a:lnTo>
                  <a:lnTo>
                    <a:pt x="304556" y="68017"/>
                  </a:lnTo>
                  <a:lnTo>
                    <a:pt x="301470" y="63712"/>
                  </a:lnTo>
                  <a:lnTo>
                    <a:pt x="298250" y="59507"/>
                  </a:lnTo>
                  <a:lnTo>
                    <a:pt x="294898" y="55406"/>
                  </a:lnTo>
                  <a:lnTo>
                    <a:pt x="291417" y="51414"/>
                  </a:lnTo>
                  <a:lnTo>
                    <a:pt x="287812" y="47533"/>
                  </a:lnTo>
                  <a:lnTo>
                    <a:pt x="284086" y="43769"/>
                  </a:lnTo>
                  <a:lnTo>
                    <a:pt x="280243" y="40125"/>
                  </a:lnTo>
                  <a:lnTo>
                    <a:pt x="276286" y="36604"/>
                  </a:lnTo>
                  <a:lnTo>
                    <a:pt x="272219" y="33211"/>
                  </a:lnTo>
                  <a:lnTo>
                    <a:pt x="268047" y="29948"/>
                  </a:lnTo>
                  <a:lnTo>
                    <a:pt x="263774" y="26819"/>
                  </a:lnTo>
                  <a:lnTo>
                    <a:pt x="259404" y="23827"/>
                  </a:lnTo>
                  <a:lnTo>
                    <a:pt x="254941" y="20974"/>
                  </a:lnTo>
                  <a:lnTo>
                    <a:pt x="250390" y="18265"/>
                  </a:lnTo>
                  <a:lnTo>
                    <a:pt x="245755" y="15701"/>
                  </a:lnTo>
                  <a:lnTo>
                    <a:pt x="241042" y="13285"/>
                  </a:lnTo>
                  <a:lnTo>
                    <a:pt x="236254" y="11020"/>
                  </a:lnTo>
                  <a:lnTo>
                    <a:pt x="167160" y="1632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69093" cy="167167"/>
            </a:xfrm>
            <a:custGeom>
              <a:avLst/>
              <a:pathLst>
                <a:path w="69093" h="167167">
                  <a:moveTo>
                    <a:pt x="69093" y="14947"/>
                  </a:moveTo>
                  <a:lnTo>
                    <a:pt x="63646" y="12590"/>
                  </a:lnTo>
                  <a:lnTo>
                    <a:pt x="58118" y="10428"/>
                  </a:lnTo>
                  <a:lnTo>
                    <a:pt x="52517" y="8463"/>
                  </a:lnTo>
                  <a:lnTo>
                    <a:pt x="46850" y="6699"/>
                  </a:lnTo>
                  <a:lnTo>
                    <a:pt x="41124" y="5137"/>
                  </a:lnTo>
                  <a:lnTo>
                    <a:pt x="35346" y="3779"/>
                  </a:lnTo>
                  <a:lnTo>
                    <a:pt x="29523" y="2627"/>
                  </a:lnTo>
                  <a:lnTo>
                    <a:pt x="23663" y="1683"/>
                  </a:lnTo>
                  <a:lnTo>
                    <a:pt x="17773" y="947"/>
                  </a:lnTo>
                  <a:lnTo>
                    <a:pt x="11861" y="421"/>
                  </a:lnTo>
                  <a:lnTo>
                    <a:pt x="593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034" y="2126963"/>
              <a:ext cx="6438" cy="167167"/>
            </a:xfrm>
            <a:custGeom>
              <a:avLst/>
              <a:pathLst>
                <a:path w="6438" h="167167">
                  <a:moveTo>
                    <a:pt x="6438" y="0"/>
                  </a:moveTo>
                  <a:lnTo>
                    <a:pt x="0" y="124"/>
                  </a:lnTo>
                  <a:lnTo>
                    <a:pt x="643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2034" y="2127087"/>
              <a:ext cx="6438" cy="167043"/>
            </a:xfrm>
            <a:custGeom>
              <a:avLst/>
              <a:pathLst>
                <a:path w="6438" h="167043">
                  <a:moveTo>
                    <a:pt x="0" y="0"/>
                  </a:moveTo>
                  <a:lnTo>
                    <a:pt x="6438" y="1670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14" y="2127087"/>
              <a:ext cx="330819" cy="334210"/>
            </a:xfrm>
            <a:custGeom>
              <a:avLst/>
              <a:pathLst>
                <a:path w="330819" h="334210">
                  <a:moveTo>
                    <a:pt x="160719" y="0"/>
                  </a:moveTo>
                  <a:lnTo>
                    <a:pt x="155429" y="287"/>
                  </a:lnTo>
                  <a:lnTo>
                    <a:pt x="150151" y="743"/>
                  </a:lnTo>
                  <a:lnTo>
                    <a:pt x="144889" y="1365"/>
                  </a:lnTo>
                  <a:lnTo>
                    <a:pt x="139651" y="2154"/>
                  </a:lnTo>
                  <a:lnTo>
                    <a:pt x="134439" y="3108"/>
                  </a:lnTo>
                  <a:lnTo>
                    <a:pt x="129261" y="4227"/>
                  </a:lnTo>
                  <a:lnTo>
                    <a:pt x="124121" y="5510"/>
                  </a:lnTo>
                  <a:lnTo>
                    <a:pt x="119024" y="6955"/>
                  </a:lnTo>
                  <a:lnTo>
                    <a:pt x="113975" y="8561"/>
                  </a:lnTo>
                  <a:lnTo>
                    <a:pt x="108980" y="10325"/>
                  </a:lnTo>
                  <a:lnTo>
                    <a:pt x="104043" y="12247"/>
                  </a:lnTo>
                  <a:lnTo>
                    <a:pt x="99170" y="14325"/>
                  </a:lnTo>
                  <a:lnTo>
                    <a:pt x="94365" y="16556"/>
                  </a:lnTo>
                  <a:lnTo>
                    <a:pt x="89633" y="18938"/>
                  </a:lnTo>
                  <a:lnTo>
                    <a:pt x="84978" y="21469"/>
                  </a:lnTo>
                  <a:lnTo>
                    <a:pt x="80407" y="24147"/>
                  </a:lnTo>
                  <a:lnTo>
                    <a:pt x="75922" y="26967"/>
                  </a:lnTo>
                  <a:lnTo>
                    <a:pt x="71529" y="29929"/>
                  </a:lnTo>
                  <a:lnTo>
                    <a:pt x="67233" y="33028"/>
                  </a:lnTo>
                  <a:lnTo>
                    <a:pt x="63036" y="36261"/>
                  </a:lnTo>
                  <a:lnTo>
                    <a:pt x="58944" y="39626"/>
                  </a:lnTo>
                  <a:lnTo>
                    <a:pt x="54961" y="43119"/>
                  </a:lnTo>
                  <a:lnTo>
                    <a:pt x="51090" y="46737"/>
                  </a:lnTo>
                  <a:lnTo>
                    <a:pt x="47337" y="50475"/>
                  </a:lnTo>
                  <a:lnTo>
                    <a:pt x="43703" y="54331"/>
                  </a:lnTo>
                  <a:lnTo>
                    <a:pt x="40193" y="58299"/>
                  </a:lnTo>
                  <a:lnTo>
                    <a:pt x="36811" y="62377"/>
                  </a:lnTo>
                  <a:lnTo>
                    <a:pt x="33560" y="66560"/>
                  </a:lnTo>
                  <a:lnTo>
                    <a:pt x="30443" y="70844"/>
                  </a:lnTo>
                  <a:lnTo>
                    <a:pt x="27463" y="75224"/>
                  </a:lnTo>
                  <a:lnTo>
                    <a:pt x="24624" y="79697"/>
                  </a:lnTo>
                  <a:lnTo>
                    <a:pt x="21928" y="84257"/>
                  </a:lnTo>
                  <a:lnTo>
                    <a:pt x="19377" y="88901"/>
                  </a:lnTo>
                  <a:lnTo>
                    <a:pt x="16975" y="93623"/>
                  </a:lnTo>
                  <a:lnTo>
                    <a:pt x="14724" y="98419"/>
                  </a:lnTo>
                  <a:lnTo>
                    <a:pt x="12626" y="103283"/>
                  </a:lnTo>
                  <a:lnTo>
                    <a:pt x="10684" y="108212"/>
                  </a:lnTo>
                  <a:lnTo>
                    <a:pt x="8898" y="113200"/>
                  </a:lnTo>
                  <a:lnTo>
                    <a:pt x="7271" y="118242"/>
                  </a:lnTo>
                  <a:lnTo>
                    <a:pt x="5805" y="123333"/>
                  </a:lnTo>
                  <a:lnTo>
                    <a:pt x="4501" y="128468"/>
                  </a:lnTo>
                  <a:lnTo>
                    <a:pt x="3360" y="133641"/>
                  </a:lnTo>
                  <a:lnTo>
                    <a:pt x="2384" y="138848"/>
                  </a:lnTo>
                  <a:lnTo>
                    <a:pt x="1574" y="144084"/>
                  </a:lnTo>
                  <a:lnTo>
                    <a:pt x="929" y="149342"/>
                  </a:lnTo>
                  <a:lnTo>
                    <a:pt x="452" y="154619"/>
                  </a:lnTo>
                  <a:lnTo>
                    <a:pt x="142" y="159907"/>
                  </a:lnTo>
                  <a:lnTo>
                    <a:pt x="0" y="165203"/>
                  </a:lnTo>
                  <a:lnTo>
                    <a:pt x="25" y="170501"/>
                  </a:lnTo>
                  <a:lnTo>
                    <a:pt x="219" y="175795"/>
                  </a:lnTo>
                  <a:lnTo>
                    <a:pt x="580" y="181081"/>
                  </a:lnTo>
                  <a:lnTo>
                    <a:pt x="1108" y="186352"/>
                  </a:lnTo>
                  <a:lnTo>
                    <a:pt x="1804" y="191604"/>
                  </a:lnTo>
                  <a:lnTo>
                    <a:pt x="2665" y="196832"/>
                  </a:lnTo>
                  <a:lnTo>
                    <a:pt x="3691" y="202029"/>
                  </a:lnTo>
                  <a:lnTo>
                    <a:pt x="4882" y="207191"/>
                  </a:lnTo>
                  <a:lnTo>
                    <a:pt x="6236" y="212313"/>
                  </a:lnTo>
                  <a:lnTo>
                    <a:pt x="7751" y="217390"/>
                  </a:lnTo>
                  <a:lnTo>
                    <a:pt x="9427" y="222416"/>
                  </a:lnTo>
                  <a:lnTo>
                    <a:pt x="11260" y="227386"/>
                  </a:lnTo>
                  <a:lnTo>
                    <a:pt x="13251" y="232296"/>
                  </a:lnTo>
                  <a:lnTo>
                    <a:pt x="15396" y="237140"/>
                  </a:lnTo>
                  <a:lnTo>
                    <a:pt x="17693" y="241914"/>
                  </a:lnTo>
                  <a:lnTo>
                    <a:pt x="20141" y="246612"/>
                  </a:lnTo>
                  <a:lnTo>
                    <a:pt x="22736" y="251231"/>
                  </a:lnTo>
                  <a:lnTo>
                    <a:pt x="25476" y="255765"/>
                  </a:lnTo>
                  <a:lnTo>
                    <a:pt x="28359" y="260210"/>
                  </a:lnTo>
                  <a:lnTo>
                    <a:pt x="31381" y="264561"/>
                  </a:lnTo>
                  <a:lnTo>
                    <a:pt x="34539" y="268815"/>
                  </a:lnTo>
                  <a:lnTo>
                    <a:pt x="37831" y="272966"/>
                  </a:lnTo>
                  <a:lnTo>
                    <a:pt x="41252" y="277011"/>
                  </a:lnTo>
                  <a:lnTo>
                    <a:pt x="44800" y="280945"/>
                  </a:lnTo>
                  <a:lnTo>
                    <a:pt x="48471" y="284765"/>
                  </a:lnTo>
                  <a:lnTo>
                    <a:pt x="52261" y="288467"/>
                  </a:lnTo>
                  <a:lnTo>
                    <a:pt x="56166" y="292047"/>
                  </a:lnTo>
                  <a:lnTo>
                    <a:pt x="60183" y="295501"/>
                  </a:lnTo>
                  <a:lnTo>
                    <a:pt x="64307" y="298827"/>
                  </a:lnTo>
                  <a:lnTo>
                    <a:pt x="68535" y="302019"/>
                  </a:lnTo>
                  <a:lnTo>
                    <a:pt x="72861" y="305077"/>
                  </a:lnTo>
                  <a:lnTo>
                    <a:pt x="77283" y="307995"/>
                  </a:lnTo>
                  <a:lnTo>
                    <a:pt x="81794" y="310773"/>
                  </a:lnTo>
                  <a:lnTo>
                    <a:pt x="86392" y="313405"/>
                  </a:lnTo>
                  <a:lnTo>
                    <a:pt x="91070" y="315891"/>
                  </a:lnTo>
                  <a:lnTo>
                    <a:pt x="95825" y="318227"/>
                  </a:lnTo>
                  <a:lnTo>
                    <a:pt x="100652" y="320412"/>
                  </a:lnTo>
                  <a:lnTo>
                    <a:pt x="105545" y="322442"/>
                  </a:lnTo>
                  <a:lnTo>
                    <a:pt x="110500" y="324317"/>
                  </a:lnTo>
                  <a:lnTo>
                    <a:pt x="115512" y="326033"/>
                  </a:lnTo>
                  <a:lnTo>
                    <a:pt x="120576" y="327590"/>
                  </a:lnTo>
                  <a:lnTo>
                    <a:pt x="125687" y="328985"/>
                  </a:lnTo>
                  <a:lnTo>
                    <a:pt x="130839" y="330218"/>
                  </a:lnTo>
                  <a:lnTo>
                    <a:pt x="136028" y="331287"/>
                  </a:lnTo>
                  <a:lnTo>
                    <a:pt x="141248" y="332190"/>
                  </a:lnTo>
                  <a:lnTo>
                    <a:pt x="146495" y="332929"/>
                  </a:lnTo>
                  <a:lnTo>
                    <a:pt x="151762" y="333500"/>
                  </a:lnTo>
                  <a:lnTo>
                    <a:pt x="157044" y="333904"/>
                  </a:lnTo>
                  <a:lnTo>
                    <a:pt x="162337" y="334141"/>
                  </a:lnTo>
                  <a:lnTo>
                    <a:pt x="167634" y="334210"/>
                  </a:lnTo>
                  <a:lnTo>
                    <a:pt x="172931" y="334111"/>
                  </a:lnTo>
                  <a:lnTo>
                    <a:pt x="178222" y="333844"/>
                  </a:lnTo>
                  <a:lnTo>
                    <a:pt x="183502" y="333409"/>
                  </a:lnTo>
                  <a:lnTo>
                    <a:pt x="188766" y="332808"/>
                  </a:lnTo>
                  <a:lnTo>
                    <a:pt x="194007" y="332040"/>
                  </a:lnTo>
                  <a:lnTo>
                    <a:pt x="199222" y="331106"/>
                  </a:lnTo>
                  <a:lnTo>
                    <a:pt x="204405" y="330008"/>
                  </a:lnTo>
                  <a:lnTo>
                    <a:pt x="209550" y="328746"/>
                  </a:lnTo>
                  <a:lnTo>
                    <a:pt x="214653" y="327321"/>
                  </a:lnTo>
                  <a:lnTo>
                    <a:pt x="219708" y="325735"/>
                  </a:lnTo>
                  <a:lnTo>
                    <a:pt x="224710" y="323991"/>
                  </a:lnTo>
                  <a:lnTo>
                    <a:pt x="229655" y="322088"/>
                  </a:lnTo>
                  <a:lnTo>
                    <a:pt x="234536" y="320030"/>
                  </a:lnTo>
                  <a:lnTo>
                    <a:pt x="239350" y="317818"/>
                  </a:lnTo>
                  <a:lnTo>
                    <a:pt x="244092" y="315454"/>
                  </a:lnTo>
                  <a:lnTo>
                    <a:pt x="248756" y="312942"/>
                  </a:lnTo>
                  <a:lnTo>
                    <a:pt x="253338" y="310283"/>
                  </a:lnTo>
                  <a:lnTo>
                    <a:pt x="257834" y="307480"/>
                  </a:lnTo>
                  <a:lnTo>
                    <a:pt x="262238" y="304536"/>
                  </a:lnTo>
                  <a:lnTo>
                    <a:pt x="266548" y="301454"/>
                  </a:lnTo>
                  <a:lnTo>
                    <a:pt x="270757" y="298237"/>
                  </a:lnTo>
                  <a:lnTo>
                    <a:pt x="274862" y="294889"/>
                  </a:lnTo>
                  <a:lnTo>
                    <a:pt x="278859" y="291411"/>
                  </a:lnTo>
                  <a:lnTo>
                    <a:pt x="282744" y="287809"/>
                  </a:lnTo>
                  <a:lnTo>
                    <a:pt x="286513" y="284086"/>
                  </a:lnTo>
                  <a:lnTo>
                    <a:pt x="290162" y="280245"/>
                  </a:lnTo>
                  <a:lnTo>
                    <a:pt x="293687" y="276291"/>
                  </a:lnTo>
                  <a:lnTo>
                    <a:pt x="297085" y="272226"/>
                  </a:lnTo>
                  <a:lnTo>
                    <a:pt x="300353" y="268056"/>
                  </a:lnTo>
                  <a:lnTo>
                    <a:pt x="303487" y="263785"/>
                  </a:lnTo>
                  <a:lnTo>
                    <a:pt x="306484" y="259416"/>
                  </a:lnTo>
                  <a:lnTo>
                    <a:pt x="309341" y="254955"/>
                  </a:lnTo>
                  <a:lnTo>
                    <a:pt x="312056" y="250405"/>
                  </a:lnTo>
                  <a:lnTo>
                    <a:pt x="314625" y="245772"/>
                  </a:lnTo>
                  <a:lnTo>
                    <a:pt x="317045" y="241059"/>
                  </a:lnTo>
                  <a:lnTo>
                    <a:pt x="319315" y="236273"/>
                  </a:lnTo>
                  <a:lnTo>
                    <a:pt x="321433" y="231416"/>
                  </a:lnTo>
                  <a:lnTo>
                    <a:pt x="323395" y="226495"/>
                  </a:lnTo>
                  <a:lnTo>
                    <a:pt x="325200" y="221514"/>
                  </a:lnTo>
                  <a:lnTo>
                    <a:pt x="326847" y="216479"/>
                  </a:lnTo>
                  <a:lnTo>
                    <a:pt x="328334" y="211394"/>
                  </a:lnTo>
                  <a:lnTo>
                    <a:pt x="329658" y="206264"/>
                  </a:lnTo>
                  <a:lnTo>
                    <a:pt x="330819" y="201095"/>
                  </a:lnTo>
                  <a:lnTo>
                    <a:pt x="167157" y="1670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56" cy="201219"/>
            </a:xfrm>
            <a:custGeom>
              <a:avLst/>
              <a:pathLst>
                <a:path w="167156" h="201219">
                  <a:moveTo>
                    <a:pt x="163662" y="201219"/>
                  </a:moveTo>
                  <a:lnTo>
                    <a:pt x="164676" y="195918"/>
                  </a:lnTo>
                  <a:lnTo>
                    <a:pt x="165518" y="190587"/>
                  </a:lnTo>
                  <a:lnTo>
                    <a:pt x="166188" y="185231"/>
                  </a:lnTo>
                  <a:lnTo>
                    <a:pt x="166685" y="179856"/>
                  </a:lnTo>
                  <a:lnTo>
                    <a:pt x="167007" y="174468"/>
                  </a:lnTo>
                  <a:lnTo>
                    <a:pt x="167156" y="169073"/>
                  </a:lnTo>
                  <a:lnTo>
                    <a:pt x="167130" y="163675"/>
                  </a:lnTo>
                  <a:lnTo>
                    <a:pt x="166931" y="158281"/>
                  </a:lnTo>
                  <a:lnTo>
                    <a:pt x="166557" y="152897"/>
                  </a:lnTo>
                  <a:lnTo>
                    <a:pt x="166009" y="147527"/>
                  </a:lnTo>
                  <a:lnTo>
                    <a:pt x="165289" y="142178"/>
                  </a:lnTo>
                  <a:lnTo>
                    <a:pt x="164396" y="136855"/>
                  </a:lnTo>
                  <a:lnTo>
                    <a:pt x="163331" y="131563"/>
                  </a:lnTo>
                  <a:lnTo>
                    <a:pt x="162097" y="126309"/>
                  </a:lnTo>
                  <a:lnTo>
                    <a:pt x="160693" y="121097"/>
                  </a:lnTo>
                  <a:lnTo>
                    <a:pt x="159122" y="115933"/>
                  </a:lnTo>
                  <a:lnTo>
                    <a:pt x="157385" y="110822"/>
                  </a:lnTo>
                  <a:lnTo>
                    <a:pt x="155484" y="105771"/>
                  </a:lnTo>
                  <a:lnTo>
                    <a:pt x="153421" y="100783"/>
                  </a:lnTo>
                  <a:lnTo>
                    <a:pt x="151198" y="95865"/>
                  </a:lnTo>
                  <a:lnTo>
                    <a:pt x="148817" y="91020"/>
                  </a:lnTo>
                  <a:lnTo>
                    <a:pt x="146281" y="86256"/>
                  </a:lnTo>
                  <a:lnTo>
                    <a:pt x="143593" y="81575"/>
                  </a:lnTo>
                  <a:lnTo>
                    <a:pt x="140755" y="76984"/>
                  </a:lnTo>
                  <a:lnTo>
                    <a:pt x="137770" y="72487"/>
                  </a:lnTo>
                  <a:lnTo>
                    <a:pt x="134641" y="68089"/>
                  </a:lnTo>
                  <a:lnTo>
                    <a:pt x="131372" y="63793"/>
                  </a:lnTo>
                  <a:lnTo>
                    <a:pt x="127967" y="59606"/>
                  </a:lnTo>
                  <a:lnTo>
                    <a:pt x="124427" y="55531"/>
                  </a:lnTo>
                  <a:lnTo>
                    <a:pt x="120759" y="51572"/>
                  </a:lnTo>
                  <a:lnTo>
                    <a:pt x="116964" y="47734"/>
                  </a:lnTo>
                  <a:lnTo>
                    <a:pt x="113047" y="44020"/>
                  </a:lnTo>
                  <a:lnTo>
                    <a:pt x="109012" y="40434"/>
                  </a:lnTo>
                  <a:lnTo>
                    <a:pt x="104864" y="36981"/>
                  </a:lnTo>
                  <a:lnTo>
                    <a:pt x="100606" y="33663"/>
                  </a:lnTo>
                  <a:lnTo>
                    <a:pt x="96244" y="30485"/>
                  </a:lnTo>
                  <a:lnTo>
                    <a:pt x="91781" y="27449"/>
                  </a:lnTo>
                  <a:lnTo>
                    <a:pt x="87223" y="24559"/>
                  </a:lnTo>
                  <a:lnTo>
                    <a:pt x="82573" y="21817"/>
                  </a:lnTo>
                  <a:lnTo>
                    <a:pt x="77838" y="19227"/>
                  </a:lnTo>
                  <a:lnTo>
                    <a:pt x="73021" y="16791"/>
                  </a:lnTo>
                  <a:lnTo>
                    <a:pt x="68128" y="14512"/>
                  </a:lnTo>
                  <a:lnTo>
                    <a:pt x="63164" y="12392"/>
                  </a:lnTo>
                  <a:lnTo>
                    <a:pt x="58135" y="10434"/>
                  </a:lnTo>
                  <a:lnTo>
                    <a:pt x="53044" y="8639"/>
                  </a:lnTo>
                  <a:lnTo>
                    <a:pt x="47899" y="7009"/>
                  </a:lnTo>
                  <a:lnTo>
                    <a:pt x="42703" y="5546"/>
                  </a:lnTo>
                  <a:lnTo>
                    <a:pt x="37463" y="4252"/>
                  </a:lnTo>
                  <a:lnTo>
                    <a:pt x="32184" y="3127"/>
                  </a:lnTo>
                  <a:lnTo>
                    <a:pt x="26871" y="2173"/>
                  </a:lnTo>
                  <a:lnTo>
                    <a:pt x="21531" y="1392"/>
                  </a:lnTo>
                  <a:lnTo>
                    <a:pt x="16168" y="783"/>
                  </a:lnTo>
                  <a:lnTo>
                    <a:pt x="10788" y="348"/>
                  </a:lnTo>
                  <a:lnTo>
                    <a:pt x="539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9648" y="1681503"/>
              <a:ext cx="13586" cy="167167"/>
            </a:xfrm>
            <a:custGeom>
              <a:avLst/>
              <a:pathLst>
                <a:path w="13586" h="167167">
                  <a:moveTo>
                    <a:pt x="13586" y="0"/>
                  </a:moveTo>
                  <a:lnTo>
                    <a:pt x="0" y="553"/>
                  </a:lnTo>
                  <a:lnTo>
                    <a:pt x="1358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7" y="1682056"/>
              <a:ext cx="334333" cy="333766"/>
            </a:xfrm>
            <a:custGeom>
              <a:avLst/>
              <a:pathLst>
                <a:path w="334333" h="333766">
                  <a:moveTo>
                    <a:pt x="153580" y="0"/>
                  </a:moveTo>
                  <a:lnTo>
                    <a:pt x="148300" y="515"/>
                  </a:lnTo>
                  <a:lnTo>
                    <a:pt x="143039" y="1197"/>
                  </a:lnTo>
                  <a:lnTo>
                    <a:pt x="137802" y="2046"/>
                  </a:lnTo>
                  <a:lnTo>
                    <a:pt x="132595" y="3060"/>
                  </a:lnTo>
                  <a:lnTo>
                    <a:pt x="127423" y="4240"/>
                  </a:lnTo>
                  <a:lnTo>
                    <a:pt x="122290" y="5583"/>
                  </a:lnTo>
                  <a:lnTo>
                    <a:pt x="117203" y="7088"/>
                  </a:lnTo>
                  <a:lnTo>
                    <a:pt x="112167" y="8753"/>
                  </a:lnTo>
                  <a:lnTo>
                    <a:pt x="107185" y="10578"/>
                  </a:lnTo>
                  <a:lnTo>
                    <a:pt x="102264" y="12560"/>
                  </a:lnTo>
                  <a:lnTo>
                    <a:pt x="97409" y="14697"/>
                  </a:lnTo>
                  <a:lnTo>
                    <a:pt x="92624" y="16987"/>
                  </a:lnTo>
                  <a:lnTo>
                    <a:pt x="87913" y="19427"/>
                  </a:lnTo>
                  <a:lnTo>
                    <a:pt x="83283" y="22016"/>
                  </a:lnTo>
                  <a:lnTo>
                    <a:pt x="78737" y="24751"/>
                  </a:lnTo>
                  <a:lnTo>
                    <a:pt x="74280" y="27628"/>
                  </a:lnTo>
                  <a:lnTo>
                    <a:pt x="69917" y="30645"/>
                  </a:lnTo>
                  <a:lnTo>
                    <a:pt x="65651" y="33800"/>
                  </a:lnTo>
                  <a:lnTo>
                    <a:pt x="61488" y="37088"/>
                  </a:lnTo>
                  <a:lnTo>
                    <a:pt x="57431" y="40506"/>
                  </a:lnTo>
                  <a:lnTo>
                    <a:pt x="53485" y="44052"/>
                  </a:lnTo>
                  <a:lnTo>
                    <a:pt x="49653" y="47721"/>
                  </a:lnTo>
                  <a:lnTo>
                    <a:pt x="45940" y="51509"/>
                  </a:lnTo>
                  <a:lnTo>
                    <a:pt x="42349" y="55414"/>
                  </a:lnTo>
                  <a:lnTo>
                    <a:pt x="38883" y="59430"/>
                  </a:lnTo>
                  <a:lnTo>
                    <a:pt x="35547" y="63555"/>
                  </a:lnTo>
                  <a:lnTo>
                    <a:pt x="32343" y="67783"/>
                  </a:lnTo>
                  <a:lnTo>
                    <a:pt x="29275" y="72111"/>
                  </a:lnTo>
                  <a:lnTo>
                    <a:pt x="26346" y="76534"/>
                  </a:lnTo>
                  <a:lnTo>
                    <a:pt x="23558" y="81048"/>
                  </a:lnTo>
                  <a:lnTo>
                    <a:pt x="20915" y="85648"/>
                  </a:lnTo>
                  <a:lnTo>
                    <a:pt x="18420" y="90329"/>
                  </a:lnTo>
                  <a:lnTo>
                    <a:pt x="16074" y="95087"/>
                  </a:lnTo>
                  <a:lnTo>
                    <a:pt x="13881" y="99917"/>
                  </a:lnTo>
                  <a:lnTo>
                    <a:pt x="11842" y="104815"/>
                  </a:lnTo>
                  <a:lnTo>
                    <a:pt x="9959" y="109775"/>
                  </a:lnTo>
                  <a:lnTo>
                    <a:pt x="8234" y="114792"/>
                  </a:lnTo>
                  <a:lnTo>
                    <a:pt x="6670" y="119861"/>
                  </a:lnTo>
                  <a:lnTo>
                    <a:pt x="5267" y="124977"/>
                  </a:lnTo>
                  <a:lnTo>
                    <a:pt x="4028" y="130135"/>
                  </a:lnTo>
                  <a:lnTo>
                    <a:pt x="2952" y="135330"/>
                  </a:lnTo>
                  <a:lnTo>
                    <a:pt x="2042" y="140556"/>
                  </a:lnTo>
                  <a:lnTo>
                    <a:pt x="1299" y="145809"/>
                  </a:lnTo>
                  <a:lnTo>
                    <a:pt x="722" y="151082"/>
                  </a:lnTo>
                  <a:lnTo>
                    <a:pt x="313" y="156372"/>
                  </a:lnTo>
                  <a:lnTo>
                    <a:pt x="72" y="161671"/>
                  </a:lnTo>
                  <a:lnTo>
                    <a:pt x="0" y="166976"/>
                  </a:lnTo>
                  <a:lnTo>
                    <a:pt x="95" y="172280"/>
                  </a:lnTo>
                  <a:lnTo>
                    <a:pt x="359" y="177578"/>
                  </a:lnTo>
                  <a:lnTo>
                    <a:pt x="791" y="182866"/>
                  </a:lnTo>
                  <a:lnTo>
                    <a:pt x="1390" y="188137"/>
                  </a:lnTo>
                  <a:lnTo>
                    <a:pt x="2157" y="193386"/>
                  </a:lnTo>
                  <a:lnTo>
                    <a:pt x="3089" y="198608"/>
                  </a:lnTo>
                  <a:lnTo>
                    <a:pt x="4187" y="203799"/>
                  </a:lnTo>
                  <a:lnTo>
                    <a:pt x="5449" y="208951"/>
                  </a:lnTo>
                  <a:lnTo>
                    <a:pt x="6874" y="214061"/>
                  </a:lnTo>
                  <a:lnTo>
                    <a:pt x="8460" y="219124"/>
                  </a:lnTo>
                  <a:lnTo>
                    <a:pt x="10206" y="224133"/>
                  </a:lnTo>
                  <a:lnTo>
                    <a:pt x="12111" y="229085"/>
                  </a:lnTo>
                  <a:lnTo>
                    <a:pt x="14171" y="233973"/>
                  </a:lnTo>
                  <a:lnTo>
                    <a:pt x="16385" y="238794"/>
                  </a:lnTo>
                  <a:lnTo>
                    <a:pt x="18752" y="243542"/>
                  </a:lnTo>
                  <a:lnTo>
                    <a:pt x="21267" y="248213"/>
                  </a:lnTo>
                  <a:lnTo>
                    <a:pt x="23930" y="252801"/>
                  </a:lnTo>
                  <a:lnTo>
                    <a:pt x="26737" y="257303"/>
                  </a:lnTo>
                  <a:lnTo>
                    <a:pt x="29685" y="261713"/>
                  </a:lnTo>
                  <a:lnTo>
                    <a:pt x="32772" y="266027"/>
                  </a:lnTo>
                  <a:lnTo>
                    <a:pt x="35994" y="270242"/>
                  </a:lnTo>
                  <a:lnTo>
                    <a:pt x="39348" y="274352"/>
                  </a:lnTo>
                  <a:lnTo>
                    <a:pt x="42831" y="278353"/>
                  </a:lnTo>
                  <a:lnTo>
                    <a:pt x="46439" y="282242"/>
                  </a:lnTo>
                  <a:lnTo>
                    <a:pt x="50169" y="286015"/>
                  </a:lnTo>
                  <a:lnTo>
                    <a:pt x="54017" y="289667"/>
                  </a:lnTo>
                  <a:lnTo>
                    <a:pt x="57978" y="293195"/>
                  </a:lnTo>
                  <a:lnTo>
                    <a:pt x="62050" y="296596"/>
                  </a:lnTo>
                  <a:lnTo>
                    <a:pt x="66227" y="299866"/>
                  </a:lnTo>
                  <a:lnTo>
                    <a:pt x="70506" y="303002"/>
                  </a:lnTo>
                  <a:lnTo>
                    <a:pt x="74883" y="306000"/>
                  </a:lnTo>
                  <a:lnTo>
                    <a:pt x="79352" y="308859"/>
                  </a:lnTo>
                  <a:lnTo>
                    <a:pt x="83910" y="311573"/>
                  </a:lnTo>
                  <a:lnTo>
                    <a:pt x="88551" y="314142"/>
                  </a:lnTo>
                  <a:lnTo>
                    <a:pt x="93272" y="316562"/>
                  </a:lnTo>
                  <a:lnTo>
                    <a:pt x="98067" y="318832"/>
                  </a:lnTo>
                  <a:lnTo>
                    <a:pt x="102932" y="320947"/>
                  </a:lnTo>
                  <a:lnTo>
                    <a:pt x="107861" y="322908"/>
                  </a:lnTo>
                  <a:lnTo>
                    <a:pt x="112851" y="324711"/>
                  </a:lnTo>
                  <a:lnTo>
                    <a:pt x="117894" y="326355"/>
                  </a:lnTo>
                  <a:lnTo>
                    <a:pt x="122988" y="327838"/>
                  </a:lnTo>
                  <a:lnTo>
                    <a:pt x="128126" y="329159"/>
                  </a:lnTo>
                  <a:lnTo>
                    <a:pt x="133303" y="330316"/>
                  </a:lnTo>
                  <a:lnTo>
                    <a:pt x="138515" y="331308"/>
                  </a:lnTo>
                  <a:lnTo>
                    <a:pt x="143755" y="332134"/>
                  </a:lnTo>
                  <a:lnTo>
                    <a:pt x="149019" y="332793"/>
                  </a:lnTo>
                  <a:lnTo>
                    <a:pt x="154301" y="333285"/>
                  </a:lnTo>
                  <a:lnTo>
                    <a:pt x="159596" y="333610"/>
                  </a:lnTo>
                  <a:lnTo>
                    <a:pt x="164899" y="333766"/>
                  </a:lnTo>
                  <a:lnTo>
                    <a:pt x="170204" y="333754"/>
                  </a:lnTo>
                  <a:lnTo>
                    <a:pt x="175506" y="333573"/>
                  </a:lnTo>
                  <a:lnTo>
                    <a:pt x="180799" y="333225"/>
                  </a:lnTo>
                  <a:lnTo>
                    <a:pt x="186079" y="332708"/>
                  </a:lnTo>
                  <a:lnTo>
                    <a:pt x="191340" y="332024"/>
                  </a:lnTo>
                  <a:lnTo>
                    <a:pt x="196576" y="331174"/>
                  </a:lnTo>
                  <a:lnTo>
                    <a:pt x="201783" y="330158"/>
                  </a:lnTo>
                  <a:lnTo>
                    <a:pt x="206955" y="328977"/>
                  </a:lnTo>
                  <a:lnTo>
                    <a:pt x="212087" y="327633"/>
                  </a:lnTo>
                  <a:lnTo>
                    <a:pt x="217173" y="326126"/>
                  </a:lnTo>
                  <a:lnTo>
                    <a:pt x="222210" y="324459"/>
                  </a:lnTo>
                  <a:lnTo>
                    <a:pt x="227191" y="322633"/>
                  </a:lnTo>
                  <a:lnTo>
                    <a:pt x="232111" y="320650"/>
                  </a:lnTo>
                  <a:lnTo>
                    <a:pt x="236966" y="318512"/>
                  </a:lnTo>
                  <a:lnTo>
                    <a:pt x="241751" y="316221"/>
                  </a:lnTo>
                  <a:lnTo>
                    <a:pt x="246460" y="313779"/>
                  </a:lnTo>
                  <a:lnTo>
                    <a:pt x="251090" y="311189"/>
                  </a:lnTo>
                  <a:lnTo>
                    <a:pt x="255635" y="308453"/>
                  </a:lnTo>
                  <a:lnTo>
                    <a:pt x="260091" y="305574"/>
                  </a:lnTo>
                  <a:lnTo>
                    <a:pt x="264454" y="302556"/>
                  </a:lnTo>
                  <a:lnTo>
                    <a:pt x="268718" y="299400"/>
                  </a:lnTo>
                  <a:lnTo>
                    <a:pt x="272880" y="296111"/>
                  </a:lnTo>
                  <a:lnTo>
                    <a:pt x="276936" y="292691"/>
                  </a:lnTo>
                  <a:lnTo>
                    <a:pt x="280882" y="289145"/>
                  </a:lnTo>
                  <a:lnTo>
                    <a:pt x="284712" y="285475"/>
                  </a:lnTo>
                  <a:lnTo>
                    <a:pt x="288425" y="281685"/>
                  </a:lnTo>
                  <a:lnTo>
                    <a:pt x="292015" y="277780"/>
                  </a:lnTo>
                  <a:lnTo>
                    <a:pt x="295479" y="273762"/>
                  </a:lnTo>
                  <a:lnTo>
                    <a:pt x="298815" y="269637"/>
                  </a:lnTo>
                  <a:lnTo>
                    <a:pt x="302017" y="265408"/>
                  </a:lnTo>
                  <a:lnTo>
                    <a:pt x="305084" y="261079"/>
                  </a:lnTo>
                  <a:lnTo>
                    <a:pt x="308012" y="256655"/>
                  </a:lnTo>
                  <a:lnTo>
                    <a:pt x="310798" y="252141"/>
                  </a:lnTo>
                  <a:lnTo>
                    <a:pt x="313440" y="247540"/>
                  </a:lnTo>
                  <a:lnTo>
                    <a:pt x="315934" y="242858"/>
                  </a:lnTo>
                  <a:lnTo>
                    <a:pt x="318278" y="238099"/>
                  </a:lnTo>
                  <a:lnTo>
                    <a:pt x="320471" y="233268"/>
                  </a:lnTo>
                  <a:lnTo>
                    <a:pt x="322508" y="228370"/>
                  </a:lnTo>
                  <a:lnTo>
                    <a:pt x="324390" y="223410"/>
                  </a:lnTo>
                  <a:lnTo>
                    <a:pt x="326113" y="218393"/>
                  </a:lnTo>
                  <a:lnTo>
                    <a:pt x="327676" y="213323"/>
                  </a:lnTo>
                  <a:lnTo>
                    <a:pt x="329077" y="208206"/>
                  </a:lnTo>
                  <a:lnTo>
                    <a:pt x="330315" y="203048"/>
                  </a:lnTo>
                  <a:lnTo>
                    <a:pt x="331389" y="197853"/>
                  </a:lnTo>
                  <a:lnTo>
                    <a:pt x="332298" y="192626"/>
                  </a:lnTo>
                  <a:lnTo>
                    <a:pt x="333040" y="187373"/>
                  </a:lnTo>
                  <a:lnTo>
                    <a:pt x="333615" y="182100"/>
                  </a:lnTo>
                  <a:lnTo>
                    <a:pt x="334023" y="176810"/>
                  </a:lnTo>
                  <a:lnTo>
                    <a:pt x="334262" y="171511"/>
                  </a:lnTo>
                  <a:lnTo>
                    <a:pt x="334333" y="166206"/>
                  </a:lnTo>
                  <a:lnTo>
                    <a:pt x="334236" y="160902"/>
                  </a:lnTo>
                  <a:lnTo>
                    <a:pt x="333971" y="155604"/>
                  </a:lnTo>
                  <a:lnTo>
                    <a:pt x="333538" y="150316"/>
                  </a:lnTo>
                  <a:lnTo>
                    <a:pt x="332937" y="145046"/>
                  </a:lnTo>
                  <a:lnTo>
                    <a:pt x="332169" y="139796"/>
                  </a:lnTo>
                  <a:lnTo>
                    <a:pt x="331235" y="134574"/>
                  </a:lnTo>
                  <a:lnTo>
                    <a:pt x="330136" y="129384"/>
                  </a:lnTo>
                  <a:lnTo>
                    <a:pt x="328872" y="124232"/>
                  </a:lnTo>
                  <a:lnTo>
                    <a:pt x="327446" y="119122"/>
                  </a:lnTo>
                  <a:lnTo>
                    <a:pt x="325858" y="114060"/>
                  </a:lnTo>
                  <a:lnTo>
                    <a:pt x="324111" y="109052"/>
                  </a:lnTo>
                  <a:lnTo>
                    <a:pt x="322205" y="104101"/>
                  </a:lnTo>
                  <a:lnTo>
                    <a:pt x="320144" y="99213"/>
                  </a:lnTo>
                  <a:lnTo>
                    <a:pt x="317928" y="94392"/>
                  </a:lnTo>
                  <a:lnTo>
                    <a:pt x="315560" y="89645"/>
                  </a:lnTo>
                  <a:lnTo>
                    <a:pt x="313043" y="84975"/>
                  </a:lnTo>
                  <a:lnTo>
                    <a:pt x="310380" y="80387"/>
                  </a:lnTo>
                  <a:lnTo>
                    <a:pt x="307571" y="75887"/>
                  </a:lnTo>
                  <a:lnTo>
                    <a:pt x="304622" y="71477"/>
                  </a:lnTo>
                  <a:lnTo>
                    <a:pt x="301534" y="67164"/>
                  </a:lnTo>
                  <a:lnTo>
                    <a:pt x="298311" y="62950"/>
                  </a:lnTo>
                  <a:lnTo>
                    <a:pt x="294955" y="58841"/>
                  </a:lnTo>
                  <a:lnTo>
                    <a:pt x="291471" y="54840"/>
                  </a:lnTo>
                  <a:lnTo>
                    <a:pt x="287862" y="50952"/>
                  </a:lnTo>
                  <a:lnTo>
                    <a:pt x="284131" y="47181"/>
                  </a:lnTo>
                  <a:lnTo>
                    <a:pt x="280283" y="43530"/>
                  </a:lnTo>
                  <a:lnTo>
                    <a:pt x="276320" y="40002"/>
                  </a:lnTo>
                  <a:lnTo>
                    <a:pt x="272248" y="36603"/>
                  </a:lnTo>
                  <a:lnTo>
                    <a:pt x="268069" y="33334"/>
                  </a:lnTo>
                  <a:lnTo>
                    <a:pt x="263789" y="30199"/>
                  </a:lnTo>
                  <a:lnTo>
                    <a:pt x="259412" y="27202"/>
                  </a:lnTo>
                  <a:lnTo>
                    <a:pt x="254942" y="24345"/>
                  </a:lnTo>
                  <a:lnTo>
                    <a:pt x="250384" y="21632"/>
                  </a:lnTo>
                  <a:lnTo>
                    <a:pt x="245741" y="19064"/>
                  </a:lnTo>
                  <a:lnTo>
                    <a:pt x="241020" y="16645"/>
                  </a:lnTo>
                  <a:lnTo>
                    <a:pt x="236224" y="14377"/>
                  </a:lnTo>
                  <a:lnTo>
                    <a:pt x="231359" y="12263"/>
                  </a:lnTo>
                  <a:lnTo>
                    <a:pt x="226429" y="10303"/>
                  </a:lnTo>
                  <a:lnTo>
                    <a:pt x="221439" y="8502"/>
                  </a:lnTo>
                  <a:lnTo>
                    <a:pt x="216395" y="6859"/>
                  </a:lnTo>
                  <a:lnTo>
                    <a:pt x="211301" y="5378"/>
                  </a:lnTo>
                  <a:lnTo>
                    <a:pt x="206163" y="4058"/>
                  </a:lnTo>
                  <a:lnTo>
                    <a:pt x="200985" y="2903"/>
                  </a:lnTo>
                  <a:lnTo>
                    <a:pt x="195773" y="1912"/>
                  </a:lnTo>
                  <a:lnTo>
                    <a:pt x="167167" y="1666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8606" cy="167167"/>
            </a:xfrm>
            <a:custGeom>
              <a:avLst/>
              <a:pathLst>
                <a:path w="28606" h="167167">
                  <a:moveTo>
                    <a:pt x="28606" y="2465"/>
                  </a:moveTo>
                  <a:lnTo>
                    <a:pt x="21501" y="1388"/>
                  </a:lnTo>
                  <a:lnTo>
                    <a:pt x="14356" y="617"/>
                  </a:lnTo>
                  <a:lnTo>
                    <a:pt x="7184" y="15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1" y="1322571"/>
              <a:ext cx="167167" cy="317964"/>
            </a:xfrm>
            <a:custGeom>
              <a:avLst/>
              <a:pathLst>
                <a:path w="167167" h="317964">
                  <a:moveTo>
                    <a:pt x="167167" y="0"/>
                  </a:moveTo>
                  <a:lnTo>
                    <a:pt x="161804" y="86"/>
                  </a:lnTo>
                  <a:lnTo>
                    <a:pt x="156446" y="344"/>
                  </a:lnTo>
                  <a:lnTo>
                    <a:pt x="151100" y="773"/>
                  </a:lnTo>
                  <a:lnTo>
                    <a:pt x="145770" y="1375"/>
                  </a:lnTo>
                  <a:lnTo>
                    <a:pt x="140462" y="2146"/>
                  </a:lnTo>
                  <a:lnTo>
                    <a:pt x="135181" y="3088"/>
                  </a:lnTo>
                  <a:lnTo>
                    <a:pt x="129934" y="4199"/>
                  </a:lnTo>
                  <a:lnTo>
                    <a:pt x="124725" y="5477"/>
                  </a:lnTo>
                  <a:lnTo>
                    <a:pt x="119559" y="6922"/>
                  </a:lnTo>
                  <a:lnTo>
                    <a:pt x="114443" y="8532"/>
                  </a:lnTo>
                  <a:lnTo>
                    <a:pt x="109380" y="10305"/>
                  </a:lnTo>
                  <a:lnTo>
                    <a:pt x="104378" y="12240"/>
                  </a:lnTo>
                  <a:lnTo>
                    <a:pt x="99440" y="14334"/>
                  </a:lnTo>
                  <a:lnTo>
                    <a:pt x="94571" y="16585"/>
                  </a:lnTo>
                  <a:lnTo>
                    <a:pt x="89778" y="18992"/>
                  </a:lnTo>
                  <a:lnTo>
                    <a:pt x="85064" y="21551"/>
                  </a:lnTo>
                  <a:lnTo>
                    <a:pt x="80434" y="24260"/>
                  </a:lnTo>
                  <a:lnTo>
                    <a:pt x="75894" y="27116"/>
                  </a:lnTo>
                  <a:lnTo>
                    <a:pt x="71448" y="30116"/>
                  </a:lnTo>
                  <a:lnTo>
                    <a:pt x="67101" y="33258"/>
                  </a:lnTo>
                  <a:lnTo>
                    <a:pt x="62856" y="36537"/>
                  </a:lnTo>
                  <a:lnTo>
                    <a:pt x="58719" y="39951"/>
                  </a:lnTo>
                  <a:lnTo>
                    <a:pt x="54693" y="43495"/>
                  </a:lnTo>
                  <a:lnTo>
                    <a:pt x="50784" y="47167"/>
                  </a:lnTo>
                  <a:lnTo>
                    <a:pt x="46994" y="50963"/>
                  </a:lnTo>
                  <a:lnTo>
                    <a:pt x="43328" y="54878"/>
                  </a:lnTo>
                  <a:lnTo>
                    <a:pt x="39789" y="58909"/>
                  </a:lnTo>
                  <a:lnTo>
                    <a:pt x="36381" y="63051"/>
                  </a:lnTo>
                  <a:lnTo>
                    <a:pt x="33108" y="67301"/>
                  </a:lnTo>
                  <a:lnTo>
                    <a:pt x="29973" y="71653"/>
                  </a:lnTo>
                  <a:lnTo>
                    <a:pt x="26980" y="76103"/>
                  </a:lnTo>
                  <a:lnTo>
                    <a:pt x="24130" y="80648"/>
                  </a:lnTo>
                  <a:lnTo>
                    <a:pt x="21428" y="85281"/>
                  </a:lnTo>
                  <a:lnTo>
                    <a:pt x="18876" y="89999"/>
                  </a:lnTo>
                  <a:lnTo>
                    <a:pt x="16477" y="94796"/>
                  </a:lnTo>
                  <a:lnTo>
                    <a:pt x="14233" y="99668"/>
                  </a:lnTo>
                  <a:lnTo>
                    <a:pt x="12146" y="104609"/>
                  </a:lnTo>
                  <a:lnTo>
                    <a:pt x="10219" y="109615"/>
                  </a:lnTo>
                  <a:lnTo>
                    <a:pt x="8453" y="114679"/>
                  </a:lnTo>
                  <a:lnTo>
                    <a:pt x="6851" y="119798"/>
                  </a:lnTo>
                  <a:lnTo>
                    <a:pt x="5414" y="124966"/>
                  </a:lnTo>
                  <a:lnTo>
                    <a:pt x="4143" y="130177"/>
                  </a:lnTo>
                  <a:lnTo>
                    <a:pt x="3040" y="135426"/>
                  </a:lnTo>
                  <a:lnTo>
                    <a:pt x="2107" y="140708"/>
                  </a:lnTo>
                  <a:lnTo>
                    <a:pt x="1343" y="146017"/>
                  </a:lnTo>
                  <a:lnTo>
                    <a:pt x="749" y="151348"/>
                  </a:lnTo>
                  <a:lnTo>
                    <a:pt x="328" y="156695"/>
                  </a:lnTo>
                  <a:lnTo>
                    <a:pt x="78" y="162053"/>
                  </a:lnTo>
                  <a:lnTo>
                    <a:pt x="0" y="167416"/>
                  </a:lnTo>
                  <a:lnTo>
                    <a:pt x="94" y="172779"/>
                  </a:lnTo>
                  <a:lnTo>
                    <a:pt x="360" y="178136"/>
                  </a:lnTo>
                  <a:lnTo>
                    <a:pt x="797" y="183482"/>
                  </a:lnTo>
                  <a:lnTo>
                    <a:pt x="1406" y="188811"/>
                  </a:lnTo>
                  <a:lnTo>
                    <a:pt x="2186" y="194118"/>
                  </a:lnTo>
                  <a:lnTo>
                    <a:pt x="3136" y="199397"/>
                  </a:lnTo>
                  <a:lnTo>
                    <a:pt x="4254" y="204643"/>
                  </a:lnTo>
                  <a:lnTo>
                    <a:pt x="5540" y="209850"/>
                  </a:lnTo>
                  <a:lnTo>
                    <a:pt x="6993" y="215013"/>
                  </a:lnTo>
                  <a:lnTo>
                    <a:pt x="8610" y="220127"/>
                  </a:lnTo>
                  <a:lnTo>
                    <a:pt x="10391" y="225187"/>
                  </a:lnTo>
                  <a:lnTo>
                    <a:pt x="12333" y="230187"/>
                  </a:lnTo>
                  <a:lnTo>
                    <a:pt x="14435" y="235122"/>
                  </a:lnTo>
                  <a:lnTo>
                    <a:pt x="16693" y="239987"/>
                  </a:lnTo>
                  <a:lnTo>
                    <a:pt x="19107" y="244777"/>
                  </a:lnTo>
                  <a:lnTo>
                    <a:pt x="21673" y="249487"/>
                  </a:lnTo>
                  <a:lnTo>
                    <a:pt x="24389" y="254112"/>
                  </a:lnTo>
                  <a:lnTo>
                    <a:pt x="27252" y="258648"/>
                  </a:lnTo>
                  <a:lnTo>
                    <a:pt x="30259" y="263090"/>
                  </a:lnTo>
                  <a:lnTo>
                    <a:pt x="33407" y="267433"/>
                  </a:lnTo>
                  <a:lnTo>
                    <a:pt x="36692" y="271672"/>
                  </a:lnTo>
                  <a:lnTo>
                    <a:pt x="40112" y="275804"/>
                  </a:lnTo>
                  <a:lnTo>
                    <a:pt x="43663" y="279825"/>
                  </a:lnTo>
                  <a:lnTo>
                    <a:pt x="47341" y="283729"/>
                  </a:lnTo>
                  <a:lnTo>
                    <a:pt x="51142" y="287513"/>
                  </a:lnTo>
                  <a:lnTo>
                    <a:pt x="55063" y="291173"/>
                  </a:lnTo>
                  <a:lnTo>
                    <a:pt x="59099" y="294706"/>
                  </a:lnTo>
                  <a:lnTo>
                    <a:pt x="63246" y="298107"/>
                  </a:lnTo>
                  <a:lnTo>
                    <a:pt x="67500" y="301374"/>
                  </a:lnTo>
                  <a:lnTo>
                    <a:pt x="71857" y="304502"/>
                  </a:lnTo>
                  <a:lnTo>
                    <a:pt x="76312" y="307489"/>
                  </a:lnTo>
                  <a:lnTo>
                    <a:pt x="80861" y="310332"/>
                  </a:lnTo>
                  <a:lnTo>
                    <a:pt x="85498" y="313027"/>
                  </a:lnTo>
                  <a:lnTo>
                    <a:pt x="90220" y="315572"/>
                  </a:lnTo>
                  <a:lnTo>
                    <a:pt x="95021" y="31796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48892" y="1489739"/>
              <a:ext cx="72146" cy="150797"/>
            </a:xfrm>
            <a:custGeom>
              <a:avLst/>
              <a:pathLst>
                <a:path w="72146" h="150797">
                  <a:moveTo>
                    <a:pt x="0" y="150797"/>
                  </a:moveTo>
                  <a:lnTo>
                    <a:pt x="721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48892" y="1345578"/>
              <a:ext cx="239303" cy="311328"/>
            </a:xfrm>
            <a:custGeom>
              <a:avLst/>
              <a:pathLst>
                <a:path w="239303" h="311328">
                  <a:moveTo>
                    <a:pt x="0" y="294958"/>
                  </a:moveTo>
                  <a:lnTo>
                    <a:pt x="4837" y="297179"/>
                  </a:lnTo>
                  <a:lnTo>
                    <a:pt x="9743" y="299244"/>
                  </a:lnTo>
                  <a:lnTo>
                    <a:pt x="14712" y="301152"/>
                  </a:lnTo>
                  <a:lnTo>
                    <a:pt x="19740" y="302901"/>
                  </a:lnTo>
                  <a:lnTo>
                    <a:pt x="24820" y="304489"/>
                  </a:lnTo>
                  <a:lnTo>
                    <a:pt x="29949" y="305915"/>
                  </a:lnTo>
                  <a:lnTo>
                    <a:pt x="35120" y="307176"/>
                  </a:lnTo>
                  <a:lnTo>
                    <a:pt x="40329" y="308272"/>
                  </a:lnTo>
                  <a:lnTo>
                    <a:pt x="45570" y="309202"/>
                  </a:lnTo>
                  <a:lnTo>
                    <a:pt x="50838" y="309964"/>
                  </a:lnTo>
                  <a:lnTo>
                    <a:pt x="56128" y="310559"/>
                  </a:lnTo>
                  <a:lnTo>
                    <a:pt x="61434" y="310984"/>
                  </a:lnTo>
                  <a:lnTo>
                    <a:pt x="66751" y="311241"/>
                  </a:lnTo>
                  <a:lnTo>
                    <a:pt x="72073" y="311328"/>
                  </a:lnTo>
                  <a:lnTo>
                    <a:pt x="77395" y="311245"/>
                  </a:lnTo>
                  <a:lnTo>
                    <a:pt x="82712" y="310994"/>
                  </a:lnTo>
                  <a:lnTo>
                    <a:pt x="88019" y="310573"/>
                  </a:lnTo>
                  <a:lnTo>
                    <a:pt x="93309" y="309983"/>
                  </a:lnTo>
                  <a:lnTo>
                    <a:pt x="98578" y="309225"/>
                  </a:lnTo>
                  <a:lnTo>
                    <a:pt x="103820" y="308300"/>
                  </a:lnTo>
                  <a:lnTo>
                    <a:pt x="109030" y="307208"/>
                  </a:lnTo>
                  <a:lnTo>
                    <a:pt x="114202" y="305951"/>
                  </a:lnTo>
                  <a:lnTo>
                    <a:pt x="119332" y="304530"/>
                  </a:lnTo>
                  <a:lnTo>
                    <a:pt x="124414" y="302947"/>
                  </a:lnTo>
                  <a:lnTo>
                    <a:pt x="129443" y="301202"/>
                  </a:lnTo>
                  <a:lnTo>
                    <a:pt x="134414" y="299298"/>
                  </a:lnTo>
                  <a:lnTo>
                    <a:pt x="139321" y="297237"/>
                  </a:lnTo>
                  <a:lnTo>
                    <a:pt x="144161" y="295021"/>
                  </a:lnTo>
                  <a:lnTo>
                    <a:pt x="148928" y="292651"/>
                  </a:lnTo>
                  <a:lnTo>
                    <a:pt x="153616" y="290131"/>
                  </a:lnTo>
                  <a:lnTo>
                    <a:pt x="158222" y="287463"/>
                  </a:lnTo>
                  <a:lnTo>
                    <a:pt x="162741" y="284650"/>
                  </a:lnTo>
                  <a:lnTo>
                    <a:pt x="167168" y="281695"/>
                  </a:lnTo>
                  <a:lnTo>
                    <a:pt x="171499" y="278600"/>
                  </a:lnTo>
                  <a:lnTo>
                    <a:pt x="175729" y="275368"/>
                  </a:lnTo>
                  <a:lnTo>
                    <a:pt x="179854" y="272004"/>
                  </a:lnTo>
                  <a:lnTo>
                    <a:pt x="183870" y="268510"/>
                  </a:lnTo>
                  <a:lnTo>
                    <a:pt x="187772" y="264890"/>
                  </a:lnTo>
                  <a:lnTo>
                    <a:pt x="191557" y="261147"/>
                  </a:lnTo>
                  <a:lnTo>
                    <a:pt x="195221" y="257286"/>
                  </a:lnTo>
                  <a:lnTo>
                    <a:pt x="198761" y="253310"/>
                  </a:lnTo>
                  <a:lnTo>
                    <a:pt x="202171" y="249224"/>
                  </a:lnTo>
                  <a:lnTo>
                    <a:pt x="205451" y="245031"/>
                  </a:lnTo>
                  <a:lnTo>
                    <a:pt x="208594" y="240735"/>
                  </a:lnTo>
                  <a:lnTo>
                    <a:pt x="211600" y="236342"/>
                  </a:lnTo>
                  <a:lnTo>
                    <a:pt x="214464" y="231855"/>
                  </a:lnTo>
                  <a:lnTo>
                    <a:pt x="217184" y="227280"/>
                  </a:lnTo>
                  <a:lnTo>
                    <a:pt x="219757" y="222620"/>
                  </a:lnTo>
                  <a:lnTo>
                    <a:pt x="222180" y="217880"/>
                  </a:lnTo>
                  <a:lnTo>
                    <a:pt x="224451" y="213066"/>
                  </a:lnTo>
                  <a:lnTo>
                    <a:pt x="226568" y="208182"/>
                  </a:lnTo>
                  <a:lnTo>
                    <a:pt x="228528" y="203233"/>
                  </a:lnTo>
                  <a:lnTo>
                    <a:pt x="230329" y="198224"/>
                  </a:lnTo>
                  <a:lnTo>
                    <a:pt x="231970" y="193160"/>
                  </a:lnTo>
                  <a:lnTo>
                    <a:pt x="233449" y="188047"/>
                  </a:lnTo>
                  <a:lnTo>
                    <a:pt x="234765" y="182889"/>
                  </a:lnTo>
                  <a:lnTo>
                    <a:pt x="235916" y="177692"/>
                  </a:lnTo>
                  <a:lnTo>
                    <a:pt x="236900" y="172461"/>
                  </a:lnTo>
                  <a:lnTo>
                    <a:pt x="237718" y="167201"/>
                  </a:lnTo>
                  <a:lnTo>
                    <a:pt x="238367" y="161918"/>
                  </a:lnTo>
                  <a:lnTo>
                    <a:pt x="238848" y="156617"/>
                  </a:lnTo>
                  <a:lnTo>
                    <a:pt x="239160" y="151303"/>
                  </a:lnTo>
                  <a:lnTo>
                    <a:pt x="239303" y="145982"/>
                  </a:lnTo>
                  <a:lnTo>
                    <a:pt x="239276" y="140659"/>
                  </a:lnTo>
                  <a:lnTo>
                    <a:pt x="239080" y="135340"/>
                  </a:lnTo>
                  <a:lnTo>
                    <a:pt x="238715" y="130029"/>
                  </a:lnTo>
                  <a:lnTo>
                    <a:pt x="238180" y="124733"/>
                  </a:lnTo>
                  <a:lnTo>
                    <a:pt x="237478" y="119457"/>
                  </a:lnTo>
                  <a:lnTo>
                    <a:pt x="236607" y="114205"/>
                  </a:lnTo>
                  <a:lnTo>
                    <a:pt x="235570" y="108984"/>
                  </a:lnTo>
                  <a:lnTo>
                    <a:pt x="234367" y="103799"/>
                  </a:lnTo>
                  <a:lnTo>
                    <a:pt x="233000" y="98655"/>
                  </a:lnTo>
                  <a:lnTo>
                    <a:pt x="231470" y="93556"/>
                  </a:lnTo>
                  <a:lnTo>
                    <a:pt x="229778" y="88509"/>
                  </a:lnTo>
                  <a:lnTo>
                    <a:pt x="227926" y="83519"/>
                  </a:lnTo>
                  <a:lnTo>
                    <a:pt x="225916" y="78590"/>
                  </a:lnTo>
                  <a:lnTo>
                    <a:pt x="223751" y="73727"/>
                  </a:lnTo>
                  <a:lnTo>
                    <a:pt x="221432" y="68936"/>
                  </a:lnTo>
                  <a:lnTo>
                    <a:pt x="218961" y="64221"/>
                  </a:lnTo>
                  <a:lnTo>
                    <a:pt x="216341" y="59588"/>
                  </a:lnTo>
                  <a:lnTo>
                    <a:pt x="213576" y="55040"/>
                  </a:lnTo>
                  <a:lnTo>
                    <a:pt x="210666" y="50582"/>
                  </a:lnTo>
                  <a:lnTo>
                    <a:pt x="207617" y="46219"/>
                  </a:lnTo>
                  <a:lnTo>
                    <a:pt x="204430" y="41956"/>
                  </a:lnTo>
                  <a:lnTo>
                    <a:pt x="201109" y="37796"/>
                  </a:lnTo>
                  <a:lnTo>
                    <a:pt x="197657" y="33744"/>
                  </a:lnTo>
                  <a:lnTo>
                    <a:pt x="194078" y="29804"/>
                  </a:lnTo>
                  <a:lnTo>
                    <a:pt x="190375" y="25979"/>
                  </a:lnTo>
                  <a:lnTo>
                    <a:pt x="186553" y="22275"/>
                  </a:lnTo>
                  <a:lnTo>
                    <a:pt x="182614" y="18694"/>
                  </a:lnTo>
                  <a:lnTo>
                    <a:pt x="178563" y="15241"/>
                  </a:lnTo>
                  <a:lnTo>
                    <a:pt x="174405" y="11918"/>
                  </a:lnTo>
                  <a:lnTo>
                    <a:pt x="170143" y="8729"/>
                  </a:lnTo>
                  <a:lnTo>
                    <a:pt x="165781" y="5678"/>
                  </a:lnTo>
                  <a:lnTo>
                    <a:pt x="161325" y="2767"/>
                  </a:lnTo>
                  <a:lnTo>
                    <a:pt x="156778" y="0"/>
                  </a:lnTo>
                  <a:lnTo>
                    <a:pt x="72146" y="144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84631" cy="167167"/>
            </a:xfrm>
            <a:custGeom>
              <a:avLst/>
              <a:pathLst>
                <a:path w="84631" h="167167">
                  <a:moveTo>
                    <a:pt x="84631" y="23006"/>
                  </a:moveTo>
                  <a:lnTo>
                    <a:pt x="79478" y="20102"/>
                  </a:lnTo>
                  <a:lnTo>
                    <a:pt x="74224" y="17382"/>
                  </a:lnTo>
                  <a:lnTo>
                    <a:pt x="68878" y="14849"/>
                  </a:lnTo>
                  <a:lnTo>
                    <a:pt x="63445" y="12507"/>
                  </a:lnTo>
                  <a:lnTo>
                    <a:pt x="57933" y="10359"/>
                  </a:lnTo>
                  <a:lnTo>
                    <a:pt x="52349" y="8408"/>
                  </a:lnTo>
                  <a:lnTo>
                    <a:pt x="46699" y="6655"/>
                  </a:lnTo>
                  <a:lnTo>
                    <a:pt x="40990" y="5103"/>
                  </a:lnTo>
                  <a:lnTo>
                    <a:pt x="35230" y="3754"/>
                  </a:lnTo>
                  <a:lnTo>
                    <a:pt x="29426" y="2610"/>
                  </a:lnTo>
                  <a:lnTo>
                    <a:pt x="23585" y="1672"/>
                  </a:lnTo>
                  <a:lnTo>
                    <a:pt x="17714" y="941"/>
                  </a:lnTo>
                  <a:lnTo>
                    <a:pt x="11822" y="418"/>
                  </a:lnTo>
                  <a:lnTo>
                    <a:pt x="5914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105" y="1071028"/>
              <a:ext cx="167153" cy="269573"/>
            </a:xfrm>
            <a:custGeom>
              <a:avLst/>
              <a:pathLst>
                <a:path w="167153" h="269573">
                  <a:moveTo>
                    <a:pt x="167153" y="0"/>
                  </a:moveTo>
                  <a:lnTo>
                    <a:pt x="161751" y="87"/>
                  </a:lnTo>
                  <a:lnTo>
                    <a:pt x="156355" y="349"/>
                  </a:lnTo>
                  <a:lnTo>
                    <a:pt x="150969" y="785"/>
                  </a:lnTo>
                  <a:lnTo>
                    <a:pt x="145601" y="1395"/>
                  </a:lnTo>
                  <a:lnTo>
                    <a:pt x="140255" y="2178"/>
                  </a:lnTo>
                  <a:lnTo>
                    <a:pt x="134938" y="3133"/>
                  </a:lnTo>
                  <a:lnTo>
                    <a:pt x="129654" y="4260"/>
                  </a:lnTo>
                  <a:lnTo>
                    <a:pt x="124409" y="5557"/>
                  </a:lnTo>
                  <a:lnTo>
                    <a:pt x="119209" y="7022"/>
                  </a:lnTo>
                  <a:lnTo>
                    <a:pt x="114059" y="8655"/>
                  </a:lnTo>
                  <a:lnTo>
                    <a:pt x="108964" y="10454"/>
                  </a:lnTo>
                  <a:lnTo>
                    <a:pt x="103930" y="12416"/>
                  </a:lnTo>
                  <a:lnTo>
                    <a:pt x="98963" y="14540"/>
                  </a:lnTo>
                  <a:lnTo>
                    <a:pt x="94066" y="16823"/>
                  </a:lnTo>
                  <a:lnTo>
                    <a:pt x="89246" y="19264"/>
                  </a:lnTo>
                  <a:lnTo>
                    <a:pt x="84507" y="21858"/>
                  </a:lnTo>
                  <a:lnTo>
                    <a:pt x="79854" y="24605"/>
                  </a:lnTo>
                  <a:lnTo>
                    <a:pt x="75293" y="27500"/>
                  </a:lnTo>
                  <a:lnTo>
                    <a:pt x="70828" y="30542"/>
                  </a:lnTo>
                  <a:lnTo>
                    <a:pt x="66463" y="33726"/>
                  </a:lnTo>
                  <a:lnTo>
                    <a:pt x="62203" y="37050"/>
                  </a:lnTo>
                  <a:lnTo>
                    <a:pt x="58053" y="40509"/>
                  </a:lnTo>
                  <a:lnTo>
                    <a:pt x="54017" y="44101"/>
                  </a:lnTo>
                  <a:lnTo>
                    <a:pt x="50100" y="47821"/>
                  </a:lnTo>
                  <a:lnTo>
                    <a:pt x="46304" y="51666"/>
                  </a:lnTo>
                  <a:lnTo>
                    <a:pt x="42635" y="55631"/>
                  </a:lnTo>
                  <a:lnTo>
                    <a:pt x="39095" y="59714"/>
                  </a:lnTo>
                  <a:lnTo>
                    <a:pt x="35690" y="63908"/>
                  </a:lnTo>
                  <a:lnTo>
                    <a:pt x="32422" y="68210"/>
                  </a:lnTo>
                  <a:lnTo>
                    <a:pt x="29294" y="72616"/>
                  </a:lnTo>
                  <a:lnTo>
                    <a:pt x="26311" y="77120"/>
                  </a:lnTo>
                  <a:lnTo>
                    <a:pt x="23475" y="81718"/>
                  </a:lnTo>
                  <a:lnTo>
                    <a:pt x="20788" y="86406"/>
                  </a:lnTo>
                  <a:lnTo>
                    <a:pt x="18255" y="91178"/>
                  </a:lnTo>
                  <a:lnTo>
                    <a:pt x="15877" y="96029"/>
                  </a:lnTo>
                  <a:lnTo>
                    <a:pt x="13657" y="100955"/>
                  </a:lnTo>
                  <a:lnTo>
                    <a:pt x="11598" y="105950"/>
                  </a:lnTo>
                  <a:lnTo>
                    <a:pt x="9701" y="111009"/>
                  </a:lnTo>
                  <a:lnTo>
                    <a:pt x="7968" y="116126"/>
                  </a:lnTo>
                  <a:lnTo>
                    <a:pt x="6402" y="121297"/>
                  </a:lnTo>
                  <a:lnTo>
                    <a:pt x="5004" y="126515"/>
                  </a:lnTo>
                  <a:lnTo>
                    <a:pt x="3775" y="131777"/>
                  </a:lnTo>
                  <a:lnTo>
                    <a:pt x="2716" y="137075"/>
                  </a:lnTo>
                  <a:lnTo>
                    <a:pt x="1830" y="142404"/>
                  </a:lnTo>
                  <a:lnTo>
                    <a:pt x="1116" y="147760"/>
                  </a:lnTo>
                  <a:lnTo>
                    <a:pt x="575" y="153135"/>
                  </a:lnTo>
                  <a:lnTo>
                    <a:pt x="209" y="158526"/>
                  </a:lnTo>
                  <a:lnTo>
                    <a:pt x="17" y="163925"/>
                  </a:lnTo>
                  <a:lnTo>
                    <a:pt x="0" y="169328"/>
                  </a:lnTo>
                  <a:lnTo>
                    <a:pt x="157" y="174728"/>
                  </a:lnTo>
                  <a:lnTo>
                    <a:pt x="488" y="180121"/>
                  </a:lnTo>
                  <a:lnTo>
                    <a:pt x="994" y="185500"/>
                  </a:lnTo>
                  <a:lnTo>
                    <a:pt x="1673" y="190860"/>
                  </a:lnTo>
                  <a:lnTo>
                    <a:pt x="2525" y="196195"/>
                  </a:lnTo>
                  <a:lnTo>
                    <a:pt x="3549" y="201500"/>
                  </a:lnTo>
                  <a:lnTo>
                    <a:pt x="4744" y="206769"/>
                  </a:lnTo>
                  <a:lnTo>
                    <a:pt x="6109" y="211996"/>
                  </a:lnTo>
                  <a:lnTo>
                    <a:pt x="7641" y="217177"/>
                  </a:lnTo>
                  <a:lnTo>
                    <a:pt x="9341" y="222305"/>
                  </a:lnTo>
                  <a:lnTo>
                    <a:pt x="11205" y="227376"/>
                  </a:lnTo>
                  <a:lnTo>
                    <a:pt x="13232" y="232384"/>
                  </a:lnTo>
                  <a:lnTo>
                    <a:pt x="15420" y="237324"/>
                  </a:lnTo>
                  <a:lnTo>
                    <a:pt x="17766" y="242191"/>
                  </a:lnTo>
                  <a:lnTo>
                    <a:pt x="20269" y="246979"/>
                  </a:lnTo>
                  <a:lnTo>
                    <a:pt x="22925" y="251684"/>
                  </a:lnTo>
                  <a:lnTo>
                    <a:pt x="25731" y="256301"/>
                  </a:lnTo>
                  <a:lnTo>
                    <a:pt x="28685" y="260824"/>
                  </a:lnTo>
                  <a:lnTo>
                    <a:pt x="31784" y="265250"/>
                  </a:lnTo>
                  <a:lnTo>
                    <a:pt x="35025" y="269573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13130" y="1238196"/>
              <a:ext cx="132128" cy="102406"/>
            </a:xfrm>
            <a:custGeom>
              <a:avLst/>
              <a:pathLst>
                <a:path w="132128" h="102406">
                  <a:moveTo>
                    <a:pt x="0" y="102406"/>
                  </a:moveTo>
                  <a:lnTo>
                    <a:pt x="13212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13130" y="1177602"/>
              <a:ext cx="299279" cy="227745"/>
            </a:xfrm>
            <a:custGeom>
              <a:avLst/>
              <a:pathLst>
                <a:path w="299279" h="227745">
                  <a:moveTo>
                    <a:pt x="0" y="162999"/>
                  </a:moveTo>
                  <a:lnTo>
                    <a:pt x="3350" y="167182"/>
                  </a:lnTo>
                  <a:lnTo>
                    <a:pt x="6832" y="171255"/>
                  </a:lnTo>
                  <a:lnTo>
                    <a:pt x="10444" y="175214"/>
                  </a:lnTo>
                  <a:lnTo>
                    <a:pt x="14180" y="179055"/>
                  </a:lnTo>
                  <a:lnTo>
                    <a:pt x="18038" y="182775"/>
                  </a:lnTo>
                  <a:lnTo>
                    <a:pt x="22013" y="186369"/>
                  </a:lnTo>
                  <a:lnTo>
                    <a:pt x="26101" y="189834"/>
                  </a:lnTo>
                  <a:lnTo>
                    <a:pt x="30298" y="193166"/>
                  </a:lnTo>
                  <a:lnTo>
                    <a:pt x="34599" y="196362"/>
                  </a:lnTo>
                  <a:lnTo>
                    <a:pt x="39001" y="199418"/>
                  </a:lnTo>
                  <a:lnTo>
                    <a:pt x="43499" y="202332"/>
                  </a:lnTo>
                  <a:lnTo>
                    <a:pt x="48087" y="205100"/>
                  </a:lnTo>
                  <a:lnTo>
                    <a:pt x="52762" y="207719"/>
                  </a:lnTo>
                  <a:lnTo>
                    <a:pt x="57519" y="210187"/>
                  </a:lnTo>
                  <a:lnTo>
                    <a:pt x="62352" y="212502"/>
                  </a:lnTo>
                  <a:lnTo>
                    <a:pt x="67257" y="214660"/>
                  </a:lnTo>
                  <a:lnTo>
                    <a:pt x="72229" y="216661"/>
                  </a:lnTo>
                  <a:lnTo>
                    <a:pt x="77262" y="218500"/>
                  </a:lnTo>
                  <a:lnTo>
                    <a:pt x="82351" y="220178"/>
                  </a:lnTo>
                  <a:lnTo>
                    <a:pt x="87492" y="221691"/>
                  </a:lnTo>
                  <a:lnTo>
                    <a:pt x="92679" y="223039"/>
                  </a:lnTo>
                  <a:lnTo>
                    <a:pt x="97906" y="224220"/>
                  </a:lnTo>
                  <a:lnTo>
                    <a:pt x="103168" y="225233"/>
                  </a:lnTo>
                  <a:lnTo>
                    <a:pt x="108460" y="226077"/>
                  </a:lnTo>
                  <a:lnTo>
                    <a:pt x="113776" y="226750"/>
                  </a:lnTo>
                  <a:lnTo>
                    <a:pt x="119111" y="227253"/>
                  </a:lnTo>
                  <a:lnTo>
                    <a:pt x="124460" y="227585"/>
                  </a:lnTo>
                  <a:lnTo>
                    <a:pt x="129816" y="227745"/>
                  </a:lnTo>
                  <a:lnTo>
                    <a:pt x="135175" y="227733"/>
                  </a:lnTo>
                  <a:lnTo>
                    <a:pt x="140531" y="227549"/>
                  </a:lnTo>
                  <a:lnTo>
                    <a:pt x="145878" y="227194"/>
                  </a:lnTo>
                  <a:lnTo>
                    <a:pt x="151211" y="226668"/>
                  </a:lnTo>
                  <a:lnTo>
                    <a:pt x="156524" y="225971"/>
                  </a:lnTo>
                  <a:lnTo>
                    <a:pt x="161813" y="225104"/>
                  </a:lnTo>
                  <a:lnTo>
                    <a:pt x="167070" y="224068"/>
                  </a:lnTo>
                  <a:lnTo>
                    <a:pt x="172292" y="222864"/>
                  </a:lnTo>
                  <a:lnTo>
                    <a:pt x="177473" y="221493"/>
                  </a:lnTo>
                  <a:lnTo>
                    <a:pt x="182607" y="219957"/>
                  </a:lnTo>
                  <a:lnTo>
                    <a:pt x="187689" y="218257"/>
                  </a:lnTo>
                  <a:lnTo>
                    <a:pt x="192714" y="216395"/>
                  </a:lnTo>
                  <a:lnTo>
                    <a:pt x="197676" y="214373"/>
                  </a:lnTo>
                  <a:lnTo>
                    <a:pt x="202572" y="212193"/>
                  </a:lnTo>
                  <a:lnTo>
                    <a:pt x="207395" y="209858"/>
                  </a:lnTo>
                  <a:lnTo>
                    <a:pt x="212140" y="207368"/>
                  </a:lnTo>
                  <a:lnTo>
                    <a:pt x="216804" y="204728"/>
                  </a:lnTo>
                  <a:lnTo>
                    <a:pt x="221380" y="201940"/>
                  </a:lnTo>
                  <a:lnTo>
                    <a:pt x="225865" y="199007"/>
                  </a:lnTo>
                  <a:lnTo>
                    <a:pt x="230253" y="195931"/>
                  </a:lnTo>
                  <a:lnTo>
                    <a:pt x="234541" y="192716"/>
                  </a:lnTo>
                  <a:lnTo>
                    <a:pt x="238723" y="189366"/>
                  </a:lnTo>
                  <a:lnTo>
                    <a:pt x="242796" y="185883"/>
                  </a:lnTo>
                  <a:lnTo>
                    <a:pt x="246755" y="182272"/>
                  </a:lnTo>
                  <a:lnTo>
                    <a:pt x="250596" y="178535"/>
                  </a:lnTo>
                  <a:lnTo>
                    <a:pt x="254315" y="174677"/>
                  </a:lnTo>
                  <a:lnTo>
                    <a:pt x="257909" y="170702"/>
                  </a:lnTo>
                  <a:lnTo>
                    <a:pt x="261374" y="166614"/>
                  </a:lnTo>
                  <a:lnTo>
                    <a:pt x="264706" y="162417"/>
                  </a:lnTo>
                  <a:lnTo>
                    <a:pt x="267901" y="158115"/>
                  </a:lnTo>
                  <a:lnTo>
                    <a:pt x="270958" y="153713"/>
                  </a:lnTo>
                  <a:lnTo>
                    <a:pt x="273871" y="149215"/>
                  </a:lnTo>
                  <a:lnTo>
                    <a:pt x="276639" y="144626"/>
                  </a:lnTo>
                  <a:lnTo>
                    <a:pt x="279258" y="139951"/>
                  </a:lnTo>
                  <a:lnTo>
                    <a:pt x="281726" y="135195"/>
                  </a:lnTo>
                  <a:lnTo>
                    <a:pt x="284040" y="130361"/>
                  </a:lnTo>
                  <a:lnTo>
                    <a:pt x="286198" y="125456"/>
                  </a:lnTo>
                  <a:lnTo>
                    <a:pt x="288198" y="120485"/>
                  </a:lnTo>
                  <a:lnTo>
                    <a:pt x="290038" y="115451"/>
                  </a:lnTo>
                  <a:lnTo>
                    <a:pt x="291715" y="110362"/>
                  </a:lnTo>
                  <a:lnTo>
                    <a:pt x="293228" y="105221"/>
                  </a:lnTo>
                  <a:lnTo>
                    <a:pt x="294576" y="100034"/>
                  </a:lnTo>
                  <a:lnTo>
                    <a:pt x="295757" y="94807"/>
                  </a:lnTo>
                  <a:lnTo>
                    <a:pt x="296769" y="89545"/>
                  </a:lnTo>
                  <a:lnTo>
                    <a:pt x="297613" y="84253"/>
                  </a:lnTo>
                  <a:lnTo>
                    <a:pt x="298286" y="78936"/>
                  </a:lnTo>
                  <a:lnTo>
                    <a:pt x="298788" y="73601"/>
                  </a:lnTo>
                  <a:lnTo>
                    <a:pt x="299120" y="68253"/>
                  </a:lnTo>
                  <a:lnTo>
                    <a:pt x="299279" y="62896"/>
                  </a:lnTo>
                  <a:lnTo>
                    <a:pt x="299267" y="57537"/>
                  </a:lnTo>
                  <a:lnTo>
                    <a:pt x="299084" y="52182"/>
                  </a:lnTo>
                  <a:lnTo>
                    <a:pt x="298728" y="46835"/>
                  </a:lnTo>
                  <a:lnTo>
                    <a:pt x="298202" y="41502"/>
                  </a:lnTo>
                  <a:lnTo>
                    <a:pt x="297504" y="36188"/>
                  </a:lnTo>
                  <a:lnTo>
                    <a:pt x="296637" y="30900"/>
                  </a:lnTo>
                  <a:lnTo>
                    <a:pt x="295601" y="25643"/>
                  </a:lnTo>
                  <a:lnTo>
                    <a:pt x="294397" y="20421"/>
                  </a:lnTo>
                  <a:lnTo>
                    <a:pt x="293026" y="15240"/>
                  </a:lnTo>
                  <a:lnTo>
                    <a:pt x="291489" y="10106"/>
                  </a:lnTo>
                  <a:lnTo>
                    <a:pt x="289789" y="5024"/>
                  </a:lnTo>
                  <a:lnTo>
                    <a:pt x="287927" y="0"/>
                  </a:lnTo>
                  <a:lnTo>
                    <a:pt x="132128" y="605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55799" cy="167167"/>
            </a:xfrm>
            <a:custGeom>
              <a:avLst/>
              <a:pathLst>
                <a:path w="155799" h="167167">
                  <a:moveTo>
                    <a:pt x="155799" y="106573"/>
                  </a:moveTo>
                  <a:lnTo>
                    <a:pt x="153752" y="101554"/>
                  </a:lnTo>
                  <a:lnTo>
                    <a:pt x="151544" y="96603"/>
                  </a:lnTo>
                  <a:lnTo>
                    <a:pt x="149176" y="91726"/>
                  </a:lnTo>
                  <a:lnTo>
                    <a:pt x="146652" y="86929"/>
                  </a:lnTo>
                  <a:lnTo>
                    <a:pt x="143973" y="82216"/>
                  </a:lnTo>
                  <a:lnTo>
                    <a:pt x="141143" y="77593"/>
                  </a:lnTo>
                  <a:lnTo>
                    <a:pt x="138164" y="73064"/>
                  </a:lnTo>
                  <a:lnTo>
                    <a:pt x="135041" y="68633"/>
                  </a:lnTo>
                  <a:lnTo>
                    <a:pt x="131775" y="64307"/>
                  </a:lnTo>
                  <a:lnTo>
                    <a:pt x="128370" y="60088"/>
                  </a:lnTo>
                  <a:lnTo>
                    <a:pt x="124831" y="55982"/>
                  </a:lnTo>
                  <a:lnTo>
                    <a:pt x="121161" y="51993"/>
                  </a:lnTo>
                  <a:lnTo>
                    <a:pt x="117363" y="48125"/>
                  </a:lnTo>
                  <a:lnTo>
                    <a:pt x="113441" y="44383"/>
                  </a:lnTo>
                  <a:lnTo>
                    <a:pt x="109400" y="40769"/>
                  </a:lnTo>
                  <a:lnTo>
                    <a:pt x="105245" y="37288"/>
                  </a:lnTo>
                  <a:lnTo>
                    <a:pt x="100978" y="33944"/>
                  </a:lnTo>
                  <a:lnTo>
                    <a:pt x="96606" y="30740"/>
                  </a:lnTo>
                  <a:lnTo>
                    <a:pt x="92131" y="27680"/>
                  </a:lnTo>
                  <a:lnTo>
                    <a:pt x="87560" y="24766"/>
                  </a:lnTo>
                  <a:lnTo>
                    <a:pt x="82897" y="22002"/>
                  </a:lnTo>
                  <a:lnTo>
                    <a:pt x="78147" y="19390"/>
                  </a:lnTo>
                  <a:lnTo>
                    <a:pt x="73314" y="16934"/>
                  </a:lnTo>
                  <a:lnTo>
                    <a:pt x="68405" y="14636"/>
                  </a:lnTo>
                  <a:lnTo>
                    <a:pt x="63423" y="12498"/>
                  </a:lnTo>
                  <a:lnTo>
                    <a:pt x="58375" y="10523"/>
                  </a:lnTo>
                  <a:lnTo>
                    <a:pt x="53265" y="8713"/>
                  </a:lnTo>
                  <a:lnTo>
                    <a:pt x="48100" y="7069"/>
                  </a:lnTo>
                  <a:lnTo>
                    <a:pt x="42883" y="5594"/>
                  </a:lnTo>
                  <a:lnTo>
                    <a:pt x="37622" y="4288"/>
                  </a:lnTo>
                  <a:lnTo>
                    <a:pt x="32321" y="3154"/>
                  </a:lnTo>
                  <a:lnTo>
                    <a:pt x="26986" y="2192"/>
                  </a:lnTo>
                  <a:lnTo>
                    <a:pt x="21623" y="1404"/>
                  </a:lnTo>
                  <a:lnTo>
                    <a:pt x="16237" y="790"/>
                  </a:lnTo>
                  <a:lnTo>
                    <a:pt x="10834" y="351"/>
                  </a:lnTo>
                  <a:lnTo>
                    <a:pt x="5420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6628" y="941493"/>
              <a:ext cx="86916" cy="167167"/>
            </a:xfrm>
            <a:custGeom>
              <a:avLst/>
              <a:pathLst>
                <a:path w="86916" h="167167">
                  <a:moveTo>
                    <a:pt x="86916" y="0"/>
                  </a:moveTo>
                  <a:lnTo>
                    <a:pt x="81204" y="97"/>
                  </a:lnTo>
                  <a:lnTo>
                    <a:pt x="75499" y="390"/>
                  </a:lnTo>
                  <a:lnTo>
                    <a:pt x="69808" y="877"/>
                  </a:lnTo>
                  <a:lnTo>
                    <a:pt x="64136" y="1559"/>
                  </a:lnTo>
                  <a:lnTo>
                    <a:pt x="58491" y="2434"/>
                  </a:lnTo>
                  <a:lnTo>
                    <a:pt x="52879" y="3501"/>
                  </a:lnTo>
                  <a:lnTo>
                    <a:pt x="47307" y="4760"/>
                  </a:lnTo>
                  <a:lnTo>
                    <a:pt x="41781" y="6208"/>
                  </a:lnTo>
                  <a:lnTo>
                    <a:pt x="36308" y="7844"/>
                  </a:lnTo>
                  <a:lnTo>
                    <a:pt x="30894" y="9666"/>
                  </a:lnTo>
                  <a:lnTo>
                    <a:pt x="25546" y="11672"/>
                  </a:lnTo>
                  <a:lnTo>
                    <a:pt x="20269" y="13860"/>
                  </a:lnTo>
                  <a:lnTo>
                    <a:pt x="15070" y="16226"/>
                  </a:lnTo>
                  <a:lnTo>
                    <a:pt x="9954" y="18769"/>
                  </a:lnTo>
                  <a:lnTo>
                    <a:pt x="4929" y="21485"/>
                  </a:lnTo>
                  <a:lnTo>
                    <a:pt x="0" y="24371"/>
                  </a:lnTo>
                  <a:lnTo>
                    <a:pt x="869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6628" y="965865"/>
              <a:ext cx="86916" cy="142795"/>
            </a:xfrm>
            <a:custGeom>
              <a:avLst/>
              <a:pathLst>
                <a:path w="86916" h="142795">
                  <a:moveTo>
                    <a:pt x="0" y="0"/>
                  </a:moveTo>
                  <a:lnTo>
                    <a:pt x="86916" y="1427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85" y="946945"/>
              <a:ext cx="334305" cy="328882"/>
            </a:xfrm>
            <a:custGeom>
              <a:avLst/>
              <a:pathLst>
                <a:path w="334305" h="328882">
                  <a:moveTo>
                    <a:pt x="80242" y="18920"/>
                  </a:moveTo>
                  <a:lnTo>
                    <a:pt x="75763" y="21744"/>
                  </a:lnTo>
                  <a:lnTo>
                    <a:pt x="71375" y="24709"/>
                  </a:lnTo>
                  <a:lnTo>
                    <a:pt x="67084" y="27812"/>
                  </a:lnTo>
                  <a:lnTo>
                    <a:pt x="62893" y="31048"/>
                  </a:lnTo>
                  <a:lnTo>
                    <a:pt x="58807" y="34416"/>
                  </a:lnTo>
                  <a:lnTo>
                    <a:pt x="54829" y="37912"/>
                  </a:lnTo>
                  <a:lnTo>
                    <a:pt x="50964" y="41532"/>
                  </a:lnTo>
                  <a:lnTo>
                    <a:pt x="47216" y="45272"/>
                  </a:lnTo>
                  <a:lnTo>
                    <a:pt x="43588" y="49130"/>
                  </a:lnTo>
                  <a:lnTo>
                    <a:pt x="40084" y="53100"/>
                  </a:lnTo>
                  <a:lnTo>
                    <a:pt x="36708" y="57179"/>
                  </a:lnTo>
                  <a:lnTo>
                    <a:pt x="33463" y="61363"/>
                  </a:lnTo>
                  <a:lnTo>
                    <a:pt x="30351" y="65648"/>
                  </a:lnTo>
                  <a:lnTo>
                    <a:pt x="27377" y="70030"/>
                  </a:lnTo>
                  <a:lnTo>
                    <a:pt x="24543" y="74503"/>
                  </a:lnTo>
                  <a:lnTo>
                    <a:pt x="21853" y="79064"/>
                  </a:lnTo>
                  <a:lnTo>
                    <a:pt x="19308" y="83707"/>
                  </a:lnTo>
                  <a:lnTo>
                    <a:pt x="16911" y="88429"/>
                  </a:lnTo>
                  <a:lnTo>
                    <a:pt x="14665" y="93225"/>
                  </a:lnTo>
                  <a:lnTo>
                    <a:pt x="12573" y="98089"/>
                  </a:lnTo>
                  <a:lnTo>
                    <a:pt x="10635" y="103017"/>
                  </a:lnTo>
                  <a:lnTo>
                    <a:pt x="8854" y="108004"/>
                  </a:lnTo>
                  <a:lnTo>
                    <a:pt x="7233" y="113045"/>
                  </a:lnTo>
                  <a:lnTo>
                    <a:pt x="5771" y="118135"/>
                  </a:lnTo>
                  <a:lnTo>
                    <a:pt x="4472" y="123268"/>
                  </a:lnTo>
                  <a:lnTo>
                    <a:pt x="3336" y="128440"/>
                  </a:lnTo>
                  <a:lnTo>
                    <a:pt x="2364" y="133646"/>
                  </a:lnTo>
                  <a:lnTo>
                    <a:pt x="1558" y="138879"/>
                  </a:lnTo>
                  <a:lnTo>
                    <a:pt x="918" y="144136"/>
                  </a:lnTo>
                  <a:lnTo>
                    <a:pt x="444" y="149410"/>
                  </a:lnTo>
                  <a:lnTo>
                    <a:pt x="138" y="154696"/>
                  </a:lnTo>
                  <a:lnTo>
                    <a:pt x="0" y="159990"/>
                  </a:lnTo>
                  <a:lnTo>
                    <a:pt x="29" y="165285"/>
                  </a:lnTo>
                  <a:lnTo>
                    <a:pt x="226" y="170577"/>
                  </a:lnTo>
                  <a:lnTo>
                    <a:pt x="590" y="175859"/>
                  </a:lnTo>
                  <a:lnTo>
                    <a:pt x="1122" y="181128"/>
                  </a:lnTo>
                  <a:lnTo>
                    <a:pt x="1820" y="186377"/>
                  </a:lnTo>
                  <a:lnTo>
                    <a:pt x="2684" y="191602"/>
                  </a:lnTo>
                  <a:lnTo>
                    <a:pt x="3713" y="196796"/>
                  </a:lnTo>
                  <a:lnTo>
                    <a:pt x="4906" y="201955"/>
                  </a:lnTo>
                  <a:lnTo>
                    <a:pt x="6262" y="207074"/>
                  </a:lnTo>
                  <a:lnTo>
                    <a:pt x="7779" y="212147"/>
                  </a:lnTo>
                  <a:lnTo>
                    <a:pt x="9457" y="217170"/>
                  </a:lnTo>
                  <a:lnTo>
                    <a:pt x="11292" y="222137"/>
                  </a:lnTo>
                  <a:lnTo>
                    <a:pt x="13284" y="227043"/>
                  </a:lnTo>
                  <a:lnTo>
                    <a:pt x="15430" y="231884"/>
                  </a:lnTo>
                  <a:lnTo>
                    <a:pt x="17729" y="236655"/>
                  </a:lnTo>
                  <a:lnTo>
                    <a:pt x="20178" y="241350"/>
                  </a:lnTo>
                  <a:lnTo>
                    <a:pt x="22773" y="245965"/>
                  </a:lnTo>
                  <a:lnTo>
                    <a:pt x="25514" y="250496"/>
                  </a:lnTo>
                  <a:lnTo>
                    <a:pt x="28397" y="254938"/>
                  </a:lnTo>
                  <a:lnTo>
                    <a:pt x="31420" y="259286"/>
                  </a:lnTo>
                  <a:lnTo>
                    <a:pt x="34578" y="263536"/>
                  </a:lnTo>
                  <a:lnTo>
                    <a:pt x="37870" y="267684"/>
                  </a:lnTo>
                  <a:lnTo>
                    <a:pt x="41291" y="271726"/>
                  </a:lnTo>
                  <a:lnTo>
                    <a:pt x="44838" y="275657"/>
                  </a:lnTo>
                  <a:lnTo>
                    <a:pt x="48508" y="279474"/>
                  </a:lnTo>
                  <a:lnTo>
                    <a:pt x="52298" y="283173"/>
                  </a:lnTo>
                  <a:lnTo>
                    <a:pt x="56202" y="286750"/>
                  </a:lnTo>
                  <a:lnTo>
                    <a:pt x="60218" y="290202"/>
                  </a:lnTo>
                  <a:lnTo>
                    <a:pt x="64341" y="293524"/>
                  </a:lnTo>
                  <a:lnTo>
                    <a:pt x="68568" y="296715"/>
                  </a:lnTo>
                  <a:lnTo>
                    <a:pt x="72893" y="299770"/>
                  </a:lnTo>
                  <a:lnTo>
                    <a:pt x="77313" y="302686"/>
                  </a:lnTo>
                  <a:lnTo>
                    <a:pt x="81823" y="305461"/>
                  </a:lnTo>
                  <a:lnTo>
                    <a:pt x="86419" y="308092"/>
                  </a:lnTo>
                  <a:lnTo>
                    <a:pt x="91095" y="310576"/>
                  </a:lnTo>
                  <a:lnTo>
                    <a:pt x="95848" y="312910"/>
                  </a:lnTo>
                  <a:lnTo>
                    <a:pt x="100673" y="315093"/>
                  </a:lnTo>
                  <a:lnTo>
                    <a:pt x="105564" y="317122"/>
                  </a:lnTo>
                  <a:lnTo>
                    <a:pt x="110517" y="318994"/>
                  </a:lnTo>
                  <a:lnTo>
                    <a:pt x="115527" y="320710"/>
                  </a:lnTo>
                  <a:lnTo>
                    <a:pt x="120589" y="322265"/>
                  </a:lnTo>
                  <a:lnTo>
                    <a:pt x="125697" y="323659"/>
                  </a:lnTo>
                  <a:lnTo>
                    <a:pt x="130847" y="324891"/>
                  </a:lnTo>
                  <a:lnTo>
                    <a:pt x="136034" y="325960"/>
                  </a:lnTo>
                  <a:lnTo>
                    <a:pt x="141251" y="326863"/>
                  </a:lnTo>
                  <a:lnTo>
                    <a:pt x="146495" y="327601"/>
                  </a:lnTo>
                  <a:lnTo>
                    <a:pt x="151760" y="328172"/>
                  </a:lnTo>
                  <a:lnTo>
                    <a:pt x="157039" y="328576"/>
                  </a:lnTo>
                  <a:lnTo>
                    <a:pt x="162329" y="328813"/>
                  </a:lnTo>
                  <a:lnTo>
                    <a:pt x="167624" y="328882"/>
                  </a:lnTo>
                  <a:lnTo>
                    <a:pt x="172919" y="328783"/>
                  </a:lnTo>
                  <a:lnTo>
                    <a:pt x="178207" y="328517"/>
                  </a:lnTo>
                  <a:lnTo>
                    <a:pt x="183485" y="328083"/>
                  </a:lnTo>
                  <a:lnTo>
                    <a:pt x="188746" y="327483"/>
                  </a:lnTo>
                  <a:lnTo>
                    <a:pt x="193986" y="326716"/>
                  </a:lnTo>
                  <a:lnTo>
                    <a:pt x="199198" y="325783"/>
                  </a:lnTo>
                  <a:lnTo>
                    <a:pt x="204379" y="324686"/>
                  </a:lnTo>
                  <a:lnTo>
                    <a:pt x="209522" y="323426"/>
                  </a:lnTo>
                  <a:lnTo>
                    <a:pt x="214622" y="322003"/>
                  </a:lnTo>
                  <a:lnTo>
                    <a:pt x="219675" y="320419"/>
                  </a:lnTo>
                  <a:lnTo>
                    <a:pt x="224676" y="318676"/>
                  </a:lnTo>
                  <a:lnTo>
                    <a:pt x="229618" y="316775"/>
                  </a:lnTo>
                  <a:lnTo>
                    <a:pt x="234498" y="314719"/>
                  </a:lnTo>
                  <a:lnTo>
                    <a:pt x="239310" y="312510"/>
                  </a:lnTo>
                  <a:lnTo>
                    <a:pt x="244050" y="310149"/>
                  </a:lnTo>
                  <a:lnTo>
                    <a:pt x="248713" y="307639"/>
                  </a:lnTo>
                  <a:lnTo>
                    <a:pt x="253294" y="304983"/>
                  </a:lnTo>
                  <a:lnTo>
                    <a:pt x="257788" y="302183"/>
                  </a:lnTo>
                  <a:lnTo>
                    <a:pt x="262192" y="299242"/>
                  </a:lnTo>
                  <a:lnTo>
                    <a:pt x="266500" y="296163"/>
                  </a:lnTo>
                  <a:lnTo>
                    <a:pt x="270708" y="292949"/>
                  </a:lnTo>
                  <a:lnTo>
                    <a:pt x="274813" y="289603"/>
                  </a:lnTo>
                  <a:lnTo>
                    <a:pt x="278810" y="286129"/>
                  </a:lnTo>
                  <a:lnTo>
                    <a:pt x="282694" y="282531"/>
                  </a:lnTo>
                  <a:lnTo>
                    <a:pt x="286463" y="278811"/>
                  </a:lnTo>
                  <a:lnTo>
                    <a:pt x="290112" y="274973"/>
                  </a:lnTo>
                  <a:lnTo>
                    <a:pt x="293637" y="271022"/>
                  </a:lnTo>
                  <a:lnTo>
                    <a:pt x="297036" y="266961"/>
                  </a:lnTo>
                  <a:lnTo>
                    <a:pt x="300304" y="262795"/>
                  </a:lnTo>
                  <a:lnTo>
                    <a:pt x="303439" y="258527"/>
                  </a:lnTo>
                  <a:lnTo>
                    <a:pt x="306437" y="254162"/>
                  </a:lnTo>
                  <a:lnTo>
                    <a:pt x="309295" y="249704"/>
                  </a:lnTo>
                  <a:lnTo>
                    <a:pt x="312010" y="245158"/>
                  </a:lnTo>
                  <a:lnTo>
                    <a:pt x="314581" y="240529"/>
                  </a:lnTo>
                  <a:lnTo>
                    <a:pt x="317003" y="235820"/>
                  </a:lnTo>
                  <a:lnTo>
                    <a:pt x="319275" y="231037"/>
                  </a:lnTo>
                  <a:lnTo>
                    <a:pt x="321394" y="226184"/>
                  </a:lnTo>
                  <a:lnTo>
                    <a:pt x="323359" y="221266"/>
                  </a:lnTo>
                  <a:lnTo>
                    <a:pt x="325166" y="216289"/>
                  </a:lnTo>
                  <a:lnTo>
                    <a:pt x="326816" y="211257"/>
                  </a:lnTo>
                  <a:lnTo>
                    <a:pt x="328305" y="206176"/>
                  </a:lnTo>
                  <a:lnTo>
                    <a:pt x="329632" y="201049"/>
                  </a:lnTo>
                  <a:lnTo>
                    <a:pt x="330796" y="195883"/>
                  </a:lnTo>
                  <a:lnTo>
                    <a:pt x="331796" y="190683"/>
                  </a:lnTo>
                  <a:lnTo>
                    <a:pt x="332631" y="185454"/>
                  </a:lnTo>
                  <a:lnTo>
                    <a:pt x="333300" y="180201"/>
                  </a:lnTo>
                  <a:lnTo>
                    <a:pt x="333802" y="174930"/>
                  </a:lnTo>
                  <a:lnTo>
                    <a:pt x="334137" y="169645"/>
                  </a:lnTo>
                  <a:lnTo>
                    <a:pt x="334305" y="164353"/>
                  </a:lnTo>
                  <a:lnTo>
                    <a:pt x="334304" y="159057"/>
                  </a:lnTo>
                  <a:lnTo>
                    <a:pt x="334136" y="153765"/>
                  </a:lnTo>
                  <a:lnTo>
                    <a:pt x="333801" y="148480"/>
                  </a:lnTo>
                  <a:lnTo>
                    <a:pt x="333298" y="143208"/>
                  </a:lnTo>
                  <a:lnTo>
                    <a:pt x="332628" y="137956"/>
                  </a:lnTo>
                  <a:lnTo>
                    <a:pt x="331793" y="132727"/>
                  </a:lnTo>
                  <a:lnTo>
                    <a:pt x="330792" y="127527"/>
                  </a:lnTo>
                  <a:lnTo>
                    <a:pt x="329627" y="122361"/>
                  </a:lnTo>
                  <a:lnTo>
                    <a:pt x="328299" y="117235"/>
                  </a:lnTo>
                  <a:lnTo>
                    <a:pt x="326810" y="112153"/>
                  </a:lnTo>
                  <a:lnTo>
                    <a:pt x="325160" y="107122"/>
                  </a:lnTo>
                  <a:lnTo>
                    <a:pt x="323351" y="102145"/>
                  </a:lnTo>
                  <a:lnTo>
                    <a:pt x="321386" y="97228"/>
                  </a:lnTo>
                  <a:lnTo>
                    <a:pt x="319266" y="92375"/>
                  </a:lnTo>
                  <a:lnTo>
                    <a:pt x="316994" y="87592"/>
                  </a:lnTo>
                  <a:lnTo>
                    <a:pt x="314571" y="82884"/>
                  </a:lnTo>
                  <a:lnTo>
                    <a:pt x="312000" y="78254"/>
                  </a:lnTo>
                  <a:lnTo>
                    <a:pt x="309284" y="73709"/>
                  </a:lnTo>
                  <a:lnTo>
                    <a:pt x="306425" y="69251"/>
                  </a:lnTo>
                  <a:lnTo>
                    <a:pt x="303427" y="64887"/>
                  </a:lnTo>
                  <a:lnTo>
                    <a:pt x="300292" y="60619"/>
                  </a:lnTo>
                  <a:lnTo>
                    <a:pt x="297023" y="56453"/>
                  </a:lnTo>
                  <a:lnTo>
                    <a:pt x="293624" y="52393"/>
                  </a:lnTo>
                  <a:lnTo>
                    <a:pt x="290098" y="48442"/>
                  </a:lnTo>
                  <a:lnTo>
                    <a:pt x="286448" y="44605"/>
                  </a:lnTo>
                  <a:lnTo>
                    <a:pt x="282679" y="40886"/>
                  </a:lnTo>
                  <a:lnTo>
                    <a:pt x="278794" y="37287"/>
                  </a:lnTo>
                  <a:lnTo>
                    <a:pt x="274797" y="33814"/>
                  </a:lnTo>
                  <a:lnTo>
                    <a:pt x="270692" y="30469"/>
                  </a:lnTo>
                  <a:lnTo>
                    <a:pt x="266483" y="27255"/>
                  </a:lnTo>
                  <a:lnTo>
                    <a:pt x="262175" y="24177"/>
                  </a:lnTo>
                  <a:lnTo>
                    <a:pt x="257771" y="21236"/>
                  </a:lnTo>
                  <a:lnTo>
                    <a:pt x="253276" y="18437"/>
                  </a:lnTo>
                  <a:lnTo>
                    <a:pt x="248695" y="15781"/>
                  </a:lnTo>
                  <a:lnTo>
                    <a:pt x="244032" y="13272"/>
                  </a:lnTo>
                  <a:lnTo>
                    <a:pt x="239292" y="10912"/>
                  </a:lnTo>
                  <a:lnTo>
                    <a:pt x="234479" y="8703"/>
                  </a:lnTo>
                  <a:lnTo>
                    <a:pt x="229599" y="6647"/>
                  </a:lnTo>
                  <a:lnTo>
                    <a:pt x="224656" y="4747"/>
                  </a:lnTo>
                  <a:lnTo>
                    <a:pt x="219656" y="3005"/>
                  </a:lnTo>
                  <a:lnTo>
                    <a:pt x="214603" y="1422"/>
                  </a:lnTo>
                  <a:lnTo>
                    <a:pt x="209502" y="0"/>
                  </a:lnTo>
                  <a:lnTo>
                    <a:pt x="167158" y="1617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2343" cy="167167"/>
            </a:xfrm>
            <a:custGeom>
              <a:avLst/>
              <a:pathLst>
                <a:path w="42343" h="167167">
                  <a:moveTo>
                    <a:pt x="42343" y="5451"/>
                  </a:moveTo>
                  <a:lnTo>
                    <a:pt x="36400" y="4011"/>
                  </a:lnTo>
                  <a:lnTo>
                    <a:pt x="30408" y="2788"/>
                  </a:lnTo>
                  <a:lnTo>
                    <a:pt x="24375" y="1786"/>
                  </a:lnTo>
                  <a:lnTo>
                    <a:pt x="18310" y="1005"/>
                  </a:lnTo>
                  <a:lnTo>
                    <a:pt x="12220" y="447"/>
                  </a:lnTo>
                  <a:lnTo>
                    <a:pt x="6114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8399" y="941493"/>
              <a:ext cx="47816" cy="167167"/>
            </a:xfrm>
            <a:custGeom>
              <a:avLst/>
              <a:pathLst>
                <a:path w="47816" h="167167">
                  <a:moveTo>
                    <a:pt x="47816" y="0"/>
                  </a:moveTo>
                  <a:lnTo>
                    <a:pt x="41756" y="109"/>
                  </a:lnTo>
                  <a:lnTo>
                    <a:pt x="35703" y="439"/>
                  </a:lnTo>
                  <a:lnTo>
                    <a:pt x="29667" y="988"/>
                  </a:lnTo>
                  <a:lnTo>
                    <a:pt x="23654" y="1755"/>
                  </a:lnTo>
                  <a:lnTo>
                    <a:pt x="17673" y="2740"/>
                  </a:lnTo>
                  <a:lnTo>
                    <a:pt x="11732" y="3940"/>
                  </a:lnTo>
                  <a:lnTo>
                    <a:pt x="5838" y="5356"/>
                  </a:lnTo>
                  <a:lnTo>
                    <a:pt x="0" y="6984"/>
                  </a:lnTo>
                  <a:lnTo>
                    <a:pt x="478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8399" y="948478"/>
              <a:ext cx="47816" cy="160182"/>
            </a:xfrm>
            <a:custGeom>
              <a:avLst/>
              <a:pathLst>
                <a:path w="47816" h="160182">
                  <a:moveTo>
                    <a:pt x="0" y="0"/>
                  </a:moveTo>
                  <a:lnTo>
                    <a:pt x="47816" y="1601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50" y="948478"/>
              <a:ext cx="167165" cy="327335"/>
            </a:xfrm>
            <a:custGeom>
              <a:avLst/>
              <a:pathLst>
                <a:path w="167165" h="327335">
                  <a:moveTo>
                    <a:pt x="119348" y="0"/>
                  </a:moveTo>
                  <a:lnTo>
                    <a:pt x="114265" y="1606"/>
                  </a:lnTo>
                  <a:lnTo>
                    <a:pt x="109235" y="3373"/>
                  </a:lnTo>
                  <a:lnTo>
                    <a:pt x="104264" y="5300"/>
                  </a:lnTo>
                  <a:lnTo>
                    <a:pt x="99358" y="7385"/>
                  </a:lnTo>
                  <a:lnTo>
                    <a:pt x="94520" y="9624"/>
                  </a:lnTo>
                  <a:lnTo>
                    <a:pt x="89756" y="12017"/>
                  </a:lnTo>
                  <a:lnTo>
                    <a:pt x="85071" y="14561"/>
                  </a:lnTo>
                  <a:lnTo>
                    <a:pt x="80469" y="17253"/>
                  </a:lnTo>
                  <a:lnTo>
                    <a:pt x="75955" y="20090"/>
                  </a:lnTo>
                  <a:lnTo>
                    <a:pt x="71535" y="23070"/>
                  </a:lnTo>
                  <a:lnTo>
                    <a:pt x="67211" y="26189"/>
                  </a:lnTo>
                  <a:lnTo>
                    <a:pt x="62989" y="29444"/>
                  </a:lnTo>
                  <a:lnTo>
                    <a:pt x="58874" y="32833"/>
                  </a:lnTo>
                  <a:lnTo>
                    <a:pt x="54868" y="36350"/>
                  </a:lnTo>
                  <a:lnTo>
                    <a:pt x="50976" y="39994"/>
                  </a:lnTo>
                  <a:lnTo>
                    <a:pt x="47203" y="43760"/>
                  </a:lnTo>
                  <a:lnTo>
                    <a:pt x="43552" y="47645"/>
                  </a:lnTo>
                  <a:lnTo>
                    <a:pt x="40026" y="51644"/>
                  </a:lnTo>
                  <a:lnTo>
                    <a:pt x="36630" y="55753"/>
                  </a:lnTo>
                  <a:lnTo>
                    <a:pt x="33366" y="59968"/>
                  </a:lnTo>
                  <a:lnTo>
                    <a:pt x="30239" y="64286"/>
                  </a:lnTo>
                  <a:lnTo>
                    <a:pt x="27250" y="68701"/>
                  </a:lnTo>
                  <a:lnTo>
                    <a:pt x="24404" y="73209"/>
                  </a:lnTo>
                  <a:lnTo>
                    <a:pt x="21704" y="77805"/>
                  </a:lnTo>
                  <a:lnTo>
                    <a:pt x="19151" y="82485"/>
                  </a:lnTo>
                  <a:lnTo>
                    <a:pt x="16749" y="87245"/>
                  </a:lnTo>
                  <a:lnTo>
                    <a:pt x="14499" y="92078"/>
                  </a:lnTo>
                  <a:lnTo>
                    <a:pt x="12405" y="96981"/>
                  </a:lnTo>
                  <a:lnTo>
                    <a:pt x="10469" y="101948"/>
                  </a:lnTo>
                  <a:lnTo>
                    <a:pt x="8691" y="106974"/>
                  </a:lnTo>
                  <a:lnTo>
                    <a:pt x="7075" y="112054"/>
                  </a:lnTo>
                  <a:lnTo>
                    <a:pt x="5622" y="117183"/>
                  </a:lnTo>
                  <a:lnTo>
                    <a:pt x="4333" y="122356"/>
                  </a:lnTo>
                  <a:lnTo>
                    <a:pt x="3210" y="127568"/>
                  </a:lnTo>
                  <a:lnTo>
                    <a:pt x="2253" y="132812"/>
                  </a:lnTo>
                  <a:lnTo>
                    <a:pt x="1464" y="138085"/>
                  </a:lnTo>
                  <a:lnTo>
                    <a:pt x="844" y="143380"/>
                  </a:lnTo>
                  <a:lnTo>
                    <a:pt x="393" y="148692"/>
                  </a:lnTo>
                  <a:lnTo>
                    <a:pt x="111" y="154016"/>
                  </a:lnTo>
                  <a:lnTo>
                    <a:pt x="0" y="159346"/>
                  </a:lnTo>
                  <a:lnTo>
                    <a:pt x="58" y="164676"/>
                  </a:lnTo>
                  <a:lnTo>
                    <a:pt x="286" y="170003"/>
                  </a:lnTo>
                  <a:lnTo>
                    <a:pt x="684" y="175319"/>
                  </a:lnTo>
                  <a:lnTo>
                    <a:pt x="1251" y="180620"/>
                  </a:lnTo>
                  <a:lnTo>
                    <a:pt x="1988" y="185900"/>
                  </a:lnTo>
                  <a:lnTo>
                    <a:pt x="2892" y="191154"/>
                  </a:lnTo>
                  <a:lnTo>
                    <a:pt x="3963" y="196376"/>
                  </a:lnTo>
                  <a:lnTo>
                    <a:pt x="5200" y="201562"/>
                  </a:lnTo>
                  <a:lnTo>
                    <a:pt x="6602" y="206706"/>
                  </a:lnTo>
                  <a:lnTo>
                    <a:pt x="8167" y="211802"/>
                  </a:lnTo>
                  <a:lnTo>
                    <a:pt x="9894" y="216846"/>
                  </a:lnTo>
                  <a:lnTo>
                    <a:pt x="11780" y="221832"/>
                  </a:lnTo>
                  <a:lnTo>
                    <a:pt x="13825" y="226755"/>
                  </a:lnTo>
                  <a:lnTo>
                    <a:pt x="16026" y="231611"/>
                  </a:lnTo>
                  <a:lnTo>
                    <a:pt x="18381" y="236394"/>
                  </a:lnTo>
                  <a:lnTo>
                    <a:pt x="20886" y="241099"/>
                  </a:lnTo>
                  <a:lnTo>
                    <a:pt x="23541" y="245723"/>
                  </a:lnTo>
                  <a:lnTo>
                    <a:pt x="26342" y="250259"/>
                  </a:lnTo>
                  <a:lnTo>
                    <a:pt x="29286" y="254703"/>
                  </a:lnTo>
                  <a:lnTo>
                    <a:pt x="32370" y="259052"/>
                  </a:lnTo>
                  <a:lnTo>
                    <a:pt x="35591" y="263300"/>
                  </a:lnTo>
                  <a:lnTo>
                    <a:pt x="38946" y="267443"/>
                  </a:lnTo>
                  <a:lnTo>
                    <a:pt x="42431" y="271477"/>
                  </a:lnTo>
                  <a:lnTo>
                    <a:pt x="46044" y="275398"/>
                  </a:lnTo>
                  <a:lnTo>
                    <a:pt x="49779" y="279201"/>
                  </a:lnTo>
                  <a:lnTo>
                    <a:pt x="53634" y="282884"/>
                  </a:lnTo>
                  <a:lnTo>
                    <a:pt x="57604" y="286442"/>
                  </a:lnTo>
                  <a:lnTo>
                    <a:pt x="61686" y="289871"/>
                  </a:lnTo>
                  <a:lnTo>
                    <a:pt x="65875" y="293168"/>
                  </a:lnTo>
                  <a:lnTo>
                    <a:pt x="70167" y="296331"/>
                  </a:lnTo>
                  <a:lnTo>
                    <a:pt x="74558" y="299354"/>
                  </a:lnTo>
                  <a:lnTo>
                    <a:pt x="79043" y="302237"/>
                  </a:lnTo>
                  <a:lnTo>
                    <a:pt x="83617" y="304974"/>
                  </a:lnTo>
                  <a:lnTo>
                    <a:pt x="88277" y="307565"/>
                  </a:lnTo>
                  <a:lnTo>
                    <a:pt x="93016" y="310005"/>
                  </a:lnTo>
                  <a:lnTo>
                    <a:pt x="97832" y="312294"/>
                  </a:lnTo>
                  <a:lnTo>
                    <a:pt x="102717" y="314427"/>
                  </a:lnTo>
                  <a:lnTo>
                    <a:pt x="107668" y="316404"/>
                  </a:lnTo>
                  <a:lnTo>
                    <a:pt x="112680" y="318221"/>
                  </a:lnTo>
                  <a:lnTo>
                    <a:pt x="117747" y="319878"/>
                  </a:lnTo>
                  <a:lnTo>
                    <a:pt x="122865" y="321373"/>
                  </a:lnTo>
                  <a:lnTo>
                    <a:pt x="128027" y="322704"/>
                  </a:lnTo>
                  <a:lnTo>
                    <a:pt x="133229" y="323869"/>
                  </a:lnTo>
                  <a:lnTo>
                    <a:pt x="138466" y="324868"/>
                  </a:lnTo>
                  <a:lnTo>
                    <a:pt x="143732" y="325699"/>
                  </a:lnTo>
                  <a:lnTo>
                    <a:pt x="149022" y="326362"/>
                  </a:lnTo>
                  <a:lnTo>
                    <a:pt x="154330" y="326856"/>
                  </a:lnTo>
                  <a:lnTo>
                    <a:pt x="159651" y="327181"/>
                  </a:lnTo>
                  <a:lnTo>
                    <a:pt x="164980" y="327335"/>
                  </a:lnTo>
                  <a:lnTo>
                    <a:pt x="167165" y="1601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84031" y="941493"/>
              <a:ext cx="169344" cy="334320"/>
            </a:xfrm>
            <a:custGeom>
              <a:avLst/>
              <a:pathLst>
                <a:path w="169344" h="334320">
                  <a:moveTo>
                    <a:pt x="0" y="334320"/>
                  </a:moveTo>
                  <a:lnTo>
                    <a:pt x="5326" y="334305"/>
                  </a:lnTo>
                  <a:lnTo>
                    <a:pt x="10649" y="334120"/>
                  </a:lnTo>
                  <a:lnTo>
                    <a:pt x="15964" y="333765"/>
                  </a:lnTo>
                  <a:lnTo>
                    <a:pt x="21265" y="333242"/>
                  </a:lnTo>
                  <a:lnTo>
                    <a:pt x="26547" y="332550"/>
                  </a:lnTo>
                  <a:lnTo>
                    <a:pt x="31803" y="331689"/>
                  </a:lnTo>
                  <a:lnTo>
                    <a:pt x="37030" y="330662"/>
                  </a:lnTo>
                  <a:lnTo>
                    <a:pt x="42221" y="329469"/>
                  </a:lnTo>
                  <a:lnTo>
                    <a:pt x="47372" y="328111"/>
                  </a:lnTo>
                  <a:lnTo>
                    <a:pt x="52476" y="326590"/>
                  </a:lnTo>
                  <a:lnTo>
                    <a:pt x="57530" y="324907"/>
                  </a:lnTo>
                  <a:lnTo>
                    <a:pt x="62528" y="323063"/>
                  </a:lnTo>
                  <a:lnTo>
                    <a:pt x="67464" y="321062"/>
                  </a:lnTo>
                  <a:lnTo>
                    <a:pt x="72334" y="318904"/>
                  </a:lnTo>
                  <a:lnTo>
                    <a:pt x="77132" y="316592"/>
                  </a:lnTo>
                  <a:lnTo>
                    <a:pt x="81855" y="314128"/>
                  </a:lnTo>
                  <a:lnTo>
                    <a:pt x="86497" y="311515"/>
                  </a:lnTo>
                  <a:lnTo>
                    <a:pt x="91053" y="308756"/>
                  </a:lnTo>
                  <a:lnTo>
                    <a:pt x="95519" y="305852"/>
                  </a:lnTo>
                  <a:lnTo>
                    <a:pt x="99890" y="302808"/>
                  </a:lnTo>
                  <a:lnTo>
                    <a:pt x="104162" y="299627"/>
                  </a:lnTo>
                  <a:lnTo>
                    <a:pt x="108330" y="296310"/>
                  </a:lnTo>
                  <a:lnTo>
                    <a:pt x="112391" y="292863"/>
                  </a:lnTo>
                  <a:lnTo>
                    <a:pt x="116339" y="289288"/>
                  </a:lnTo>
                  <a:lnTo>
                    <a:pt x="120172" y="285589"/>
                  </a:lnTo>
                  <a:lnTo>
                    <a:pt x="123885" y="281770"/>
                  </a:lnTo>
                  <a:lnTo>
                    <a:pt x="127475" y="277834"/>
                  </a:lnTo>
                  <a:lnTo>
                    <a:pt x="130937" y="273786"/>
                  </a:lnTo>
                  <a:lnTo>
                    <a:pt x="134269" y="269630"/>
                  </a:lnTo>
                  <a:lnTo>
                    <a:pt x="137466" y="265370"/>
                  </a:lnTo>
                  <a:lnTo>
                    <a:pt x="140526" y="261010"/>
                  </a:lnTo>
                  <a:lnTo>
                    <a:pt x="143446" y="256555"/>
                  </a:lnTo>
                  <a:lnTo>
                    <a:pt x="146222" y="252009"/>
                  </a:lnTo>
                  <a:lnTo>
                    <a:pt x="148852" y="247377"/>
                  </a:lnTo>
                  <a:lnTo>
                    <a:pt x="151333" y="242663"/>
                  </a:lnTo>
                  <a:lnTo>
                    <a:pt x="153662" y="237873"/>
                  </a:lnTo>
                  <a:lnTo>
                    <a:pt x="155838" y="233011"/>
                  </a:lnTo>
                  <a:lnTo>
                    <a:pt x="157858" y="228082"/>
                  </a:lnTo>
                  <a:lnTo>
                    <a:pt x="159720" y="223092"/>
                  </a:lnTo>
                  <a:lnTo>
                    <a:pt x="161421" y="218044"/>
                  </a:lnTo>
                  <a:lnTo>
                    <a:pt x="162962" y="212945"/>
                  </a:lnTo>
                  <a:lnTo>
                    <a:pt x="164338" y="207800"/>
                  </a:lnTo>
                  <a:lnTo>
                    <a:pt x="165551" y="202613"/>
                  </a:lnTo>
                  <a:lnTo>
                    <a:pt x="166597" y="197390"/>
                  </a:lnTo>
                  <a:lnTo>
                    <a:pt x="167476" y="192136"/>
                  </a:lnTo>
                  <a:lnTo>
                    <a:pt x="168188" y="186857"/>
                  </a:lnTo>
                  <a:lnTo>
                    <a:pt x="168731" y="181559"/>
                  </a:lnTo>
                  <a:lnTo>
                    <a:pt x="169105" y="176245"/>
                  </a:lnTo>
                  <a:lnTo>
                    <a:pt x="169310" y="170922"/>
                  </a:lnTo>
                  <a:lnTo>
                    <a:pt x="169344" y="165596"/>
                  </a:lnTo>
                  <a:lnTo>
                    <a:pt x="169209" y="160271"/>
                  </a:lnTo>
                  <a:lnTo>
                    <a:pt x="168905" y="154953"/>
                  </a:lnTo>
                  <a:lnTo>
                    <a:pt x="168431" y="149648"/>
                  </a:lnTo>
                  <a:lnTo>
                    <a:pt x="167789" y="144360"/>
                  </a:lnTo>
                  <a:lnTo>
                    <a:pt x="166978" y="139095"/>
                  </a:lnTo>
                  <a:lnTo>
                    <a:pt x="166000" y="133859"/>
                  </a:lnTo>
                  <a:lnTo>
                    <a:pt x="164856" y="128657"/>
                  </a:lnTo>
                  <a:lnTo>
                    <a:pt x="163546" y="123494"/>
                  </a:lnTo>
                  <a:lnTo>
                    <a:pt x="162073" y="118375"/>
                  </a:lnTo>
                  <a:lnTo>
                    <a:pt x="160437" y="113306"/>
                  </a:lnTo>
                  <a:lnTo>
                    <a:pt x="158641" y="108291"/>
                  </a:lnTo>
                  <a:lnTo>
                    <a:pt x="156686" y="103337"/>
                  </a:lnTo>
                  <a:lnTo>
                    <a:pt x="154573" y="98447"/>
                  </a:lnTo>
                  <a:lnTo>
                    <a:pt x="152307" y="93626"/>
                  </a:lnTo>
                  <a:lnTo>
                    <a:pt x="149887" y="88881"/>
                  </a:lnTo>
                  <a:lnTo>
                    <a:pt x="147318" y="84215"/>
                  </a:lnTo>
                  <a:lnTo>
                    <a:pt x="144602" y="79633"/>
                  </a:lnTo>
                  <a:lnTo>
                    <a:pt x="141741" y="75140"/>
                  </a:lnTo>
                  <a:lnTo>
                    <a:pt x="138738" y="70740"/>
                  </a:lnTo>
                  <a:lnTo>
                    <a:pt x="135596" y="66439"/>
                  </a:lnTo>
                  <a:lnTo>
                    <a:pt x="132319" y="62239"/>
                  </a:lnTo>
                  <a:lnTo>
                    <a:pt x="128910" y="58147"/>
                  </a:lnTo>
                  <a:lnTo>
                    <a:pt x="125373" y="54164"/>
                  </a:lnTo>
                  <a:lnTo>
                    <a:pt x="121710" y="50297"/>
                  </a:lnTo>
                  <a:lnTo>
                    <a:pt x="117926" y="46548"/>
                  </a:lnTo>
                  <a:lnTo>
                    <a:pt x="114024" y="42922"/>
                  </a:lnTo>
                  <a:lnTo>
                    <a:pt x="110009" y="39422"/>
                  </a:lnTo>
                  <a:lnTo>
                    <a:pt x="105884" y="36051"/>
                  </a:lnTo>
                  <a:lnTo>
                    <a:pt x="101654" y="32814"/>
                  </a:lnTo>
                  <a:lnTo>
                    <a:pt x="97323" y="29713"/>
                  </a:lnTo>
                  <a:lnTo>
                    <a:pt x="92896" y="26752"/>
                  </a:lnTo>
                  <a:lnTo>
                    <a:pt x="88376" y="23933"/>
                  </a:lnTo>
                  <a:lnTo>
                    <a:pt x="83769" y="21260"/>
                  </a:lnTo>
                  <a:lnTo>
                    <a:pt x="79079" y="18735"/>
                  </a:lnTo>
                  <a:lnTo>
                    <a:pt x="74311" y="16360"/>
                  </a:lnTo>
                  <a:lnTo>
                    <a:pt x="69470" y="14139"/>
                  </a:lnTo>
                  <a:lnTo>
                    <a:pt x="64560" y="12073"/>
                  </a:lnTo>
                  <a:lnTo>
                    <a:pt x="59587" y="10164"/>
                  </a:lnTo>
                  <a:lnTo>
                    <a:pt x="54556" y="8415"/>
                  </a:lnTo>
                  <a:lnTo>
                    <a:pt x="49471" y="6827"/>
                  </a:lnTo>
                  <a:lnTo>
                    <a:pt x="44339" y="5402"/>
                  </a:lnTo>
                  <a:lnTo>
                    <a:pt x="39164" y="4141"/>
                  </a:lnTo>
                  <a:lnTo>
                    <a:pt x="33951" y="3046"/>
                  </a:lnTo>
                  <a:lnTo>
                    <a:pt x="28706" y="2117"/>
                  </a:lnTo>
                  <a:lnTo>
                    <a:pt x="23434" y="1356"/>
                  </a:lnTo>
                  <a:lnTo>
                    <a:pt x="18140" y="763"/>
                  </a:lnTo>
                  <a:lnTo>
                    <a:pt x="12831" y="339"/>
                  </a:lnTo>
                  <a:lnTo>
                    <a:pt x="7510" y="84"/>
                  </a:lnTo>
                  <a:lnTo>
                    <a:pt x="2184" y="0"/>
                  </a:lnTo>
                  <a:lnTo>
                    <a:pt x="218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40" y="1071028"/>
              <a:ext cx="167161" cy="168604"/>
            </a:xfrm>
            <a:custGeom>
              <a:avLst/>
              <a:pathLst>
                <a:path w="167161" h="168604">
                  <a:moveTo>
                    <a:pt x="167161" y="0"/>
                  </a:moveTo>
                  <a:lnTo>
                    <a:pt x="161773" y="86"/>
                  </a:lnTo>
                  <a:lnTo>
                    <a:pt x="156392" y="347"/>
                  </a:lnTo>
                  <a:lnTo>
                    <a:pt x="151021" y="780"/>
                  </a:lnTo>
                  <a:lnTo>
                    <a:pt x="145667" y="1387"/>
                  </a:lnTo>
                  <a:lnTo>
                    <a:pt x="140336" y="2166"/>
                  </a:lnTo>
                  <a:lnTo>
                    <a:pt x="135033" y="3116"/>
                  </a:lnTo>
                  <a:lnTo>
                    <a:pt x="129762" y="4237"/>
                  </a:lnTo>
                  <a:lnTo>
                    <a:pt x="124531" y="5526"/>
                  </a:lnTo>
                  <a:lnTo>
                    <a:pt x="119344" y="6984"/>
                  </a:lnTo>
                  <a:lnTo>
                    <a:pt x="114207" y="8608"/>
                  </a:lnTo>
                  <a:lnTo>
                    <a:pt x="109124" y="10397"/>
                  </a:lnTo>
                  <a:lnTo>
                    <a:pt x="104102" y="12349"/>
                  </a:lnTo>
                  <a:lnTo>
                    <a:pt x="99146" y="14462"/>
                  </a:lnTo>
                  <a:lnTo>
                    <a:pt x="94260" y="16733"/>
                  </a:lnTo>
                  <a:lnTo>
                    <a:pt x="89450" y="19160"/>
                  </a:lnTo>
                  <a:lnTo>
                    <a:pt x="84720" y="21742"/>
                  </a:lnTo>
                  <a:lnTo>
                    <a:pt x="80076" y="24474"/>
                  </a:lnTo>
                  <a:lnTo>
                    <a:pt x="75523" y="27355"/>
                  </a:lnTo>
                  <a:lnTo>
                    <a:pt x="71065" y="30380"/>
                  </a:lnTo>
                  <a:lnTo>
                    <a:pt x="66707" y="33548"/>
                  </a:lnTo>
                  <a:lnTo>
                    <a:pt x="62453" y="36855"/>
                  </a:lnTo>
                  <a:lnTo>
                    <a:pt x="58307" y="40297"/>
                  </a:lnTo>
                  <a:lnTo>
                    <a:pt x="54275" y="43871"/>
                  </a:lnTo>
                  <a:lnTo>
                    <a:pt x="50361" y="47573"/>
                  </a:lnTo>
                  <a:lnTo>
                    <a:pt x="46567" y="51399"/>
                  </a:lnTo>
                  <a:lnTo>
                    <a:pt x="42899" y="55346"/>
                  </a:lnTo>
                  <a:lnTo>
                    <a:pt x="39360" y="59409"/>
                  </a:lnTo>
                  <a:lnTo>
                    <a:pt x="35953" y="63583"/>
                  </a:lnTo>
                  <a:lnTo>
                    <a:pt x="32683" y="67865"/>
                  </a:lnTo>
                  <a:lnTo>
                    <a:pt x="29553" y="72251"/>
                  </a:lnTo>
                  <a:lnTo>
                    <a:pt x="26566" y="76735"/>
                  </a:lnTo>
                  <a:lnTo>
                    <a:pt x="23724" y="81313"/>
                  </a:lnTo>
                  <a:lnTo>
                    <a:pt x="21032" y="85980"/>
                  </a:lnTo>
                  <a:lnTo>
                    <a:pt x="18492" y="90731"/>
                  </a:lnTo>
                  <a:lnTo>
                    <a:pt x="16105" y="95562"/>
                  </a:lnTo>
                  <a:lnTo>
                    <a:pt x="13876" y="100467"/>
                  </a:lnTo>
                  <a:lnTo>
                    <a:pt x="11806" y="105442"/>
                  </a:lnTo>
                  <a:lnTo>
                    <a:pt x="9898" y="110481"/>
                  </a:lnTo>
                  <a:lnTo>
                    <a:pt x="8153" y="115578"/>
                  </a:lnTo>
                  <a:lnTo>
                    <a:pt x="6573" y="120729"/>
                  </a:lnTo>
                  <a:lnTo>
                    <a:pt x="5160" y="125929"/>
                  </a:lnTo>
                  <a:lnTo>
                    <a:pt x="3915" y="131171"/>
                  </a:lnTo>
                  <a:lnTo>
                    <a:pt x="2840" y="136450"/>
                  </a:lnTo>
                  <a:lnTo>
                    <a:pt x="1935" y="141762"/>
                  </a:lnTo>
                  <a:lnTo>
                    <a:pt x="1202" y="147100"/>
                  </a:lnTo>
                  <a:lnTo>
                    <a:pt x="642" y="152459"/>
                  </a:lnTo>
                  <a:lnTo>
                    <a:pt x="254" y="157833"/>
                  </a:lnTo>
                  <a:lnTo>
                    <a:pt x="40" y="163216"/>
                  </a:lnTo>
                  <a:lnTo>
                    <a:pt x="0" y="168604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340" y="1238196"/>
              <a:ext cx="167161" cy="1437"/>
            </a:xfrm>
            <a:custGeom>
              <a:avLst/>
              <a:pathLst>
                <a:path w="167161" h="1437">
                  <a:moveTo>
                    <a:pt x="0" y="1437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40" y="1073683"/>
              <a:ext cx="334328" cy="331668"/>
            </a:xfrm>
            <a:custGeom>
              <a:avLst/>
              <a:pathLst>
                <a:path w="334328" h="331668">
                  <a:moveTo>
                    <a:pt x="0" y="165949"/>
                  </a:moveTo>
                  <a:lnTo>
                    <a:pt x="129" y="171238"/>
                  </a:lnTo>
                  <a:lnTo>
                    <a:pt x="425" y="176519"/>
                  </a:lnTo>
                  <a:lnTo>
                    <a:pt x="889" y="181789"/>
                  </a:lnTo>
                  <a:lnTo>
                    <a:pt x="1518" y="187041"/>
                  </a:lnTo>
                  <a:lnTo>
                    <a:pt x="2314" y="192271"/>
                  </a:lnTo>
                  <a:lnTo>
                    <a:pt x="3275" y="197473"/>
                  </a:lnTo>
                  <a:lnTo>
                    <a:pt x="4400" y="202642"/>
                  </a:lnTo>
                  <a:lnTo>
                    <a:pt x="5688" y="207772"/>
                  </a:lnTo>
                  <a:lnTo>
                    <a:pt x="7138" y="212860"/>
                  </a:lnTo>
                  <a:lnTo>
                    <a:pt x="8747" y="217899"/>
                  </a:lnTo>
                  <a:lnTo>
                    <a:pt x="10516" y="222884"/>
                  </a:lnTo>
                  <a:lnTo>
                    <a:pt x="12441" y="227812"/>
                  </a:lnTo>
                  <a:lnTo>
                    <a:pt x="14522" y="232675"/>
                  </a:lnTo>
                  <a:lnTo>
                    <a:pt x="16755" y="237471"/>
                  </a:lnTo>
                  <a:lnTo>
                    <a:pt x="19138" y="242193"/>
                  </a:lnTo>
                  <a:lnTo>
                    <a:pt x="21670" y="246838"/>
                  </a:lnTo>
                  <a:lnTo>
                    <a:pt x="24348" y="251400"/>
                  </a:lnTo>
                  <a:lnTo>
                    <a:pt x="27169" y="255875"/>
                  </a:lnTo>
                  <a:lnTo>
                    <a:pt x="30130" y="260259"/>
                  </a:lnTo>
                  <a:lnTo>
                    <a:pt x="33228" y="264546"/>
                  </a:lnTo>
                  <a:lnTo>
                    <a:pt x="36460" y="268734"/>
                  </a:lnTo>
                  <a:lnTo>
                    <a:pt x="39823" y="272817"/>
                  </a:lnTo>
                  <a:lnTo>
                    <a:pt x="43313" y="276792"/>
                  </a:lnTo>
                  <a:lnTo>
                    <a:pt x="46928" y="280654"/>
                  </a:lnTo>
                  <a:lnTo>
                    <a:pt x="50663" y="284400"/>
                  </a:lnTo>
                  <a:lnTo>
                    <a:pt x="54515" y="288026"/>
                  </a:lnTo>
                  <a:lnTo>
                    <a:pt x="58479" y="291529"/>
                  </a:lnTo>
                  <a:lnTo>
                    <a:pt x="62552" y="294904"/>
                  </a:lnTo>
                  <a:lnTo>
                    <a:pt x="66730" y="298148"/>
                  </a:lnTo>
                  <a:lnTo>
                    <a:pt x="71009" y="301259"/>
                  </a:lnTo>
                  <a:lnTo>
                    <a:pt x="75384" y="304233"/>
                  </a:lnTo>
                  <a:lnTo>
                    <a:pt x="79851" y="307067"/>
                  </a:lnTo>
                  <a:lnTo>
                    <a:pt x="84405" y="309758"/>
                  </a:lnTo>
                  <a:lnTo>
                    <a:pt x="89042" y="312304"/>
                  </a:lnTo>
                  <a:lnTo>
                    <a:pt x="93757" y="314702"/>
                  </a:lnTo>
                  <a:lnTo>
                    <a:pt x="98546" y="316949"/>
                  </a:lnTo>
                  <a:lnTo>
                    <a:pt x="103404" y="319044"/>
                  </a:lnTo>
                  <a:lnTo>
                    <a:pt x="108325" y="320983"/>
                  </a:lnTo>
                  <a:lnTo>
                    <a:pt x="113305" y="322767"/>
                  </a:lnTo>
                  <a:lnTo>
                    <a:pt x="118339" y="324391"/>
                  </a:lnTo>
                  <a:lnTo>
                    <a:pt x="123422" y="325856"/>
                  </a:lnTo>
                  <a:lnTo>
                    <a:pt x="128549" y="327159"/>
                  </a:lnTo>
                  <a:lnTo>
                    <a:pt x="133715" y="328300"/>
                  </a:lnTo>
                  <a:lnTo>
                    <a:pt x="138914" y="329276"/>
                  </a:lnTo>
                  <a:lnTo>
                    <a:pt x="144141" y="330087"/>
                  </a:lnTo>
                  <a:lnTo>
                    <a:pt x="149392" y="330732"/>
                  </a:lnTo>
                  <a:lnTo>
                    <a:pt x="154660" y="331211"/>
                  </a:lnTo>
                  <a:lnTo>
                    <a:pt x="159941" y="331524"/>
                  </a:lnTo>
                  <a:lnTo>
                    <a:pt x="165228" y="331668"/>
                  </a:lnTo>
                  <a:lnTo>
                    <a:pt x="170518" y="331646"/>
                  </a:lnTo>
                  <a:lnTo>
                    <a:pt x="175805" y="331456"/>
                  </a:lnTo>
                  <a:lnTo>
                    <a:pt x="181083" y="331099"/>
                  </a:lnTo>
                  <a:lnTo>
                    <a:pt x="186347" y="330575"/>
                  </a:lnTo>
                  <a:lnTo>
                    <a:pt x="191591" y="329885"/>
                  </a:lnTo>
                  <a:lnTo>
                    <a:pt x="196811" y="329029"/>
                  </a:lnTo>
                  <a:lnTo>
                    <a:pt x="202002" y="328008"/>
                  </a:lnTo>
                  <a:lnTo>
                    <a:pt x="207158" y="326824"/>
                  </a:lnTo>
                  <a:lnTo>
                    <a:pt x="212273" y="325477"/>
                  </a:lnTo>
                  <a:lnTo>
                    <a:pt x="217344" y="323969"/>
                  </a:lnTo>
                  <a:lnTo>
                    <a:pt x="222364" y="322302"/>
                  </a:lnTo>
                  <a:lnTo>
                    <a:pt x="227329" y="320476"/>
                  </a:lnTo>
                  <a:lnTo>
                    <a:pt x="232233" y="318494"/>
                  </a:lnTo>
                  <a:lnTo>
                    <a:pt x="237073" y="316358"/>
                  </a:lnTo>
                  <a:lnTo>
                    <a:pt x="241842" y="314070"/>
                  </a:lnTo>
                  <a:lnTo>
                    <a:pt x="246537" y="311632"/>
                  </a:lnTo>
                  <a:lnTo>
                    <a:pt x="251152" y="309047"/>
                  </a:lnTo>
                  <a:lnTo>
                    <a:pt x="255683" y="306317"/>
                  </a:lnTo>
                  <a:lnTo>
                    <a:pt x="260126" y="303445"/>
                  </a:lnTo>
                  <a:lnTo>
                    <a:pt x="264475" y="300434"/>
                  </a:lnTo>
                  <a:lnTo>
                    <a:pt x="268727" y="297287"/>
                  </a:lnTo>
                  <a:lnTo>
                    <a:pt x="272877" y="294007"/>
                  </a:lnTo>
                  <a:lnTo>
                    <a:pt x="276922" y="290597"/>
                  </a:lnTo>
                  <a:lnTo>
                    <a:pt x="280856" y="287061"/>
                  </a:lnTo>
                  <a:lnTo>
                    <a:pt x="284677" y="283403"/>
                  </a:lnTo>
                  <a:lnTo>
                    <a:pt x="288379" y="279625"/>
                  </a:lnTo>
                  <a:lnTo>
                    <a:pt x="291961" y="275732"/>
                  </a:lnTo>
                  <a:lnTo>
                    <a:pt x="295418" y="271728"/>
                  </a:lnTo>
                  <a:lnTo>
                    <a:pt x="298746" y="267616"/>
                  </a:lnTo>
                  <a:lnTo>
                    <a:pt x="301942" y="263401"/>
                  </a:lnTo>
                  <a:lnTo>
                    <a:pt x="305003" y="259087"/>
                  </a:lnTo>
                  <a:lnTo>
                    <a:pt x="307927" y="254678"/>
                  </a:lnTo>
                  <a:lnTo>
                    <a:pt x="310709" y="250179"/>
                  </a:lnTo>
                  <a:lnTo>
                    <a:pt x="313348" y="245594"/>
                  </a:lnTo>
                  <a:lnTo>
                    <a:pt x="315840" y="240928"/>
                  </a:lnTo>
                  <a:lnTo>
                    <a:pt x="318184" y="236186"/>
                  </a:lnTo>
                  <a:lnTo>
                    <a:pt x="320376" y="231371"/>
                  </a:lnTo>
                  <a:lnTo>
                    <a:pt x="322414" y="226490"/>
                  </a:lnTo>
                  <a:lnTo>
                    <a:pt x="324298" y="221547"/>
                  </a:lnTo>
                  <a:lnTo>
                    <a:pt x="326024" y="216546"/>
                  </a:lnTo>
                  <a:lnTo>
                    <a:pt x="327590" y="211494"/>
                  </a:lnTo>
                  <a:lnTo>
                    <a:pt x="328997" y="206394"/>
                  </a:lnTo>
                  <a:lnTo>
                    <a:pt x="330241" y="201253"/>
                  </a:lnTo>
                  <a:lnTo>
                    <a:pt x="331322" y="196074"/>
                  </a:lnTo>
                  <a:lnTo>
                    <a:pt x="332238" y="190864"/>
                  </a:lnTo>
                  <a:lnTo>
                    <a:pt x="332989" y="185628"/>
                  </a:lnTo>
                  <a:lnTo>
                    <a:pt x="333574" y="180371"/>
                  </a:lnTo>
                  <a:lnTo>
                    <a:pt x="333993" y="175097"/>
                  </a:lnTo>
                  <a:lnTo>
                    <a:pt x="334244" y="169813"/>
                  </a:lnTo>
                  <a:lnTo>
                    <a:pt x="334328" y="164524"/>
                  </a:lnTo>
                  <a:lnTo>
                    <a:pt x="334245" y="159235"/>
                  </a:lnTo>
                  <a:lnTo>
                    <a:pt x="333994" y="153951"/>
                  </a:lnTo>
                  <a:lnTo>
                    <a:pt x="333577" y="148677"/>
                  </a:lnTo>
                  <a:lnTo>
                    <a:pt x="332992" y="143420"/>
                  </a:lnTo>
                  <a:lnTo>
                    <a:pt x="332242" y="138184"/>
                  </a:lnTo>
                  <a:lnTo>
                    <a:pt x="331326" y="132973"/>
                  </a:lnTo>
                  <a:lnTo>
                    <a:pt x="330246" y="127795"/>
                  </a:lnTo>
                  <a:lnTo>
                    <a:pt x="329003" y="122653"/>
                  </a:lnTo>
                  <a:lnTo>
                    <a:pt x="327597" y="117554"/>
                  </a:lnTo>
                  <a:lnTo>
                    <a:pt x="326031" y="112501"/>
                  </a:lnTo>
                  <a:lnTo>
                    <a:pt x="324306" y="107500"/>
                  </a:lnTo>
                  <a:lnTo>
                    <a:pt x="322423" y="102557"/>
                  </a:lnTo>
                  <a:lnTo>
                    <a:pt x="320385" y="97675"/>
                  </a:lnTo>
                  <a:lnTo>
                    <a:pt x="318194" y="92860"/>
                  </a:lnTo>
                  <a:lnTo>
                    <a:pt x="315851" y="88117"/>
                  </a:lnTo>
                  <a:lnTo>
                    <a:pt x="313359" y="83451"/>
                  </a:lnTo>
                  <a:lnTo>
                    <a:pt x="310721" y="78866"/>
                  </a:lnTo>
                  <a:lnTo>
                    <a:pt x="307940" y="74366"/>
                  </a:lnTo>
                  <a:lnTo>
                    <a:pt x="305017" y="69957"/>
                  </a:lnTo>
                  <a:lnTo>
                    <a:pt x="301956" y="65643"/>
                  </a:lnTo>
                  <a:lnTo>
                    <a:pt x="298760" y="61427"/>
                  </a:lnTo>
                  <a:lnTo>
                    <a:pt x="295433" y="57315"/>
                  </a:lnTo>
                  <a:lnTo>
                    <a:pt x="291977" y="53310"/>
                  </a:lnTo>
                  <a:lnTo>
                    <a:pt x="288396" y="49417"/>
                  </a:lnTo>
                  <a:lnTo>
                    <a:pt x="284694" y="45638"/>
                  </a:lnTo>
                  <a:lnTo>
                    <a:pt x="280874" y="41979"/>
                  </a:lnTo>
                  <a:lnTo>
                    <a:pt x="276940" y="38442"/>
                  </a:lnTo>
                  <a:lnTo>
                    <a:pt x="272896" y="35032"/>
                  </a:lnTo>
                  <a:lnTo>
                    <a:pt x="268746" y="31751"/>
                  </a:lnTo>
                  <a:lnTo>
                    <a:pt x="264495" y="28604"/>
                  </a:lnTo>
                  <a:lnTo>
                    <a:pt x="260146" y="25592"/>
                  </a:lnTo>
                  <a:lnTo>
                    <a:pt x="255704" y="22720"/>
                  </a:lnTo>
                  <a:lnTo>
                    <a:pt x="251173" y="19989"/>
                  </a:lnTo>
                  <a:lnTo>
                    <a:pt x="246558" y="17403"/>
                  </a:lnTo>
                  <a:lnTo>
                    <a:pt x="241864" y="14965"/>
                  </a:lnTo>
                  <a:lnTo>
                    <a:pt x="237095" y="12676"/>
                  </a:lnTo>
                  <a:lnTo>
                    <a:pt x="232255" y="10539"/>
                  </a:lnTo>
                  <a:lnTo>
                    <a:pt x="227351" y="8557"/>
                  </a:lnTo>
                  <a:lnTo>
                    <a:pt x="222386" y="6730"/>
                  </a:lnTo>
                  <a:lnTo>
                    <a:pt x="217367" y="5062"/>
                  </a:lnTo>
                  <a:lnTo>
                    <a:pt x="212296" y="3553"/>
                  </a:lnTo>
                  <a:lnTo>
                    <a:pt x="207181" y="2206"/>
                  </a:lnTo>
                  <a:lnTo>
                    <a:pt x="202025" y="1021"/>
                  </a:lnTo>
                  <a:lnTo>
                    <a:pt x="196835" y="0"/>
                  </a:lnTo>
                  <a:lnTo>
                    <a:pt x="167161" y="1645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29674" cy="167167"/>
            </a:xfrm>
            <a:custGeom>
              <a:avLst/>
              <a:pathLst>
                <a:path w="29674" h="167167">
                  <a:moveTo>
                    <a:pt x="29674" y="2654"/>
                  </a:moveTo>
                  <a:lnTo>
                    <a:pt x="22307" y="1495"/>
                  </a:lnTo>
                  <a:lnTo>
                    <a:pt x="14896" y="665"/>
                  </a:lnTo>
                  <a:lnTo>
                    <a:pt x="7455" y="16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4957" y="1322571"/>
              <a:ext cx="53763" cy="167167"/>
            </a:xfrm>
            <a:custGeom>
              <a:avLst/>
              <a:pathLst>
                <a:path w="53763" h="167167">
                  <a:moveTo>
                    <a:pt x="53763" y="0"/>
                  </a:moveTo>
                  <a:lnTo>
                    <a:pt x="47683" y="110"/>
                  </a:lnTo>
                  <a:lnTo>
                    <a:pt x="41610" y="442"/>
                  </a:lnTo>
                  <a:lnTo>
                    <a:pt x="35554" y="994"/>
                  </a:lnTo>
                  <a:lnTo>
                    <a:pt x="29522" y="1767"/>
                  </a:lnTo>
                  <a:lnTo>
                    <a:pt x="23521" y="2758"/>
                  </a:lnTo>
                  <a:lnTo>
                    <a:pt x="17561" y="3967"/>
                  </a:lnTo>
                  <a:lnTo>
                    <a:pt x="11649" y="5391"/>
                  </a:lnTo>
                  <a:lnTo>
                    <a:pt x="5793" y="7030"/>
                  </a:lnTo>
                  <a:lnTo>
                    <a:pt x="0" y="8881"/>
                  </a:lnTo>
                  <a:lnTo>
                    <a:pt x="5376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4957" y="1331453"/>
              <a:ext cx="53763" cy="158285"/>
            </a:xfrm>
            <a:custGeom>
              <a:avLst/>
              <a:pathLst>
                <a:path w="53763" h="158285">
                  <a:moveTo>
                    <a:pt x="0" y="0"/>
                  </a:moveTo>
                  <a:lnTo>
                    <a:pt x="53763" y="1582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60" y="1331453"/>
              <a:ext cx="334311" cy="325452"/>
            </a:xfrm>
            <a:custGeom>
              <a:avLst/>
              <a:pathLst>
                <a:path w="334311" h="325452">
                  <a:moveTo>
                    <a:pt x="113396" y="0"/>
                  </a:moveTo>
                  <a:lnTo>
                    <a:pt x="108415" y="1780"/>
                  </a:lnTo>
                  <a:lnTo>
                    <a:pt x="103492" y="3717"/>
                  </a:lnTo>
                  <a:lnTo>
                    <a:pt x="98633" y="5809"/>
                  </a:lnTo>
                  <a:lnTo>
                    <a:pt x="93843" y="8054"/>
                  </a:lnTo>
                  <a:lnTo>
                    <a:pt x="89126" y="10449"/>
                  </a:lnTo>
                  <a:lnTo>
                    <a:pt x="84487" y="12992"/>
                  </a:lnTo>
                  <a:lnTo>
                    <a:pt x="79931" y="15681"/>
                  </a:lnTo>
                  <a:lnTo>
                    <a:pt x="75462" y="18512"/>
                  </a:lnTo>
                  <a:lnTo>
                    <a:pt x="71085" y="21484"/>
                  </a:lnTo>
                  <a:lnTo>
                    <a:pt x="66805" y="24592"/>
                  </a:lnTo>
                  <a:lnTo>
                    <a:pt x="62625" y="27835"/>
                  </a:lnTo>
                  <a:lnTo>
                    <a:pt x="58549" y="31208"/>
                  </a:lnTo>
                  <a:lnTo>
                    <a:pt x="54583" y="34708"/>
                  </a:lnTo>
                  <a:lnTo>
                    <a:pt x="50729" y="38332"/>
                  </a:lnTo>
                  <a:lnTo>
                    <a:pt x="46992" y="42077"/>
                  </a:lnTo>
                  <a:lnTo>
                    <a:pt x="43375" y="45937"/>
                  </a:lnTo>
                  <a:lnTo>
                    <a:pt x="39882" y="49910"/>
                  </a:lnTo>
                  <a:lnTo>
                    <a:pt x="36516" y="53992"/>
                  </a:lnTo>
                  <a:lnTo>
                    <a:pt x="33281" y="58178"/>
                  </a:lnTo>
                  <a:lnTo>
                    <a:pt x="30181" y="62464"/>
                  </a:lnTo>
                  <a:lnTo>
                    <a:pt x="27217" y="66847"/>
                  </a:lnTo>
                  <a:lnTo>
                    <a:pt x="24394" y="71320"/>
                  </a:lnTo>
                  <a:lnTo>
                    <a:pt x="21714" y="75881"/>
                  </a:lnTo>
                  <a:lnTo>
                    <a:pt x="19179" y="80525"/>
                  </a:lnTo>
                  <a:lnTo>
                    <a:pt x="16793" y="85246"/>
                  </a:lnTo>
                  <a:lnTo>
                    <a:pt x="14557" y="90041"/>
                  </a:lnTo>
                  <a:lnTo>
                    <a:pt x="12474" y="94904"/>
                  </a:lnTo>
                  <a:lnTo>
                    <a:pt x="10546" y="99830"/>
                  </a:lnTo>
                  <a:lnTo>
                    <a:pt x="8775" y="104815"/>
                  </a:lnTo>
                  <a:lnTo>
                    <a:pt x="7162" y="109853"/>
                  </a:lnTo>
                  <a:lnTo>
                    <a:pt x="5710" y="114940"/>
                  </a:lnTo>
                  <a:lnTo>
                    <a:pt x="4419" y="120071"/>
                  </a:lnTo>
                  <a:lnTo>
                    <a:pt x="3291" y="125239"/>
                  </a:lnTo>
                  <a:lnTo>
                    <a:pt x="2328" y="130441"/>
                  </a:lnTo>
                  <a:lnTo>
                    <a:pt x="1529" y="135671"/>
                  </a:lnTo>
                  <a:lnTo>
                    <a:pt x="897" y="140923"/>
                  </a:lnTo>
                  <a:lnTo>
                    <a:pt x="431" y="146192"/>
                  </a:lnTo>
                  <a:lnTo>
                    <a:pt x="131" y="151474"/>
                  </a:lnTo>
                  <a:lnTo>
                    <a:pt x="0" y="156763"/>
                  </a:lnTo>
                  <a:lnTo>
                    <a:pt x="35" y="162053"/>
                  </a:lnTo>
                  <a:lnTo>
                    <a:pt x="238" y="167339"/>
                  </a:lnTo>
                  <a:lnTo>
                    <a:pt x="608" y="172616"/>
                  </a:lnTo>
                  <a:lnTo>
                    <a:pt x="1145" y="177879"/>
                  </a:lnTo>
                  <a:lnTo>
                    <a:pt x="1848" y="183123"/>
                  </a:lnTo>
                  <a:lnTo>
                    <a:pt x="2717" y="188341"/>
                  </a:lnTo>
                  <a:lnTo>
                    <a:pt x="3750" y="193529"/>
                  </a:lnTo>
                  <a:lnTo>
                    <a:pt x="4947" y="198682"/>
                  </a:lnTo>
                  <a:lnTo>
                    <a:pt x="6307" y="203795"/>
                  </a:lnTo>
                  <a:lnTo>
                    <a:pt x="7827" y="208862"/>
                  </a:lnTo>
                  <a:lnTo>
                    <a:pt x="9507" y="213878"/>
                  </a:lnTo>
                  <a:lnTo>
                    <a:pt x="11345" y="218839"/>
                  </a:lnTo>
                  <a:lnTo>
                    <a:pt x="13339" y="223739"/>
                  </a:lnTo>
                  <a:lnTo>
                    <a:pt x="15487" y="228573"/>
                  </a:lnTo>
                  <a:lnTo>
                    <a:pt x="17787" y="233337"/>
                  </a:lnTo>
                  <a:lnTo>
                    <a:pt x="20237" y="238026"/>
                  </a:lnTo>
                  <a:lnTo>
                    <a:pt x="22834" y="242635"/>
                  </a:lnTo>
                  <a:lnTo>
                    <a:pt x="25575" y="247160"/>
                  </a:lnTo>
                  <a:lnTo>
                    <a:pt x="28458" y="251595"/>
                  </a:lnTo>
                  <a:lnTo>
                    <a:pt x="31480" y="255938"/>
                  </a:lnTo>
                  <a:lnTo>
                    <a:pt x="34638" y="260182"/>
                  </a:lnTo>
                  <a:lnTo>
                    <a:pt x="37929" y="264324"/>
                  </a:lnTo>
                  <a:lnTo>
                    <a:pt x="41349" y="268360"/>
                  </a:lnTo>
                  <a:lnTo>
                    <a:pt x="44895" y="272286"/>
                  </a:lnTo>
                  <a:lnTo>
                    <a:pt x="48563" y="276098"/>
                  </a:lnTo>
                  <a:lnTo>
                    <a:pt x="52350" y="279791"/>
                  </a:lnTo>
                  <a:lnTo>
                    <a:pt x="56253" y="283363"/>
                  </a:lnTo>
                  <a:lnTo>
                    <a:pt x="60266" y="286810"/>
                  </a:lnTo>
                  <a:lnTo>
                    <a:pt x="64386" y="290128"/>
                  </a:lnTo>
                  <a:lnTo>
                    <a:pt x="68609" y="293314"/>
                  </a:lnTo>
                  <a:lnTo>
                    <a:pt x="72931" y="296365"/>
                  </a:lnTo>
                  <a:lnTo>
                    <a:pt x="77348" y="299277"/>
                  </a:lnTo>
                  <a:lnTo>
                    <a:pt x="81854" y="302048"/>
                  </a:lnTo>
                  <a:lnTo>
                    <a:pt x="86446" y="304676"/>
                  </a:lnTo>
                  <a:lnTo>
                    <a:pt x="91118" y="307156"/>
                  </a:lnTo>
                  <a:lnTo>
                    <a:pt x="95867" y="309488"/>
                  </a:lnTo>
                  <a:lnTo>
                    <a:pt x="100687" y="311668"/>
                  </a:lnTo>
                  <a:lnTo>
                    <a:pt x="105574" y="313695"/>
                  </a:lnTo>
                  <a:lnTo>
                    <a:pt x="110522" y="315566"/>
                  </a:lnTo>
                  <a:lnTo>
                    <a:pt x="115527" y="317279"/>
                  </a:lnTo>
                  <a:lnTo>
                    <a:pt x="120584" y="318833"/>
                  </a:lnTo>
                  <a:lnTo>
                    <a:pt x="125687" y="320227"/>
                  </a:lnTo>
                  <a:lnTo>
                    <a:pt x="130832" y="321458"/>
                  </a:lnTo>
                  <a:lnTo>
                    <a:pt x="136013" y="322526"/>
                  </a:lnTo>
                  <a:lnTo>
                    <a:pt x="141226" y="323429"/>
                  </a:lnTo>
                  <a:lnTo>
                    <a:pt x="146464" y="324167"/>
                  </a:lnTo>
                  <a:lnTo>
                    <a:pt x="151724" y="324739"/>
                  </a:lnTo>
                  <a:lnTo>
                    <a:pt x="156998" y="325144"/>
                  </a:lnTo>
                  <a:lnTo>
                    <a:pt x="162283" y="325382"/>
                  </a:lnTo>
                  <a:lnTo>
                    <a:pt x="167573" y="325452"/>
                  </a:lnTo>
                  <a:lnTo>
                    <a:pt x="172862" y="325356"/>
                  </a:lnTo>
                  <a:lnTo>
                    <a:pt x="178146" y="325091"/>
                  </a:lnTo>
                  <a:lnTo>
                    <a:pt x="183419" y="324660"/>
                  </a:lnTo>
                  <a:lnTo>
                    <a:pt x="188675" y="324063"/>
                  </a:lnTo>
                  <a:lnTo>
                    <a:pt x="193910" y="323299"/>
                  </a:lnTo>
                  <a:lnTo>
                    <a:pt x="199118" y="322370"/>
                  </a:lnTo>
                  <a:lnTo>
                    <a:pt x="204294" y="321276"/>
                  </a:lnTo>
                  <a:lnTo>
                    <a:pt x="209432" y="320020"/>
                  </a:lnTo>
                  <a:lnTo>
                    <a:pt x="214529" y="318601"/>
                  </a:lnTo>
                  <a:lnTo>
                    <a:pt x="219578" y="317022"/>
                  </a:lnTo>
                  <a:lnTo>
                    <a:pt x="224574" y="315284"/>
                  </a:lnTo>
                  <a:lnTo>
                    <a:pt x="229513" y="313389"/>
                  </a:lnTo>
                  <a:lnTo>
                    <a:pt x="234390" y="311338"/>
                  </a:lnTo>
                  <a:lnTo>
                    <a:pt x="239199" y="309134"/>
                  </a:lnTo>
                  <a:lnTo>
                    <a:pt x="243936" y="306779"/>
                  </a:lnTo>
                  <a:lnTo>
                    <a:pt x="248597" y="304275"/>
                  </a:lnTo>
                  <a:lnTo>
                    <a:pt x="253175" y="301625"/>
                  </a:lnTo>
                  <a:lnTo>
                    <a:pt x="257668" y="298832"/>
                  </a:lnTo>
                  <a:lnTo>
                    <a:pt x="262070" y="295898"/>
                  </a:lnTo>
                  <a:lnTo>
                    <a:pt x="266377" y="292825"/>
                  </a:lnTo>
                  <a:lnTo>
                    <a:pt x="270584" y="289619"/>
                  </a:lnTo>
                  <a:lnTo>
                    <a:pt x="274688" y="286280"/>
                  </a:lnTo>
                  <a:lnTo>
                    <a:pt x="278684" y="282814"/>
                  </a:lnTo>
                  <a:lnTo>
                    <a:pt x="282569" y="279223"/>
                  </a:lnTo>
                  <a:lnTo>
                    <a:pt x="286338" y="275510"/>
                  </a:lnTo>
                  <a:lnTo>
                    <a:pt x="289987" y="271680"/>
                  </a:lnTo>
                  <a:lnTo>
                    <a:pt x="293514" y="267737"/>
                  </a:lnTo>
                  <a:lnTo>
                    <a:pt x="296914" y="263684"/>
                  </a:lnTo>
                  <a:lnTo>
                    <a:pt x="300184" y="259526"/>
                  </a:lnTo>
                  <a:lnTo>
                    <a:pt x="303321" y="255266"/>
                  </a:lnTo>
                  <a:lnTo>
                    <a:pt x="306321" y="250909"/>
                  </a:lnTo>
                  <a:lnTo>
                    <a:pt x="309182" y="246459"/>
                  </a:lnTo>
                  <a:lnTo>
                    <a:pt x="311901" y="241921"/>
                  </a:lnTo>
                  <a:lnTo>
                    <a:pt x="314475" y="237299"/>
                  </a:lnTo>
                  <a:lnTo>
                    <a:pt x="316902" y="232598"/>
                  </a:lnTo>
                  <a:lnTo>
                    <a:pt x="319178" y="227823"/>
                  </a:lnTo>
                  <a:lnTo>
                    <a:pt x="321302" y="222978"/>
                  </a:lnTo>
                  <a:lnTo>
                    <a:pt x="323272" y="218068"/>
                  </a:lnTo>
                  <a:lnTo>
                    <a:pt x="325086" y="213099"/>
                  </a:lnTo>
                  <a:lnTo>
                    <a:pt x="326741" y="208074"/>
                  </a:lnTo>
                  <a:lnTo>
                    <a:pt x="328236" y="203000"/>
                  </a:lnTo>
                  <a:lnTo>
                    <a:pt x="329571" y="197880"/>
                  </a:lnTo>
                  <a:lnTo>
                    <a:pt x="330742" y="192722"/>
                  </a:lnTo>
                  <a:lnTo>
                    <a:pt x="331750" y="187528"/>
                  </a:lnTo>
                  <a:lnTo>
                    <a:pt x="332593" y="182306"/>
                  </a:lnTo>
                  <a:lnTo>
                    <a:pt x="333270" y="177059"/>
                  </a:lnTo>
                  <a:lnTo>
                    <a:pt x="333781" y="171793"/>
                  </a:lnTo>
                  <a:lnTo>
                    <a:pt x="334125" y="166514"/>
                  </a:lnTo>
                  <a:lnTo>
                    <a:pt x="334302" y="161227"/>
                  </a:lnTo>
                  <a:lnTo>
                    <a:pt x="334311" y="155937"/>
                  </a:lnTo>
                  <a:lnTo>
                    <a:pt x="334153" y="150649"/>
                  </a:lnTo>
                  <a:lnTo>
                    <a:pt x="333828" y="145369"/>
                  </a:lnTo>
                  <a:lnTo>
                    <a:pt x="333336" y="140102"/>
                  </a:lnTo>
                  <a:lnTo>
                    <a:pt x="332677" y="134853"/>
                  </a:lnTo>
                  <a:lnTo>
                    <a:pt x="331853" y="129627"/>
                  </a:lnTo>
                  <a:lnTo>
                    <a:pt x="330863" y="124430"/>
                  </a:lnTo>
                  <a:lnTo>
                    <a:pt x="329710" y="119267"/>
                  </a:lnTo>
                  <a:lnTo>
                    <a:pt x="328394" y="114143"/>
                  </a:lnTo>
                  <a:lnTo>
                    <a:pt x="326917" y="109063"/>
                  </a:lnTo>
                  <a:lnTo>
                    <a:pt x="325279" y="104033"/>
                  </a:lnTo>
                  <a:lnTo>
                    <a:pt x="323483" y="99057"/>
                  </a:lnTo>
                  <a:lnTo>
                    <a:pt x="321531" y="94140"/>
                  </a:lnTo>
                  <a:lnTo>
                    <a:pt x="319424" y="89288"/>
                  </a:lnTo>
                  <a:lnTo>
                    <a:pt x="317164" y="84504"/>
                  </a:lnTo>
                  <a:lnTo>
                    <a:pt x="314755" y="79795"/>
                  </a:lnTo>
                  <a:lnTo>
                    <a:pt x="312197" y="75164"/>
                  </a:lnTo>
                  <a:lnTo>
                    <a:pt x="309494" y="70616"/>
                  </a:lnTo>
                  <a:lnTo>
                    <a:pt x="306649" y="66156"/>
                  </a:lnTo>
                  <a:lnTo>
                    <a:pt x="303664" y="61789"/>
                  </a:lnTo>
                  <a:lnTo>
                    <a:pt x="300542" y="57518"/>
                  </a:lnTo>
                  <a:lnTo>
                    <a:pt x="297287" y="53348"/>
                  </a:lnTo>
                  <a:lnTo>
                    <a:pt x="293901" y="49283"/>
                  </a:lnTo>
                  <a:lnTo>
                    <a:pt x="290389" y="45327"/>
                  </a:lnTo>
                  <a:lnTo>
                    <a:pt x="286753" y="41484"/>
                  </a:lnTo>
                  <a:lnTo>
                    <a:pt x="282997" y="37759"/>
                  </a:lnTo>
                  <a:lnTo>
                    <a:pt x="279125" y="34154"/>
                  </a:lnTo>
                  <a:lnTo>
                    <a:pt x="275142" y="30673"/>
                  </a:lnTo>
                  <a:lnTo>
                    <a:pt x="271049" y="27320"/>
                  </a:lnTo>
                  <a:lnTo>
                    <a:pt x="266853" y="24098"/>
                  </a:lnTo>
                  <a:lnTo>
                    <a:pt x="262558" y="21011"/>
                  </a:lnTo>
                  <a:lnTo>
                    <a:pt x="258166" y="18061"/>
                  </a:lnTo>
                  <a:lnTo>
                    <a:pt x="253684" y="15252"/>
                  </a:lnTo>
                  <a:lnTo>
                    <a:pt x="249114" y="12586"/>
                  </a:lnTo>
                  <a:lnTo>
                    <a:pt x="167160" y="1582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81954" cy="167167"/>
            </a:xfrm>
            <a:custGeom>
              <a:avLst/>
              <a:pathLst>
                <a:path w="81954" h="167167">
                  <a:moveTo>
                    <a:pt x="81954" y="21467"/>
                  </a:moveTo>
                  <a:lnTo>
                    <a:pt x="76930" y="18753"/>
                  </a:lnTo>
                  <a:lnTo>
                    <a:pt x="71817" y="16212"/>
                  </a:lnTo>
                  <a:lnTo>
                    <a:pt x="66619" y="13848"/>
                  </a:lnTo>
                  <a:lnTo>
                    <a:pt x="61344" y="11662"/>
                  </a:lnTo>
                  <a:lnTo>
                    <a:pt x="55998" y="9658"/>
                  </a:lnTo>
                  <a:lnTo>
                    <a:pt x="50586" y="7837"/>
                  </a:lnTo>
                  <a:lnTo>
                    <a:pt x="45115" y="6202"/>
                  </a:lnTo>
                  <a:lnTo>
                    <a:pt x="39591" y="4756"/>
                  </a:lnTo>
                  <a:lnTo>
                    <a:pt x="34021" y="3498"/>
                  </a:lnTo>
                  <a:lnTo>
                    <a:pt x="28412" y="2432"/>
                  </a:lnTo>
                  <a:lnTo>
                    <a:pt x="22769" y="1557"/>
                  </a:lnTo>
                  <a:lnTo>
                    <a:pt x="17100" y="876"/>
                  </a:lnTo>
                  <a:lnTo>
                    <a:pt x="11411" y="389"/>
                  </a:lnTo>
                  <a:lnTo>
                    <a:pt x="570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67771" y="1681503"/>
              <a:ext cx="18753" cy="167167"/>
            </a:xfrm>
            <a:custGeom>
              <a:avLst/>
              <a:pathLst>
                <a:path w="18753" h="167167">
                  <a:moveTo>
                    <a:pt x="18753" y="0"/>
                  </a:moveTo>
                  <a:lnTo>
                    <a:pt x="9361" y="264"/>
                  </a:lnTo>
                  <a:lnTo>
                    <a:pt x="0" y="1055"/>
                  </a:lnTo>
                  <a:lnTo>
                    <a:pt x="1875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67771" y="1682558"/>
              <a:ext cx="18753" cy="166112"/>
            </a:xfrm>
            <a:custGeom>
              <a:avLst/>
              <a:pathLst>
                <a:path w="18753" h="166112">
                  <a:moveTo>
                    <a:pt x="0" y="0"/>
                  </a:moveTo>
                  <a:lnTo>
                    <a:pt x="18753" y="166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84450" y="1682558"/>
              <a:ext cx="102074" cy="166112"/>
            </a:xfrm>
            <a:custGeom>
              <a:avLst/>
              <a:pathLst>
                <a:path w="102074" h="166112">
                  <a:moveTo>
                    <a:pt x="83321" y="0"/>
                  </a:moveTo>
                  <a:lnTo>
                    <a:pt x="77681" y="734"/>
                  </a:lnTo>
                  <a:lnTo>
                    <a:pt x="72069" y="1659"/>
                  </a:lnTo>
                  <a:lnTo>
                    <a:pt x="66492" y="2775"/>
                  </a:lnTo>
                  <a:lnTo>
                    <a:pt x="60955" y="4080"/>
                  </a:lnTo>
                  <a:lnTo>
                    <a:pt x="55467" y="5573"/>
                  </a:lnTo>
                  <a:lnTo>
                    <a:pt x="50033" y="7251"/>
                  </a:lnTo>
                  <a:lnTo>
                    <a:pt x="44658" y="9114"/>
                  </a:lnTo>
                  <a:lnTo>
                    <a:pt x="39351" y="11158"/>
                  </a:lnTo>
                  <a:lnTo>
                    <a:pt x="34116" y="13381"/>
                  </a:lnTo>
                  <a:lnTo>
                    <a:pt x="28959" y="15782"/>
                  </a:lnTo>
                  <a:lnTo>
                    <a:pt x="23887" y="18356"/>
                  </a:lnTo>
                  <a:lnTo>
                    <a:pt x="18906" y="21101"/>
                  </a:lnTo>
                  <a:lnTo>
                    <a:pt x="14021" y="24015"/>
                  </a:lnTo>
                  <a:lnTo>
                    <a:pt x="9238" y="27093"/>
                  </a:lnTo>
                  <a:lnTo>
                    <a:pt x="4562" y="30331"/>
                  </a:lnTo>
                  <a:lnTo>
                    <a:pt x="0" y="33727"/>
                  </a:lnTo>
                  <a:lnTo>
                    <a:pt x="102074" y="166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58" y="1681503"/>
              <a:ext cx="334326" cy="334322"/>
            </a:xfrm>
            <a:custGeom>
              <a:avLst/>
              <a:pathLst>
                <a:path w="334326" h="334322">
                  <a:moveTo>
                    <a:pt x="65091" y="34782"/>
                  </a:moveTo>
                  <a:lnTo>
                    <a:pt x="60959" y="38074"/>
                  </a:lnTo>
                  <a:lnTo>
                    <a:pt x="56932" y="41495"/>
                  </a:lnTo>
                  <a:lnTo>
                    <a:pt x="53015" y="45042"/>
                  </a:lnTo>
                  <a:lnTo>
                    <a:pt x="49213" y="48711"/>
                  </a:lnTo>
                  <a:lnTo>
                    <a:pt x="45528" y="52497"/>
                  </a:lnTo>
                  <a:lnTo>
                    <a:pt x="41965" y="56399"/>
                  </a:lnTo>
                  <a:lnTo>
                    <a:pt x="38527" y="60411"/>
                  </a:lnTo>
                  <a:lnTo>
                    <a:pt x="35217" y="64530"/>
                  </a:lnTo>
                  <a:lnTo>
                    <a:pt x="32039" y="68751"/>
                  </a:lnTo>
                  <a:lnTo>
                    <a:pt x="28997" y="73071"/>
                  </a:lnTo>
                  <a:lnTo>
                    <a:pt x="26092" y="77484"/>
                  </a:lnTo>
                  <a:lnTo>
                    <a:pt x="23328" y="81988"/>
                  </a:lnTo>
                  <a:lnTo>
                    <a:pt x="20708" y="86576"/>
                  </a:lnTo>
                  <a:lnTo>
                    <a:pt x="18234" y="91245"/>
                  </a:lnTo>
                  <a:lnTo>
                    <a:pt x="15909" y="95990"/>
                  </a:lnTo>
                  <a:lnTo>
                    <a:pt x="13735" y="100805"/>
                  </a:lnTo>
                  <a:lnTo>
                    <a:pt x="11715" y="105687"/>
                  </a:lnTo>
                  <a:lnTo>
                    <a:pt x="9849" y="110631"/>
                  </a:lnTo>
                  <a:lnTo>
                    <a:pt x="8141" y="115631"/>
                  </a:lnTo>
                  <a:lnTo>
                    <a:pt x="6592" y="120682"/>
                  </a:lnTo>
                  <a:lnTo>
                    <a:pt x="5203" y="125780"/>
                  </a:lnTo>
                  <a:lnTo>
                    <a:pt x="3976" y="130920"/>
                  </a:lnTo>
                  <a:lnTo>
                    <a:pt x="2912" y="136095"/>
                  </a:lnTo>
                  <a:lnTo>
                    <a:pt x="2012" y="141302"/>
                  </a:lnTo>
                  <a:lnTo>
                    <a:pt x="1277" y="146534"/>
                  </a:lnTo>
                  <a:lnTo>
                    <a:pt x="708" y="151787"/>
                  </a:lnTo>
                  <a:lnTo>
                    <a:pt x="305" y="157055"/>
                  </a:lnTo>
                  <a:lnTo>
                    <a:pt x="69" y="162334"/>
                  </a:lnTo>
                  <a:lnTo>
                    <a:pt x="0" y="167617"/>
                  </a:lnTo>
                  <a:lnTo>
                    <a:pt x="97" y="172900"/>
                  </a:lnTo>
                  <a:lnTo>
                    <a:pt x="362" y="178177"/>
                  </a:lnTo>
                  <a:lnTo>
                    <a:pt x="793" y="183443"/>
                  </a:lnTo>
                  <a:lnTo>
                    <a:pt x="1391" y="188693"/>
                  </a:lnTo>
                  <a:lnTo>
                    <a:pt x="2154" y="193921"/>
                  </a:lnTo>
                  <a:lnTo>
                    <a:pt x="3082" y="199123"/>
                  </a:lnTo>
                  <a:lnTo>
                    <a:pt x="4174" y="204292"/>
                  </a:lnTo>
                  <a:lnTo>
                    <a:pt x="5428" y="209425"/>
                  </a:lnTo>
                  <a:lnTo>
                    <a:pt x="6845" y="214515"/>
                  </a:lnTo>
                  <a:lnTo>
                    <a:pt x="8421" y="219559"/>
                  </a:lnTo>
                  <a:lnTo>
                    <a:pt x="10156" y="224549"/>
                  </a:lnTo>
                  <a:lnTo>
                    <a:pt x="12048" y="229483"/>
                  </a:lnTo>
                  <a:lnTo>
                    <a:pt x="14095" y="234354"/>
                  </a:lnTo>
                  <a:lnTo>
                    <a:pt x="16295" y="239158"/>
                  </a:lnTo>
                  <a:lnTo>
                    <a:pt x="18645" y="243890"/>
                  </a:lnTo>
                  <a:lnTo>
                    <a:pt x="21144" y="248545"/>
                  </a:lnTo>
                  <a:lnTo>
                    <a:pt x="23789" y="253120"/>
                  </a:lnTo>
                  <a:lnTo>
                    <a:pt x="26577" y="257608"/>
                  </a:lnTo>
                  <a:lnTo>
                    <a:pt x="29505" y="262006"/>
                  </a:lnTo>
                  <a:lnTo>
                    <a:pt x="32571" y="266309"/>
                  </a:lnTo>
                  <a:lnTo>
                    <a:pt x="35772" y="270513"/>
                  </a:lnTo>
                  <a:lnTo>
                    <a:pt x="39104" y="274614"/>
                  </a:lnTo>
                  <a:lnTo>
                    <a:pt x="42563" y="278608"/>
                  </a:lnTo>
                  <a:lnTo>
                    <a:pt x="46147" y="282490"/>
                  </a:lnTo>
                  <a:lnTo>
                    <a:pt x="49852" y="286257"/>
                  </a:lnTo>
                  <a:lnTo>
                    <a:pt x="53675" y="289905"/>
                  </a:lnTo>
                  <a:lnTo>
                    <a:pt x="57610" y="293430"/>
                  </a:lnTo>
                  <a:lnTo>
                    <a:pt x="61655" y="296830"/>
                  </a:lnTo>
                  <a:lnTo>
                    <a:pt x="65806" y="300099"/>
                  </a:lnTo>
                  <a:lnTo>
                    <a:pt x="70058" y="303236"/>
                  </a:lnTo>
                  <a:lnTo>
                    <a:pt x="74406" y="306237"/>
                  </a:lnTo>
                  <a:lnTo>
                    <a:pt x="78848" y="309099"/>
                  </a:lnTo>
                  <a:lnTo>
                    <a:pt x="83377" y="311820"/>
                  </a:lnTo>
                  <a:lnTo>
                    <a:pt x="87991" y="314395"/>
                  </a:lnTo>
                  <a:lnTo>
                    <a:pt x="92683" y="316824"/>
                  </a:lnTo>
                  <a:lnTo>
                    <a:pt x="97450" y="319103"/>
                  </a:lnTo>
                  <a:lnTo>
                    <a:pt x="102287" y="321231"/>
                  </a:lnTo>
                  <a:lnTo>
                    <a:pt x="107188" y="323204"/>
                  </a:lnTo>
                  <a:lnTo>
                    <a:pt x="112149" y="325022"/>
                  </a:lnTo>
                  <a:lnTo>
                    <a:pt x="117166" y="326681"/>
                  </a:lnTo>
                  <a:lnTo>
                    <a:pt x="122232" y="328182"/>
                  </a:lnTo>
                  <a:lnTo>
                    <a:pt x="127343" y="329522"/>
                  </a:lnTo>
                  <a:lnTo>
                    <a:pt x="132494" y="330699"/>
                  </a:lnTo>
                  <a:lnTo>
                    <a:pt x="137679" y="331713"/>
                  </a:lnTo>
                  <a:lnTo>
                    <a:pt x="142894" y="332563"/>
                  </a:lnTo>
                  <a:lnTo>
                    <a:pt x="148133" y="333247"/>
                  </a:lnTo>
                  <a:lnTo>
                    <a:pt x="153392" y="333766"/>
                  </a:lnTo>
                  <a:lnTo>
                    <a:pt x="158663" y="334118"/>
                  </a:lnTo>
                  <a:lnTo>
                    <a:pt x="163944" y="334303"/>
                  </a:lnTo>
                  <a:lnTo>
                    <a:pt x="169228" y="334322"/>
                  </a:lnTo>
                  <a:lnTo>
                    <a:pt x="174509" y="334173"/>
                  </a:lnTo>
                  <a:lnTo>
                    <a:pt x="179784" y="333858"/>
                  </a:lnTo>
                  <a:lnTo>
                    <a:pt x="185045" y="333376"/>
                  </a:lnTo>
                  <a:lnTo>
                    <a:pt x="190289" y="332727"/>
                  </a:lnTo>
                  <a:lnTo>
                    <a:pt x="195510" y="331914"/>
                  </a:lnTo>
                  <a:lnTo>
                    <a:pt x="200702" y="330936"/>
                  </a:lnTo>
                  <a:lnTo>
                    <a:pt x="205861" y="329794"/>
                  </a:lnTo>
                  <a:lnTo>
                    <a:pt x="210981" y="328490"/>
                  </a:lnTo>
                  <a:lnTo>
                    <a:pt x="216058" y="327025"/>
                  </a:lnTo>
                  <a:lnTo>
                    <a:pt x="221086" y="325400"/>
                  </a:lnTo>
                  <a:lnTo>
                    <a:pt x="226059" y="323617"/>
                  </a:lnTo>
                  <a:lnTo>
                    <a:pt x="230974" y="321677"/>
                  </a:lnTo>
                  <a:lnTo>
                    <a:pt x="235825" y="319584"/>
                  </a:lnTo>
                  <a:lnTo>
                    <a:pt x="240608" y="317338"/>
                  </a:lnTo>
                  <a:lnTo>
                    <a:pt x="245317" y="314942"/>
                  </a:lnTo>
                  <a:lnTo>
                    <a:pt x="249948" y="312398"/>
                  </a:lnTo>
                  <a:lnTo>
                    <a:pt x="254497" y="309709"/>
                  </a:lnTo>
                  <a:lnTo>
                    <a:pt x="258958" y="306878"/>
                  </a:lnTo>
                  <a:lnTo>
                    <a:pt x="263328" y="303907"/>
                  </a:lnTo>
                  <a:lnTo>
                    <a:pt x="267601" y="300800"/>
                  </a:lnTo>
                  <a:lnTo>
                    <a:pt x="271774" y="297559"/>
                  </a:lnTo>
                  <a:lnTo>
                    <a:pt x="275843" y="294188"/>
                  </a:lnTo>
                  <a:lnTo>
                    <a:pt x="279803" y="290690"/>
                  </a:lnTo>
                  <a:lnTo>
                    <a:pt x="283650" y="287069"/>
                  </a:lnTo>
                  <a:lnTo>
                    <a:pt x="287381" y="283328"/>
                  </a:lnTo>
                  <a:lnTo>
                    <a:pt x="290992" y="279470"/>
                  </a:lnTo>
                  <a:lnTo>
                    <a:pt x="294480" y="275501"/>
                  </a:lnTo>
                  <a:lnTo>
                    <a:pt x="297840" y="271423"/>
                  </a:lnTo>
                  <a:lnTo>
                    <a:pt x="301069" y="267241"/>
                  </a:lnTo>
                  <a:lnTo>
                    <a:pt x="304165" y="262960"/>
                  </a:lnTo>
                  <a:lnTo>
                    <a:pt x="307124" y="258582"/>
                  </a:lnTo>
                  <a:lnTo>
                    <a:pt x="309943" y="254113"/>
                  </a:lnTo>
                  <a:lnTo>
                    <a:pt x="312620" y="249558"/>
                  </a:lnTo>
                  <a:lnTo>
                    <a:pt x="315151" y="244920"/>
                  </a:lnTo>
                  <a:lnTo>
                    <a:pt x="317534" y="240204"/>
                  </a:lnTo>
                  <a:lnTo>
                    <a:pt x="319767" y="235415"/>
                  </a:lnTo>
                  <a:lnTo>
                    <a:pt x="321848" y="230559"/>
                  </a:lnTo>
                  <a:lnTo>
                    <a:pt x="323774" y="225638"/>
                  </a:lnTo>
                  <a:lnTo>
                    <a:pt x="325544" y="220660"/>
                  </a:lnTo>
                  <a:lnTo>
                    <a:pt x="327155" y="215628"/>
                  </a:lnTo>
                  <a:lnTo>
                    <a:pt x="328607" y="210548"/>
                  </a:lnTo>
                  <a:lnTo>
                    <a:pt x="329897" y="205424"/>
                  </a:lnTo>
                  <a:lnTo>
                    <a:pt x="331025" y="200262"/>
                  </a:lnTo>
                  <a:lnTo>
                    <a:pt x="331989" y="195067"/>
                  </a:lnTo>
                  <a:lnTo>
                    <a:pt x="332789" y="189844"/>
                  </a:lnTo>
                  <a:lnTo>
                    <a:pt x="333422" y="184598"/>
                  </a:lnTo>
                  <a:lnTo>
                    <a:pt x="333890" y="179335"/>
                  </a:lnTo>
                  <a:lnTo>
                    <a:pt x="334192" y="174060"/>
                  </a:lnTo>
                  <a:lnTo>
                    <a:pt x="334326" y="168778"/>
                  </a:lnTo>
                  <a:lnTo>
                    <a:pt x="334293" y="163495"/>
                  </a:lnTo>
                  <a:lnTo>
                    <a:pt x="334094" y="158215"/>
                  </a:lnTo>
                  <a:lnTo>
                    <a:pt x="333728" y="152944"/>
                  </a:lnTo>
                  <a:lnTo>
                    <a:pt x="333195" y="147687"/>
                  </a:lnTo>
                  <a:lnTo>
                    <a:pt x="332496" y="142449"/>
                  </a:lnTo>
                  <a:lnTo>
                    <a:pt x="331633" y="137237"/>
                  </a:lnTo>
                  <a:lnTo>
                    <a:pt x="330605" y="132054"/>
                  </a:lnTo>
                  <a:lnTo>
                    <a:pt x="329413" y="126906"/>
                  </a:lnTo>
                  <a:lnTo>
                    <a:pt x="328060" y="121799"/>
                  </a:lnTo>
                  <a:lnTo>
                    <a:pt x="326546" y="116737"/>
                  </a:lnTo>
                  <a:lnTo>
                    <a:pt x="324872" y="111725"/>
                  </a:lnTo>
                  <a:lnTo>
                    <a:pt x="323041" y="106769"/>
                  </a:lnTo>
                  <a:lnTo>
                    <a:pt x="321055" y="101873"/>
                  </a:lnTo>
                  <a:lnTo>
                    <a:pt x="318914" y="97042"/>
                  </a:lnTo>
                  <a:lnTo>
                    <a:pt x="316622" y="92281"/>
                  </a:lnTo>
                  <a:lnTo>
                    <a:pt x="314181" y="87595"/>
                  </a:lnTo>
                  <a:lnTo>
                    <a:pt x="311593" y="82989"/>
                  </a:lnTo>
                  <a:lnTo>
                    <a:pt x="308860" y="78467"/>
                  </a:lnTo>
                  <a:lnTo>
                    <a:pt x="305986" y="74033"/>
                  </a:lnTo>
                  <a:lnTo>
                    <a:pt x="302974" y="69692"/>
                  </a:lnTo>
                  <a:lnTo>
                    <a:pt x="299825" y="65449"/>
                  </a:lnTo>
                  <a:lnTo>
                    <a:pt x="296544" y="61307"/>
                  </a:lnTo>
                  <a:lnTo>
                    <a:pt x="293134" y="57271"/>
                  </a:lnTo>
                  <a:lnTo>
                    <a:pt x="289598" y="53345"/>
                  </a:lnTo>
                  <a:lnTo>
                    <a:pt x="285940" y="49533"/>
                  </a:lnTo>
                  <a:lnTo>
                    <a:pt x="282163" y="45838"/>
                  </a:lnTo>
                  <a:lnTo>
                    <a:pt x="278271" y="42264"/>
                  </a:lnTo>
                  <a:lnTo>
                    <a:pt x="274268" y="38815"/>
                  </a:lnTo>
                  <a:lnTo>
                    <a:pt x="270158" y="35495"/>
                  </a:lnTo>
                  <a:lnTo>
                    <a:pt x="265946" y="32305"/>
                  </a:lnTo>
                  <a:lnTo>
                    <a:pt x="261634" y="29251"/>
                  </a:lnTo>
                  <a:lnTo>
                    <a:pt x="257228" y="26334"/>
                  </a:lnTo>
                  <a:lnTo>
                    <a:pt x="252733" y="23559"/>
                  </a:lnTo>
                  <a:lnTo>
                    <a:pt x="248151" y="20926"/>
                  </a:lnTo>
                  <a:lnTo>
                    <a:pt x="243489" y="18440"/>
                  </a:lnTo>
                  <a:lnTo>
                    <a:pt x="238751" y="16102"/>
                  </a:lnTo>
                  <a:lnTo>
                    <a:pt x="233941" y="13915"/>
                  </a:lnTo>
                  <a:lnTo>
                    <a:pt x="229064" y="11881"/>
                  </a:lnTo>
                  <a:lnTo>
                    <a:pt x="224126" y="10003"/>
                  </a:lnTo>
                  <a:lnTo>
                    <a:pt x="219130" y="8281"/>
                  </a:lnTo>
                  <a:lnTo>
                    <a:pt x="214083" y="6718"/>
                  </a:lnTo>
                  <a:lnTo>
                    <a:pt x="208989" y="5316"/>
                  </a:lnTo>
                  <a:lnTo>
                    <a:pt x="203853" y="4075"/>
                  </a:lnTo>
                  <a:lnTo>
                    <a:pt x="198680" y="2997"/>
                  </a:lnTo>
                  <a:lnTo>
                    <a:pt x="193476" y="2083"/>
                  </a:lnTo>
                  <a:lnTo>
                    <a:pt x="188246" y="1334"/>
                  </a:lnTo>
                  <a:lnTo>
                    <a:pt x="182994" y="751"/>
                  </a:lnTo>
                  <a:lnTo>
                    <a:pt x="177727" y="333"/>
                  </a:lnTo>
                  <a:lnTo>
                    <a:pt x="172449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9127" y="2126963"/>
              <a:ext cx="32160" cy="167167"/>
            </a:xfrm>
            <a:custGeom>
              <a:avLst/>
              <a:pathLst>
                <a:path w="32160" h="167167">
                  <a:moveTo>
                    <a:pt x="32160" y="0"/>
                  </a:moveTo>
                  <a:lnTo>
                    <a:pt x="25689" y="125"/>
                  </a:lnTo>
                  <a:lnTo>
                    <a:pt x="19228" y="500"/>
                  </a:lnTo>
                  <a:lnTo>
                    <a:pt x="12786" y="1126"/>
                  </a:lnTo>
                  <a:lnTo>
                    <a:pt x="6374" y="2000"/>
                  </a:lnTo>
                  <a:lnTo>
                    <a:pt x="0" y="3122"/>
                  </a:lnTo>
                  <a:lnTo>
                    <a:pt x="3216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9127" y="2130086"/>
              <a:ext cx="32160" cy="164044"/>
            </a:xfrm>
            <a:custGeom>
              <a:avLst/>
              <a:pathLst>
                <a:path w="32160" h="164044">
                  <a:moveTo>
                    <a:pt x="0" y="0"/>
                  </a:moveTo>
                  <a:lnTo>
                    <a:pt x="32160" y="164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9127" y="2130086"/>
              <a:ext cx="32160" cy="164044"/>
            </a:xfrm>
            <a:custGeom>
              <a:avLst/>
              <a:pathLst>
                <a:path w="32160" h="164044">
                  <a:moveTo>
                    <a:pt x="0" y="0"/>
                  </a:moveTo>
                  <a:lnTo>
                    <a:pt x="32160" y="164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9127" y="2130086"/>
              <a:ext cx="32160" cy="164044"/>
            </a:xfrm>
            <a:custGeom>
              <a:avLst/>
              <a:pathLst>
                <a:path w="32160" h="164044">
                  <a:moveTo>
                    <a:pt x="0" y="0"/>
                  </a:moveTo>
                  <a:lnTo>
                    <a:pt x="32160" y="164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9127" y="2130086"/>
              <a:ext cx="32160" cy="164044"/>
            </a:xfrm>
            <a:custGeom>
              <a:avLst/>
              <a:pathLst>
                <a:path w="32160" h="164044">
                  <a:moveTo>
                    <a:pt x="0" y="0"/>
                  </a:moveTo>
                  <a:lnTo>
                    <a:pt x="32160" y="164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9127" y="2130086"/>
              <a:ext cx="32160" cy="164044"/>
            </a:xfrm>
            <a:custGeom>
              <a:avLst/>
              <a:pathLst>
                <a:path w="32160" h="164044">
                  <a:moveTo>
                    <a:pt x="0" y="0"/>
                  </a:moveTo>
                  <a:lnTo>
                    <a:pt x="32160" y="1640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9127" y="2130086"/>
              <a:ext cx="32160" cy="164044"/>
            </a:xfrm>
            <a:custGeom>
              <a:avLst/>
              <a:pathLst>
                <a:path w="32160" h="164044">
                  <a:moveTo>
                    <a:pt x="0" y="0"/>
                  </a:moveTo>
                  <a:lnTo>
                    <a:pt x="32160" y="164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9127" y="2130086"/>
              <a:ext cx="32160" cy="164044"/>
            </a:xfrm>
            <a:custGeom>
              <a:avLst/>
              <a:pathLst>
                <a:path w="32160" h="164044">
                  <a:moveTo>
                    <a:pt x="0" y="0"/>
                  </a:moveTo>
                  <a:lnTo>
                    <a:pt x="32160" y="164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9127" y="2130086"/>
              <a:ext cx="32160" cy="164044"/>
            </a:xfrm>
            <a:custGeom>
              <a:avLst/>
              <a:pathLst>
                <a:path w="32160" h="164044">
                  <a:moveTo>
                    <a:pt x="0" y="0"/>
                  </a:moveTo>
                  <a:lnTo>
                    <a:pt x="32160" y="1640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9127" y="2130086"/>
              <a:ext cx="32160" cy="164044"/>
            </a:xfrm>
            <a:custGeom>
              <a:avLst/>
              <a:pathLst>
                <a:path w="32160" h="164044">
                  <a:moveTo>
                    <a:pt x="0" y="0"/>
                  </a:moveTo>
                  <a:lnTo>
                    <a:pt x="32160" y="164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9127" y="2130086"/>
              <a:ext cx="32160" cy="164044"/>
            </a:xfrm>
            <a:custGeom>
              <a:avLst/>
              <a:pathLst>
                <a:path w="32160" h="164044">
                  <a:moveTo>
                    <a:pt x="0" y="0"/>
                  </a:moveTo>
                  <a:lnTo>
                    <a:pt x="32160" y="164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9127" y="2130086"/>
              <a:ext cx="32160" cy="164044"/>
            </a:xfrm>
            <a:custGeom>
              <a:avLst/>
              <a:pathLst>
                <a:path w="32160" h="164044">
                  <a:moveTo>
                    <a:pt x="0" y="0"/>
                  </a:moveTo>
                  <a:lnTo>
                    <a:pt x="32160" y="164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9127" y="2130086"/>
              <a:ext cx="32160" cy="164044"/>
            </a:xfrm>
            <a:custGeom>
              <a:avLst/>
              <a:pathLst>
                <a:path w="32160" h="164044">
                  <a:moveTo>
                    <a:pt x="0" y="0"/>
                  </a:moveTo>
                  <a:lnTo>
                    <a:pt x="32160" y="164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9127" y="2130086"/>
              <a:ext cx="32160" cy="164044"/>
            </a:xfrm>
            <a:custGeom>
              <a:avLst/>
              <a:pathLst>
                <a:path w="32160" h="164044">
                  <a:moveTo>
                    <a:pt x="0" y="0"/>
                  </a:moveTo>
                  <a:lnTo>
                    <a:pt x="32160" y="1640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9127" y="2130086"/>
              <a:ext cx="32160" cy="164044"/>
            </a:xfrm>
            <a:custGeom>
              <a:avLst/>
              <a:pathLst>
                <a:path w="32160" h="164044">
                  <a:moveTo>
                    <a:pt x="0" y="0"/>
                  </a:moveTo>
                  <a:lnTo>
                    <a:pt x="32160" y="1640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39" y="2127846"/>
              <a:ext cx="334305" cy="333452"/>
            </a:xfrm>
            <a:custGeom>
              <a:avLst/>
              <a:pathLst>
                <a:path w="334305" h="333452">
                  <a:moveTo>
                    <a:pt x="134987" y="2240"/>
                  </a:moveTo>
                  <a:lnTo>
                    <a:pt x="129808" y="3341"/>
                  </a:lnTo>
                  <a:lnTo>
                    <a:pt x="124666" y="4605"/>
                  </a:lnTo>
                  <a:lnTo>
                    <a:pt x="119567" y="6032"/>
                  </a:lnTo>
                  <a:lnTo>
                    <a:pt x="114515" y="7619"/>
                  </a:lnTo>
                  <a:lnTo>
                    <a:pt x="109517" y="9365"/>
                  </a:lnTo>
                  <a:lnTo>
                    <a:pt x="104576" y="11269"/>
                  </a:lnTo>
                  <a:lnTo>
                    <a:pt x="99698" y="13329"/>
                  </a:lnTo>
                  <a:lnTo>
                    <a:pt x="94887" y="15542"/>
                  </a:lnTo>
                  <a:lnTo>
                    <a:pt x="90150" y="17906"/>
                  </a:lnTo>
                  <a:lnTo>
                    <a:pt x="85489" y="20419"/>
                  </a:lnTo>
                  <a:lnTo>
                    <a:pt x="80910" y="23078"/>
                  </a:lnTo>
                  <a:lnTo>
                    <a:pt x="76418" y="25881"/>
                  </a:lnTo>
                  <a:lnTo>
                    <a:pt x="72017" y="28825"/>
                  </a:lnTo>
                  <a:lnTo>
                    <a:pt x="67711" y="31907"/>
                  </a:lnTo>
                  <a:lnTo>
                    <a:pt x="63505" y="35124"/>
                  </a:lnTo>
                  <a:lnTo>
                    <a:pt x="59403" y="38472"/>
                  </a:lnTo>
                  <a:lnTo>
                    <a:pt x="55409" y="41949"/>
                  </a:lnTo>
                  <a:lnTo>
                    <a:pt x="51527" y="45550"/>
                  </a:lnTo>
                  <a:lnTo>
                    <a:pt x="47762" y="49272"/>
                  </a:lnTo>
                  <a:lnTo>
                    <a:pt x="44116" y="53112"/>
                  </a:lnTo>
                  <a:lnTo>
                    <a:pt x="40593" y="57065"/>
                  </a:lnTo>
                  <a:lnTo>
                    <a:pt x="37197" y="61128"/>
                  </a:lnTo>
                  <a:lnTo>
                    <a:pt x="33932" y="65297"/>
                  </a:lnTo>
                  <a:lnTo>
                    <a:pt x="30801" y="69566"/>
                  </a:lnTo>
                  <a:lnTo>
                    <a:pt x="27806" y="73933"/>
                  </a:lnTo>
                  <a:lnTo>
                    <a:pt x="24951" y="78393"/>
                  </a:lnTo>
                  <a:lnTo>
                    <a:pt x="22239" y="82940"/>
                  </a:lnTo>
                  <a:lnTo>
                    <a:pt x="19672" y="87571"/>
                  </a:lnTo>
                  <a:lnTo>
                    <a:pt x="17253" y="92282"/>
                  </a:lnTo>
                  <a:lnTo>
                    <a:pt x="14984" y="97066"/>
                  </a:lnTo>
                  <a:lnTo>
                    <a:pt x="12868" y="101920"/>
                  </a:lnTo>
                  <a:lnTo>
                    <a:pt x="10907" y="106838"/>
                  </a:lnTo>
                  <a:lnTo>
                    <a:pt x="9103" y="111816"/>
                  </a:lnTo>
                  <a:lnTo>
                    <a:pt x="7457" y="116849"/>
                  </a:lnTo>
                  <a:lnTo>
                    <a:pt x="5972" y="121931"/>
                  </a:lnTo>
                  <a:lnTo>
                    <a:pt x="4648" y="127058"/>
                  </a:lnTo>
                  <a:lnTo>
                    <a:pt x="3487" y="132225"/>
                  </a:lnTo>
                  <a:lnTo>
                    <a:pt x="2490" y="137425"/>
                  </a:lnTo>
                  <a:lnTo>
                    <a:pt x="1659" y="142654"/>
                  </a:lnTo>
                  <a:lnTo>
                    <a:pt x="994" y="147907"/>
                  </a:lnTo>
                  <a:lnTo>
                    <a:pt x="495" y="153179"/>
                  </a:lnTo>
                  <a:lnTo>
                    <a:pt x="163" y="158463"/>
                  </a:lnTo>
                  <a:lnTo>
                    <a:pt x="0" y="163756"/>
                  </a:lnTo>
                  <a:lnTo>
                    <a:pt x="3" y="169051"/>
                  </a:lnTo>
                  <a:lnTo>
                    <a:pt x="175" y="174343"/>
                  </a:lnTo>
                  <a:lnTo>
                    <a:pt x="514" y="179627"/>
                  </a:lnTo>
                  <a:lnTo>
                    <a:pt x="1020" y="184898"/>
                  </a:lnTo>
                  <a:lnTo>
                    <a:pt x="1693" y="190150"/>
                  </a:lnTo>
                  <a:lnTo>
                    <a:pt x="2532" y="195378"/>
                  </a:lnTo>
                  <a:lnTo>
                    <a:pt x="3536" y="200577"/>
                  </a:lnTo>
                  <a:lnTo>
                    <a:pt x="4704" y="205742"/>
                  </a:lnTo>
                  <a:lnTo>
                    <a:pt x="6035" y="210867"/>
                  </a:lnTo>
                  <a:lnTo>
                    <a:pt x="7528" y="215947"/>
                  </a:lnTo>
                  <a:lnTo>
                    <a:pt x="9181" y="220977"/>
                  </a:lnTo>
                  <a:lnTo>
                    <a:pt x="10992" y="225953"/>
                  </a:lnTo>
                  <a:lnTo>
                    <a:pt x="12960" y="230869"/>
                  </a:lnTo>
                  <a:lnTo>
                    <a:pt x="15083" y="235719"/>
                  </a:lnTo>
                  <a:lnTo>
                    <a:pt x="17358" y="240501"/>
                  </a:lnTo>
                  <a:lnTo>
                    <a:pt x="19784" y="245207"/>
                  </a:lnTo>
                  <a:lnTo>
                    <a:pt x="22357" y="249835"/>
                  </a:lnTo>
                  <a:lnTo>
                    <a:pt x="25076" y="254379"/>
                  </a:lnTo>
                  <a:lnTo>
                    <a:pt x="27937" y="258834"/>
                  </a:lnTo>
                  <a:lnTo>
                    <a:pt x="30938" y="263196"/>
                  </a:lnTo>
                  <a:lnTo>
                    <a:pt x="34076" y="267462"/>
                  </a:lnTo>
                  <a:lnTo>
                    <a:pt x="37347" y="271625"/>
                  </a:lnTo>
                  <a:lnTo>
                    <a:pt x="40748" y="275684"/>
                  </a:lnTo>
                  <a:lnTo>
                    <a:pt x="44277" y="279632"/>
                  </a:lnTo>
                  <a:lnTo>
                    <a:pt x="47928" y="283466"/>
                  </a:lnTo>
                  <a:lnTo>
                    <a:pt x="51699" y="287183"/>
                  </a:lnTo>
                  <a:lnTo>
                    <a:pt x="55586" y="290779"/>
                  </a:lnTo>
                  <a:lnTo>
                    <a:pt x="59585" y="294250"/>
                  </a:lnTo>
                  <a:lnTo>
                    <a:pt x="63692" y="297592"/>
                  </a:lnTo>
                  <a:lnTo>
                    <a:pt x="67902" y="300803"/>
                  </a:lnTo>
                  <a:lnTo>
                    <a:pt x="72212" y="303879"/>
                  </a:lnTo>
                  <a:lnTo>
                    <a:pt x="76618" y="306816"/>
                  </a:lnTo>
                  <a:lnTo>
                    <a:pt x="81114" y="309613"/>
                  </a:lnTo>
                  <a:lnTo>
                    <a:pt x="85696" y="312266"/>
                  </a:lnTo>
                  <a:lnTo>
                    <a:pt x="90360" y="314772"/>
                  </a:lnTo>
                  <a:lnTo>
                    <a:pt x="95102" y="317130"/>
                  </a:lnTo>
                  <a:lnTo>
                    <a:pt x="99915" y="319336"/>
                  </a:lnTo>
                  <a:lnTo>
                    <a:pt x="104796" y="321389"/>
                  </a:lnTo>
                  <a:lnTo>
                    <a:pt x="109740" y="323285"/>
                  </a:lnTo>
                  <a:lnTo>
                    <a:pt x="114741" y="325025"/>
                  </a:lnTo>
                  <a:lnTo>
                    <a:pt x="119795" y="326605"/>
                  </a:lnTo>
                  <a:lnTo>
                    <a:pt x="124896" y="328024"/>
                  </a:lnTo>
                  <a:lnTo>
                    <a:pt x="130040" y="329281"/>
                  </a:lnTo>
                  <a:lnTo>
                    <a:pt x="135220" y="330375"/>
                  </a:lnTo>
                  <a:lnTo>
                    <a:pt x="140433" y="331304"/>
                  </a:lnTo>
                  <a:lnTo>
                    <a:pt x="145673" y="332067"/>
                  </a:lnTo>
                  <a:lnTo>
                    <a:pt x="150934" y="332664"/>
                  </a:lnTo>
                  <a:lnTo>
                    <a:pt x="156212" y="333094"/>
                  </a:lnTo>
                  <a:lnTo>
                    <a:pt x="161500" y="333357"/>
                  </a:lnTo>
                  <a:lnTo>
                    <a:pt x="166794" y="333452"/>
                  </a:lnTo>
                  <a:lnTo>
                    <a:pt x="172089" y="333379"/>
                  </a:lnTo>
                  <a:lnTo>
                    <a:pt x="177379" y="333139"/>
                  </a:lnTo>
                  <a:lnTo>
                    <a:pt x="182658" y="332731"/>
                  </a:lnTo>
                  <a:lnTo>
                    <a:pt x="187922" y="332156"/>
                  </a:lnTo>
                  <a:lnTo>
                    <a:pt x="193164" y="331415"/>
                  </a:lnTo>
                  <a:lnTo>
                    <a:pt x="198381" y="330508"/>
                  </a:lnTo>
                  <a:lnTo>
                    <a:pt x="203567" y="329437"/>
                  </a:lnTo>
                  <a:lnTo>
                    <a:pt x="208716" y="328201"/>
                  </a:lnTo>
                  <a:lnTo>
                    <a:pt x="213823" y="326804"/>
                  </a:lnTo>
                  <a:lnTo>
                    <a:pt x="218883" y="325245"/>
                  </a:lnTo>
                  <a:lnTo>
                    <a:pt x="223892" y="323527"/>
                  </a:lnTo>
                  <a:lnTo>
                    <a:pt x="228843" y="321651"/>
                  </a:lnTo>
                  <a:lnTo>
                    <a:pt x="233733" y="319619"/>
                  </a:lnTo>
                  <a:lnTo>
                    <a:pt x="238556" y="317433"/>
                  </a:lnTo>
                  <a:lnTo>
                    <a:pt x="243307" y="315096"/>
                  </a:lnTo>
                  <a:lnTo>
                    <a:pt x="247982" y="312609"/>
                  </a:lnTo>
                  <a:lnTo>
                    <a:pt x="252575" y="309976"/>
                  </a:lnTo>
                  <a:lnTo>
                    <a:pt x="257083" y="307198"/>
                  </a:lnTo>
                  <a:lnTo>
                    <a:pt x="261501" y="304279"/>
                  </a:lnTo>
                  <a:lnTo>
                    <a:pt x="265824" y="301221"/>
                  </a:lnTo>
                  <a:lnTo>
                    <a:pt x="270048" y="298029"/>
                  </a:lnTo>
                  <a:lnTo>
                    <a:pt x="274169" y="294704"/>
                  </a:lnTo>
                  <a:lnTo>
                    <a:pt x="278182" y="291250"/>
                  </a:lnTo>
                  <a:lnTo>
                    <a:pt x="282084" y="287670"/>
                  </a:lnTo>
                  <a:lnTo>
                    <a:pt x="285871" y="283969"/>
                  </a:lnTo>
                  <a:lnTo>
                    <a:pt x="289539" y="280150"/>
                  </a:lnTo>
                  <a:lnTo>
                    <a:pt x="293084" y="276217"/>
                  </a:lnTo>
                  <a:lnTo>
                    <a:pt x="296502" y="272173"/>
                  </a:lnTo>
                  <a:lnTo>
                    <a:pt x="299791" y="268023"/>
                  </a:lnTo>
                  <a:lnTo>
                    <a:pt x="302946" y="263771"/>
                  </a:lnTo>
                  <a:lnTo>
                    <a:pt x="305966" y="259422"/>
                  </a:lnTo>
                  <a:lnTo>
                    <a:pt x="308846" y="254978"/>
                  </a:lnTo>
                  <a:lnTo>
                    <a:pt x="311584" y="250446"/>
                  </a:lnTo>
                  <a:lnTo>
                    <a:pt x="314177" y="245830"/>
                  </a:lnTo>
                  <a:lnTo>
                    <a:pt x="316622" y="241133"/>
                  </a:lnTo>
                  <a:lnTo>
                    <a:pt x="318918" y="236362"/>
                  </a:lnTo>
                  <a:lnTo>
                    <a:pt x="321061" y="231520"/>
                  </a:lnTo>
                  <a:lnTo>
                    <a:pt x="323050" y="226612"/>
                  </a:lnTo>
                  <a:lnTo>
                    <a:pt x="324882" y="221645"/>
                  </a:lnTo>
                  <a:lnTo>
                    <a:pt x="326557" y="216621"/>
                  </a:lnTo>
                  <a:lnTo>
                    <a:pt x="328071" y="211547"/>
                  </a:lnTo>
                  <a:lnTo>
                    <a:pt x="329424" y="206428"/>
                  </a:lnTo>
                  <a:lnTo>
                    <a:pt x="330614" y="201268"/>
                  </a:lnTo>
                  <a:lnTo>
                    <a:pt x="331640" y="196074"/>
                  </a:lnTo>
                  <a:lnTo>
                    <a:pt x="332501" y="190849"/>
                  </a:lnTo>
                  <a:lnTo>
                    <a:pt x="333196" y="185600"/>
                  </a:lnTo>
                  <a:lnTo>
                    <a:pt x="333724" y="180331"/>
                  </a:lnTo>
                  <a:lnTo>
                    <a:pt x="334085" y="175049"/>
                  </a:lnTo>
                  <a:lnTo>
                    <a:pt x="334279" y="169757"/>
                  </a:lnTo>
                  <a:lnTo>
                    <a:pt x="334305" y="164462"/>
                  </a:lnTo>
                  <a:lnTo>
                    <a:pt x="334164" y="159169"/>
                  </a:lnTo>
                  <a:lnTo>
                    <a:pt x="333855" y="153883"/>
                  </a:lnTo>
                  <a:lnTo>
                    <a:pt x="333378" y="148610"/>
                  </a:lnTo>
                  <a:lnTo>
                    <a:pt x="332735" y="143354"/>
                  </a:lnTo>
                  <a:lnTo>
                    <a:pt x="331926" y="138121"/>
                  </a:lnTo>
                  <a:lnTo>
                    <a:pt x="330951" y="132917"/>
                  </a:lnTo>
                  <a:lnTo>
                    <a:pt x="329812" y="127746"/>
                  </a:lnTo>
                  <a:lnTo>
                    <a:pt x="328510" y="122613"/>
                  </a:lnTo>
                  <a:lnTo>
                    <a:pt x="327046" y="117525"/>
                  </a:lnTo>
                  <a:lnTo>
                    <a:pt x="325421" y="112485"/>
                  </a:lnTo>
                  <a:lnTo>
                    <a:pt x="323638" y="107499"/>
                  </a:lnTo>
                  <a:lnTo>
                    <a:pt x="321698" y="102573"/>
                  </a:lnTo>
                  <a:lnTo>
                    <a:pt x="319603" y="97710"/>
                  </a:lnTo>
                  <a:lnTo>
                    <a:pt x="317354" y="92916"/>
                  </a:lnTo>
                  <a:lnTo>
                    <a:pt x="314955" y="88195"/>
                  </a:lnTo>
                  <a:lnTo>
                    <a:pt x="312408" y="83553"/>
                  </a:lnTo>
                  <a:lnTo>
                    <a:pt x="309715" y="78994"/>
                  </a:lnTo>
                  <a:lnTo>
                    <a:pt x="306879" y="74523"/>
                  </a:lnTo>
                  <a:lnTo>
                    <a:pt x="303903" y="70144"/>
                  </a:lnTo>
                  <a:lnTo>
                    <a:pt x="300789" y="65861"/>
                  </a:lnTo>
                  <a:lnTo>
                    <a:pt x="297542" y="61679"/>
                  </a:lnTo>
                  <a:lnTo>
                    <a:pt x="294163" y="57601"/>
                  </a:lnTo>
                  <a:lnTo>
                    <a:pt x="290657" y="53633"/>
                  </a:lnTo>
                  <a:lnTo>
                    <a:pt x="287028" y="49778"/>
                  </a:lnTo>
                  <a:lnTo>
                    <a:pt x="283278" y="46040"/>
                  </a:lnTo>
                  <a:lnTo>
                    <a:pt x="279411" y="42422"/>
                  </a:lnTo>
                  <a:lnTo>
                    <a:pt x="275432" y="38929"/>
                  </a:lnTo>
                  <a:lnTo>
                    <a:pt x="271344" y="35563"/>
                  </a:lnTo>
                  <a:lnTo>
                    <a:pt x="267152" y="32329"/>
                  </a:lnTo>
                  <a:lnTo>
                    <a:pt x="262859" y="29229"/>
                  </a:lnTo>
                  <a:lnTo>
                    <a:pt x="258470" y="26266"/>
                  </a:lnTo>
                  <a:lnTo>
                    <a:pt x="253990" y="23444"/>
                  </a:lnTo>
                  <a:lnTo>
                    <a:pt x="249423" y="20765"/>
                  </a:lnTo>
                  <a:lnTo>
                    <a:pt x="244773" y="18233"/>
                  </a:lnTo>
                  <a:lnTo>
                    <a:pt x="240045" y="15849"/>
                  </a:lnTo>
                  <a:lnTo>
                    <a:pt x="235244" y="13615"/>
                  </a:lnTo>
                  <a:lnTo>
                    <a:pt x="230374" y="11535"/>
                  </a:lnTo>
                  <a:lnTo>
                    <a:pt x="225442" y="9610"/>
                  </a:lnTo>
                  <a:lnTo>
                    <a:pt x="220450" y="7843"/>
                  </a:lnTo>
                  <a:lnTo>
                    <a:pt x="215406" y="6234"/>
                  </a:lnTo>
                  <a:lnTo>
                    <a:pt x="210313" y="4786"/>
                  </a:lnTo>
                  <a:lnTo>
                    <a:pt x="205176" y="3500"/>
                  </a:lnTo>
                  <a:lnTo>
                    <a:pt x="200001" y="2377"/>
                  </a:lnTo>
                  <a:lnTo>
                    <a:pt x="194794" y="1419"/>
                  </a:lnTo>
                  <a:lnTo>
                    <a:pt x="189559" y="626"/>
                  </a:lnTo>
                  <a:lnTo>
                    <a:pt x="184301" y="0"/>
                  </a:lnTo>
                  <a:lnTo>
                    <a:pt x="167148" y="1662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7152" cy="167167"/>
            </a:xfrm>
            <a:custGeom>
              <a:avLst/>
              <a:pathLst>
                <a:path w="17152" h="167167">
                  <a:moveTo>
                    <a:pt x="17152" y="882"/>
                  </a:moveTo>
                  <a:lnTo>
                    <a:pt x="8587" y="2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3227" y="2633064"/>
              <a:ext cx="7521" cy="167167"/>
            </a:xfrm>
            <a:custGeom>
              <a:avLst/>
              <a:pathLst>
                <a:path w="7521" h="167167">
                  <a:moveTo>
                    <a:pt x="7521" y="0"/>
                  </a:moveTo>
                  <a:lnTo>
                    <a:pt x="0" y="169"/>
                  </a:lnTo>
                  <a:lnTo>
                    <a:pt x="75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84" y="2633233"/>
              <a:ext cx="334311" cy="334163"/>
            </a:xfrm>
            <a:custGeom>
              <a:avLst/>
              <a:pathLst>
                <a:path w="334311" h="334163">
                  <a:moveTo>
                    <a:pt x="159642" y="0"/>
                  </a:moveTo>
                  <a:lnTo>
                    <a:pt x="154362" y="321"/>
                  </a:lnTo>
                  <a:lnTo>
                    <a:pt x="149094" y="810"/>
                  </a:lnTo>
                  <a:lnTo>
                    <a:pt x="143845" y="1465"/>
                  </a:lnTo>
                  <a:lnTo>
                    <a:pt x="138618" y="2285"/>
                  </a:lnTo>
                  <a:lnTo>
                    <a:pt x="133421" y="3271"/>
                  </a:lnTo>
                  <a:lnTo>
                    <a:pt x="128257" y="4421"/>
                  </a:lnTo>
                  <a:lnTo>
                    <a:pt x="123132" y="5733"/>
                  </a:lnTo>
                  <a:lnTo>
                    <a:pt x="118052" y="7207"/>
                  </a:lnTo>
                  <a:lnTo>
                    <a:pt x="113020" y="8841"/>
                  </a:lnTo>
                  <a:lnTo>
                    <a:pt x="108043" y="10633"/>
                  </a:lnTo>
                  <a:lnTo>
                    <a:pt x="103125" y="12582"/>
                  </a:lnTo>
                  <a:lnTo>
                    <a:pt x="98271" y="14686"/>
                  </a:lnTo>
                  <a:lnTo>
                    <a:pt x="93486" y="16942"/>
                  </a:lnTo>
                  <a:lnTo>
                    <a:pt x="88775" y="19349"/>
                  </a:lnTo>
                  <a:lnTo>
                    <a:pt x="84142" y="21903"/>
                  </a:lnTo>
                  <a:lnTo>
                    <a:pt x="79593" y="24602"/>
                  </a:lnTo>
                  <a:lnTo>
                    <a:pt x="75131" y="27445"/>
                  </a:lnTo>
                  <a:lnTo>
                    <a:pt x="70761" y="30427"/>
                  </a:lnTo>
                  <a:lnTo>
                    <a:pt x="66488" y="33545"/>
                  </a:lnTo>
                  <a:lnTo>
                    <a:pt x="62316" y="36798"/>
                  </a:lnTo>
                  <a:lnTo>
                    <a:pt x="58249" y="40180"/>
                  </a:lnTo>
                  <a:lnTo>
                    <a:pt x="54291" y="43690"/>
                  </a:lnTo>
                  <a:lnTo>
                    <a:pt x="50445" y="47323"/>
                  </a:lnTo>
                  <a:lnTo>
                    <a:pt x="46717" y="51077"/>
                  </a:lnTo>
                  <a:lnTo>
                    <a:pt x="43109" y="54946"/>
                  </a:lnTo>
                  <a:lnTo>
                    <a:pt x="39626" y="58927"/>
                  </a:lnTo>
                  <a:lnTo>
                    <a:pt x="36270" y="63017"/>
                  </a:lnTo>
                  <a:lnTo>
                    <a:pt x="33046" y="67211"/>
                  </a:lnTo>
                  <a:lnTo>
                    <a:pt x="29955" y="71504"/>
                  </a:lnTo>
                  <a:lnTo>
                    <a:pt x="27003" y="75894"/>
                  </a:lnTo>
                  <a:lnTo>
                    <a:pt x="24190" y="80374"/>
                  </a:lnTo>
                  <a:lnTo>
                    <a:pt x="21521" y="84941"/>
                  </a:lnTo>
                  <a:lnTo>
                    <a:pt x="18997" y="89591"/>
                  </a:lnTo>
                  <a:lnTo>
                    <a:pt x="16622" y="94318"/>
                  </a:lnTo>
                  <a:lnTo>
                    <a:pt x="14398" y="99118"/>
                  </a:lnTo>
                  <a:lnTo>
                    <a:pt x="12326" y="103985"/>
                  </a:lnTo>
                  <a:lnTo>
                    <a:pt x="10410" y="108916"/>
                  </a:lnTo>
                  <a:lnTo>
                    <a:pt x="8651" y="113905"/>
                  </a:lnTo>
                  <a:lnTo>
                    <a:pt x="7050" y="118948"/>
                  </a:lnTo>
                  <a:lnTo>
                    <a:pt x="5610" y="124038"/>
                  </a:lnTo>
                  <a:lnTo>
                    <a:pt x="4332" y="129171"/>
                  </a:lnTo>
                  <a:lnTo>
                    <a:pt x="3216" y="134343"/>
                  </a:lnTo>
                  <a:lnTo>
                    <a:pt x="2265" y="139546"/>
                  </a:lnTo>
                  <a:lnTo>
                    <a:pt x="1479" y="144778"/>
                  </a:lnTo>
                  <a:lnTo>
                    <a:pt x="859" y="150032"/>
                  </a:lnTo>
                  <a:lnTo>
                    <a:pt x="405" y="155302"/>
                  </a:lnTo>
                  <a:lnTo>
                    <a:pt x="119" y="160585"/>
                  </a:lnTo>
                  <a:lnTo>
                    <a:pt x="0" y="165873"/>
                  </a:lnTo>
                  <a:lnTo>
                    <a:pt x="48" y="171163"/>
                  </a:lnTo>
                  <a:lnTo>
                    <a:pt x="263" y="176449"/>
                  </a:lnTo>
                  <a:lnTo>
                    <a:pt x="646" y="181725"/>
                  </a:lnTo>
                  <a:lnTo>
                    <a:pt x="1195" y="186987"/>
                  </a:lnTo>
                  <a:lnTo>
                    <a:pt x="1911" y="192229"/>
                  </a:lnTo>
                  <a:lnTo>
                    <a:pt x="2792" y="197445"/>
                  </a:lnTo>
                  <a:lnTo>
                    <a:pt x="3838" y="202631"/>
                  </a:lnTo>
                  <a:lnTo>
                    <a:pt x="5047" y="207781"/>
                  </a:lnTo>
                  <a:lnTo>
                    <a:pt x="6418" y="212890"/>
                  </a:lnTo>
                  <a:lnTo>
                    <a:pt x="7951" y="217953"/>
                  </a:lnTo>
                  <a:lnTo>
                    <a:pt x="9643" y="222965"/>
                  </a:lnTo>
                  <a:lnTo>
                    <a:pt x="11493" y="227922"/>
                  </a:lnTo>
                  <a:lnTo>
                    <a:pt x="13499" y="232817"/>
                  </a:lnTo>
                  <a:lnTo>
                    <a:pt x="15658" y="237646"/>
                  </a:lnTo>
                  <a:lnTo>
                    <a:pt x="17970" y="242405"/>
                  </a:lnTo>
                  <a:lnTo>
                    <a:pt x="20430" y="247088"/>
                  </a:lnTo>
                  <a:lnTo>
                    <a:pt x="23038" y="251690"/>
                  </a:lnTo>
                  <a:lnTo>
                    <a:pt x="25790" y="256208"/>
                  </a:lnTo>
                  <a:lnTo>
                    <a:pt x="28683" y="260637"/>
                  </a:lnTo>
                  <a:lnTo>
                    <a:pt x="31716" y="264972"/>
                  </a:lnTo>
                  <a:lnTo>
                    <a:pt x="34884" y="269209"/>
                  </a:lnTo>
                  <a:lnTo>
                    <a:pt x="38184" y="273343"/>
                  </a:lnTo>
                  <a:lnTo>
                    <a:pt x="41614" y="277371"/>
                  </a:lnTo>
                  <a:lnTo>
                    <a:pt x="45169" y="281288"/>
                  </a:lnTo>
                  <a:lnTo>
                    <a:pt x="48846" y="285091"/>
                  </a:lnTo>
                  <a:lnTo>
                    <a:pt x="52642" y="288776"/>
                  </a:lnTo>
                  <a:lnTo>
                    <a:pt x="56553" y="292339"/>
                  </a:lnTo>
                  <a:lnTo>
                    <a:pt x="60574" y="295776"/>
                  </a:lnTo>
                  <a:lnTo>
                    <a:pt x="64702" y="299084"/>
                  </a:lnTo>
                  <a:lnTo>
                    <a:pt x="68933" y="302260"/>
                  </a:lnTo>
                  <a:lnTo>
                    <a:pt x="73262" y="305300"/>
                  </a:lnTo>
                  <a:lnTo>
                    <a:pt x="77686" y="308202"/>
                  </a:lnTo>
                  <a:lnTo>
                    <a:pt x="82198" y="310963"/>
                  </a:lnTo>
                  <a:lnTo>
                    <a:pt x="86796" y="313579"/>
                  </a:lnTo>
                  <a:lnTo>
                    <a:pt x="91475" y="316049"/>
                  </a:lnTo>
                  <a:lnTo>
                    <a:pt x="96229" y="318369"/>
                  </a:lnTo>
                  <a:lnTo>
                    <a:pt x="101054" y="320538"/>
                  </a:lnTo>
                  <a:lnTo>
                    <a:pt x="105945" y="322553"/>
                  </a:lnTo>
                  <a:lnTo>
                    <a:pt x="110898" y="324412"/>
                  </a:lnTo>
                  <a:lnTo>
                    <a:pt x="115907" y="326113"/>
                  </a:lnTo>
                  <a:lnTo>
                    <a:pt x="120967" y="327655"/>
                  </a:lnTo>
                  <a:lnTo>
                    <a:pt x="126074" y="329037"/>
                  </a:lnTo>
                  <a:lnTo>
                    <a:pt x="131222" y="330256"/>
                  </a:lnTo>
                  <a:lnTo>
                    <a:pt x="136406" y="331311"/>
                  </a:lnTo>
                  <a:lnTo>
                    <a:pt x="141620" y="332202"/>
                  </a:lnTo>
                  <a:lnTo>
                    <a:pt x="146860" y="332928"/>
                  </a:lnTo>
                  <a:lnTo>
                    <a:pt x="152121" y="333487"/>
                  </a:lnTo>
                  <a:lnTo>
                    <a:pt x="157396" y="333880"/>
                  </a:lnTo>
                  <a:lnTo>
                    <a:pt x="162682" y="334105"/>
                  </a:lnTo>
                  <a:lnTo>
                    <a:pt x="167972" y="334163"/>
                  </a:lnTo>
                  <a:lnTo>
                    <a:pt x="173261" y="334054"/>
                  </a:lnTo>
                  <a:lnTo>
                    <a:pt x="178544" y="333777"/>
                  </a:lnTo>
                  <a:lnTo>
                    <a:pt x="183815" y="333334"/>
                  </a:lnTo>
                  <a:lnTo>
                    <a:pt x="189070" y="332723"/>
                  </a:lnTo>
                  <a:lnTo>
                    <a:pt x="194303" y="331947"/>
                  </a:lnTo>
                  <a:lnTo>
                    <a:pt x="199509" y="331006"/>
                  </a:lnTo>
                  <a:lnTo>
                    <a:pt x="204682" y="329900"/>
                  </a:lnTo>
                  <a:lnTo>
                    <a:pt x="209818" y="328632"/>
                  </a:lnTo>
                  <a:lnTo>
                    <a:pt x="214911" y="327201"/>
                  </a:lnTo>
                  <a:lnTo>
                    <a:pt x="219956" y="325610"/>
                  </a:lnTo>
                  <a:lnTo>
                    <a:pt x="224948" y="323860"/>
                  </a:lnTo>
                  <a:lnTo>
                    <a:pt x="229883" y="321953"/>
                  </a:lnTo>
                  <a:lnTo>
                    <a:pt x="234754" y="319891"/>
                  </a:lnTo>
                  <a:lnTo>
                    <a:pt x="239558" y="317676"/>
                  </a:lnTo>
                  <a:lnTo>
                    <a:pt x="244290" y="315310"/>
                  </a:lnTo>
                  <a:lnTo>
                    <a:pt x="248944" y="312795"/>
                  </a:lnTo>
                  <a:lnTo>
                    <a:pt x="253517" y="310134"/>
                  </a:lnTo>
                  <a:lnTo>
                    <a:pt x="258002" y="307330"/>
                  </a:lnTo>
                  <a:lnTo>
                    <a:pt x="262397" y="304385"/>
                  </a:lnTo>
                  <a:lnTo>
                    <a:pt x="266697" y="301303"/>
                  </a:lnTo>
                  <a:lnTo>
                    <a:pt x="270897" y="298087"/>
                  </a:lnTo>
                  <a:lnTo>
                    <a:pt x="274993" y="294739"/>
                  </a:lnTo>
                  <a:lnTo>
                    <a:pt x="278981" y="291263"/>
                  </a:lnTo>
                  <a:lnTo>
                    <a:pt x="282857" y="287662"/>
                  </a:lnTo>
                  <a:lnTo>
                    <a:pt x="286617" y="283941"/>
                  </a:lnTo>
                  <a:lnTo>
                    <a:pt x="290257" y="280103"/>
                  </a:lnTo>
                  <a:lnTo>
                    <a:pt x="293774" y="276151"/>
                  </a:lnTo>
                  <a:lnTo>
                    <a:pt x="297165" y="272091"/>
                  </a:lnTo>
                  <a:lnTo>
                    <a:pt x="300425" y="267924"/>
                  </a:lnTo>
                  <a:lnTo>
                    <a:pt x="303552" y="263657"/>
                  </a:lnTo>
                  <a:lnTo>
                    <a:pt x="306542" y="259293"/>
                  </a:lnTo>
                  <a:lnTo>
                    <a:pt x="309393" y="254837"/>
                  </a:lnTo>
                  <a:lnTo>
                    <a:pt x="312101" y="250292"/>
                  </a:lnTo>
                  <a:lnTo>
                    <a:pt x="314664" y="245665"/>
                  </a:lnTo>
                  <a:lnTo>
                    <a:pt x="317079" y="240958"/>
                  </a:lnTo>
                  <a:lnTo>
                    <a:pt x="319344" y="236177"/>
                  </a:lnTo>
                  <a:lnTo>
                    <a:pt x="321457" y="231327"/>
                  </a:lnTo>
                  <a:lnTo>
                    <a:pt x="323415" y="226413"/>
                  </a:lnTo>
                  <a:lnTo>
                    <a:pt x="325217" y="221439"/>
                  </a:lnTo>
                  <a:lnTo>
                    <a:pt x="326861" y="216411"/>
                  </a:lnTo>
                  <a:lnTo>
                    <a:pt x="328344" y="211333"/>
                  </a:lnTo>
                  <a:lnTo>
                    <a:pt x="329666" y="206211"/>
                  </a:lnTo>
                  <a:lnTo>
                    <a:pt x="330826" y="201049"/>
                  </a:lnTo>
                  <a:lnTo>
                    <a:pt x="331821" y="195853"/>
                  </a:lnTo>
                  <a:lnTo>
                    <a:pt x="332652" y="190629"/>
                  </a:lnTo>
                  <a:lnTo>
                    <a:pt x="333317" y="185381"/>
                  </a:lnTo>
                  <a:lnTo>
                    <a:pt x="333815" y="180114"/>
                  </a:lnTo>
                  <a:lnTo>
                    <a:pt x="334147" y="174834"/>
                  </a:lnTo>
                  <a:lnTo>
                    <a:pt x="334311" y="169547"/>
                  </a:lnTo>
                  <a:lnTo>
                    <a:pt x="334308" y="164257"/>
                  </a:lnTo>
                  <a:lnTo>
                    <a:pt x="334138" y="158969"/>
                  </a:lnTo>
                  <a:lnTo>
                    <a:pt x="333800" y="153690"/>
                  </a:lnTo>
                  <a:lnTo>
                    <a:pt x="333296" y="148424"/>
                  </a:lnTo>
                  <a:lnTo>
                    <a:pt x="332625" y="143176"/>
                  </a:lnTo>
                  <a:lnTo>
                    <a:pt x="331788" y="137953"/>
                  </a:lnTo>
                  <a:lnTo>
                    <a:pt x="330787" y="132758"/>
                  </a:lnTo>
                  <a:lnTo>
                    <a:pt x="329621" y="127598"/>
                  </a:lnTo>
                  <a:lnTo>
                    <a:pt x="328293" y="122477"/>
                  </a:lnTo>
                  <a:lnTo>
                    <a:pt x="326804" y="117401"/>
                  </a:lnTo>
                  <a:lnTo>
                    <a:pt x="325155" y="112375"/>
                  </a:lnTo>
                  <a:lnTo>
                    <a:pt x="323347" y="107403"/>
                  </a:lnTo>
                  <a:lnTo>
                    <a:pt x="321383" y="102491"/>
                  </a:lnTo>
                  <a:lnTo>
                    <a:pt x="319265" y="97643"/>
                  </a:lnTo>
                  <a:lnTo>
                    <a:pt x="316994" y="92865"/>
                  </a:lnTo>
                  <a:lnTo>
                    <a:pt x="314573" y="88161"/>
                  </a:lnTo>
                  <a:lnTo>
                    <a:pt x="312005" y="83536"/>
                  </a:lnTo>
                  <a:lnTo>
                    <a:pt x="309292" y="78995"/>
                  </a:lnTo>
                  <a:lnTo>
                    <a:pt x="306436" y="74542"/>
                  </a:lnTo>
                  <a:lnTo>
                    <a:pt x="303441" y="70182"/>
                  </a:lnTo>
                  <a:lnTo>
                    <a:pt x="300309" y="65918"/>
                  </a:lnTo>
                  <a:lnTo>
                    <a:pt x="297044" y="61756"/>
                  </a:lnTo>
                  <a:lnTo>
                    <a:pt x="293649" y="57699"/>
                  </a:lnTo>
                  <a:lnTo>
                    <a:pt x="290127" y="53751"/>
                  </a:lnTo>
                  <a:lnTo>
                    <a:pt x="286482" y="49917"/>
                  </a:lnTo>
                  <a:lnTo>
                    <a:pt x="282718" y="46200"/>
                  </a:lnTo>
                  <a:lnTo>
                    <a:pt x="278838" y="42604"/>
                  </a:lnTo>
                  <a:lnTo>
                    <a:pt x="274846" y="39133"/>
                  </a:lnTo>
                  <a:lnTo>
                    <a:pt x="270746" y="35790"/>
                  </a:lnTo>
                  <a:lnTo>
                    <a:pt x="266542" y="32578"/>
                  </a:lnTo>
                  <a:lnTo>
                    <a:pt x="262239" y="29501"/>
                  </a:lnTo>
                  <a:lnTo>
                    <a:pt x="257841" y="26561"/>
                  </a:lnTo>
                  <a:lnTo>
                    <a:pt x="253352" y="23762"/>
                  </a:lnTo>
                  <a:lnTo>
                    <a:pt x="248777" y="21107"/>
                  </a:lnTo>
                  <a:lnTo>
                    <a:pt x="244120" y="18597"/>
                  </a:lnTo>
                  <a:lnTo>
                    <a:pt x="239385" y="16237"/>
                  </a:lnTo>
                  <a:lnTo>
                    <a:pt x="234579" y="14027"/>
                  </a:lnTo>
                  <a:lnTo>
                    <a:pt x="229705" y="11970"/>
                  </a:lnTo>
                  <a:lnTo>
                    <a:pt x="224768" y="10069"/>
                  </a:lnTo>
                  <a:lnTo>
                    <a:pt x="167163" y="1669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7604" cy="167167"/>
            </a:xfrm>
            <a:custGeom>
              <a:avLst/>
              <a:pathLst>
                <a:path w="57604" h="167167">
                  <a:moveTo>
                    <a:pt x="57604" y="10238"/>
                  </a:moveTo>
                  <a:lnTo>
                    <a:pt x="52049" y="8309"/>
                  </a:lnTo>
                  <a:lnTo>
                    <a:pt x="46429" y="6577"/>
                  </a:lnTo>
                  <a:lnTo>
                    <a:pt x="40752" y="5043"/>
                  </a:lnTo>
                  <a:lnTo>
                    <a:pt x="35024" y="3710"/>
                  </a:lnTo>
                  <a:lnTo>
                    <a:pt x="29253" y="2579"/>
                  </a:lnTo>
                  <a:lnTo>
                    <a:pt x="23446" y="1652"/>
                  </a:lnTo>
                  <a:lnTo>
                    <a:pt x="17610" y="930"/>
                  </a:lnTo>
                  <a:lnTo>
                    <a:pt x="11752" y="413"/>
                  </a:lnTo>
                  <a:lnTo>
                    <a:pt x="5879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9285" y="3170392"/>
              <a:ext cx="26694" cy="167167"/>
            </a:xfrm>
            <a:custGeom>
              <a:avLst/>
              <a:pathLst>
                <a:path w="26694" h="167167">
                  <a:moveTo>
                    <a:pt x="26694" y="0"/>
                  </a:moveTo>
                  <a:lnTo>
                    <a:pt x="19994" y="134"/>
                  </a:lnTo>
                  <a:lnTo>
                    <a:pt x="13304" y="537"/>
                  </a:lnTo>
                  <a:lnTo>
                    <a:pt x="6636" y="1207"/>
                  </a:lnTo>
                  <a:lnTo>
                    <a:pt x="0" y="2145"/>
                  </a:lnTo>
                  <a:lnTo>
                    <a:pt x="2669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285" y="3172537"/>
              <a:ext cx="26694" cy="165022"/>
            </a:xfrm>
            <a:custGeom>
              <a:avLst/>
              <a:pathLst>
                <a:path w="26694" h="165022">
                  <a:moveTo>
                    <a:pt x="0" y="0"/>
                  </a:moveTo>
                  <a:lnTo>
                    <a:pt x="26694" y="165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285" y="3172537"/>
              <a:ext cx="26694" cy="165022"/>
            </a:xfrm>
            <a:custGeom>
              <a:avLst/>
              <a:pathLst>
                <a:path w="26694" h="165022">
                  <a:moveTo>
                    <a:pt x="0" y="0"/>
                  </a:moveTo>
                  <a:lnTo>
                    <a:pt x="26694" y="165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285" y="3172537"/>
              <a:ext cx="26694" cy="165022"/>
            </a:xfrm>
            <a:custGeom>
              <a:avLst/>
              <a:pathLst>
                <a:path w="26694" h="165022">
                  <a:moveTo>
                    <a:pt x="0" y="0"/>
                  </a:moveTo>
                  <a:lnTo>
                    <a:pt x="26694" y="1650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285" y="3172537"/>
              <a:ext cx="26694" cy="165022"/>
            </a:xfrm>
            <a:custGeom>
              <a:avLst/>
              <a:pathLst>
                <a:path w="26694" h="165022">
                  <a:moveTo>
                    <a:pt x="0" y="0"/>
                  </a:moveTo>
                  <a:lnTo>
                    <a:pt x="26694" y="165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285" y="3172537"/>
              <a:ext cx="26694" cy="165022"/>
            </a:xfrm>
            <a:custGeom>
              <a:avLst/>
              <a:pathLst>
                <a:path w="26694" h="165022">
                  <a:moveTo>
                    <a:pt x="0" y="0"/>
                  </a:moveTo>
                  <a:lnTo>
                    <a:pt x="26694" y="165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285" y="3172537"/>
              <a:ext cx="26694" cy="165022"/>
            </a:xfrm>
            <a:custGeom>
              <a:avLst/>
              <a:pathLst>
                <a:path w="26694" h="165022">
                  <a:moveTo>
                    <a:pt x="0" y="0"/>
                  </a:moveTo>
                  <a:lnTo>
                    <a:pt x="26694" y="1650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285" y="3172537"/>
              <a:ext cx="26694" cy="165022"/>
            </a:xfrm>
            <a:custGeom>
              <a:avLst/>
              <a:pathLst>
                <a:path w="26694" h="165022">
                  <a:moveTo>
                    <a:pt x="0" y="0"/>
                  </a:moveTo>
                  <a:lnTo>
                    <a:pt x="26694" y="165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285" y="3172537"/>
              <a:ext cx="26694" cy="165022"/>
            </a:xfrm>
            <a:custGeom>
              <a:avLst/>
              <a:pathLst>
                <a:path w="26694" h="165022">
                  <a:moveTo>
                    <a:pt x="0" y="0"/>
                  </a:moveTo>
                  <a:lnTo>
                    <a:pt x="26694" y="165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285" y="3172537"/>
              <a:ext cx="26694" cy="165022"/>
            </a:xfrm>
            <a:custGeom>
              <a:avLst/>
              <a:pathLst>
                <a:path w="26694" h="165022">
                  <a:moveTo>
                    <a:pt x="0" y="0"/>
                  </a:moveTo>
                  <a:lnTo>
                    <a:pt x="26694" y="165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285" y="3172537"/>
              <a:ext cx="26694" cy="165022"/>
            </a:xfrm>
            <a:custGeom>
              <a:avLst/>
              <a:pathLst>
                <a:path w="26694" h="165022">
                  <a:moveTo>
                    <a:pt x="0" y="0"/>
                  </a:moveTo>
                  <a:lnTo>
                    <a:pt x="26694" y="165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9285" y="3172537"/>
              <a:ext cx="26694" cy="165022"/>
            </a:xfrm>
            <a:custGeom>
              <a:avLst/>
              <a:pathLst>
                <a:path w="26694" h="165022">
                  <a:moveTo>
                    <a:pt x="0" y="0"/>
                  </a:moveTo>
                  <a:lnTo>
                    <a:pt x="26694" y="1650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99285" y="3172537"/>
              <a:ext cx="26694" cy="165022"/>
            </a:xfrm>
            <a:custGeom>
              <a:avLst/>
              <a:pathLst>
                <a:path w="26694" h="165022">
                  <a:moveTo>
                    <a:pt x="0" y="0"/>
                  </a:moveTo>
                  <a:lnTo>
                    <a:pt x="26694" y="1650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30" y="3172537"/>
              <a:ext cx="334301" cy="332189"/>
            </a:xfrm>
            <a:custGeom>
              <a:avLst/>
              <a:pathLst>
                <a:path w="334301" h="332189">
                  <a:moveTo>
                    <a:pt x="140455" y="0"/>
                  </a:moveTo>
                  <a:lnTo>
                    <a:pt x="135233" y="930"/>
                  </a:lnTo>
                  <a:lnTo>
                    <a:pt x="130043" y="2025"/>
                  </a:lnTo>
                  <a:lnTo>
                    <a:pt x="124890" y="3284"/>
                  </a:lnTo>
                  <a:lnTo>
                    <a:pt x="119779" y="4707"/>
                  </a:lnTo>
                  <a:lnTo>
                    <a:pt x="114717" y="6290"/>
                  </a:lnTo>
                  <a:lnTo>
                    <a:pt x="109707" y="8034"/>
                  </a:lnTo>
                  <a:lnTo>
                    <a:pt x="104755" y="9935"/>
                  </a:lnTo>
                  <a:lnTo>
                    <a:pt x="99865" y="11993"/>
                  </a:lnTo>
                  <a:lnTo>
                    <a:pt x="95044" y="14205"/>
                  </a:lnTo>
                  <a:lnTo>
                    <a:pt x="90295" y="16569"/>
                  </a:lnTo>
                  <a:lnTo>
                    <a:pt x="85624" y="19082"/>
                  </a:lnTo>
                  <a:lnTo>
                    <a:pt x="81034" y="21742"/>
                  </a:lnTo>
                  <a:lnTo>
                    <a:pt x="76532" y="24547"/>
                  </a:lnTo>
                  <a:lnTo>
                    <a:pt x="72120" y="27493"/>
                  </a:lnTo>
                  <a:lnTo>
                    <a:pt x="67804" y="30577"/>
                  </a:lnTo>
                  <a:lnTo>
                    <a:pt x="63589" y="33797"/>
                  </a:lnTo>
                  <a:lnTo>
                    <a:pt x="59477" y="37149"/>
                  </a:lnTo>
                  <a:lnTo>
                    <a:pt x="55474" y="40629"/>
                  </a:lnTo>
                  <a:lnTo>
                    <a:pt x="51584" y="44235"/>
                  </a:lnTo>
                  <a:lnTo>
                    <a:pt x="47810" y="47963"/>
                  </a:lnTo>
                  <a:lnTo>
                    <a:pt x="44156" y="51808"/>
                  </a:lnTo>
                  <a:lnTo>
                    <a:pt x="40626" y="55768"/>
                  </a:lnTo>
                  <a:lnTo>
                    <a:pt x="37223" y="59837"/>
                  </a:lnTo>
                  <a:lnTo>
                    <a:pt x="33951" y="64012"/>
                  </a:lnTo>
                  <a:lnTo>
                    <a:pt x="30813" y="68289"/>
                  </a:lnTo>
                  <a:lnTo>
                    <a:pt x="27813" y="72664"/>
                  </a:lnTo>
                  <a:lnTo>
                    <a:pt x="24952" y="77131"/>
                  </a:lnTo>
                  <a:lnTo>
                    <a:pt x="22235" y="81687"/>
                  </a:lnTo>
                  <a:lnTo>
                    <a:pt x="19664" y="86327"/>
                  </a:lnTo>
                  <a:lnTo>
                    <a:pt x="17242" y="91046"/>
                  </a:lnTo>
                  <a:lnTo>
                    <a:pt x="14970" y="95840"/>
                  </a:lnTo>
                  <a:lnTo>
                    <a:pt x="12852" y="100703"/>
                  </a:lnTo>
                  <a:lnTo>
                    <a:pt x="10889" y="105631"/>
                  </a:lnTo>
                  <a:lnTo>
                    <a:pt x="9083" y="110619"/>
                  </a:lnTo>
                  <a:lnTo>
                    <a:pt x="7436" y="115662"/>
                  </a:lnTo>
                  <a:lnTo>
                    <a:pt x="5951" y="120754"/>
                  </a:lnTo>
                  <a:lnTo>
                    <a:pt x="4627" y="125891"/>
                  </a:lnTo>
                  <a:lnTo>
                    <a:pt x="3468" y="131067"/>
                  </a:lnTo>
                  <a:lnTo>
                    <a:pt x="2473" y="136277"/>
                  </a:lnTo>
                  <a:lnTo>
                    <a:pt x="1644" y="141517"/>
                  </a:lnTo>
                  <a:lnTo>
                    <a:pt x="981" y="146780"/>
                  </a:lnTo>
                  <a:lnTo>
                    <a:pt x="486" y="152061"/>
                  </a:lnTo>
                  <a:lnTo>
                    <a:pt x="159" y="157356"/>
                  </a:lnTo>
                  <a:lnTo>
                    <a:pt x="0" y="162658"/>
                  </a:lnTo>
                  <a:lnTo>
                    <a:pt x="9" y="167963"/>
                  </a:lnTo>
                  <a:lnTo>
                    <a:pt x="186" y="173264"/>
                  </a:lnTo>
                  <a:lnTo>
                    <a:pt x="532" y="178558"/>
                  </a:lnTo>
                  <a:lnTo>
                    <a:pt x="1045" y="183837"/>
                  </a:lnTo>
                  <a:lnTo>
                    <a:pt x="1726" y="189098"/>
                  </a:lnTo>
                  <a:lnTo>
                    <a:pt x="2573" y="194335"/>
                  </a:lnTo>
                  <a:lnTo>
                    <a:pt x="3586" y="199542"/>
                  </a:lnTo>
                  <a:lnTo>
                    <a:pt x="4763" y="204714"/>
                  </a:lnTo>
                  <a:lnTo>
                    <a:pt x="6105" y="209846"/>
                  </a:lnTo>
                  <a:lnTo>
                    <a:pt x="7608" y="214933"/>
                  </a:lnTo>
                  <a:lnTo>
                    <a:pt x="9272" y="219970"/>
                  </a:lnTo>
                  <a:lnTo>
                    <a:pt x="11095" y="224952"/>
                  </a:lnTo>
                  <a:lnTo>
                    <a:pt x="13075" y="229873"/>
                  </a:lnTo>
                  <a:lnTo>
                    <a:pt x="15210" y="234729"/>
                  </a:lnTo>
                  <a:lnTo>
                    <a:pt x="17498" y="239515"/>
                  </a:lnTo>
                  <a:lnTo>
                    <a:pt x="19937" y="244225"/>
                  </a:lnTo>
                  <a:lnTo>
                    <a:pt x="22524" y="248856"/>
                  </a:lnTo>
                  <a:lnTo>
                    <a:pt x="25257" y="253403"/>
                  </a:lnTo>
                  <a:lnTo>
                    <a:pt x="28132" y="257860"/>
                  </a:lnTo>
                  <a:lnTo>
                    <a:pt x="31148" y="262224"/>
                  </a:lnTo>
                  <a:lnTo>
                    <a:pt x="34301" y="266491"/>
                  </a:lnTo>
                  <a:lnTo>
                    <a:pt x="37587" y="270655"/>
                  </a:lnTo>
                  <a:lnTo>
                    <a:pt x="41004" y="274712"/>
                  </a:lnTo>
                  <a:lnTo>
                    <a:pt x="44548" y="278659"/>
                  </a:lnTo>
                  <a:lnTo>
                    <a:pt x="48215" y="282492"/>
                  </a:lnTo>
                  <a:lnTo>
                    <a:pt x="52002" y="286207"/>
                  </a:lnTo>
                  <a:lnTo>
                    <a:pt x="55905" y="289799"/>
                  </a:lnTo>
                  <a:lnTo>
                    <a:pt x="59920" y="293266"/>
                  </a:lnTo>
                  <a:lnTo>
                    <a:pt x="64043" y="296604"/>
                  </a:lnTo>
                  <a:lnTo>
                    <a:pt x="68270" y="299809"/>
                  </a:lnTo>
                  <a:lnTo>
                    <a:pt x="72596" y="302878"/>
                  </a:lnTo>
                  <a:lnTo>
                    <a:pt x="77017" y="305809"/>
                  </a:lnTo>
                  <a:lnTo>
                    <a:pt x="81530" y="308598"/>
                  </a:lnTo>
                  <a:lnTo>
                    <a:pt x="86128" y="311242"/>
                  </a:lnTo>
                  <a:lnTo>
                    <a:pt x="90808" y="313739"/>
                  </a:lnTo>
                  <a:lnTo>
                    <a:pt x="95565" y="316086"/>
                  </a:lnTo>
                  <a:lnTo>
                    <a:pt x="100394" y="318282"/>
                  </a:lnTo>
                  <a:lnTo>
                    <a:pt x="105291" y="320323"/>
                  </a:lnTo>
                  <a:lnTo>
                    <a:pt x="110249" y="322207"/>
                  </a:lnTo>
                  <a:lnTo>
                    <a:pt x="115265" y="323933"/>
                  </a:lnTo>
                  <a:lnTo>
                    <a:pt x="120333" y="325500"/>
                  </a:lnTo>
                  <a:lnTo>
                    <a:pt x="125449" y="326904"/>
                  </a:lnTo>
                  <a:lnTo>
                    <a:pt x="130606" y="328146"/>
                  </a:lnTo>
                  <a:lnTo>
                    <a:pt x="135800" y="329223"/>
                  </a:lnTo>
                  <a:lnTo>
                    <a:pt x="141026" y="330135"/>
                  </a:lnTo>
                  <a:lnTo>
                    <a:pt x="146277" y="330881"/>
                  </a:lnTo>
                  <a:lnTo>
                    <a:pt x="151550" y="331460"/>
                  </a:lnTo>
                  <a:lnTo>
                    <a:pt x="156839" y="331871"/>
                  </a:lnTo>
                  <a:lnTo>
                    <a:pt x="162138" y="332114"/>
                  </a:lnTo>
                  <a:lnTo>
                    <a:pt x="167442" y="332189"/>
                  </a:lnTo>
                  <a:lnTo>
                    <a:pt x="172746" y="332095"/>
                  </a:lnTo>
                  <a:lnTo>
                    <a:pt x="178044" y="331834"/>
                  </a:lnTo>
                  <a:lnTo>
                    <a:pt x="183331" y="331404"/>
                  </a:lnTo>
                  <a:lnTo>
                    <a:pt x="188602" y="330807"/>
                  </a:lnTo>
                  <a:lnTo>
                    <a:pt x="193851" y="330043"/>
                  </a:lnTo>
                  <a:lnTo>
                    <a:pt x="199074" y="329113"/>
                  </a:lnTo>
                  <a:lnTo>
                    <a:pt x="204264" y="328017"/>
                  </a:lnTo>
                  <a:lnTo>
                    <a:pt x="209417" y="326758"/>
                  </a:lnTo>
                  <a:lnTo>
                    <a:pt x="214527" y="325335"/>
                  </a:lnTo>
                  <a:lnTo>
                    <a:pt x="219590" y="323751"/>
                  </a:lnTo>
                  <a:lnTo>
                    <a:pt x="224600" y="322007"/>
                  </a:lnTo>
                  <a:lnTo>
                    <a:pt x="229552" y="320106"/>
                  </a:lnTo>
                  <a:lnTo>
                    <a:pt x="234441" y="318048"/>
                  </a:lnTo>
                  <a:lnTo>
                    <a:pt x="239262" y="315836"/>
                  </a:lnTo>
                  <a:lnTo>
                    <a:pt x="244011" y="313472"/>
                  </a:lnTo>
                  <a:lnTo>
                    <a:pt x="248682" y="310958"/>
                  </a:lnTo>
                  <a:lnTo>
                    <a:pt x="253272" y="308298"/>
                  </a:lnTo>
                  <a:lnTo>
                    <a:pt x="257774" y="305493"/>
                  </a:lnTo>
                  <a:lnTo>
                    <a:pt x="262185" y="302547"/>
                  </a:lnTo>
                  <a:lnTo>
                    <a:pt x="266501" y="299463"/>
                  </a:lnTo>
                  <a:lnTo>
                    <a:pt x="270717" y="296243"/>
                  </a:lnTo>
                  <a:lnTo>
                    <a:pt x="274828" y="292891"/>
                  </a:lnTo>
                  <a:lnTo>
                    <a:pt x="278831" y="289410"/>
                  </a:lnTo>
                  <a:lnTo>
                    <a:pt x="282721" y="285804"/>
                  </a:lnTo>
                  <a:lnTo>
                    <a:pt x="286495" y="282076"/>
                  </a:lnTo>
                  <a:lnTo>
                    <a:pt x="290149" y="278231"/>
                  </a:lnTo>
                  <a:lnTo>
                    <a:pt x="293679" y="274271"/>
                  </a:lnTo>
                  <a:lnTo>
                    <a:pt x="297082" y="270201"/>
                  </a:lnTo>
                  <a:lnTo>
                    <a:pt x="300353" y="266026"/>
                  </a:lnTo>
                  <a:lnTo>
                    <a:pt x="303491" y="261749"/>
                  </a:lnTo>
                  <a:lnTo>
                    <a:pt x="306491" y="257374"/>
                  </a:lnTo>
                  <a:lnTo>
                    <a:pt x="309351" y="252907"/>
                  </a:lnTo>
                  <a:lnTo>
                    <a:pt x="312068" y="248351"/>
                  </a:lnTo>
                  <a:lnTo>
                    <a:pt x="314639" y="243711"/>
                  </a:lnTo>
                  <a:lnTo>
                    <a:pt x="317062" y="238992"/>
                  </a:lnTo>
                  <a:lnTo>
                    <a:pt x="319333" y="234198"/>
                  </a:lnTo>
                  <a:lnTo>
                    <a:pt x="321451" y="229335"/>
                  </a:lnTo>
                  <a:lnTo>
                    <a:pt x="323414" y="224406"/>
                  </a:lnTo>
                  <a:lnTo>
                    <a:pt x="325220" y="219419"/>
                  </a:lnTo>
                  <a:lnTo>
                    <a:pt x="326866" y="214376"/>
                  </a:lnTo>
                  <a:lnTo>
                    <a:pt x="328351" y="209284"/>
                  </a:lnTo>
                  <a:lnTo>
                    <a:pt x="329675" y="204147"/>
                  </a:lnTo>
                  <a:lnTo>
                    <a:pt x="330834" y="198970"/>
                  </a:lnTo>
                  <a:lnTo>
                    <a:pt x="331829" y="193760"/>
                  </a:lnTo>
                  <a:lnTo>
                    <a:pt x="332658" y="188520"/>
                  </a:lnTo>
                  <a:lnTo>
                    <a:pt x="333320" y="183257"/>
                  </a:lnTo>
                  <a:lnTo>
                    <a:pt x="333815" y="177976"/>
                  </a:lnTo>
                  <a:lnTo>
                    <a:pt x="334142" y="172681"/>
                  </a:lnTo>
                  <a:lnTo>
                    <a:pt x="334301" y="167379"/>
                  </a:lnTo>
                  <a:lnTo>
                    <a:pt x="334292" y="162074"/>
                  </a:lnTo>
                  <a:lnTo>
                    <a:pt x="334114" y="156773"/>
                  </a:lnTo>
                  <a:lnTo>
                    <a:pt x="333768" y="151479"/>
                  </a:lnTo>
                  <a:lnTo>
                    <a:pt x="333255" y="146200"/>
                  </a:lnTo>
                  <a:lnTo>
                    <a:pt x="332574" y="140939"/>
                  </a:lnTo>
                  <a:lnTo>
                    <a:pt x="331726" y="135703"/>
                  </a:lnTo>
                  <a:lnTo>
                    <a:pt x="330713" y="130496"/>
                  </a:lnTo>
                  <a:lnTo>
                    <a:pt x="329536" y="125323"/>
                  </a:lnTo>
                  <a:lnTo>
                    <a:pt x="328194" y="120191"/>
                  </a:lnTo>
                  <a:lnTo>
                    <a:pt x="326691" y="115104"/>
                  </a:lnTo>
                  <a:lnTo>
                    <a:pt x="325027" y="110067"/>
                  </a:lnTo>
                  <a:lnTo>
                    <a:pt x="323204" y="105086"/>
                  </a:lnTo>
                  <a:lnTo>
                    <a:pt x="321223" y="100165"/>
                  </a:lnTo>
                  <a:lnTo>
                    <a:pt x="319088" y="95309"/>
                  </a:lnTo>
                  <a:lnTo>
                    <a:pt x="316800" y="90523"/>
                  </a:lnTo>
                  <a:lnTo>
                    <a:pt x="314360" y="85813"/>
                  </a:lnTo>
                  <a:lnTo>
                    <a:pt x="311773" y="81182"/>
                  </a:lnTo>
                  <a:lnTo>
                    <a:pt x="309040" y="76635"/>
                  </a:lnTo>
                  <a:lnTo>
                    <a:pt x="306164" y="72178"/>
                  </a:lnTo>
                  <a:lnTo>
                    <a:pt x="303149" y="67814"/>
                  </a:lnTo>
                  <a:lnTo>
                    <a:pt x="299996" y="63548"/>
                  </a:lnTo>
                  <a:lnTo>
                    <a:pt x="296710" y="59384"/>
                  </a:lnTo>
                  <a:lnTo>
                    <a:pt x="293293" y="55326"/>
                  </a:lnTo>
                  <a:lnTo>
                    <a:pt x="289749" y="51379"/>
                  </a:lnTo>
                  <a:lnTo>
                    <a:pt x="286081" y="47547"/>
                  </a:lnTo>
                  <a:lnTo>
                    <a:pt x="282294" y="43832"/>
                  </a:lnTo>
                  <a:lnTo>
                    <a:pt x="278391" y="40240"/>
                  </a:lnTo>
                  <a:lnTo>
                    <a:pt x="274376" y="36773"/>
                  </a:lnTo>
                  <a:lnTo>
                    <a:pt x="270253" y="33436"/>
                  </a:lnTo>
                  <a:lnTo>
                    <a:pt x="266026" y="30231"/>
                  </a:lnTo>
                  <a:lnTo>
                    <a:pt x="261699" y="27162"/>
                  </a:lnTo>
                  <a:lnTo>
                    <a:pt x="257278" y="24231"/>
                  </a:lnTo>
                  <a:lnTo>
                    <a:pt x="252765" y="21442"/>
                  </a:lnTo>
                  <a:lnTo>
                    <a:pt x="248167" y="18798"/>
                  </a:lnTo>
                  <a:lnTo>
                    <a:pt x="243486" y="16301"/>
                  </a:lnTo>
                  <a:lnTo>
                    <a:pt x="238729" y="13954"/>
                  </a:lnTo>
                  <a:lnTo>
                    <a:pt x="233900" y="11759"/>
                  </a:lnTo>
                  <a:lnTo>
                    <a:pt x="229004" y="9719"/>
                  </a:lnTo>
                  <a:lnTo>
                    <a:pt x="224045" y="7834"/>
                  </a:lnTo>
                  <a:lnTo>
                    <a:pt x="167150" y="1650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56894" cy="167167"/>
            </a:xfrm>
            <a:custGeom>
              <a:avLst/>
              <a:pathLst>
                <a:path w="56894" h="167167">
                  <a:moveTo>
                    <a:pt x="56894" y="9979"/>
                  </a:moveTo>
                  <a:lnTo>
                    <a:pt x="51402" y="8099"/>
                  </a:lnTo>
                  <a:lnTo>
                    <a:pt x="45848" y="6410"/>
                  </a:lnTo>
                  <a:lnTo>
                    <a:pt x="40239" y="4915"/>
                  </a:lnTo>
                  <a:lnTo>
                    <a:pt x="34581" y="3615"/>
                  </a:lnTo>
                  <a:lnTo>
                    <a:pt x="28881" y="2513"/>
                  </a:lnTo>
                  <a:lnTo>
                    <a:pt x="23147" y="1610"/>
                  </a:lnTo>
                  <a:lnTo>
                    <a:pt x="17384" y="906"/>
                  </a:lnTo>
                  <a:lnTo>
                    <a:pt x="11601" y="403"/>
                  </a:lnTo>
                  <a:lnTo>
                    <a:pt x="5804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2669" y="3707720"/>
              <a:ext cx="8079" cy="167167"/>
            </a:xfrm>
            <a:custGeom>
              <a:avLst/>
              <a:pathLst>
                <a:path w="8079" h="167167">
                  <a:moveTo>
                    <a:pt x="8079" y="0"/>
                  </a:moveTo>
                  <a:lnTo>
                    <a:pt x="0" y="195"/>
                  </a:lnTo>
                  <a:lnTo>
                    <a:pt x="807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2669" y="37079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2669" y="37079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2669" y="37079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2669" y="37079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2669" y="37079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2669" y="37079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2669" y="37079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2669" y="37079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2669" y="37079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2669" y="37079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2669" y="37079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82" y="3707720"/>
              <a:ext cx="334322" cy="334329"/>
            </a:xfrm>
            <a:custGeom>
              <a:avLst/>
              <a:pathLst>
                <a:path w="334322" h="334329">
                  <a:moveTo>
                    <a:pt x="159087" y="195"/>
                  </a:moveTo>
                  <a:lnTo>
                    <a:pt x="153807" y="534"/>
                  </a:lnTo>
                  <a:lnTo>
                    <a:pt x="148541" y="1040"/>
                  </a:lnTo>
                  <a:lnTo>
                    <a:pt x="143294" y="1713"/>
                  </a:lnTo>
                  <a:lnTo>
                    <a:pt x="138070" y="2551"/>
                  </a:lnTo>
                  <a:lnTo>
                    <a:pt x="132875" y="3554"/>
                  </a:lnTo>
                  <a:lnTo>
                    <a:pt x="127715" y="4721"/>
                  </a:lnTo>
                  <a:lnTo>
                    <a:pt x="122595" y="6051"/>
                  </a:lnTo>
                  <a:lnTo>
                    <a:pt x="117519" y="7542"/>
                  </a:lnTo>
                  <a:lnTo>
                    <a:pt x="112493" y="9193"/>
                  </a:lnTo>
                  <a:lnTo>
                    <a:pt x="107521" y="11002"/>
                  </a:lnTo>
                  <a:lnTo>
                    <a:pt x="102609" y="12968"/>
                  </a:lnTo>
                  <a:lnTo>
                    <a:pt x="97762" y="15088"/>
                  </a:lnTo>
                  <a:lnTo>
                    <a:pt x="92985" y="17360"/>
                  </a:lnTo>
                  <a:lnTo>
                    <a:pt x="88281" y="19783"/>
                  </a:lnTo>
                  <a:lnTo>
                    <a:pt x="83657" y="22353"/>
                  </a:lnTo>
                  <a:lnTo>
                    <a:pt x="79116" y="25068"/>
                  </a:lnTo>
                  <a:lnTo>
                    <a:pt x="74664" y="27925"/>
                  </a:lnTo>
                  <a:lnTo>
                    <a:pt x="70304" y="30922"/>
                  </a:lnTo>
                  <a:lnTo>
                    <a:pt x="66041" y="34055"/>
                  </a:lnTo>
                  <a:lnTo>
                    <a:pt x="61880" y="37322"/>
                  </a:lnTo>
                  <a:lnTo>
                    <a:pt x="57824" y="40718"/>
                  </a:lnTo>
                  <a:lnTo>
                    <a:pt x="53877" y="44242"/>
                  </a:lnTo>
                  <a:lnTo>
                    <a:pt x="50044" y="47888"/>
                  </a:lnTo>
                  <a:lnTo>
                    <a:pt x="46328" y="51654"/>
                  </a:lnTo>
                  <a:lnTo>
                    <a:pt x="42734" y="55536"/>
                  </a:lnTo>
                  <a:lnTo>
                    <a:pt x="39264" y="59529"/>
                  </a:lnTo>
                  <a:lnTo>
                    <a:pt x="35922" y="63630"/>
                  </a:lnTo>
                  <a:lnTo>
                    <a:pt x="32711" y="67835"/>
                  </a:lnTo>
                  <a:lnTo>
                    <a:pt x="29635" y="72139"/>
                  </a:lnTo>
                  <a:lnTo>
                    <a:pt x="26697" y="76539"/>
                  </a:lnTo>
                  <a:lnTo>
                    <a:pt x="23900" y="81029"/>
                  </a:lnTo>
                  <a:lnTo>
                    <a:pt x="21246" y="85606"/>
                  </a:lnTo>
                  <a:lnTo>
                    <a:pt x="18738" y="90264"/>
                  </a:lnTo>
                  <a:lnTo>
                    <a:pt x="16379" y="95000"/>
                  </a:lnTo>
                  <a:lnTo>
                    <a:pt x="14171" y="99807"/>
                  </a:lnTo>
                  <a:lnTo>
                    <a:pt x="12116" y="104682"/>
                  </a:lnTo>
                  <a:lnTo>
                    <a:pt x="10216" y="109620"/>
                  </a:lnTo>
                  <a:lnTo>
                    <a:pt x="8474" y="114615"/>
                  </a:lnTo>
                  <a:lnTo>
                    <a:pt x="6890" y="119663"/>
                  </a:lnTo>
                  <a:lnTo>
                    <a:pt x="5467" y="124759"/>
                  </a:lnTo>
                  <a:lnTo>
                    <a:pt x="4206" y="129897"/>
                  </a:lnTo>
                  <a:lnTo>
                    <a:pt x="3109" y="135072"/>
                  </a:lnTo>
                  <a:lnTo>
                    <a:pt x="2175" y="140279"/>
                  </a:lnTo>
                  <a:lnTo>
                    <a:pt x="1407" y="145514"/>
                  </a:lnTo>
                  <a:lnTo>
                    <a:pt x="805" y="150770"/>
                  </a:lnTo>
                  <a:lnTo>
                    <a:pt x="369" y="156042"/>
                  </a:lnTo>
                  <a:lnTo>
                    <a:pt x="101" y="161326"/>
                  </a:lnTo>
                  <a:lnTo>
                    <a:pt x="0" y="166615"/>
                  </a:lnTo>
                  <a:lnTo>
                    <a:pt x="66" y="171905"/>
                  </a:lnTo>
                  <a:lnTo>
                    <a:pt x="299" y="177191"/>
                  </a:lnTo>
                  <a:lnTo>
                    <a:pt x="700" y="182466"/>
                  </a:lnTo>
                  <a:lnTo>
                    <a:pt x="1268" y="187726"/>
                  </a:lnTo>
                  <a:lnTo>
                    <a:pt x="2001" y="192965"/>
                  </a:lnTo>
                  <a:lnTo>
                    <a:pt x="2900" y="198179"/>
                  </a:lnTo>
                  <a:lnTo>
                    <a:pt x="3964" y="203361"/>
                  </a:lnTo>
                  <a:lnTo>
                    <a:pt x="5191" y="208507"/>
                  </a:lnTo>
                  <a:lnTo>
                    <a:pt x="6580" y="213612"/>
                  </a:lnTo>
                  <a:lnTo>
                    <a:pt x="8130" y="218670"/>
                  </a:lnTo>
                  <a:lnTo>
                    <a:pt x="9840" y="223677"/>
                  </a:lnTo>
                  <a:lnTo>
                    <a:pt x="11707" y="228627"/>
                  </a:lnTo>
                  <a:lnTo>
                    <a:pt x="13729" y="233516"/>
                  </a:lnTo>
                  <a:lnTo>
                    <a:pt x="15906" y="238338"/>
                  </a:lnTo>
                  <a:lnTo>
                    <a:pt x="18234" y="243088"/>
                  </a:lnTo>
                  <a:lnTo>
                    <a:pt x="20711" y="247763"/>
                  </a:lnTo>
                  <a:lnTo>
                    <a:pt x="23334" y="252357"/>
                  </a:lnTo>
                  <a:lnTo>
                    <a:pt x="26102" y="256866"/>
                  </a:lnTo>
                  <a:lnTo>
                    <a:pt x="29011" y="261285"/>
                  </a:lnTo>
                  <a:lnTo>
                    <a:pt x="32059" y="265609"/>
                  </a:lnTo>
                  <a:lnTo>
                    <a:pt x="35241" y="269835"/>
                  </a:lnTo>
                  <a:lnTo>
                    <a:pt x="38556" y="273959"/>
                  </a:lnTo>
                  <a:lnTo>
                    <a:pt x="42000" y="277975"/>
                  </a:lnTo>
                  <a:lnTo>
                    <a:pt x="45569" y="281880"/>
                  </a:lnTo>
                  <a:lnTo>
                    <a:pt x="49260" y="285670"/>
                  </a:lnTo>
                  <a:lnTo>
                    <a:pt x="53069" y="289342"/>
                  </a:lnTo>
                  <a:lnTo>
                    <a:pt x="56992" y="292891"/>
                  </a:lnTo>
                  <a:lnTo>
                    <a:pt x="61025" y="296315"/>
                  </a:lnTo>
                  <a:lnTo>
                    <a:pt x="65165" y="299609"/>
                  </a:lnTo>
                  <a:lnTo>
                    <a:pt x="69407" y="302770"/>
                  </a:lnTo>
                  <a:lnTo>
                    <a:pt x="73747" y="305795"/>
                  </a:lnTo>
                  <a:lnTo>
                    <a:pt x="78181" y="308682"/>
                  </a:lnTo>
                  <a:lnTo>
                    <a:pt x="82703" y="311427"/>
                  </a:lnTo>
                  <a:lnTo>
                    <a:pt x="87310" y="314028"/>
                  </a:lnTo>
                  <a:lnTo>
                    <a:pt x="91998" y="316481"/>
                  </a:lnTo>
                  <a:lnTo>
                    <a:pt x="96760" y="318785"/>
                  </a:lnTo>
                  <a:lnTo>
                    <a:pt x="101593" y="320937"/>
                  </a:lnTo>
                  <a:lnTo>
                    <a:pt x="106492" y="322935"/>
                  </a:lnTo>
                  <a:lnTo>
                    <a:pt x="111451" y="324777"/>
                  </a:lnTo>
                  <a:lnTo>
                    <a:pt x="116466" y="326461"/>
                  </a:lnTo>
                  <a:lnTo>
                    <a:pt x="121533" y="327985"/>
                  </a:lnTo>
                  <a:lnTo>
                    <a:pt x="126644" y="329349"/>
                  </a:lnTo>
                  <a:lnTo>
                    <a:pt x="131797" y="330550"/>
                  </a:lnTo>
                  <a:lnTo>
                    <a:pt x="136984" y="331587"/>
                  </a:lnTo>
                  <a:lnTo>
                    <a:pt x="142202" y="332460"/>
                  </a:lnTo>
                  <a:lnTo>
                    <a:pt x="147445" y="333167"/>
                  </a:lnTo>
                  <a:lnTo>
                    <a:pt x="152708" y="333708"/>
                  </a:lnTo>
                  <a:lnTo>
                    <a:pt x="157985" y="334082"/>
                  </a:lnTo>
                  <a:lnTo>
                    <a:pt x="163272" y="334289"/>
                  </a:lnTo>
                  <a:lnTo>
                    <a:pt x="168562" y="334329"/>
                  </a:lnTo>
                  <a:lnTo>
                    <a:pt x="173851" y="334201"/>
                  </a:lnTo>
                  <a:lnTo>
                    <a:pt x="179133" y="333905"/>
                  </a:lnTo>
                  <a:lnTo>
                    <a:pt x="184403" y="333443"/>
                  </a:lnTo>
                  <a:lnTo>
                    <a:pt x="189656" y="332815"/>
                  </a:lnTo>
                  <a:lnTo>
                    <a:pt x="194887" y="332020"/>
                  </a:lnTo>
                  <a:lnTo>
                    <a:pt x="200089" y="331060"/>
                  </a:lnTo>
                  <a:lnTo>
                    <a:pt x="205259" y="329936"/>
                  </a:lnTo>
                  <a:lnTo>
                    <a:pt x="210390" y="328649"/>
                  </a:lnTo>
                  <a:lnTo>
                    <a:pt x="215479" y="327201"/>
                  </a:lnTo>
                  <a:lnTo>
                    <a:pt x="220519" y="325592"/>
                  </a:lnTo>
                  <a:lnTo>
                    <a:pt x="225505" y="323824"/>
                  </a:lnTo>
                  <a:lnTo>
                    <a:pt x="230433" y="321900"/>
                  </a:lnTo>
                  <a:lnTo>
                    <a:pt x="235298" y="319820"/>
                  </a:lnTo>
                  <a:lnTo>
                    <a:pt x="240094" y="317588"/>
                  </a:lnTo>
                  <a:lnTo>
                    <a:pt x="244817" y="315205"/>
                  </a:lnTo>
                  <a:lnTo>
                    <a:pt x="249463" y="312674"/>
                  </a:lnTo>
                  <a:lnTo>
                    <a:pt x="254026" y="309997"/>
                  </a:lnTo>
                  <a:lnTo>
                    <a:pt x="258502" y="307176"/>
                  </a:lnTo>
                  <a:lnTo>
                    <a:pt x="262887" y="304216"/>
                  </a:lnTo>
                  <a:lnTo>
                    <a:pt x="267176" y="301119"/>
                  </a:lnTo>
                  <a:lnTo>
                    <a:pt x="271364" y="297887"/>
                  </a:lnTo>
                  <a:lnTo>
                    <a:pt x="275449" y="294524"/>
                  </a:lnTo>
                  <a:lnTo>
                    <a:pt x="279424" y="291034"/>
                  </a:lnTo>
                  <a:lnTo>
                    <a:pt x="283288" y="287420"/>
                  </a:lnTo>
                  <a:lnTo>
                    <a:pt x="287035" y="283685"/>
                  </a:lnTo>
                  <a:lnTo>
                    <a:pt x="290662" y="279833"/>
                  </a:lnTo>
                  <a:lnTo>
                    <a:pt x="294165" y="275869"/>
                  </a:lnTo>
                  <a:lnTo>
                    <a:pt x="297541" y="271796"/>
                  </a:lnTo>
                  <a:lnTo>
                    <a:pt x="300787" y="267618"/>
                  </a:lnTo>
                  <a:lnTo>
                    <a:pt x="303899" y="263339"/>
                  </a:lnTo>
                  <a:lnTo>
                    <a:pt x="306873" y="258965"/>
                  </a:lnTo>
                  <a:lnTo>
                    <a:pt x="309708" y="254498"/>
                  </a:lnTo>
                  <a:lnTo>
                    <a:pt x="312400" y="249943"/>
                  </a:lnTo>
                  <a:lnTo>
                    <a:pt x="314947" y="245306"/>
                  </a:lnTo>
                  <a:lnTo>
                    <a:pt x="317346" y="240591"/>
                  </a:lnTo>
                  <a:lnTo>
                    <a:pt x="319594" y="235802"/>
                  </a:lnTo>
                  <a:lnTo>
                    <a:pt x="321689" y="230944"/>
                  </a:lnTo>
                  <a:lnTo>
                    <a:pt x="323630" y="226022"/>
                  </a:lnTo>
                  <a:lnTo>
                    <a:pt x="325414" y="221042"/>
                  </a:lnTo>
                  <a:lnTo>
                    <a:pt x="327040" y="216007"/>
                  </a:lnTo>
                  <a:lnTo>
                    <a:pt x="328505" y="210924"/>
                  </a:lnTo>
                  <a:lnTo>
                    <a:pt x="329809" y="205797"/>
                  </a:lnTo>
                  <a:lnTo>
                    <a:pt x="330950" y="200631"/>
                  </a:lnTo>
                  <a:lnTo>
                    <a:pt x="331927" y="195431"/>
                  </a:lnTo>
                  <a:lnTo>
                    <a:pt x="332739" y="190203"/>
                  </a:lnTo>
                  <a:lnTo>
                    <a:pt x="333385" y="184953"/>
                  </a:lnTo>
                  <a:lnTo>
                    <a:pt x="333864" y="179684"/>
                  </a:lnTo>
                  <a:lnTo>
                    <a:pt x="334177" y="174403"/>
                  </a:lnTo>
                  <a:lnTo>
                    <a:pt x="334322" y="169114"/>
                  </a:lnTo>
                  <a:lnTo>
                    <a:pt x="334300" y="163824"/>
                  </a:lnTo>
                  <a:lnTo>
                    <a:pt x="334111" y="158537"/>
                  </a:lnTo>
                  <a:lnTo>
                    <a:pt x="333754" y="153258"/>
                  </a:lnTo>
                  <a:lnTo>
                    <a:pt x="333230" y="147994"/>
                  </a:lnTo>
                  <a:lnTo>
                    <a:pt x="332540" y="142749"/>
                  </a:lnTo>
                  <a:lnTo>
                    <a:pt x="331685" y="137528"/>
                  </a:lnTo>
                  <a:lnTo>
                    <a:pt x="330665" y="132337"/>
                  </a:lnTo>
                  <a:lnTo>
                    <a:pt x="329481" y="127180"/>
                  </a:lnTo>
                  <a:lnTo>
                    <a:pt x="328134" y="122064"/>
                  </a:lnTo>
                  <a:lnTo>
                    <a:pt x="326626" y="116993"/>
                  </a:lnTo>
                  <a:lnTo>
                    <a:pt x="324959" y="111972"/>
                  </a:lnTo>
                  <a:lnTo>
                    <a:pt x="323133" y="107007"/>
                  </a:lnTo>
                  <a:lnTo>
                    <a:pt x="321151" y="102102"/>
                  </a:lnTo>
                  <a:lnTo>
                    <a:pt x="319015" y="97262"/>
                  </a:lnTo>
                  <a:lnTo>
                    <a:pt x="316727" y="92492"/>
                  </a:lnTo>
                  <a:lnTo>
                    <a:pt x="314289" y="87796"/>
                  </a:lnTo>
                  <a:lnTo>
                    <a:pt x="311704" y="83181"/>
                  </a:lnTo>
                  <a:lnTo>
                    <a:pt x="308974" y="78649"/>
                  </a:lnTo>
                  <a:lnTo>
                    <a:pt x="306102" y="74206"/>
                  </a:lnTo>
                  <a:lnTo>
                    <a:pt x="303091" y="69856"/>
                  </a:lnTo>
                  <a:lnTo>
                    <a:pt x="299943" y="65604"/>
                  </a:lnTo>
                  <a:lnTo>
                    <a:pt x="296663" y="61453"/>
                  </a:lnTo>
                  <a:lnTo>
                    <a:pt x="293253" y="57408"/>
                  </a:lnTo>
                  <a:lnTo>
                    <a:pt x="289717" y="53473"/>
                  </a:lnTo>
                  <a:lnTo>
                    <a:pt x="286058" y="49652"/>
                  </a:lnTo>
                  <a:lnTo>
                    <a:pt x="282280" y="45949"/>
                  </a:lnTo>
                  <a:lnTo>
                    <a:pt x="278386" y="42367"/>
                  </a:lnTo>
                  <a:lnTo>
                    <a:pt x="274381" y="38910"/>
                  </a:lnTo>
                  <a:lnTo>
                    <a:pt x="270269" y="35582"/>
                  </a:lnTo>
                  <a:lnTo>
                    <a:pt x="266054" y="32385"/>
                  </a:lnTo>
                  <a:lnTo>
                    <a:pt x="261739" y="29323"/>
                  </a:lnTo>
                  <a:lnTo>
                    <a:pt x="257330" y="26400"/>
                  </a:lnTo>
                  <a:lnTo>
                    <a:pt x="252830" y="23617"/>
                  </a:lnTo>
                  <a:lnTo>
                    <a:pt x="248245" y="20978"/>
                  </a:lnTo>
                  <a:lnTo>
                    <a:pt x="243579" y="18486"/>
                  </a:lnTo>
                  <a:lnTo>
                    <a:pt x="238835" y="16142"/>
                  </a:lnTo>
                  <a:lnTo>
                    <a:pt x="234021" y="13950"/>
                  </a:lnTo>
                  <a:lnTo>
                    <a:pt x="229139" y="11911"/>
                  </a:lnTo>
                  <a:lnTo>
                    <a:pt x="224195" y="10028"/>
                  </a:lnTo>
                  <a:lnTo>
                    <a:pt x="219194" y="8302"/>
                  </a:lnTo>
                  <a:lnTo>
                    <a:pt x="214141" y="6735"/>
                  </a:lnTo>
                  <a:lnTo>
                    <a:pt x="209041" y="5329"/>
                  </a:lnTo>
                  <a:lnTo>
                    <a:pt x="203899" y="4085"/>
                  </a:lnTo>
                  <a:lnTo>
                    <a:pt x="198720" y="3004"/>
                  </a:lnTo>
                  <a:lnTo>
                    <a:pt x="193509" y="2088"/>
                  </a:lnTo>
                  <a:lnTo>
                    <a:pt x="188272" y="1337"/>
                  </a:lnTo>
                  <a:lnTo>
                    <a:pt x="183014" y="752"/>
                  </a:lnTo>
                  <a:lnTo>
                    <a:pt x="177740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3208" y="4213821"/>
              <a:ext cx="8079" cy="167167"/>
            </a:xfrm>
            <a:custGeom>
              <a:avLst/>
              <a:pathLst>
                <a:path w="8079" h="167167">
                  <a:moveTo>
                    <a:pt x="8079" y="0"/>
                  </a:moveTo>
                  <a:lnTo>
                    <a:pt x="0" y="195"/>
                  </a:lnTo>
                  <a:lnTo>
                    <a:pt x="807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3208" y="42140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3208" y="42140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3208" y="42140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3208" y="42140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3208" y="42140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3208" y="42140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3208" y="42140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3208" y="42140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3208" y="42140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3208" y="4214016"/>
              <a:ext cx="8079" cy="166972"/>
            </a:xfrm>
            <a:custGeom>
              <a:avLst/>
              <a:pathLst>
                <a:path w="8079" h="166972">
                  <a:moveTo>
                    <a:pt x="0" y="0"/>
                  </a:moveTo>
                  <a:lnTo>
                    <a:pt x="8079" y="1669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21" y="4213822"/>
              <a:ext cx="334317" cy="334330"/>
            </a:xfrm>
            <a:custGeom>
              <a:avLst/>
              <a:pathLst>
                <a:path w="334317" h="334330">
                  <a:moveTo>
                    <a:pt x="159086" y="194"/>
                  </a:moveTo>
                  <a:lnTo>
                    <a:pt x="153809" y="533"/>
                  </a:lnTo>
                  <a:lnTo>
                    <a:pt x="148545" y="1039"/>
                  </a:lnTo>
                  <a:lnTo>
                    <a:pt x="143300" y="1711"/>
                  </a:lnTo>
                  <a:lnTo>
                    <a:pt x="138079" y="2549"/>
                  </a:lnTo>
                  <a:lnTo>
                    <a:pt x="132887" y="3551"/>
                  </a:lnTo>
                  <a:lnTo>
                    <a:pt x="127729" y="4717"/>
                  </a:lnTo>
                  <a:lnTo>
                    <a:pt x="122610" y="6046"/>
                  </a:lnTo>
                  <a:lnTo>
                    <a:pt x="117536" y="7536"/>
                  </a:lnTo>
                  <a:lnTo>
                    <a:pt x="112512" y="9186"/>
                  </a:lnTo>
                  <a:lnTo>
                    <a:pt x="107542" y="10993"/>
                  </a:lnTo>
                  <a:lnTo>
                    <a:pt x="102633" y="12957"/>
                  </a:lnTo>
                  <a:lnTo>
                    <a:pt x="97787" y="15076"/>
                  </a:lnTo>
                  <a:lnTo>
                    <a:pt x="93011" y="17346"/>
                  </a:lnTo>
                  <a:lnTo>
                    <a:pt x="88310" y="19767"/>
                  </a:lnTo>
                  <a:lnTo>
                    <a:pt x="83687" y="22334"/>
                  </a:lnTo>
                  <a:lnTo>
                    <a:pt x="79148" y="25047"/>
                  </a:lnTo>
                  <a:lnTo>
                    <a:pt x="74697" y="27902"/>
                  </a:lnTo>
                  <a:lnTo>
                    <a:pt x="70338" y="30897"/>
                  </a:lnTo>
                  <a:lnTo>
                    <a:pt x="66076" y="34028"/>
                  </a:lnTo>
                  <a:lnTo>
                    <a:pt x="61916" y="37292"/>
                  </a:lnTo>
                  <a:lnTo>
                    <a:pt x="57861" y="40686"/>
                  </a:lnTo>
                  <a:lnTo>
                    <a:pt x="53915" y="44206"/>
                  </a:lnTo>
                  <a:lnTo>
                    <a:pt x="50082" y="47850"/>
                  </a:lnTo>
                  <a:lnTo>
                    <a:pt x="46367" y="51613"/>
                  </a:lnTo>
                  <a:lnTo>
                    <a:pt x="42772" y="55492"/>
                  </a:lnTo>
                  <a:lnTo>
                    <a:pt x="39302" y="59482"/>
                  </a:lnTo>
                  <a:lnTo>
                    <a:pt x="35960" y="63580"/>
                  </a:lnTo>
                  <a:lnTo>
                    <a:pt x="32750" y="67782"/>
                  </a:lnTo>
                  <a:lnTo>
                    <a:pt x="29673" y="72083"/>
                  </a:lnTo>
                  <a:lnTo>
                    <a:pt x="26735" y="76480"/>
                  </a:lnTo>
                  <a:lnTo>
                    <a:pt x="23936" y="80967"/>
                  </a:lnTo>
                  <a:lnTo>
                    <a:pt x="21282" y="85540"/>
                  </a:lnTo>
                  <a:lnTo>
                    <a:pt x="18773" y="90195"/>
                  </a:lnTo>
                  <a:lnTo>
                    <a:pt x="16413" y="94927"/>
                  </a:lnTo>
                  <a:lnTo>
                    <a:pt x="14203" y="99732"/>
                  </a:lnTo>
                  <a:lnTo>
                    <a:pt x="12147" y="104604"/>
                  </a:lnTo>
                  <a:lnTo>
                    <a:pt x="10245" y="109538"/>
                  </a:lnTo>
                  <a:lnTo>
                    <a:pt x="8501" y="114530"/>
                  </a:lnTo>
                  <a:lnTo>
                    <a:pt x="6916" y="119575"/>
                  </a:lnTo>
                  <a:lnTo>
                    <a:pt x="5491" y="124668"/>
                  </a:lnTo>
                  <a:lnTo>
                    <a:pt x="4227" y="129803"/>
                  </a:lnTo>
                  <a:lnTo>
                    <a:pt x="3127" y="134975"/>
                  </a:lnTo>
                  <a:lnTo>
                    <a:pt x="2191" y="140180"/>
                  </a:lnTo>
                  <a:lnTo>
                    <a:pt x="1420" y="145411"/>
                  </a:lnTo>
                  <a:lnTo>
                    <a:pt x="815" y="150665"/>
                  </a:lnTo>
                  <a:lnTo>
                    <a:pt x="376" y="155934"/>
                  </a:lnTo>
                  <a:lnTo>
                    <a:pt x="104" y="161216"/>
                  </a:lnTo>
                  <a:lnTo>
                    <a:pt x="0" y="166503"/>
                  </a:lnTo>
                  <a:lnTo>
                    <a:pt x="62" y="171790"/>
                  </a:lnTo>
                  <a:lnTo>
                    <a:pt x="292" y="177074"/>
                  </a:lnTo>
                  <a:lnTo>
                    <a:pt x="689" y="182347"/>
                  </a:lnTo>
                  <a:lnTo>
                    <a:pt x="1252" y="187605"/>
                  </a:lnTo>
                  <a:lnTo>
                    <a:pt x="1982" y="192842"/>
                  </a:lnTo>
                  <a:lnTo>
                    <a:pt x="2877" y="198054"/>
                  </a:lnTo>
                  <a:lnTo>
                    <a:pt x="3936" y="203235"/>
                  </a:lnTo>
                  <a:lnTo>
                    <a:pt x="5158" y="208380"/>
                  </a:lnTo>
                  <a:lnTo>
                    <a:pt x="6543" y="213484"/>
                  </a:lnTo>
                  <a:lnTo>
                    <a:pt x="8088" y="218541"/>
                  </a:lnTo>
                  <a:lnTo>
                    <a:pt x="9793" y="223547"/>
                  </a:lnTo>
                  <a:lnTo>
                    <a:pt x="11655" y="228496"/>
                  </a:lnTo>
                  <a:lnTo>
                    <a:pt x="13672" y="233384"/>
                  </a:lnTo>
                  <a:lnTo>
                    <a:pt x="15844" y="238206"/>
                  </a:lnTo>
                  <a:lnTo>
                    <a:pt x="18166" y="242957"/>
                  </a:lnTo>
                  <a:lnTo>
                    <a:pt x="20638" y="247632"/>
                  </a:lnTo>
                  <a:lnTo>
                    <a:pt x="23257" y="252226"/>
                  </a:lnTo>
                  <a:lnTo>
                    <a:pt x="26019" y="256735"/>
                  </a:lnTo>
                  <a:lnTo>
                    <a:pt x="28923" y="261155"/>
                  </a:lnTo>
                  <a:lnTo>
                    <a:pt x="31965" y="265480"/>
                  </a:lnTo>
                  <a:lnTo>
                    <a:pt x="35142" y="269708"/>
                  </a:lnTo>
                  <a:lnTo>
                    <a:pt x="38451" y="273832"/>
                  </a:lnTo>
                  <a:lnTo>
                    <a:pt x="41890" y="277850"/>
                  </a:lnTo>
                  <a:lnTo>
                    <a:pt x="45453" y="281757"/>
                  </a:lnTo>
                  <a:lnTo>
                    <a:pt x="49138" y="285549"/>
                  </a:lnTo>
                  <a:lnTo>
                    <a:pt x="52942" y="289223"/>
                  </a:lnTo>
                  <a:lnTo>
                    <a:pt x="56860" y="292775"/>
                  </a:lnTo>
                  <a:lnTo>
                    <a:pt x="60888" y="296201"/>
                  </a:lnTo>
                  <a:lnTo>
                    <a:pt x="65022" y="299498"/>
                  </a:lnTo>
                  <a:lnTo>
                    <a:pt x="69259" y="302663"/>
                  </a:lnTo>
                  <a:lnTo>
                    <a:pt x="73594" y="305692"/>
                  </a:lnTo>
                  <a:lnTo>
                    <a:pt x="78022" y="308582"/>
                  </a:lnTo>
                  <a:lnTo>
                    <a:pt x="82540" y="311331"/>
                  </a:lnTo>
                  <a:lnTo>
                    <a:pt x="87142" y="313935"/>
                  </a:lnTo>
                  <a:lnTo>
                    <a:pt x="91824" y="316393"/>
                  </a:lnTo>
                  <a:lnTo>
                    <a:pt x="96582" y="318701"/>
                  </a:lnTo>
                  <a:lnTo>
                    <a:pt x="101410" y="320858"/>
                  </a:lnTo>
                  <a:lnTo>
                    <a:pt x="106304" y="322861"/>
                  </a:lnTo>
                  <a:lnTo>
                    <a:pt x="111259" y="324708"/>
                  </a:lnTo>
                  <a:lnTo>
                    <a:pt x="116270" y="326398"/>
                  </a:lnTo>
                  <a:lnTo>
                    <a:pt x="121332" y="327928"/>
                  </a:lnTo>
                  <a:lnTo>
                    <a:pt x="126440" y="329297"/>
                  </a:lnTo>
                  <a:lnTo>
                    <a:pt x="131589" y="330504"/>
                  </a:lnTo>
                  <a:lnTo>
                    <a:pt x="136773" y="331548"/>
                  </a:lnTo>
                  <a:lnTo>
                    <a:pt x="141987" y="332427"/>
                  </a:lnTo>
                  <a:lnTo>
                    <a:pt x="147227" y="333140"/>
                  </a:lnTo>
                  <a:lnTo>
                    <a:pt x="152487" y="333688"/>
                  </a:lnTo>
                  <a:lnTo>
                    <a:pt x="157761" y="334069"/>
                  </a:lnTo>
                  <a:lnTo>
                    <a:pt x="163045" y="334283"/>
                  </a:lnTo>
                  <a:lnTo>
                    <a:pt x="168333" y="334330"/>
                  </a:lnTo>
                  <a:lnTo>
                    <a:pt x="173619" y="334209"/>
                  </a:lnTo>
                  <a:lnTo>
                    <a:pt x="178900" y="333921"/>
                  </a:lnTo>
                  <a:lnTo>
                    <a:pt x="184168" y="333467"/>
                  </a:lnTo>
                  <a:lnTo>
                    <a:pt x="189420" y="332846"/>
                  </a:lnTo>
                  <a:lnTo>
                    <a:pt x="194649" y="332059"/>
                  </a:lnTo>
                  <a:lnTo>
                    <a:pt x="199851" y="331107"/>
                  </a:lnTo>
                  <a:lnTo>
                    <a:pt x="205020" y="329991"/>
                  </a:lnTo>
                  <a:lnTo>
                    <a:pt x="210151" y="328713"/>
                  </a:lnTo>
                  <a:lnTo>
                    <a:pt x="215239" y="327272"/>
                  </a:lnTo>
                  <a:lnTo>
                    <a:pt x="220279" y="325672"/>
                  </a:lnTo>
                  <a:lnTo>
                    <a:pt x="225266" y="323912"/>
                  </a:lnTo>
                  <a:lnTo>
                    <a:pt x="230195" y="321996"/>
                  </a:lnTo>
                  <a:lnTo>
                    <a:pt x="235060" y="319925"/>
                  </a:lnTo>
                  <a:lnTo>
                    <a:pt x="239858" y="317701"/>
                  </a:lnTo>
                  <a:lnTo>
                    <a:pt x="244583" y="315327"/>
                  </a:lnTo>
                  <a:lnTo>
                    <a:pt x="249231" y="312804"/>
                  </a:lnTo>
                  <a:lnTo>
                    <a:pt x="253796" y="310135"/>
                  </a:lnTo>
                  <a:lnTo>
                    <a:pt x="258275" y="307324"/>
                  </a:lnTo>
                  <a:lnTo>
                    <a:pt x="262662" y="304372"/>
                  </a:lnTo>
                  <a:lnTo>
                    <a:pt x="266954" y="301283"/>
                  </a:lnTo>
                  <a:lnTo>
                    <a:pt x="271146" y="298059"/>
                  </a:lnTo>
                  <a:lnTo>
                    <a:pt x="275235" y="294705"/>
                  </a:lnTo>
                  <a:lnTo>
                    <a:pt x="279214" y="291223"/>
                  </a:lnTo>
                  <a:lnTo>
                    <a:pt x="283082" y="287617"/>
                  </a:lnTo>
                  <a:lnTo>
                    <a:pt x="286834" y="283890"/>
                  </a:lnTo>
                  <a:lnTo>
                    <a:pt x="290466" y="280046"/>
                  </a:lnTo>
                  <a:lnTo>
                    <a:pt x="293975" y="276090"/>
                  </a:lnTo>
                  <a:lnTo>
                    <a:pt x="297357" y="272025"/>
                  </a:lnTo>
                  <a:lnTo>
                    <a:pt x="300608" y="267854"/>
                  </a:lnTo>
                  <a:lnTo>
                    <a:pt x="303726" y="263583"/>
                  </a:lnTo>
                  <a:lnTo>
                    <a:pt x="306707" y="259216"/>
                  </a:lnTo>
                  <a:lnTo>
                    <a:pt x="309549" y="254756"/>
                  </a:lnTo>
                  <a:lnTo>
                    <a:pt x="312248" y="250208"/>
                  </a:lnTo>
                  <a:lnTo>
                    <a:pt x="314802" y="245578"/>
                  </a:lnTo>
                  <a:lnTo>
                    <a:pt x="317208" y="240869"/>
                  </a:lnTo>
                  <a:lnTo>
                    <a:pt x="319465" y="236086"/>
                  </a:lnTo>
                  <a:lnTo>
                    <a:pt x="321568" y="231235"/>
                  </a:lnTo>
                  <a:lnTo>
                    <a:pt x="323518" y="226319"/>
                  </a:lnTo>
                  <a:lnTo>
                    <a:pt x="325310" y="221344"/>
                  </a:lnTo>
                  <a:lnTo>
                    <a:pt x="326945" y="216315"/>
                  </a:lnTo>
                  <a:lnTo>
                    <a:pt x="328419" y="211236"/>
                  </a:lnTo>
                  <a:lnTo>
                    <a:pt x="329733" y="206114"/>
                  </a:lnTo>
                  <a:lnTo>
                    <a:pt x="330883" y="200953"/>
                  </a:lnTo>
                  <a:lnTo>
                    <a:pt x="331870" y="195757"/>
                  </a:lnTo>
                  <a:lnTo>
                    <a:pt x="332692" y="190534"/>
                  </a:lnTo>
                  <a:lnTo>
                    <a:pt x="333348" y="185286"/>
                  </a:lnTo>
                  <a:lnTo>
                    <a:pt x="333838" y="180021"/>
                  </a:lnTo>
                  <a:lnTo>
                    <a:pt x="334161" y="174743"/>
                  </a:lnTo>
                  <a:lnTo>
                    <a:pt x="334317" y="169457"/>
                  </a:lnTo>
                  <a:lnTo>
                    <a:pt x="334306" y="164169"/>
                  </a:lnTo>
                  <a:lnTo>
                    <a:pt x="334128" y="158884"/>
                  </a:lnTo>
                  <a:lnTo>
                    <a:pt x="333782" y="153607"/>
                  </a:lnTo>
                  <a:lnTo>
                    <a:pt x="333270" y="148344"/>
                  </a:lnTo>
                  <a:lnTo>
                    <a:pt x="332592" y="143099"/>
                  </a:lnTo>
                  <a:lnTo>
                    <a:pt x="331748" y="137879"/>
                  </a:lnTo>
                  <a:lnTo>
                    <a:pt x="330739" y="132688"/>
                  </a:lnTo>
                  <a:lnTo>
                    <a:pt x="329566" y="127531"/>
                  </a:lnTo>
                  <a:lnTo>
                    <a:pt x="328232" y="122414"/>
                  </a:lnTo>
                  <a:lnTo>
                    <a:pt x="326735" y="117342"/>
                  </a:lnTo>
                  <a:lnTo>
                    <a:pt x="325080" y="112320"/>
                  </a:lnTo>
                  <a:lnTo>
                    <a:pt x="323266" y="107353"/>
                  </a:lnTo>
                  <a:lnTo>
                    <a:pt x="321296" y="102445"/>
                  </a:lnTo>
                  <a:lnTo>
                    <a:pt x="319172" y="97603"/>
                  </a:lnTo>
                  <a:lnTo>
                    <a:pt x="316895" y="92830"/>
                  </a:lnTo>
                  <a:lnTo>
                    <a:pt x="314469" y="88131"/>
                  </a:lnTo>
                  <a:lnTo>
                    <a:pt x="311896" y="83511"/>
                  </a:lnTo>
                  <a:lnTo>
                    <a:pt x="309177" y="78975"/>
                  </a:lnTo>
                  <a:lnTo>
                    <a:pt x="306317" y="74528"/>
                  </a:lnTo>
                  <a:lnTo>
                    <a:pt x="303317" y="70173"/>
                  </a:lnTo>
                  <a:lnTo>
                    <a:pt x="300181" y="65915"/>
                  </a:lnTo>
                  <a:lnTo>
                    <a:pt x="296912" y="61758"/>
                  </a:lnTo>
                  <a:lnTo>
                    <a:pt x="293513" y="57707"/>
                  </a:lnTo>
                  <a:lnTo>
                    <a:pt x="289988" y="53766"/>
                  </a:lnTo>
                  <a:lnTo>
                    <a:pt x="286339" y="49938"/>
                  </a:lnTo>
                  <a:lnTo>
                    <a:pt x="282572" y="46227"/>
                  </a:lnTo>
                  <a:lnTo>
                    <a:pt x="278689" y="42637"/>
                  </a:lnTo>
                  <a:lnTo>
                    <a:pt x="274694" y="39172"/>
                  </a:lnTo>
                  <a:lnTo>
                    <a:pt x="270592" y="35835"/>
                  </a:lnTo>
                  <a:lnTo>
                    <a:pt x="266386" y="32629"/>
                  </a:lnTo>
                  <a:lnTo>
                    <a:pt x="262081" y="29558"/>
                  </a:lnTo>
                  <a:lnTo>
                    <a:pt x="257681" y="26625"/>
                  </a:lnTo>
                  <a:lnTo>
                    <a:pt x="253191" y="23832"/>
                  </a:lnTo>
                  <a:lnTo>
                    <a:pt x="248614" y="21183"/>
                  </a:lnTo>
                  <a:lnTo>
                    <a:pt x="243956" y="18680"/>
                  </a:lnTo>
                  <a:lnTo>
                    <a:pt x="239221" y="16325"/>
                  </a:lnTo>
                  <a:lnTo>
                    <a:pt x="234414" y="14122"/>
                  </a:lnTo>
                  <a:lnTo>
                    <a:pt x="229539" y="12071"/>
                  </a:lnTo>
                  <a:lnTo>
                    <a:pt x="224603" y="10176"/>
                  </a:lnTo>
                  <a:lnTo>
                    <a:pt x="219608" y="8438"/>
                  </a:lnTo>
                  <a:lnTo>
                    <a:pt x="214561" y="6859"/>
                  </a:lnTo>
                  <a:lnTo>
                    <a:pt x="209467" y="5440"/>
                  </a:lnTo>
                  <a:lnTo>
                    <a:pt x="204331" y="4183"/>
                  </a:lnTo>
                  <a:lnTo>
                    <a:pt x="199157" y="3089"/>
                  </a:lnTo>
                  <a:lnTo>
                    <a:pt x="193951" y="2159"/>
                  </a:lnTo>
                  <a:lnTo>
                    <a:pt x="188719" y="1394"/>
                  </a:lnTo>
                  <a:lnTo>
                    <a:pt x="183465" y="795"/>
                  </a:lnTo>
                  <a:lnTo>
                    <a:pt x="178194" y="363"/>
                  </a:lnTo>
                  <a:lnTo>
                    <a:pt x="172913" y="98"/>
                  </a:lnTo>
                  <a:lnTo>
                    <a:pt x="167626" y="0"/>
                  </a:lnTo>
                  <a:lnTo>
                    <a:pt x="167166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459" cy="167167"/>
            </a:xfrm>
            <a:custGeom>
              <a:avLst/>
              <a:pathLst>
                <a:path w="459" h="167167">
                  <a:moveTo>
                    <a:pt x="459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816" y="4659281"/>
              <a:ext cx="1708" cy="167167"/>
            </a:xfrm>
            <a:custGeom>
              <a:avLst/>
              <a:pathLst>
                <a:path w="1708" h="167167">
                  <a:moveTo>
                    <a:pt x="1708" y="0"/>
                  </a:moveTo>
                  <a:lnTo>
                    <a:pt x="0" y="8"/>
                  </a:lnTo>
                  <a:lnTo>
                    <a:pt x="170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816" y="4659290"/>
              <a:ext cx="1708" cy="167158"/>
            </a:xfrm>
            <a:custGeom>
              <a:avLst/>
              <a:pathLst>
                <a:path w="1708" h="167158">
                  <a:moveTo>
                    <a:pt x="0" y="0"/>
                  </a:moveTo>
                  <a:lnTo>
                    <a:pt x="1708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816" y="4659290"/>
              <a:ext cx="1708" cy="167158"/>
            </a:xfrm>
            <a:custGeom>
              <a:avLst/>
              <a:pathLst>
                <a:path w="1708" h="167158">
                  <a:moveTo>
                    <a:pt x="0" y="0"/>
                  </a:moveTo>
                  <a:lnTo>
                    <a:pt x="1708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816" y="4659290"/>
              <a:ext cx="1708" cy="167158"/>
            </a:xfrm>
            <a:custGeom>
              <a:avLst/>
              <a:pathLst>
                <a:path w="1708" h="167158">
                  <a:moveTo>
                    <a:pt x="0" y="0"/>
                  </a:moveTo>
                  <a:lnTo>
                    <a:pt x="1708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816" y="4659290"/>
              <a:ext cx="1708" cy="167158"/>
            </a:xfrm>
            <a:custGeom>
              <a:avLst/>
              <a:pathLst>
                <a:path w="1708" h="167158">
                  <a:moveTo>
                    <a:pt x="0" y="0"/>
                  </a:moveTo>
                  <a:lnTo>
                    <a:pt x="1708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816" y="4659290"/>
              <a:ext cx="1708" cy="167158"/>
            </a:xfrm>
            <a:custGeom>
              <a:avLst/>
              <a:pathLst>
                <a:path w="1708" h="167158">
                  <a:moveTo>
                    <a:pt x="0" y="0"/>
                  </a:moveTo>
                  <a:lnTo>
                    <a:pt x="1708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816" y="4659290"/>
              <a:ext cx="1708" cy="167158"/>
            </a:xfrm>
            <a:custGeom>
              <a:avLst/>
              <a:pathLst>
                <a:path w="1708" h="167158">
                  <a:moveTo>
                    <a:pt x="0" y="0"/>
                  </a:moveTo>
                  <a:lnTo>
                    <a:pt x="1708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816" y="4659290"/>
              <a:ext cx="1708" cy="167158"/>
            </a:xfrm>
            <a:custGeom>
              <a:avLst/>
              <a:pathLst>
                <a:path w="1708" h="167158">
                  <a:moveTo>
                    <a:pt x="0" y="0"/>
                  </a:moveTo>
                  <a:lnTo>
                    <a:pt x="1708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816" y="4659290"/>
              <a:ext cx="1708" cy="167158"/>
            </a:xfrm>
            <a:custGeom>
              <a:avLst/>
              <a:pathLst>
                <a:path w="1708" h="167158">
                  <a:moveTo>
                    <a:pt x="0" y="0"/>
                  </a:moveTo>
                  <a:lnTo>
                    <a:pt x="1708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816" y="4659290"/>
              <a:ext cx="1708" cy="167158"/>
            </a:xfrm>
            <a:custGeom>
              <a:avLst/>
              <a:pathLst>
                <a:path w="1708" h="167158">
                  <a:moveTo>
                    <a:pt x="0" y="0"/>
                  </a:moveTo>
                  <a:lnTo>
                    <a:pt x="1708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42135" y="4659290"/>
              <a:ext cx="144389" cy="167158"/>
            </a:xfrm>
            <a:custGeom>
              <a:avLst/>
              <a:pathLst>
                <a:path w="144389" h="167158">
                  <a:moveTo>
                    <a:pt x="142680" y="0"/>
                  </a:moveTo>
                  <a:lnTo>
                    <a:pt x="137115" y="149"/>
                  </a:lnTo>
                  <a:lnTo>
                    <a:pt x="131558" y="484"/>
                  </a:lnTo>
                  <a:lnTo>
                    <a:pt x="126015" y="1004"/>
                  </a:lnTo>
                  <a:lnTo>
                    <a:pt x="120493" y="1707"/>
                  </a:lnTo>
                  <a:lnTo>
                    <a:pt x="114997" y="2595"/>
                  </a:lnTo>
                  <a:lnTo>
                    <a:pt x="109534" y="3665"/>
                  </a:lnTo>
                  <a:lnTo>
                    <a:pt x="104109" y="4916"/>
                  </a:lnTo>
                  <a:lnTo>
                    <a:pt x="98729" y="6347"/>
                  </a:lnTo>
                  <a:lnTo>
                    <a:pt x="93400" y="7957"/>
                  </a:lnTo>
                  <a:lnTo>
                    <a:pt x="88127" y="9743"/>
                  </a:lnTo>
                  <a:lnTo>
                    <a:pt x="82917" y="11704"/>
                  </a:lnTo>
                  <a:lnTo>
                    <a:pt x="77774" y="13837"/>
                  </a:lnTo>
                  <a:lnTo>
                    <a:pt x="72706" y="16140"/>
                  </a:lnTo>
                  <a:lnTo>
                    <a:pt x="67717" y="18610"/>
                  </a:lnTo>
                  <a:lnTo>
                    <a:pt x="62813" y="21246"/>
                  </a:lnTo>
                  <a:lnTo>
                    <a:pt x="58000" y="24043"/>
                  </a:lnTo>
                  <a:lnTo>
                    <a:pt x="53283" y="26999"/>
                  </a:lnTo>
                  <a:lnTo>
                    <a:pt x="48666" y="30110"/>
                  </a:lnTo>
                  <a:lnTo>
                    <a:pt x="44156" y="33374"/>
                  </a:lnTo>
                  <a:lnTo>
                    <a:pt x="39757" y="36785"/>
                  </a:lnTo>
                  <a:lnTo>
                    <a:pt x="35473" y="40342"/>
                  </a:lnTo>
                  <a:lnTo>
                    <a:pt x="31311" y="44039"/>
                  </a:lnTo>
                  <a:lnTo>
                    <a:pt x="27274" y="47872"/>
                  </a:lnTo>
                  <a:lnTo>
                    <a:pt x="23367" y="51838"/>
                  </a:lnTo>
                  <a:lnTo>
                    <a:pt x="19594" y="55932"/>
                  </a:lnTo>
                  <a:lnTo>
                    <a:pt x="15960" y="60149"/>
                  </a:lnTo>
                  <a:lnTo>
                    <a:pt x="12468" y="64484"/>
                  </a:lnTo>
                  <a:lnTo>
                    <a:pt x="9122" y="68934"/>
                  </a:lnTo>
                  <a:lnTo>
                    <a:pt x="5927" y="73493"/>
                  </a:lnTo>
                  <a:lnTo>
                    <a:pt x="2885" y="78155"/>
                  </a:lnTo>
                  <a:lnTo>
                    <a:pt x="0" y="82916"/>
                  </a:lnTo>
                  <a:lnTo>
                    <a:pt x="144389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69" y="4659281"/>
              <a:ext cx="334305" cy="334334"/>
            </a:xfrm>
            <a:custGeom>
              <a:avLst/>
              <a:pathLst>
                <a:path w="334305" h="334334">
                  <a:moveTo>
                    <a:pt x="22766" y="82925"/>
                  </a:moveTo>
                  <a:lnTo>
                    <a:pt x="20164" y="87553"/>
                  </a:lnTo>
                  <a:lnTo>
                    <a:pt x="17710" y="92261"/>
                  </a:lnTo>
                  <a:lnTo>
                    <a:pt x="15406" y="97044"/>
                  </a:lnTo>
                  <a:lnTo>
                    <a:pt x="13256" y="101898"/>
                  </a:lnTo>
                  <a:lnTo>
                    <a:pt x="11261" y="106818"/>
                  </a:lnTo>
                  <a:lnTo>
                    <a:pt x="9423" y="111799"/>
                  </a:lnTo>
                  <a:lnTo>
                    <a:pt x="7745" y="116836"/>
                  </a:lnTo>
                  <a:lnTo>
                    <a:pt x="6227" y="121924"/>
                  </a:lnTo>
                  <a:lnTo>
                    <a:pt x="4871" y="127057"/>
                  </a:lnTo>
                  <a:lnTo>
                    <a:pt x="3679" y="132230"/>
                  </a:lnTo>
                  <a:lnTo>
                    <a:pt x="2652" y="137439"/>
                  </a:lnTo>
                  <a:lnTo>
                    <a:pt x="1791" y="142678"/>
                  </a:lnTo>
                  <a:lnTo>
                    <a:pt x="1097" y="147942"/>
                  </a:lnTo>
                  <a:lnTo>
                    <a:pt x="570" y="153225"/>
                  </a:lnTo>
                  <a:lnTo>
                    <a:pt x="212" y="158522"/>
                  </a:lnTo>
                  <a:lnTo>
                    <a:pt x="21" y="163827"/>
                  </a:lnTo>
                  <a:lnTo>
                    <a:pt x="0" y="169137"/>
                  </a:lnTo>
                  <a:lnTo>
                    <a:pt x="146" y="174444"/>
                  </a:lnTo>
                  <a:lnTo>
                    <a:pt x="462" y="179743"/>
                  </a:lnTo>
                  <a:lnTo>
                    <a:pt x="945" y="185031"/>
                  </a:lnTo>
                  <a:lnTo>
                    <a:pt x="1596" y="190300"/>
                  </a:lnTo>
                  <a:lnTo>
                    <a:pt x="2414" y="195545"/>
                  </a:lnTo>
                  <a:lnTo>
                    <a:pt x="3399" y="200763"/>
                  </a:lnTo>
                  <a:lnTo>
                    <a:pt x="4548" y="205946"/>
                  </a:lnTo>
                  <a:lnTo>
                    <a:pt x="5861" y="211090"/>
                  </a:lnTo>
                  <a:lnTo>
                    <a:pt x="7338" y="216190"/>
                  </a:lnTo>
                  <a:lnTo>
                    <a:pt x="8975" y="221240"/>
                  </a:lnTo>
                  <a:lnTo>
                    <a:pt x="10772" y="226236"/>
                  </a:lnTo>
                  <a:lnTo>
                    <a:pt x="12726" y="231172"/>
                  </a:lnTo>
                  <a:lnTo>
                    <a:pt x="14837" y="236044"/>
                  </a:lnTo>
                  <a:lnTo>
                    <a:pt x="17101" y="240846"/>
                  </a:lnTo>
                  <a:lnTo>
                    <a:pt x="19516" y="245574"/>
                  </a:lnTo>
                  <a:lnTo>
                    <a:pt x="22081" y="250223"/>
                  </a:lnTo>
                  <a:lnTo>
                    <a:pt x="24791" y="254788"/>
                  </a:lnTo>
                  <a:lnTo>
                    <a:pt x="27645" y="259264"/>
                  </a:lnTo>
                  <a:lnTo>
                    <a:pt x="30640" y="263648"/>
                  </a:lnTo>
                  <a:lnTo>
                    <a:pt x="33773" y="267935"/>
                  </a:lnTo>
                  <a:lnTo>
                    <a:pt x="37040" y="272119"/>
                  </a:lnTo>
                  <a:lnTo>
                    <a:pt x="40439" y="276198"/>
                  </a:lnTo>
                  <a:lnTo>
                    <a:pt x="43965" y="280167"/>
                  </a:lnTo>
                  <a:lnTo>
                    <a:pt x="47616" y="284022"/>
                  </a:lnTo>
                  <a:lnTo>
                    <a:pt x="51387" y="287759"/>
                  </a:lnTo>
                  <a:lnTo>
                    <a:pt x="55274" y="291375"/>
                  </a:lnTo>
                  <a:lnTo>
                    <a:pt x="59275" y="294865"/>
                  </a:lnTo>
                  <a:lnTo>
                    <a:pt x="63385" y="298227"/>
                  </a:lnTo>
                  <a:lnTo>
                    <a:pt x="67599" y="301456"/>
                  </a:lnTo>
                  <a:lnTo>
                    <a:pt x="71914" y="304549"/>
                  </a:lnTo>
                  <a:lnTo>
                    <a:pt x="76324" y="307505"/>
                  </a:lnTo>
                  <a:lnTo>
                    <a:pt x="80827" y="310318"/>
                  </a:lnTo>
                  <a:lnTo>
                    <a:pt x="85416" y="312987"/>
                  </a:lnTo>
                  <a:lnTo>
                    <a:pt x="90088" y="315510"/>
                  </a:lnTo>
                  <a:lnTo>
                    <a:pt x="94837" y="317882"/>
                  </a:lnTo>
                  <a:lnTo>
                    <a:pt x="99660" y="320103"/>
                  </a:lnTo>
                  <a:lnTo>
                    <a:pt x="104550" y="322169"/>
                  </a:lnTo>
                  <a:lnTo>
                    <a:pt x="109504" y="324079"/>
                  </a:lnTo>
                  <a:lnTo>
                    <a:pt x="114516" y="325830"/>
                  </a:lnTo>
                  <a:lnTo>
                    <a:pt x="119581" y="327422"/>
                  </a:lnTo>
                  <a:lnTo>
                    <a:pt x="124694" y="328852"/>
                  </a:lnTo>
                  <a:lnTo>
                    <a:pt x="129850" y="330119"/>
                  </a:lnTo>
                  <a:lnTo>
                    <a:pt x="135043" y="331221"/>
                  </a:lnTo>
                  <a:lnTo>
                    <a:pt x="140269" y="332158"/>
                  </a:lnTo>
                  <a:lnTo>
                    <a:pt x="145522" y="332929"/>
                  </a:lnTo>
                  <a:lnTo>
                    <a:pt x="150797" y="333532"/>
                  </a:lnTo>
                  <a:lnTo>
                    <a:pt x="156088" y="333968"/>
                  </a:lnTo>
                  <a:lnTo>
                    <a:pt x="161390" y="334235"/>
                  </a:lnTo>
                  <a:lnTo>
                    <a:pt x="166699" y="334334"/>
                  </a:lnTo>
                  <a:lnTo>
                    <a:pt x="172007" y="334264"/>
                  </a:lnTo>
                  <a:lnTo>
                    <a:pt x="177311" y="334026"/>
                  </a:lnTo>
                  <a:lnTo>
                    <a:pt x="182605" y="333619"/>
                  </a:lnTo>
                  <a:lnTo>
                    <a:pt x="187883" y="333044"/>
                  </a:lnTo>
                  <a:lnTo>
                    <a:pt x="193140" y="332303"/>
                  </a:lnTo>
                  <a:lnTo>
                    <a:pt x="198371" y="331394"/>
                  </a:lnTo>
                  <a:lnTo>
                    <a:pt x="203570" y="330320"/>
                  </a:lnTo>
                  <a:lnTo>
                    <a:pt x="208733" y="329081"/>
                  </a:lnTo>
                  <a:lnTo>
                    <a:pt x="213853" y="327679"/>
                  </a:lnTo>
                  <a:lnTo>
                    <a:pt x="218927" y="326116"/>
                  </a:lnTo>
                  <a:lnTo>
                    <a:pt x="223948" y="324391"/>
                  </a:lnTo>
                  <a:lnTo>
                    <a:pt x="228912" y="322509"/>
                  </a:lnTo>
                  <a:lnTo>
                    <a:pt x="233814" y="320469"/>
                  </a:lnTo>
                  <a:lnTo>
                    <a:pt x="238649" y="318275"/>
                  </a:lnTo>
                  <a:lnTo>
                    <a:pt x="243411" y="315928"/>
                  </a:lnTo>
                  <a:lnTo>
                    <a:pt x="248097" y="313432"/>
                  </a:lnTo>
                  <a:lnTo>
                    <a:pt x="252701" y="310788"/>
                  </a:lnTo>
                  <a:lnTo>
                    <a:pt x="257218" y="307999"/>
                  </a:lnTo>
                  <a:lnTo>
                    <a:pt x="261645" y="305068"/>
                  </a:lnTo>
                  <a:lnTo>
                    <a:pt x="265977" y="301998"/>
                  </a:lnTo>
                  <a:lnTo>
                    <a:pt x="270208" y="298792"/>
                  </a:lnTo>
                  <a:lnTo>
                    <a:pt x="274336" y="295453"/>
                  </a:lnTo>
                  <a:lnTo>
                    <a:pt x="278356" y="291984"/>
                  </a:lnTo>
                  <a:lnTo>
                    <a:pt x="282263" y="288390"/>
                  </a:lnTo>
                  <a:lnTo>
                    <a:pt x="286055" y="284674"/>
                  </a:lnTo>
                  <a:lnTo>
                    <a:pt x="289726" y="280839"/>
                  </a:lnTo>
                  <a:lnTo>
                    <a:pt x="293274" y="276889"/>
                  </a:lnTo>
                  <a:lnTo>
                    <a:pt x="296695" y="272829"/>
                  </a:lnTo>
                  <a:lnTo>
                    <a:pt x="299985" y="268662"/>
                  </a:lnTo>
                  <a:lnTo>
                    <a:pt x="303141" y="264393"/>
                  </a:lnTo>
                  <a:lnTo>
                    <a:pt x="306160" y="260025"/>
                  </a:lnTo>
                  <a:lnTo>
                    <a:pt x="309039" y="255564"/>
                  </a:lnTo>
                  <a:lnTo>
                    <a:pt x="311774" y="251014"/>
                  </a:lnTo>
                  <a:lnTo>
                    <a:pt x="314364" y="246379"/>
                  </a:lnTo>
                  <a:lnTo>
                    <a:pt x="316805" y="241665"/>
                  </a:lnTo>
                  <a:lnTo>
                    <a:pt x="319095" y="236875"/>
                  </a:lnTo>
                  <a:lnTo>
                    <a:pt x="321232" y="232015"/>
                  </a:lnTo>
                  <a:lnTo>
                    <a:pt x="323214" y="227089"/>
                  </a:lnTo>
                  <a:lnTo>
                    <a:pt x="325038" y="222104"/>
                  </a:lnTo>
                  <a:lnTo>
                    <a:pt x="326703" y="217062"/>
                  </a:lnTo>
                  <a:lnTo>
                    <a:pt x="328207" y="211971"/>
                  </a:lnTo>
                  <a:lnTo>
                    <a:pt x="329548" y="206834"/>
                  </a:lnTo>
                  <a:lnTo>
                    <a:pt x="330726" y="201657"/>
                  </a:lnTo>
                  <a:lnTo>
                    <a:pt x="331739" y="196445"/>
                  </a:lnTo>
                  <a:lnTo>
                    <a:pt x="332586" y="191204"/>
                  </a:lnTo>
                  <a:lnTo>
                    <a:pt x="333265" y="185938"/>
                  </a:lnTo>
                  <a:lnTo>
                    <a:pt x="333778" y="180654"/>
                  </a:lnTo>
                  <a:lnTo>
                    <a:pt x="334122" y="175356"/>
                  </a:lnTo>
                  <a:lnTo>
                    <a:pt x="334298" y="170050"/>
                  </a:lnTo>
                  <a:lnTo>
                    <a:pt x="334305" y="164741"/>
                  </a:lnTo>
                  <a:lnTo>
                    <a:pt x="334144" y="159434"/>
                  </a:lnTo>
                  <a:lnTo>
                    <a:pt x="333814" y="154135"/>
                  </a:lnTo>
                  <a:lnTo>
                    <a:pt x="333316" y="148849"/>
                  </a:lnTo>
                  <a:lnTo>
                    <a:pt x="332651" y="143582"/>
                  </a:lnTo>
                  <a:lnTo>
                    <a:pt x="331818" y="138339"/>
                  </a:lnTo>
                  <a:lnTo>
                    <a:pt x="330820" y="133124"/>
                  </a:lnTo>
                  <a:lnTo>
                    <a:pt x="329656" y="127944"/>
                  </a:lnTo>
                  <a:lnTo>
                    <a:pt x="328329" y="122804"/>
                  </a:lnTo>
                  <a:lnTo>
                    <a:pt x="326839" y="117708"/>
                  </a:lnTo>
                  <a:lnTo>
                    <a:pt x="325187" y="112662"/>
                  </a:lnTo>
                  <a:lnTo>
                    <a:pt x="323377" y="107671"/>
                  </a:lnTo>
                  <a:lnTo>
                    <a:pt x="321409" y="102740"/>
                  </a:lnTo>
                  <a:lnTo>
                    <a:pt x="319285" y="97874"/>
                  </a:lnTo>
                  <a:lnTo>
                    <a:pt x="317008" y="93078"/>
                  </a:lnTo>
                  <a:lnTo>
                    <a:pt x="314580" y="88357"/>
                  </a:lnTo>
                  <a:lnTo>
                    <a:pt x="312003" y="83715"/>
                  </a:lnTo>
                  <a:lnTo>
                    <a:pt x="309280" y="79157"/>
                  </a:lnTo>
                  <a:lnTo>
                    <a:pt x="306413" y="74689"/>
                  </a:lnTo>
                  <a:lnTo>
                    <a:pt x="303406" y="70313"/>
                  </a:lnTo>
                  <a:lnTo>
                    <a:pt x="300262" y="66035"/>
                  </a:lnTo>
                  <a:lnTo>
                    <a:pt x="296983" y="61859"/>
                  </a:lnTo>
                  <a:lnTo>
                    <a:pt x="293574" y="57790"/>
                  </a:lnTo>
                  <a:lnTo>
                    <a:pt x="290037" y="53830"/>
                  </a:lnTo>
                  <a:lnTo>
                    <a:pt x="286375" y="49985"/>
                  </a:lnTo>
                  <a:lnTo>
                    <a:pt x="282594" y="46259"/>
                  </a:lnTo>
                  <a:lnTo>
                    <a:pt x="278696" y="42654"/>
                  </a:lnTo>
                  <a:lnTo>
                    <a:pt x="274686" y="39175"/>
                  </a:lnTo>
                  <a:lnTo>
                    <a:pt x="270568" y="35824"/>
                  </a:lnTo>
                  <a:lnTo>
                    <a:pt x="266345" y="32607"/>
                  </a:lnTo>
                  <a:lnTo>
                    <a:pt x="262021" y="29525"/>
                  </a:lnTo>
                  <a:lnTo>
                    <a:pt x="257603" y="26582"/>
                  </a:lnTo>
                  <a:lnTo>
                    <a:pt x="253093" y="23780"/>
                  </a:lnTo>
                  <a:lnTo>
                    <a:pt x="248496" y="21124"/>
                  </a:lnTo>
                  <a:lnTo>
                    <a:pt x="243817" y="18614"/>
                  </a:lnTo>
                  <a:lnTo>
                    <a:pt x="239061" y="16255"/>
                  </a:lnTo>
                  <a:lnTo>
                    <a:pt x="234233" y="14047"/>
                  </a:lnTo>
                  <a:lnTo>
                    <a:pt x="229337" y="11995"/>
                  </a:lnTo>
                  <a:lnTo>
                    <a:pt x="224378" y="10098"/>
                  </a:lnTo>
                  <a:lnTo>
                    <a:pt x="219361" y="8360"/>
                  </a:lnTo>
                  <a:lnTo>
                    <a:pt x="214292" y="6783"/>
                  </a:lnTo>
                  <a:lnTo>
                    <a:pt x="209175" y="5367"/>
                  </a:lnTo>
                  <a:lnTo>
                    <a:pt x="204016" y="4114"/>
                  </a:lnTo>
                  <a:lnTo>
                    <a:pt x="198819" y="3026"/>
                  </a:lnTo>
                  <a:lnTo>
                    <a:pt x="193591" y="2103"/>
                  </a:lnTo>
                  <a:lnTo>
                    <a:pt x="188336" y="1347"/>
                  </a:lnTo>
                  <a:lnTo>
                    <a:pt x="183059" y="758"/>
                  </a:lnTo>
                  <a:lnTo>
                    <a:pt x="177767" y="337"/>
                  </a:lnTo>
                  <a:lnTo>
                    <a:pt x="17246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131" y="0"/>
                  </a:moveTo>
                  <a:lnTo>
                    <a:pt x="0" y="0"/>
                  </a:lnTo>
                  <a:lnTo>
                    <a:pt x="13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7" y="5018213"/>
              <a:ext cx="334319" cy="334330"/>
            </a:xfrm>
            <a:custGeom>
              <a:avLst/>
              <a:pathLst>
                <a:path w="334319" h="334330">
                  <a:moveTo>
                    <a:pt x="167022" y="0"/>
                  </a:moveTo>
                  <a:lnTo>
                    <a:pt x="161731" y="87"/>
                  </a:lnTo>
                  <a:lnTo>
                    <a:pt x="156446" y="343"/>
                  </a:lnTo>
                  <a:lnTo>
                    <a:pt x="151171" y="765"/>
                  </a:lnTo>
                  <a:lnTo>
                    <a:pt x="145913" y="1354"/>
                  </a:lnTo>
                  <a:lnTo>
                    <a:pt x="140676" y="2110"/>
                  </a:lnTo>
                  <a:lnTo>
                    <a:pt x="135465" y="3030"/>
                  </a:lnTo>
                  <a:lnTo>
                    <a:pt x="130286" y="4116"/>
                  </a:lnTo>
                  <a:lnTo>
                    <a:pt x="125144" y="5364"/>
                  </a:lnTo>
                  <a:lnTo>
                    <a:pt x="120044" y="6775"/>
                  </a:lnTo>
                  <a:lnTo>
                    <a:pt x="114991" y="8346"/>
                  </a:lnTo>
                  <a:lnTo>
                    <a:pt x="109991" y="10077"/>
                  </a:lnTo>
                  <a:lnTo>
                    <a:pt x="105048" y="11964"/>
                  </a:lnTo>
                  <a:lnTo>
                    <a:pt x="100167" y="14008"/>
                  </a:lnTo>
                  <a:lnTo>
                    <a:pt x="95353" y="16205"/>
                  </a:lnTo>
                  <a:lnTo>
                    <a:pt x="90611" y="18553"/>
                  </a:lnTo>
                  <a:lnTo>
                    <a:pt x="85946" y="21050"/>
                  </a:lnTo>
                  <a:lnTo>
                    <a:pt x="81362" y="23693"/>
                  </a:lnTo>
                  <a:lnTo>
                    <a:pt x="76864" y="26480"/>
                  </a:lnTo>
                  <a:lnTo>
                    <a:pt x="72456" y="29408"/>
                  </a:lnTo>
                  <a:lnTo>
                    <a:pt x="68144" y="32474"/>
                  </a:lnTo>
                  <a:lnTo>
                    <a:pt x="63930" y="35676"/>
                  </a:lnTo>
                  <a:lnTo>
                    <a:pt x="59821" y="39008"/>
                  </a:lnTo>
                  <a:lnTo>
                    <a:pt x="55818" y="42470"/>
                  </a:lnTo>
                  <a:lnTo>
                    <a:pt x="51927" y="46056"/>
                  </a:lnTo>
                  <a:lnTo>
                    <a:pt x="48152" y="49763"/>
                  </a:lnTo>
                  <a:lnTo>
                    <a:pt x="44496" y="53588"/>
                  </a:lnTo>
                  <a:lnTo>
                    <a:pt x="40963" y="57527"/>
                  </a:lnTo>
                  <a:lnTo>
                    <a:pt x="37556" y="61576"/>
                  </a:lnTo>
                  <a:lnTo>
                    <a:pt x="34279" y="65731"/>
                  </a:lnTo>
                  <a:lnTo>
                    <a:pt x="31135" y="69987"/>
                  </a:lnTo>
                  <a:lnTo>
                    <a:pt x="28127" y="74341"/>
                  </a:lnTo>
                  <a:lnTo>
                    <a:pt x="25259" y="78787"/>
                  </a:lnTo>
                  <a:lnTo>
                    <a:pt x="22533" y="83322"/>
                  </a:lnTo>
                  <a:lnTo>
                    <a:pt x="19952" y="87942"/>
                  </a:lnTo>
                  <a:lnTo>
                    <a:pt x="17518" y="92640"/>
                  </a:lnTo>
                  <a:lnTo>
                    <a:pt x="15234" y="97413"/>
                  </a:lnTo>
                  <a:lnTo>
                    <a:pt x="13103" y="102257"/>
                  </a:lnTo>
                  <a:lnTo>
                    <a:pt x="11126" y="107165"/>
                  </a:lnTo>
                  <a:lnTo>
                    <a:pt x="9305" y="112133"/>
                  </a:lnTo>
                  <a:lnTo>
                    <a:pt x="7642" y="117156"/>
                  </a:lnTo>
                  <a:lnTo>
                    <a:pt x="6139" y="122230"/>
                  </a:lnTo>
                  <a:lnTo>
                    <a:pt x="4797" y="127348"/>
                  </a:lnTo>
                  <a:lnTo>
                    <a:pt x="3619" y="132507"/>
                  </a:lnTo>
                  <a:lnTo>
                    <a:pt x="2604" y="137700"/>
                  </a:lnTo>
                  <a:lnTo>
                    <a:pt x="1753" y="142923"/>
                  </a:lnTo>
                  <a:lnTo>
                    <a:pt x="1069" y="148170"/>
                  </a:lnTo>
                  <a:lnTo>
                    <a:pt x="551" y="153436"/>
                  </a:lnTo>
                  <a:lnTo>
                    <a:pt x="200" y="158716"/>
                  </a:lnTo>
                  <a:lnTo>
                    <a:pt x="16" y="164004"/>
                  </a:lnTo>
                  <a:lnTo>
                    <a:pt x="0" y="169295"/>
                  </a:lnTo>
                  <a:lnTo>
                    <a:pt x="151" y="174584"/>
                  </a:lnTo>
                  <a:lnTo>
                    <a:pt x="469" y="179866"/>
                  </a:lnTo>
                  <a:lnTo>
                    <a:pt x="954" y="185135"/>
                  </a:lnTo>
                  <a:lnTo>
                    <a:pt x="1606" y="190387"/>
                  </a:lnTo>
                  <a:lnTo>
                    <a:pt x="2424" y="195614"/>
                  </a:lnTo>
                  <a:lnTo>
                    <a:pt x="3407" y="200814"/>
                  </a:lnTo>
                  <a:lnTo>
                    <a:pt x="4554" y="205979"/>
                  </a:lnTo>
                  <a:lnTo>
                    <a:pt x="5864" y="211106"/>
                  </a:lnTo>
                  <a:lnTo>
                    <a:pt x="7335" y="216189"/>
                  </a:lnTo>
                  <a:lnTo>
                    <a:pt x="8967" y="221223"/>
                  </a:lnTo>
                  <a:lnTo>
                    <a:pt x="10757" y="226202"/>
                  </a:lnTo>
                  <a:lnTo>
                    <a:pt x="12704" y="231122"/>
                  </a:lnTo>
                  <a:lnTo>
                    <a:pt x="14805" y="235978"/>
                  </a:lnTo>
                  <a:lnTo>
                    <a:pt x="17060" y="240766"/>
                  </a:lnTo>
                  <a:lnTo>
                    <a:pt x="19464" y="245479"/>
                  </a:lnTo>
                  <a:lnTo>
                    <a:pt x="22017" y="250114"/>
                  </a:lnTo>
                  <a:lnTo>
                    <a:pt x="24715" y="254666"/>
                  </a:lnTo>
                  <a:lnTo>
                    <a:pt x="27555" y="259131"/>
                  </a:lnTo>
                  <a:lnTo>
                    <a:pt x="30536" y="263503"/>
                  </a:lnTo>
                  <a:lnTo>
                    <a:pt x="33653" y="267778"/>
                  </a:lnTo>
                  <a:lnTo>
                    <a:pt x="36904" y="271953"/>
                  </a:lnTo>
                  <a:lnTo>
                    <a:pt x="40286" y="276023"/>
                  </a:lnTo>
                  <a:lnTo>
                    <a:pt x="43795" y="279984"/>
                  </a:lnTo>
                  <a:lnTo>
                    <a:pt x="47427" y="283831"/>
                  </a:lnTo>
                  <a:lnTo>
                    <a:pt x="51180" y="287562"/>
                  </a:lnTo>
                  <a:lnTo>
                    <a:pt x="55048" y="291173"/>
                  </a:lnTo>
                  <a:lnTo>
                    <a:pt x="59029" y="294658"/>
                  </a:lnTo>
                  <a:lnTo>
                    <a:pt x="63118" y="298017"/>
                  </a:lnTo>
                  <a:lnTo>
                    <a:pt x="67312" y="301244"/>
                  </a:lnTo>
                  <a:lnTo>
                    <a:pt x="71605" y="304337"/>
                  </a:lnTo>
                  <a:lnTo>
                    <a:pt x="75995" y="307292"/>
                  </a:lnTo>
                  <a:lnTo>
                    <a:pt x="80475" y="310107"/>
                  </a:lnTo>
                  <a:lnTo>
                    <a:pt x="85043" y="312779"/>
                  </a:lnTo>
                  <a:lnTo>
                    <a:pt x="89692" y="315304"/>
                  </a:lnTo>
                  <a:lnTo>
                    <a:pt x="94419" y="317682"/>
                  </a:lnTo>
                  <a:lnTo>
                    <a:pt x="99220" y="319908"/>
                  </a:lnTo>
                  <a:lnTo>
                    <a:pt x="104088" y="321982"/>
                  </a:lnTo>
                  <a:lnTo>
                    <a:pt x="109019" y="323900"/>
                  </a:lnTo>
                  <a:lnTo>
                    <a:pt x="114009" y="325662"/>
                  </a:lnTo>
                  <a:lnTo>
                    <a:pt x="119052" y="327264"/>
                  </a:lnTo>
                  <a:lnTo>
                    <a:pt x="124143" y="328707"/>
                  </a:lnTo>
                  <a:lnTo>
                    <a:pt x="129277" y="329987"/>
                  </a:lnTo>
                  <a:lnTo>
                    <a:pt x="134449" y="331104"/>
                  </a:lnTo>
                  <a:lnTo>
                    <a:pt x="139654" y="332057"/>
                  </a:lnTo>
                  <a:lnTo>
                    <a:pt x="144887" y="332845"/>
                  </a:lnTo>
                  <a:lnTo>
                    <a:pt x="150142" y="333466"/>
                  </a:lnTo>
                  <a:lnTo>
                    <a:pt x="155413" y="333922"/>
                  </a:lnTo>
                  <a:lnTo>
                    <a:pt x="160697" y="334210"/>
                  </a:lnTo>
                  <a:lnTo>
                    <a:pt x="165987" y="334330"/>
                  </a:lnTo>
                  <a:lnTo>
                    <a:pt x="171278" y="334283"/>
                  </a:lnTo>
                  <a:lnTo>
                    <a:pt x="176565" y="334069"/>
                  </a:lnTo>
                  <a:lnTo>
                    <a:pt x="181843" y="333688"/>
                  </a:lnTo>
                  <a:lnTo>
                    <a:pt x="187106" y="333139"/>
                  </a:lnTo>
                  <a:lnTo>
                    <a:pt x="192349" y="332425"/>
                  </a:lnTo>
                  <a:lnTo>
                    <a:pt x="197567" y="331544"/>
                  </a:lnTo>
                  <a:lnTo>
                    <a:pt x="202754" y="330500"/>
                  </a:lnTo>
                  <a:lnTo>
                    <a:pt x="207905" y="329291"/>
                  </a:lnTo>
                  <a:lnTo>
                    <a:pt x="213016" y="327920"/>
                  </a:lnTo>
                  <a:lnTo>
                    <a:pt x="218081" y="326388"/>
                  </a:lnTo>
                  <a:lnTo>
                    <a:pt x="223095" y="324696"/>
                  </a:lnTo>
                  <a:lnTo>
                    <a:pt x="228052" y="322847"/>
                  </a:lnTo>
                  <a:lnTo>
                    <a:pt x="232949" y="320841"/>
                  </a:lnTo>
                  <a:lnTo>
                    <a:pt x="237780" y="318682"/>
                  </a:lnTo>
                  <a:lnTo>
                    <a:pt x="242540" y="316371"/>
                  </a:lnTo>
                  <a:lnTo>
                    <a:pt x="247224" y="313910"/>
                  </a:lnTo>
                  <a:lnTo>
                    <a:pt x="251829" y="311302"/>
                  </a:lnTo>
                  <a:lnTo>
                    <a:pt x="256348" y="308550"/>
                  </a:lnTo>
                  <a:lnTo>
                    <a:pt x="260778" y="305656"/>
                  </a:lnTo>
                  <a:lnTo>
                    <a:pt x="265114" y="302624"/>
                  </a:lnTo>
                  <a:lnTo>
                    <a:pt x="269352" y="299456"/>
                  </a:lnTo>
                  <a:lnTo>
                    <a:pt x="273488" y="296155"/>
                  </a:lnTo>
                  <a:lnTo>
                    <a:pt x="277517" y="292725"/>
                  </a:lnTo>
                  <a:lnTo>
                    <a:pt x="281436" y="289169"/>
                  </a:lnTo>
                  <a:lnTo>
                    <a:pt x="285240" y="285491"/>
                  </a:lnTo>
                  <a:lnTo>
                    <a:pt x="288926" y="281694"/>
                  </a:lnTo>
                  <a:lnTo>
                    <a:pt x="292489" y="277783"/>
                  </a:lnTo>
                  <a:lnTo>
                    <a:pt x="295927" y="273760"/>
                  </a:lnTo>
                  <a:lnTo>
                    <a:pt x="299237" y="269631"/>
                  </a:lnTo>
                  <a:lnTo>
                    <a:pt x="302413" y="265400"/>
                  </a:lnTo>
                  <a:lnTo>
                    <a:pt x="305455" y="261070"/>
                  </a:lnTo>
                  <a:lnTo>
                    <a:pt x="308357" y="256645"/>
                  </a:lnTo>
                  <a:lnTo>
                    <a:pt x="311119" y="252131"/>
                  </a:lnTo>
                  <a:lnTo>
                    <a:pt x="313736" y="247532"/>
                  </a:lnTo>
                  <a:lnTo>
                    <a:pt x="316206" y="242853"/>
                  </a:lnTo>
                  <a:lnTo>
                    <a:pt x="318526" y="238098"/>
                  </a:lnTo>
                  <a:lnTo>
                    <a:pt x="320695" y="233271"/>
                  </a:lnTo>
                  <a:lnTo>
                    <a:pt x="322711" y="228379"/>
                  </a:lnTo>
                  <a:lnTo>
                    <a:pt x="324570" y="223425"/>
                  </a:lnTo>
                  <a:lnTo>
                    <a:pt x="326272" y="218414"/>
                  </a:lnTo>
                  <a:lnTo>
                    <a:pt x="327814" y="213353"/>
                  </a:lnTo>
                  <a:lnTo>
                    <a:pt x="329195" y="208245"/>
                  </a:lnTo>
                  <a:lnTo>
                    <a:pt x="330414" y="203095"/>
                  </a:lnTo>
                  <a:lnTo>
                    <a:pt x="331470" y="197910"/>
                  </a:lnTo>
                  <a:lnTo>
                    <a:pt x="332360" y="192694"/>
                  </a:lnTo>
                  <a:lnTo>
                    <a:pt x="333085" y="187453"/>
                  </a:lnTo>
                  <a:lnTo>
                    <a:pt x="333644" y="182191"/>
                  </a:lnTo>
                  <a:lnTo>
                    <a:pt x="334036" y="176914"/>
                  </a:lnTo>
                  <a:lnTo>
                    <a:pt x="334261" y="171627"/>
                  </a:lnTo>
                  <a:lnTo>
                    <a:pt x="334319" y="166336"/>
                  </a:lnTo>
                  <a:lnTo>
                    <a:pt x="334209" y="161046"/>
                  </a:lnTo>
                  <a:lnTo>
                    <a:pt x="333931" y="155762"/>
                  </a:lnTo>
                  <a:lnTo>
                    <a:pt x="333487" y="150489"/>
                  </a:lnTo>
                  <a:lnTo>
                    <a:pt x="332876" y="145233"/>
                  </a:lnTo>
                  <a:lnTo>
                    <a:pt x="332098" y="139999"/>
                  </a:lnTo>
                  <a:lnTo>
                    <a:pt x="331156" y="134792"/>
                  </a:lnTo>
                  <a:lnTo>
                    <a:pt x="330049" y="129618"/>
                  </a:lnTo>
                  <a:lnTo>
                    <a:pt x="328779" y="124481"/>
                  </a:lnTo>
                  <a:lnTo>
                    <a:pt x="327347" y="119387"/>
                  </a:lnTo>
                  <a:lnTo>
                    <a:pt x="325755" y="114341"/>
                  </a:lnTo>
                  <a:lnTo>
                    <a:pt x="324003" y="109348"/>
                  </a:lnTo>
                  <a:lnTo>
                    <a:pt x="322095" y="104412"/>
                  </a:lnTo>
                  <a:lnTo>
                    <a:pt x="320031" y="99540"/>
                  </a:lnTo>
                  <a:lnTo>
                    <a:pt x="317814" y="94735"/>
                  </a:lnTo>
                  <a:lnTo>
                    <a:pt x="315446" y="90003"/>
                  </a:lnTo>
                  <a:lnTo>
                    <a:pt x="312930" y="85349"/>
                  </a:lnTo>
                  <a:lnTo>
                    <a:pt x="310267" y="80776"/>
                  </a:lnTo>
                  <a:lnTo>
                    <a:pt x="307461" y="76290"/>
                  </a:lnTo>
                  <a:lnTo>
                    <a:pt x="304515" y="71895"/>
                  </a:lnTo>
                  <a:lnTo>
                    <a:pt x="301431" y="67595"/>
                  </a:lnTo>
                  <a:lnTo>
                    <a:pt x="298212" y="63395"/>
                  </a:lnTo>
                  <a:lnTo>
                    <a:pt x="294862" y="59299"/>
                  </a:lnTo>
                  <a:lnTo>
                    <a:pt x="291384" y="55311"/>
                  </a:lnTo>
                  <a:lnTo>
                    <a:pt x="287782" y="51435"/>
                  </a:lnTo>
                  <a:lnTo>
                    <a:pt x="284058" y="47675"/>
                  </a:lnTo>
                  <a:lnTo>
                    <a:pt x="280218" y="44035"/>
                  </a:lnTo>
                  <a:lnTo>
                    <a:pt x="276264" y="40519"/>
                  </a:lnTo>
                  <a:lnTo>
                    <a:pt x="272201" y="37129"/>
                  </a:lnTo>
                  <a:lnTo>
                    <a:pt x="268033" y="33869"/>
                  </a:lnTo>
                  <a:lnTo>
                    <a:pt x="263763" y="30743"/>
                  </a:lnTo>
                  <a:lnTo>
                    <a:pt x="259397" y="27754"/>
                  </a:lnTo>
                  <a:lnTo>
                    <a:pt x="254939" y="24904"/>
                  </a:lnTo>
                  <a:lnTo>
                    <a:pt x="250392" y="22197"/>
                  </a:lnTo>
                  <a:lnTo>
                    <a:pt x="245762" y="19635"/>
                  </a:lnTo>
                  <a:lnTo>
                    <a:pt x="241054" y="17221"/>
                  </a:lnTo>
                  <a:lnTo>
                    <a:pt x="236271" y="14957"/>
                  </a:lnTo>
                  <a:lnTo>
                    <a:pt x="231419" y="12846"/>
                  </a:lnTo>
                  <a:lnTo>
                    <a:pt x="226502" y="10889"/>
                  </a:lnTo>
                  <a:lnTo>
                    <a:pt x="221527" y="9089"/>
                  </a:lnTo>
                  <a:lnTo>
                    <a:pt x="216496" y="7448"/>
                  </a:lnTo>
                  <a:lnTo>
                    <a:pt x="211417" y="5966"/>
                  </a:lnTo>
                  <a:lnTo>
                    <a:pt x="206292" y="4646"/>
                  </a:lnTo>
                  <a:lnTo>
                    <a:pt x="201129" y="3489"/>
                  </a:lnTo>
                  <a:lnTo>
                    <a:pt x="195932" y="2495"/>
                  </a:lnTo>
                  <a:lnTo>
                    <a:pt x="190706" y="1667"/>
                  </a:lnTo>
                  <a:lnTo>
                    <a:pt x="185456" y="1004"/>
                  </a:lnTo>
                  <a:lnTo>
                    <a:pt x="180188" y="508"/>
                  </a:lnTo>
                  <a:lnTo>
                    <a:pt x="174906" y="179"/>
                  </a:lnTo>
                  <a:lnTo>
                    <a:pt x="169617" y="1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2464" cy="167167"/>
            </a:xfrm>
            <a:custGeom>
              <a:avLst/>
              <a:pathLst>
                <a:path w="2464" h="167167">
                  <a:moveTo>
                    <a:pt x="2464" y="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815073" y="5269756"/>
              <a:ext cx="149427" cy="167167"/>
            </a:xfrm>
            <a:custGeom>
              <a:avLst/>
              <a:pathLst>
                <a:path w="149427" h="167167">
                  <a:moveTo>
                    <a:pt x="149427" y="0"/>
                  </a:moveTo>
                  <a:lnTo>
                    <a:pt x="143991" y="88"/>
                  </a:lnTo>
                  <a:lnTo>
                    <a:pt x="138560" y="353"/>
                  </a:lnTo>
                  <a:lnTo>
                    <a:pt x="133141" y="795"/>
                  </a:lnTo>
                  <a:lnTo>
                    <a:pt x="127739" y="1412"/>
                  </a:lnTo>
                  <a:lnTo>
                    <a:pt x="122360" y="2205"/>
                  </a:lnTo>
                  <a:lnTo>
                    <a:pt x="117009" y="3173"/>
                  </a:lnTo>
                  <a:lnTo>
                    <a:pt x="111693" y="4314"/>
                  </a:lnTo>
                  <a:lnTo>
                    <a:pt x="106417" y="5627"/>
                  </a:lnTo>
                  <a:lnTo>
                    <a:pt x="101186" y="7112"/>
                  </a:lnTo>
                  <a:lnTo>
                    <a:pt x="96006" y="8765"/>
                  </a:lnTo>
                  <a:lnTo>
                    <a:pt x="90883" y="10586"/>
                  </a:lnTo>
                  <a:lnTo>
                    <a:pt x="85822" y="12573"/>
                  </a:lnTo>
                  <a:lnTo>
                    <a:pt x="80828" y="14723"/>
                  </a:lnTo>
                  <a:lnTo>
                    <a:pt x="75906" y="17035"/>
                  </a:lnTo>
                  <a:lnTo>
                    <a:pt x="71062" y="19506"/>
                  </a:lnTo>
                  <a:lnTo>
                    <a:pt x="66302" y="22132"/>
                  </a:lnTo>
                  <a:lnTo>
                    <a:pt x="61629" y="24912"/>
                  </a:lnTo>
                  <a:lnTo>
                    <a:pt x="57049" y="27843"/>
                  </a:lnTo>
                  <a:lnTo>
                    <a:pt x="52567" y="30921"/>
                  </a:lnTo>
                  <a:lnTo>
                    <a:pt x="48187" y="34143"/>
                  </a:lnTo>
                  <a:lnTo>
                    <a:pt x="43915" y="37506"/>
                  </a:lnTo>
                  <a:lnTo>
                    <a:pt x="39754" y="41006"/>
                  </a:lnTo>
                  <a:lnTo>
                    <a:pt x="35709" y="44639"/>
                  </a:lnTo>
                  <a:lnTo>
                    <a:pt x="31784" y="48403"/>
                  </a:lnTo>
                  <a:lnTo>
                    <a:pt x="27984" y="52291"/>
                  </a:lnTo>
                  <a:lnTo>
                    <a:pt x="24312" y="56302"/>
                  </a:lnTo>
                  <a:lnTo>
                    <a:pt x="20773" y="60429"/>
                  </a:lnTo>
                  <a:lnTo>
                    <a:pt x="17370" y="64670"/>
                  </a:lnTo>
                  <a:lnTo>
                    <a:pt x="14106" y="69019"/>
                  </a:lnTo>
                  <a:lnTo>
                    <a:pt x="10986" y="73472"/>
                  </a:lnTo>
                  <a:lnTo>
                    <a:pt x="8012" y="78023"/>
                  </a:lnTo>
                  <a:lnTo>
                    <a:pt x="5187" y="82670"/>
                  </a:lnTo>
                  <a:lnTo>
                    <a:pt x="2516" y="87405"/>
                  </a:lnTo>
                  <a:lnTo>
                    <a:pt x="0" y="92225"/>
                  </a:lnTo>
                  <a:lnTo>
                    <a:pt x="14942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45" y="5269756"/>
              <a:ext cx="334306" cy="334334"/>
            </a:xfrm>
            <a:custGeom>
              <a:avLst/>
              <a:pathLst>
                <a:path w="334306" h="334334">
                  <a:moveTo>
                    <a:pt x="17728" y="92225"/>
                  </a:moveTo>
                  <a:lnTo>
                    <a:pt x="15423" y="97008"/>
                  </a:lnTo>
                  <a:lnTo>
                    <a:pt x="13272" y="101862"/>
                  </a:lnTo>
                  <a:lnTo>
                    <a:pt x="11276" y="106782"/>
                  </a:lnTo>
                  <a:lnTo>
                    <a:pt x="9437" y="111763"/>
                  </a:lnTo>
                  <a:lnTo>
                    <a:pt x="7757" y="116800"/>
                  </a:lnTo>
                  <a:lnTo>
                    <a:pt x="6238" y="121887"/>
                  </a:lnTo>
                  <a:lnTo>
                    <a:pt x="4881" y="127020"/>
                  </a:lnTo>
                  <a:lnTo>
                    <a:pt x="3688" y="132194"/>
                  </a:lnTo>
                  <a:lnTo>
                    <a:pt x="2659" y="137403"/>
                  </a:lnTo>
                  <a:lnTo>
                    <a:pt x="1797" y="142642"/>
                  </a:lnTo>
                  <a:lnTo>
                    <a:pt x="1102" y="147905"/>
                  </a:lnTo>
                  <a:lnTo>
                    <a:pt x="574" y="153188"/>
                  </a:lnTo>
                  <a:lnTo>
                    <a:pt x="214" y="158485"/>
                  </a:lnTo>
                  <a:lnTo>
                    <a:pt x="22" y="163791"/>
                  </a:lnTo>
                  <a:lnTo>
                    <a:pt x="0" y="169101"/>
                  </a:lnTo>
                  <a:lnTo>
                    <a:pt x="145" y="174408"/>
                  </a:lnTo>
                  <a:lnTo>
                    <a:pt x="459" y="179708"/>
                  </a:lnTo>
                  <a:lnTo>
                    <a:pt x="942" y="184996"/>
                  </a:lnTo>
                  <a:lnTo>
                    <a:pt x="1592" y="190265"/>
                  </a:lnTo>
                  <a:lnTo>
                    <a:pt x="2409" y="195511"/>
                  </a:lnTo>
                  <a:lnTo>
                    <a:pt x="3392" y="200729"/>
                  </a:lnTo>
                  <a:lnTo>
                    <a:pt x="4540" y="205913"/>
                  </a:lnTo>
                  <a:lnTo>
                    <a:pt x="5853" y="211057"/>
                  </a:lnTo>
                  <a:lnTo>
                    <a:pt x="7328" y="216158"/>
                  </a:lnTo>
                  <a:lnTo>
                    <a:pt x="8965" y="221208"/>
                  </a:lnTo>
                  <a:lnTo>
                    <a:pt x="10761" y="226205"/>
                  </a:lnTo>
                  <a:lnTo>
                    <a:pt x="12714" y="231142"/>
                  </a:lnTo>
                  <a:lnTo>
                    <a:pt x="14824" y="236014"/>
                  </a:lnTo>
                  <a:lnTo>
                    <a:pt x="17087" y="240817"/>
                  </a:lnTo>
                  <a:lnTo>
                    <a:pt x="19502" y="245546"/>
                  </a:lnTo>
                  <a:lnTo>
                    <a:pt x="22065" y="250195"/>
                  </a:lnTo>
                  <a:lnTo>
                    <a:pt x="24775" y="254761"/>
                  </a:lnTo>
                  <a:lnTo>
                    <a:pt x="27629" y="259238"/>
                  </a:lnTo>
                  <a:lnTo>
                    <a:pt x="30623" y="263623"/>
                  </a:lnTo>
                  <a:lnTo>
                    <a:pt x="33755" y="267910"/>
                  </a:lnTo>
                  <a:lnTo>
                    <a:pt x="37021" y="272096"/>
                  </a:lnTo>
                  <a:lnTo>
                    <a:pt x="40419" y="276175"/>
                  </a:lnTo>
                  <a:lnTo>
                    <a:pt x="43945" y="280145"/>
                  </a:lnTo>
                  <a:lnTo>
                    <a:pt x="47595" y="284001"/>
                  </a:lnTo>
                  <a:lnTo>
                    <a:pt x="51366" y="287739"/>
                  </a:lnTo>
                  <a:lnTo>
                    <a:pt x="55253" y="291355"/>
                  </a:lnTo>
                  <a:lnTo>
                    <a:pt x="59253" y="294846"/>
                  </a:lnTo>
                  <a:lnTo>
                    <a:pt x="63362" y="298209"/>
                  </a:lnTo>
                  <a:lnTo>
                    <a:pt x="67576" y="301439"/>
                  </a:lnTo>
                  <a:lnTo>
                    <a:pt x="71891" y="304533"/>
                  </a:lnTo>
                  <a:lnTo>
                    <a:pt x="76301" y="307489"/>
                  </a:lnTo>
                  <a:lnTo>
                    <a:pt x="80803" y="310304"/>
                  </a:lnTo>
                  <a:lnTo>
                    <a:pt x="85392" y="312974"/>
                  </a:lnTo>
                  <a:lnTo>
                    <a:pt x="90064" y="315497"/>
                  </a:lnTo>
                  <a:lnTo>
                    <a:pt x="94813" y="317870"/>
                  </a:lnTo>
                  <a:lnTo>
                    <a:pt x="99635" y="320092"/>
                  </a:lnTo>
                  <a:lnTo>
                    <a:pt x="104526" y="322159"/>
                  </a:lnTo>
                  <a:lnTo>
                    <a:pt x="109480" y="324070"/>
                  </a:lnTo>
                  <a:lnTo>
                    <a:pt x="114491" y="325822"/>
                  </a:lnTo>
                  <a:lnTo>
                    <a:pt x="119556" y="327414"/>
                  </a:lnTo>
                  <a:lnTo>
                    <a:pt x="124669" y="328845"/>
                  </a:lnTo>
                  <a:lnTo>
                    <a:pt x="129825" y="330113"/>
                  </a:lnTo>
                  <a:lnTo>
                    <a:pt x="135019" y="331216"/>
                  </a:lnTo>
                  <a:lnTo>
                    <a:pt x="140245" y="332154"/>
                  </a:lnTo>
                  <a:lnTo>
                    <a:pt x="145498" y="332925"/>
                  </a:lnTo>
                  <a:lnTo>
                    <a:pt x="150773" y="333530"/>
                  </a:lnTo>
                  <a:lnTo>
                    <a:pt x="156064" y="333966"/>
                  </a:lnTo>
                  <a:lnTo>
                    <a:pt x="161367" y="334234"/>
                  </a:lnTo>
                  <a:lnTo>
                    <a:pt x="166675" y="334334"/>
                  </a:lnTo>
                  <a:lnTo>
                    <a:pt x="171984" y="334265"/>
                  </a:lnTo>
                  <a:lnTo>
                    <a:pt x="177288" y="334027"/>
                  </a:lnTo>
                  <a:lnTo>
                    <a:pt x="182582" y="333621"/>
                  </a:lnTo>
                  <a:lnTo>
                    <a:pt x="187860" y="333047"/>
                  </a:lnTo>
                  <a:lnTo>
                    <a:pt x="193118" y="332306"/>
                  </a:lnTo>
                  <a:lnTo>
                    <a:pt x="198349" y="331398"/>
                  </a:lnTo>
                  <a:lnTo>
                    <a:pt x="203549" y="330325"/>
                  </a:lnTo>
                  <a:lnTo>
                    <a:pt x="208712" y="329087"/>
                  </a:lnTo>
                  <a:lnTo>
                    <a:pt x="213833" y="327685"/>
                  </a:lnTo>
                  <a:lnTo>
                    <a:pt x="218907" y="326122"/>
                  </a:lnTo>
                  <a:lnTo>
                    <a:pt x="223929" y="324399"/>
                  </a:lnTo>
                  <a:lnTo>
                    <a:pt x="228893" y="322516"/>
                  </a:lnTo>
                  <a:lnTo>
                    <a:pt x="233796" y="320477"/>
                  </a:lnTo>
                  <a:lnTo>
                    <a:pt x="238631" y="318284"/>
                  </a:lnTo>
                  <a:lnTo>
                    <a:pt x="243394" y="315938"/>
                  </a:lnTo>
                  <a:lnTo>
                    <a:pt x="248080" y="313442"/>
                  </a:lnTo>
                  <a:lnTo>
                    <a:pt x="252684" y="310798"/>
                  </a:lnTo>
                  <a:lnTo>
                    <a:pt x="257202" y="308009"/>
                  </a:lnTo>
                  <a:lnTo>
                    <a:pt x="261630" y="305079"/>
                  </a:lnTo>
                  <a:lnTo>
                    <a:pt x="265962" y="302009"/>
                  </a:lnTo>
                  <a:lnTo>
                    <a:pt x="270194" y="298803"/>
                  </a:lnTo>
                  <a:lnTo>
                    <a:pt x="274322" y="295465"/>
                  </a:lnTo>
                  <a:lnTo>
                    <a:pt x="278343" y="291997"/>
                  </a:lnTo>
                  <a:lnTo>
                    <a:pt x="282251" y="288403"/>
                  </a:lnTo>
                  <a:lnTo>
                    <a:pt x="286043" y="284686"/>
                  </a:lnTo>
                  <a:lnTo>
                    <a:pt x="289715" y="280852"/>
                  </a:lnTo>
                  <a:lnTo>
                    <a:pt x="293263" y="276902"/>
                  </a:lnTo>
                  <a:lnTo>
                    <a:pt x="296685" y="272842"/>
                  </a:lnTo>
                  <a:lnTo>
                    <a:pt x="299975" y="268675"/>
                  </a:lnTo>
                  <a:lnTo>
                    <a:pt x="303132" y="264406"/>
                  </a:lnTo>
                  <a:lnTo>
                    <a:pt x="306151" y="260039"/>
                  </a:lnTo>
                  <a:lnTo>
                    <a:pt x="309030" y="255578"/>
                  </a:lnTo>
                  <a:lnTo>
                    <a:pt x="311767" y="251028"/>
                  </a:lnTo>
                  <a:lnTo>
                    <a:pt x="314357" y="246393"/>
                  </a:lnTo>
                  <a:lnTo>
                    <a:pt x="316799" y="241679"/>
                  </a:lnTo>
                  <a:lnTo>
                    <a:pt x="319089" y="236889"/>
                  </a:lnTo>
                  <a:lnTo>
                    <a:pt x="321227" y="232029"/>
                  </a:lnTo>
                  <a:lnTo>
                    <a:pt x="323209" y="227103"/>
                  </a:lnTo>
                  <a:lnTo>
                    <a:pt x="325034" y="222117"/>
                  </a:lnTo>
                  <a:lnTo>
                    <a:pt x="326699" y="217076"/>
                  </a:lnTo>
                  <a:lnTo>
                    <a:pt x="328204" y="211984"/>
                  </a:lnTo>
                  <a:lnTo>
                    <a:pt x="329546" y="206847"/>
                  </a:lnTo>
                  <a:lnTo>
                    <a:pt x="330724" y="201670"/>
                  </a:lnTo>
                  <a:lnTo>
                    <a:pt x="331737" y="196458"/>
                  </a:lnTo>
                  <a:lnTo>
                    <a:pt x="332584" y="191217"/>
                  </a:lnTo>
                  <a:lnTo>
                    <a:pt x="333264" y="185951"/>
                  </a:lnTo>
                  <a:lnTo>
                    <a:pt x="333777" y="180667"/>
                  </a:lnTo>
                  <a:lnTo>
                    <a:pt x="334122" y="175368"/>
                  </a:lnTo>
                  <a:lnTo>
                    <a:pt x="334298" y="170062"/>
                  </a:lnTo>
                  <a:lnTo>
                    <a:pt x="334306" y="164753"/>
                  </a:lnTo>
                  <a:lnTo>
                    <a:pt x="334145" y="159446"/>
                  </a:lnTo>
                  <a:lnTo>
                    <a:pt x="333815" y="154146"/>
                  </a:lnTo>
                  <a:lnTo>
                    <a:pt x="333318" y="148860"/>
                  </a:lnTo>
                  <a:lnTo>
                    <a:pt x="332653" y="143593"/>
                  </a:lnTo>
                  <a:lnTo>
                    <a:pt x="331821" y="138349"/>
                  </a:lnTo>
                  <a:lnTo>
                    <a:pt x="330822" y="133134"/>
                  </a:lnTo>
                  <a:lnTo>
                    <a:pt x="329659" y="127954"/>
                  </a:lnTo>
                  <a:lnTo>
                    <a:pt x="328332" y="122813"/>
                  </a:lnTo>
                  <a:lnTo>
                    <a:pt x="326842" y="117717"/>
                  </a:lnTo>
                  <a:lnTo>
                    <a:pt x="325191" y="112671"/>
                  </a:lnTo>
                  <a:lnTo>
                    <a:pt x="323381" y="107680"/>
                  </a:lnTo>
                  <a:lnTo>
                    <a:pt x="321413" y="102748"/>
                  </a:lnTo>
                  <a:lnTo>
                    <a:pt x="319289" y="97882"/>
                  </a:lnTo>
                  <a:lnTo>
                    <a:pt x="317012" y="93086"/>
                  </a:lnTo>
                  <a:lnTo>
                    <a:pt x="314584" y="88364"/>
                  </a:lnTo>
                  <a:lnTo>
                    <a:pt x="312007" y="83722"/>
                  </a:lnTo>
                  <a:lnTo>
                    <a:pt x="309284" y="79164"/>
                  </a:lnTo>
                  <a:lnTo>
                    <a:pt x="306418" y="74695"/>
                  </a:lnTo>
                  <a:lnTo>
                    <a:pt x="303411" y="70319"/>
                  </a:lnTo>
                  <a:lnTo>
                    <a:pt x="300266" y="66041"/>
                  </a:lnTo>
                  <a:lnTo>
                    <a:pt x="296988" y="61865"/>
                  </a:lnTo>
                  <a:lnTo>
                    <a:pt x="293578" y="57795"/>
                  </a:lnTo>
                  <a:lnTo>
                    <a:pt x="290041" y="53835"/>
                  </a:lnTo>
                  <a:lnTo>
                    <a:pt x="286380" y="49990"/>
                  </a:lnTo>
                  <a:lnTo>
                    <a:pt x="282599" y="46263"/>
                  </a:lnTo>
                  <a:lnTo>
                    <a:pt x="278701" y="42657"/>
                  </a:lnTo>
                  <a:lnTo>
                    <a:pt x="274691" y="39178"/>
                  </a:lnTo>
                  <a:lnTo>
                    <a:pt x="270572" y="35828"/>
                  </a:lnTo>
                  <a:lnTo>
                    <a:pt x="266349" y="32610"/>
                  </a:lnTo>
                  <a:lnTo>
                    <a:pt x="262026" y="29527"/>
                  </a:lnTo>
                  <a:lnTo>
                    <a:pt x="257607" y="26584"/>
                  </a:lnTo>
                  <a:lnTo>
                    <a:pt x="253097" y="23782"/>
                  </a:lnTo>
                  <a:lnTo>
                    <a:pt x="248500" y="21126"/>
                  </a:lnTo>
                  <a:lnTo>
                    <a:pt x="243821" y="18616"/>
                  </a:lnTo>
                  <a:lnTo>
                    <a:pt x="239065" y="16256"/>
                  </a:lnTo>
                  <a:lnTo>
                    <a:pt x="234236" y="14049"/>
                  </a:lnTo>
                  <a:lnTo>
                    <a:pt x="229340" y="11996"/>
                  </a:lnTo>
                  <a:lnTo>
                    <a:pt x="224381" y="10099"/>
                  </a:lnTo>
                  <a:lnTo>
                    <a:pt x="219364" y="8361"/>
                  </a:lnTo>
                  <a:lnTo>
                    <a:pt x="214294" y="6783"/>
                  </a:lnTo>
                  <a:lnTo>
                    <a:pt x="209177" y="5367"/>
                  </a:lnTo>
                  <a:lnTo>
                    <a:pt x="204018" y="4114"/>
                  </a:lnTo>
                  <a:lnTo>
                    <a:pt x="198821" y="3026"/>
                  </a:lnTo>
                  <a:lnTo>
                    <a:pt x="193592" y="2103"/>
                  </a:lnTo>
                  <a:lnTo>
                    <a:pt x="188337" y="1347"/>
                  </a:lnTo>
                  <a:lnTo>
                    <a:pt x="183061" y="758"/>
                  </a:lnTo>
                  <a:lnTo>
                    <a:pt x="177768" y="337"/>
                  </a:lnTo>
                  <a:lnTo>
                    <a:pt x="172464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9351" y="5399291"/>
              <a:ext cx="6864" cy="167167"/>
            </a:xfrm>
            <a:custGeom>
              <a:avLst/>
              <a:pathLst>
                <a:path w="6864" h="167167">
                  <a:moveTo>
                    <a:pt x="6864" y="0"/>
                  </a:moveTo>
                  <a:lnTo>
                    <a:pt x="0" y="141"/>
                  </a:lnTo>
                  <a:lnTo>
                    <a:pt x="686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9351" y="5399432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9351" y="5399432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351" y="5399432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351" y="5399432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351" y="5399432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9351" y="5399432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8" y="5399432"/>
              <a:ext cx="334313" cy="334193"/>
            </a:xfrm>
            <a:custGeom>
              <a:avLst/>
              <a:pathLst>
                <a:path w="334313" h="334193">
                  <a:moveTo>
                    <a:pt x="160292" y="0"/>
                  </a:moveTo>
                  <a:lnTo>
                    <a:pt x="155011" y="300"/>
                  </a:lnTo>
                  <a:lnTo>
                    <a:pt x="149743" y="768"/>
                  </a:lnTo>
                  <a:lnTo>
                    <a:pt x="144491" y="1402"/>
                  </a:lnTo>
                  <a:lnTo>
                    <a:pt x="139263" y="2202"/>
                  </a:lnTo>
                  <a:lnTo>
                    <a:pt x="134062" y="3167"/>
                  </a:lnTo>
                  <a:lnTo>
                    <a:pt x="128895" y="4296"/>
                  </a:lnTo>
                  <a:lnTo>
                    <a:pt x="123765" y="5588"/>
                  </a:lnTo>
                  <a:lnTo>
                    <a:pt x="118680" y="7042"/>
                  </a:lnTo>
                  <a:lnTo>
                    <a:pt x="113642" y="8656"/>
                  </a:lnTo>
                  <a:lnTo>
                    <a:pt x="108659" y="10428"/>
                  </a:lnTo>
                  <a:lnTo>
                    <a:pt x="103734" y="12357"/>
                  </a:lnTo>
                  <a:lnTo>
                    <a:pt x="98872" y="14441"/>
                  </a:lnTo>
                  <a:lnTo>
                    <a:pt x="94079" y="16678"/>
                  </a:lnTo>
                  <a:lnTo>
                    <a:pt x="89359" y="19065"/>
                  </a:lnTo>
                  <a:lnTo>
                    <a:pt x="84716" y="21601"/>
                  </a:lnTo>
                  <a:lnTo>
                    <a:pt x="80157" y="24282"/>
                  </a:lnTo>
                  <a:lnTo>
                    <a:pt x="75684" y="27106"/>
                  </a:lnTo>
                  <a:lnTo>
                    <a:pt x="71303" y="30070"/>
                  </a:lnTo>
                  <a:lnTo>
                    <a:pt x="67018" y="33171"/>
                  </a:lnTo>
                  <a:lnTo>
                    <a:pt x="62834" y="36406"/>
                  </a:lnTo>
                  <a:lnTo>
                    <a:pt x="58753" y="39772"/>
                  </a:lnTo>
                  <a:lnTo>
                    <a:pt x="54782" y="43265"/>
                  </a:lnTo>
                  <a:lnTo>
                    <a:pt x="50922" y="46883"/>
                  </a:lnTo>
                  <a:lnTo>
                    <a:pt x="47179" y="50620"/>
                  </a:lnTo>
                  <a:lnTo>
                    <a:pt x="43557" y="54474"/>
                  </a:lnTo>
                  <a:lnTo>
                    <a:pt x="40058" y="58441"/>
                  </a:lnTo>
                  <a:lnTo>
                    <a:pt x="36686" y="62516"/>
                  </a:lnTo>
                  <a:lnTo>
                    <a:pt x="33445" y="66697"/>
                  </a:lnTo>
                  <a:lnTo>
                    <a:pt x="30338" y="70977"/>
                  </a:lnTo>
                  <a:lnTo>
                    <a:pt x="27367" y="75354"/>
                  </a:lnTo>
                  <a:lnTo>
                    <a:pt x="24537" y="79822"/>
                  </a:lnTo>
                  <a:lnTo>
                    <a:pt x="21849" y="84378"/>
                  </a:lnTo>
                  <a:lnTo>
                    <a:pt x="19307" y="89017"/>
                  </a:lnTo>
                  <a:lnTo>
                    <a:pt x="16913" y="93733"/>
                  </a:lnTo>
                  <a:lnTo>
                    <a:pt x="14670" y="98523"/>
                  </a:lnTo>
                  <a:lnTo>
                    <a:pt x="12579" y="103382"/>
                  </a:lnTo>
                  <a:lnTo>
                    <a:pt x="10643" y="108304"/>
                  </a:lnTo>
                  <a:lnTo>
                    <a:pt x="8863" y="113286"/>
                  </a:lnTo>
                  <a:lnTo>
                    <a:pt x="7242" y="118321"/>
                  </a:lnTo>
                  <a:lnTo>
                    <a:pt x="5781" y="123404"/>
                  </a:lnTo>
                  <a:lnTo>
                    <a:pt x="4482" y="128532"/>
                  </a:lnTo>
                  <a:lnTo>
                    <a:pt x="3346" y="133698"/>
                  </a:lnTo>
                  <a:lnTo>
                    <a:pt x="2373" y="138897"/>
                  </a:lnTo>
                  <a:lnTo>
                    <a:pt x="1566" y="144124"/>
                  </a:lnTo>
                  <a:lnTo>
                    <a:pt x="924" y="149375"/>
                  </a:lnTo>
                  <a:lnTo>
                    <a:pt x="449" y="154643"/>
                  </a:lnTo>
                  <a:lnTo>
                    <a:pt x="141" y="159923"/>
                  </a:lnTo>
                  <a:lnTo>
                    <a:pt x="0" y="165211"/>
                  </a:lnTo>
                  <a:lnTo>
                    <a:pt x="26" y="170500"/>
                  </a:lnTo>
                  <a:lnTo>
                    <a:pt x="219" y="175786"/>
                  </a:lnTo>
                  <a:lnTo>
                    <a:pt x="580" y="181063"/>
                  </a:lnTo>
                  <a:lnTo>
                    <a:pt x="1108" y="186326"/>
                  </a:lnTo>
                  <a:lnTo>
                    <a:pt x="1801" y="191570"/>
                  </a:lnTo>
                  <a:lnTo>
                    <a:pt x="2661" y="196789"/>
                  </a:lnTo>
                  <a:lnTo>
                    <a:pt x="3685" y="201979"/>
                  </a:lnTo>
                  <a:lnTo>
                    <a:pt x="4872" y="207133"/>
                  </a:lnTo>
                  <a:lnTo>
                    <a:pt x="6222" y="212247"/>
                  </a:lnTo>
                  <a:lnTo>
                    <a:pt x="7734" y="217316"/>
                  </a:lnTo>
                  <a:lnTo>
                    <a:pt x="9404" y="222335"/>
                  </a:lnTo>
                  <a:lnTo>
                    <a:pt x="11233" y="227298"/>
                  </a:lnTo>
                  <a:lnTo>
                    <a:pt x="13218" y="232201"/>
                  </a:lnTo>
                  <a:lnTo>
                    <a:pt x="15357" y="237039"/>
                  </a:lnTo>
                  <a:lnTo>
                    <a:pt x="17648" y="241806"/>
                  </a:lnTo>
                  <a:lnTo>
                    <a:pt x="20089" y="246499"/>
                  </a:lnTo>
                  <a:lnTo>
                    <a:pt x="22677" y="251112"/>
                  </a:lnTo>
                  <a:lnTo>
                    <a:pt x="25410" y="255641"/>
                  </a:lnTo>
                  <a:lnTo>
                    <a:pt x="28284" y="260081"/>
                  </a:lnTo>
                  <a:lnTo>
                    <a:pt x="31298" y="264428"/>
                  </a:lnTo>
                  <a:lnTo>
                    <a:pt x="34447" y="268677"/>
                  </a:lnTo>
                  <a:lnTo>
                    <a:pt x="37730" y="272825"/>
                  </a:lnTo>
                  <a:lnTo>
                    <a:pt x="41142" y="276867"/>
                  </a:lnTo>
                  <a:lnTo>
                    <a:pt x="44680" y="280799"/>
                  </a:lnTo>
                  <a:lnTo>
                    <a:pt x="48341" y="284617"/>
                  </a:lnTo>
                  <a:lnTo>
                    <a:pt x="52120" y="288317"/>
                  </a:lnTo>
                  <a:lnTo>
                    <a:pt x="56015" y="291896"/>
                  </a:lnTo>
                  <a:lnTo>
                    <a:pt x="60022" y="295350"/>
                  </a:lnTo>
                  <a:lnTo>
                    <a:pt x="64135" y="298675"/>
                  </a:lnTo>
                  <a:lnTo>
                    <a:pt x="68352" y="301868"/>
                  </a:lnTo>
                  <a:lnTo>
                    <a:pt x="72667" y="304927"/>
                  </a:lnTo>
                  <a:lnTo>
                    <a:pt x="77077" y="307847"/>
                  </a:lnTo>
                  <a:lnTo>
                    <a:pt x="81578" y="310627"/>
                  </a:lnTo>
                  <a:lnTo>
                    <a:pt x="86164" y="313262"/>
                  </a:lnTo>
                  <a:lnTo>
                    <a:pt x="90831" y="315751"/>
                  </a:lnTo>
                  <a:lnTo>
                    <a:pt x="95575" y="318092"/>
                  </a:lnTo>
                  <a:lnTo>
                    <a:pt x="100390" y="320281"/>
                  </a:lnTo>
                  <a:lnTo>
                    <a:pt x="105272" y="322317"/>
                  </a:lnTo>
                  <a:lnTo>
                    <a:pt x="110216" y="324197"/>
                  </a:lnTo>
                  <a:lnTo>
                    <a:pt x="115217" y="325919"/>
                  </a:lnTo>
                  <a:lnTo>
                    <a:pt x="120270" y="327483"/>
                  </a:lnTo>
                  <a:lnTo>
                    <a:pt x="125370" y="328886"/>
                  </a:lnTo>
                  <a:lnTo>
                    <a:pt x="130512" y="330127"/>
                  </a:lnTo>
                  <a:lnTo>
                    <a:pt x="135690" y="331205"/>
                  </a:lnTo>
                  <a:lnTo>
                    <a:pt x="140900" y="332118"/>
                  </a:lnTo>
                  <a:lnTo>
                    <a:pt x="146136" y="332866"/>
                  </a:lnTo>
                  <a:lnTo>
                    <a:pt x="151394" y="333448"/>
                  </a:lnTo>
                  <a:lnTo>
                    <a:pt x="156667" y="333864"/>
                  </a:lnTo>
                  <a:lnTo>
                    <a:pt x="161950" y="334112"/>
                  </a:lnTo>
                  <a:lnTo>
                    <a:pt x="167239" y="334193"/>
                  </a:lnTo>
                  <a:lnTo>
                    <a:pt x="172528" y="334107"/>
                  </a:lnTo>
                  <a:lnTo>
                    <a:pt x="177811" y="333854"/>
                  </a:lnTo>
                  <a:lnTo>
                    <a:pt x="183084" y="333433"/>
                  </a:lnTo>
                  <a:lnTo>
                    <a:pt x="188341" y="332846"/>
                  </a:lnTo>
                  <a:lnTo>
                    <a:pt x="193576" y="332093"/>
                  </a:lnTo>
                  <a:lnTo>
                    <a:pt x="198785" y="331174"/>
                  </a:lnTo>
                  <a:lnTo>
                    <a:pt x="203963" y="330091"/>
                  </a:lnTo>
                  <a:lnTo>
                    <a:pt x="209103" y="328845"/>
                  </a:lnTo>
                  <a:lnTo>
                    <a:pt x="214202" y="327437"/>
                  </a:lnTo>
                  <a:lnTo>
                    <a:pt x="219253" y="325868"/>
                  </a:lnTo>
                  <a:lnTo>
                    <a:pt x="224253" y="324141"/>
                  </a:lnTo>
                  <a:lnTo>
                    <a:pt x="229195" y="322256"/>
                  </a:lnTo>
                  <a:lnTo>
                    <a:pt x="234075" y="320215"/>
                  </a:lnTo>
                  <a:lnTo>
                    <a:pt x="238888" y="318021"/>
                  </a:lnTo>
                  <a:lnTo>
                    <a:pt x="243629" y="315676"/>
                  </a:lnTo>
                  <a:lnTo>
                    <a:pt x="248294" y="313183"/>
                  </a:lnTo>
                  <a:lnTo>
                    <a:pt x="252877" y="310542"/>
                  </a:lnTo>
                  <a:lnTo>
                    <a:pt x="257375" y="307759"/>
                  </a:lnTo>
                  <a:lnTo>
                    <a:pt x="261782" y="304834"/>
                  </a:lnTo>
                  <a:lnTo>
                    <a:pt x="266095" y="301771"/>
                  </a:lnTo>
                  <a:lnTo>
                    <a:pt x="270308" y="298574"/>
                  </a:lnTo>
                  <a:lnTo>
                    <a:pt x="274419" y="295244"/>
                  </a:lnTo>
                  <a:lnTo>
                    <a:pt x="278421" y="291787"/>
                  </a:lnTo>
                  <a:lnTo>
                    <a:pt x="282313" y="288204"/>
                  </a:lnTo>
                  <a:lnTo>
                    <a:pt x="286089" y="284500"/>
                  </a:lnTo>
                  <a:lnTo>
                    <a:pt x="289746" y="280678"/>
                  </a:lnTo>
                  <a:lnTo>
                    <a:pt x="293280" y="276743"/>
                  </a:lnTo>
                  <a:lnTo>
                    <a:pt x="296688" y="272698"/>
                  </a:lnTo>
                  <a:lnTo>
                    <a:pt x="299967" y="268547"/>
                  </a:lnTo>
                  <a:lnTo>
                    <a:pt x="303112" y="264294"/>
                  </a:lnTo>
                  <a:lnTo>
                    <a:pt x="306121" y="259944"/>
                  </a:lnTo>
                  <a:lnTo>
                    <a:pt x="308992" y="255501"/>
                  </a:lnTo>
                  <a:lnTo>
                    <a:pt x="311720" y="250970"/>
                  </a:lnTo>
                  <a:lnTo>
                    <a:pt x="314303" y="246354"/>
                  </a:lnTo>
                  <a:lnTo>
                    <a:pt x="316739" y="241659"/>
                  </a:lnTo>
                  <a:lnTo>
                    <a:pt x="319026" y="236889"/>
                  </a:lnTo>
                  <a:lnTo>
                    <a:pt x="321160" y="232050"/>
                  </a:lnTo>
                  <a:lnTo>
                    <a:pt x="323140" y="227145"/>
                  </a:lnTo>
                  <a:lnTo>
                    <a:pt x="324964" y="222180"/>
                  </a:lnTo>
                  <a:lnTo>
                    <a:pt x="326630" y="217159"/>
                  </a:lnTo>
                  <a:lnTo>
                    <a:pt x="328136" y="212089"/>
                  </a:lnTo>
                  <a:lnTo>
                    <a:pt x="329481" y="206973"/>
                  </a:lnTo>
                  <a:lnTo>
                    <a:pt x="330664" y="201818"/>
                  </a:lnTo>
                  <a:lnTo>
                    <a:pt x="331683" y="196627"/>
                  </a:lnTo>
                  <a:lnTo>
                    <a:pt x="332537" y="191407"/>
                  </a:lnTo>
                  <a:lnTo>
                    <a:pt x="333226" y="186163"/>
                  </a:lnTo>
                  <a:lnTo>
                    <a:pt x="333748" y="180899"/>
                  </a:lnTo>
                  <a:lnTo>
                    <a:pt x="334103" y="175622"/>
                  </a:lnTo>
                  <a:lnTo>
                    <a:pt x="334292" y="170336"/>
                  </a:lnTo>
                  <a:lnTo>
                    <a:pt x="334313" y="165046"/>
                  </a:lnTo>
                  <a:lnTo>
                    <a:pt x="334167" y="159759"/>
                  </a:lnTo>
                  <a:lnTo>
                    <a:pt x="333853" y="154479"/>
                  </a:lnTo>
                  <a:lnTo>
                    <a:pt x="333373" y="149211"/>
                  </a:lnTo>
                  <a:lnTo>
                    <a:pt x="332726" y="143962"/>
                  </a:lnTo>
                  <a:lnTo>
                    <a:pt x="331913" y="138735"/>
                  </a:lnTo>
                  <a:lnTo>
                    <a:pt x="330936" y="133537"/>
                  </a:lnTo>
                  <a:lnTo>
                    <a:pt x="329794" y="128372"/>
                  </a:lnTo>
                  <a:lnTo>
                    <a:pt x="328490" y="123246"/>
                  </a:lnTo>
                  <a:lnTo>
                    <a:pt x="327024" y="118163"/>
                  </a:lnTo>
                  <a:lnTo>
                    <a:pt x="325398" y="113130"/>
                  </a:lnTo>
                  <a:lnTo>
                    <a:pt x="323614" y="108151"/>
                  </a:lnTo>
                  <a:lnTo>
                    <a:pt x="321673" y="103230"/>
                  </a:lnTo>
                  <a:lnTo>
                    <a:pt x="319577" y="98374"/>
                  </a:lnTo>
                  <a:lnTo>
                    <a:pt x="317329" y="93586"/>
                  </a:lnTo>
                  <a:lnTo>
                    <a:pt x="314930" y="88871"/>
                  </a:lnTo>
                  <a:lnTo>
                    <a:pt x="312383" y="84235"/>
                  </a:lnTo>
                  <a:lnTo>
                    <a:pt x="309691" y="79682"/>
                  </a:lnTo>
                  <a:lnTo>
                    <a:pt x="306857" y="75217"/>
                  </a:lnTo>
                  <a:lnTo>
                    <a:pt x="303882" y="70843"/>
                  </a:lnTo>
                  <a:lnTo>
                    <a:pt x="300771" y="66565"/>
                  </a:lnTo>
                  <a:lnTo>
                    <a:pt x="297525" y="62388"/>
                  </a:lnTo>
                  <a:lnTo>
                    <a:pt x="294150" y="58316"/>
                  </a:lnTo>
                  <a:lnTo>
                    <a:pt x="290647" y="54353"/>
                  </a:lnTo>
                  <a:lnTo>
                    <a:pt x="287020" y="50502"/>
                  </a:lnTo>
                  <a:lnTo>
                    <a:pt x="283274" y="46768"/>
                  </a:lnTo>
                  <a:lnTo>
                    <a:pt x="279411" y="43155"/>
                  </a:lnTo>
                  <a:lnTo>
                    <a:pt x="275436" y="39665"/>
                  </a:lnTo>
                  <a:lnTo>
                    <a:pt x="271352" y="36304"/>
                  </a:lnTo>
                  <a:lnTo>
                    <a:pt x="267164" y="33073"/>
                  </a:lnTo>
                  <a:lnTo>
                    <a:pt x="262876" y="29976"/>
                  </a:lnTo>
                  <a:lnTo>
                    <a:pt x="258492" y="27016"/>
                  </a:lnTo>
                  <a:lnTo>
                    <a:pt x="254017" y="24196"/>
                  </a:lnTo>
                  <a:lnTo>
                    <a:pt x="249455" y="21520"/>
                  </a:lnTo>
                  <a:lnTo>
                    <a:pt x="244810" y="18989"/>
                  </a:lnTo>
                  <a:lnTo>
                    <a:pt x="240088" y="16606"/>
                  </a:lnTo>
                  <a:lnTo>
                    <a:pt x="235292" y="14374"/>
                  </a:lnTo>
                  <a:lnTo>
                    <a:pt x="230429" y="12295"/>
                  </a:lnTo>
                  <a:lnTo>
                    <a:pt x="225502" y="10371"/>
                  </a:lnTo>
                  <a:lnTo>
                    <a:pt x="220516" y="8603"/>
                  </a:lnTo>
                  <a:lnTo>
                    <a:pt x="215477" y="6994"/>
                  </a:lnTo>
                  <a:lnTo>
                    <a:pt x="167157" y="167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48320" cy="167167"/>
            </a:xfrm>
            <a:custGeom>
              <a:avLst/>
              <a:pathLst>
                <a:path w="48320" h="167167">
                  <a:moveTo>
                    <a:pt x="48320" y="7135"/>
                  </a:moveTo>
                  <a:lnTo>
                    <a:pt x="42423" y="5472"/>
                  </a:lnTo>
                  <a:lnTo>
                    <a:pt x="36469" y="4026"/>
                  </a:lnTo>
                  <a:lnTo>
                    <a:pt x="30466" y="2799"/>
                  </a:lnTo>
                  <a:lnTo>
                    <a:pt x="24422" y="1793"/>
                  </a:lnTo>
                  <a:lnTo>
                    <a:pt x="18345" y="1009"/>
                  </a:lnTo>
                  <a:lnTo>
                    <a:pt x="12243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44266" y="5399291"/>
              <a:ext cx="79277" cy="167167"/>
            </a:xfrm>
            <a:custGeom>
              <a:avLst/>
              <a:pathLst>
                <a:path w="79277" h="167167">
                  <a:moveTo>
                    <a:pt x="79277" y="0"/>
                  </a:moveTo>
                  <a:lnTo>
                    <a:pt x="73379" y="104"/>
                  </a:lnTo>
                  <a:lnTo>
                    <a:pt x="67487" y="416"/>
                  </a:lnTo>
                  <a:lnTo>
                    <a:pt x="61611" y="936"/>
                  </a:lnTo>
                  <a:lnTo>
                    <a:pt x="55756" y="1663"/>
                  </a:lnTo>
                  <a:lnTo>
                    <a:pt x="49931" y="2596"/>
                  </a:lnTo>
                  <a:lnTo>
                    <a:pt x="44142" y="3734"/>
                  </a:lnTo>
                  <a:lnTo>
                    <a:pt x="38397" y="5075"/>
                  </a:lnTo>
                  <a:lnTo>
                    <a:pt x="32703" y="6618"/>
                  </a:lnTo>
                  <a:lnTo>
                    <a:pt x="27067" y="8362"/>
                  </a:lnTo>
                  <a:lnTo>
                    <a:pt x="21496" y="10303"/>
                  </a:lnTo>
                  <a:lnTo>
                    <a:pt x="15997" y="12440"/>
                  </a:lnTo>
                  <a:lnTo>
                    <a:pt x="10577" y="14769"/>
                  </a:lnTo>
                  <a:lnTo>
                    <a:pt x="5242" y="17288"/>
                  </a:lnTo>
                  <a:lnTo>
                    <a:pt x="0" y="19994"/>
                  </a:lnTo>
                  <a:lnTo>
                    <a:pt x="7927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4266" y="5419285"/>
              <a:ext cx="79277" cy="147173"/>
            </a:xfrm>
            <a:custGeom>
              <a:avLst/>
              <a:pathLst>
                <a:path w="79277" h="147173">
                  <a:moveTo>
                    <a:pt x="0" y="0"/>
                  </a:moveTo>
                  <a:lnTo>
                    <a:pt x="79277" y="147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4266" y="5419285"/>
              <a:ext cx="79277" cy="147173"/>
            </a:xfrm>
            <a:custGeom>
              <a:avLst/>
              <a:pathLst>
                <a:path w="79277" h="147173">
                  <a:moveTo>
                    <a:pt x="0" y="0"/>
                  </a:moveTo>
                  <a:lnTo>
                    <a:pt x="79277" y="147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4266" y="5419285"/>
              <a:ext cx="79277" cy="147173"/>
            </a:xfrm>
            <a:custGeom>
              <a:avLst/>
              <a:pathLst>
                <a:path w="79277" h="147173">
                  <a:moveTo>
                    <a:pt x="0" y="0"/>
                  </a:moveTo>
                  <a:lnTo>
                    <a:pt x="79277" y="147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4266" y="5419285"/>
              <a:ext cx="79277" cy="147173"/>
            </a:xfrm>
            <a:custGeom>
              <a:avLst/>
              <a:pathLst>
                <a:path w="79277" h="147173">
                  <a:moveTo>
                    <a:pt x="0" y="0"/>
                  </a:moveTo>
                  <a:lnTo>
                    <a:pt x="79277" y="1471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4266" y="5419285"/>
              <a:ext cx="79277" cy="147173"/>
            </a:xfrm>
            <a:custGeom>
              <a:avLst/>
              <a:pathLst>
                <a:path w="79277" h="147173">
                  <a:moveTo>
                    <a:pt x="0" y="0"/>
                  </a:moveTo>
                  <a:lnTo>
                    <a:pt x="79277" y="1471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83" y="5419285"/>
              <a:ext cx="167161" cy="311352"/>
            </a:xfrm>
            <a:custGeom>
              <a:avLst/>
              <a:pathLst>
                <a:path w="167161" h="311352">
                  <a:moveTo>
                    <a:pt x="87883" y="0"/>
                  </a:moveTo>
                  <a:lnTo>
                    <a:pt x="83226" y="2605"/>
                  </a:lnTo>
                  <a:lnTo>
                    <a:pt x="78654" y="5358"/>
                  </a:lnTo>
                  <a:lnTo>
                    <a:pt x="74173" y="8255"/>
                  </a:lnTo>
                  <a:lnTo>
                    <a:pt x="69786" y="11294"/>
                  </a:lnTo>
                  <a:lnTo>
                    <a:pt x="65499" y="14471"/>
                  </a:lnTo>
                  <a:lnTo>
                    <a:pt x="61315" y="17783"/>
                  </a:lnTo>
                  <a:lnTo>
                    <a:pt x="57239" y="21228"/>
                  </a:lnTo>
                  <a:lnTo>
                    <a:pt x="53275" y="24800"/>
                  </a:lnTo>
                  <a:lnTo>
                    <a:pt x="49427" y="28498"/>
                  </a:lnTo>
                  <a:lnTo>
                    <a:pt x="45699" y="32316"/>
                  </a:lnTo>
                  <a:lnTo>
                    <a:pt x="42095" y="36251"/>
                  </a:lnTo>
                  <a:lnTo>
                    <a:pt x="38618" y="40300"/>
                  </a:lnTo>
                  <a:lnTo>
                    <a:pt x="35273" y="44457"/>
                  </a:lnTo>
                  <a:lnTo>
                    <a:pt x="32061" y="48719"/>
                  </a:lnTo>
                  <a:lnTo>
                    <a:pt x="28988" y="53081"/>
                  </a:lnTo>
                  <a:lnTo>
                    <a:pt x="26055" y="57540"/>
                  </a:lnTo>
                  <a:lnTo>
                    <a:pt x="23266" y="62089"/>
                  </a:lnTo>
                  <a:lnTo>
                    <a:pt x="20623" y="66725"/>
                  </a:lnTo>
                  <a:lnTo>
                    <a:pt x="18130" y="71444"/>
                  </a:lnTo>
                  <a:lnTo>
                    <a:pt x="15789" y="76239"/>
                  </a:lnTo>
                  <a:lnTo>
                    <a:pt x="13602" y="81107"/>
                  </a:lnTo>
                  <a:lnTo>
                    <a:pt x="11572" y="86042"/>
                  </a:lnTo>
                  <a:lnTo>
                    <a:pt x="9700" y="91039"/>
                  </a:lnTo>
                  <a:lnTo>
                    <a:pt x="7988" y="96093"/>
                  </a:lnTo>
                  <a:lnTo>
                    <a:pt x="6439" y="101200"/>
                  </a:lnTo>
                  <a:lnTo>
                    <a:pt x="5054" y="106353"/>
                  </a:lnTo>
                  <a:lnTo>
                    <a:pt x="3833" y="111548"/>
                  </a:lnTo>
                  <a:lnTo>
                    <a:pt x="2779" y="116779"/>
                  </a:lnTo>
                  <a:lnTo>
                    <a:pt x="1893" y="122042"/>
                  </a:lnTo>
                  <a:lnTo>
                    <a:pt x="1175" y="127330"/>
                  </a:lnTo>
                  <a:lnTo>
                    <a:pt x="626" y="132638"/>
                  </a:lnTo>
                  <a:lnTo>
                    <a:pt x="247" y="137961"/>
                  </a:lnTo>
                  <a:lnTo>
                    <a:pt x="38" y="143293"/>
                  </a:lnTo>
                  <a:lnTo>
                    <a:pt x="0" y="148629"/>
                  </a:lnTo>
                  <a:lnTo>
                    <a:pt x="131" y="153964"/>
                  </a:lnTo>
                  <a:lnTo>
                    <a:pt x="433" y="159292"/>
                  </a:lnTo>
                  <a:lnTo>
                    <a:pt x="905" y="164607"/>
                  </a:lnTo>
                  <a:lnTo>
                    <a:pt x="1546" y="169905"/>
                  </a:lnTo>
                  <a:lnTo>
                    <a:pt x="2356" y="175179"/>
                  </a:lnTo>
                  <a:lnTo>
                    <a:pt x="3334" y="180425"/>
                  </a:lnTo>
                  <a:lnTo>
                    <a:pt x="4479" y="185638"/>
                  </a:lnTo>
                  <a:lnTo>
                    <a:pt x="5789" y="190810"/>
                  </a:lnTo>
                  <a:lnTo>
                    <a:pt x="7264" y="195939"/>
                  </a:lnTo>
                  <a:lnTo>
                    <a:pt x="8902" y="201018"/>
                  </a:lnTo>
                  <a:lnTo>
                    <a:pt x="10702" y="206042"/>
                  </a:lnTo>
                  <a:lnTo>
                    <a:pt x="12660" y="211006"/>
                  </a:lnTo>
                  <a:lnTo>
                    <a:pt x="14776" y="215904"/>
                  </a:lnTo>
                  <a:lnTo>
                    <a:pt x="17048" y="220733"/>
                  </a:lnTo>
                  <a:lnTo>
                    <a:pt x="19472" y="225487"/>
                  </a:lnTo>
                  <a:lnTo>
                    <a:pt x="22047" y="230161"/>
                  </a:lnTo>
                  <a:lnTo>
                    <a:pt x="24770" y="234751"/>
                  </a:lnTo>
                  <a:lnTo>
                    <a:pt x="27638" y="239251"/>
                  </a:lnTo>
                  <a:lnTo>
                    <a:pt x="30648" y="243657"/>
                  </a:lnTo>
                  <a:lnTo>
                    <a:pt x="33797" y="247965"/>
                  </a:lnTo>
                  <a:lnTo>
                    <a:pt x="37082" y="252171"/>
                  </a:lnTo>
                  <a:lnTo>
                    <a:pt x="40500" y="256269"/>
                  </a:lnTo>
                  <a:lnTo>
                    <a:pt x="44046" y="260256"/>
                  </a:lnTo>
                  <a:lnTo>
                    <a:pt x="47719" y="264128"/>
                  </a:lnTo>
                  <a:lnTo>
                    <a:pt x="51512" y="267881"/>
                  </a:lnTo>
                  <a:lnTo>
                    <a:pt x="55424" y="271511"/>
                  </a:lnTo>
                  <a:lnTo>
                    <a:pt x="59450" y="275014"/>
                  </a:lnTo>
                  <a:lnTo>
                    <a:pt x="63585" y="278387"/>
                  </a:lnTo>
                  <a:lnTo>
                    <a:pt x="67826" y="281626"/>
                  </a:lnTo>
                  <a:lnTo>
                    <a:pt x="72168" y="284728"/>
                  </a:lnTo>
                  <a:lnTo>
                    <a:pt x="76607" y="287690"/>
                  </a:lnTo>
                  <a:lnTo>
                    <a:pt x="81138" y="290509"/>
                  </a:lnTo>
                  <a:lnTo>
                    <a:pt x="85757" y="293181"/>
                  </a:lnTo>
                  <a:lnTo>
                    <a:pt x="90459" y="295705"/>
                  </a:lnTo>
                  <a:lnTo>
                    <a:pt x="95239" y="298078"/>
                  </a:lnTo>
                  <a:lnTo>
                    <a:pt x="100092" y="300296"/>
                  </a:lnTo>
                  <a:lnTo>
                    <a:pt x="105014" y="302359"/>
                  </a:lnTo>
                  <a:lnTo>
                    <a:pt x="109999" y="304264"/>
                  </a:lnTo>
                  <a:lnTo>
                    <a:pt x="115042" y="306008"/>
                  </a:lnTo>
                  <a:lnTo>
                    <a:pt x="120138" y="307591"/>
                  </a:lnTo>
                  <a:lnTo>
                    <a:pt x="125282" y="309010"/>
                  </a:lnTo>
                  <a:lnTo>
                    <a:pt x="130469" y="310264"/>
                  </a:lnTo>
                  <a:lnTo>
                    <a:pt x="135694" y="311352"/>
                  </a:lnTo>
                  <a:lnTo>
                    <a:pt x="167161" y="1471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992077" y="5399291"/>
              <a:ext cx="198614" cy="334334"/>
            </a:xfrm>
            <a:custGeom>
              <a:avLst/>
              <a:pathLst>
                <a:path w="198614" h="334334">
                  <a:moveTo>
                    <a:pt x="0" y="331346"/>
                  </a:moveTo>
                  <a:lnTo>
                    <a:pt x="5223" y="332262"/>
                  </a:lnTo>
                  <a:lnTo>
                    <a:pt x="10472" y="333011"/>
                  </a:lnTo>
                  <a:lnTo>
                    <a:pt x="15743" y="333593"/>
                  </a:lnTo>
                  <a:lnTo>
                    <a:pt x="21030" y="334008"/>
                  </a:lnTo>
                  <a:lnTo>
                    <a:pt x="26327" y="334255"/>
                  </a:lnTo>
                  <a:lnTo>
                    <a:pt x="31629" y="334334"/>
                  </a:lnTo>
                  <a:lnTo>
                    <a:pt x="36932" y="334245"/>
                  </a:lnTo>
                  <a:lnTo>
                    <a:pt x="42228" y="333988"/>
                  </a:lnTo>
                  <a:lnTo>
                    <a:pt x="47514" y="333562"/>
                  </a:lnTo>
                  <a:lnTo>
                    <a:pt x="52784" y="332970"/>
                  </a:lnTo>
                  <a:lnTo>
                    <a:pt x="58032" y="332210"/>
                  </a:lnTo>
                  <a:lnTo>
                    <a:pt x="63253" y="331284"/>
                  </a:lnTo>
                  <a:lnTo>
                    <a:pt x="68443" y="330194"/>
                  </a:lnTo>
                  <a:lnTo>
                    <a:pt x="73595" y="328939"/>
                  </a:lnTo>
                  <a:lnTo>
                    <a:pt x="78705" y="327521"/>
                  </a:lnTo>
                  <a:lnTo>
                    <a:pt x="83767" y="325942"/>
                  </a:lnTo>
                  <a:lnTo>
                    <a:pt x="88777" y="324203"/>
                  </a:lnTo>
                  <a:lnTo>
                    <a:pt x="93729" y="322307"/>
                  </a:lnTo>
                  <a:lnTo>
                    <a:pt x="98619" y="320254"/>
                  </a:lnTo>
                  <a:lnTo>
                    <a:pt x="103440" y="318047"/>
                  </a:lnTo>
                  <a:lnTo>
                    <a:pt x="108190" y="315688"/>
                  </a:lnTo>
                  <a:lnTo>
                    <a:pt x="112862" y="313180"/>
                  </a:lnTo>
                  <a:lnTo>
                    <a:pt x="117452" y="310524"/>
                  </a:lnTo>
                  <a:lnTo>
                    <a:pt x="121956" y="307725"/>
                  </a:lnTo>
                  <a:lnTo>
                    <a:pt x="126369" y="304784"/>
                  </a:lnTo>
                  <a:lnTo>
                    <a:pt x="130686" y="301705"/>
                  </a:lnTo>
                  <a:lnTo>
                    <a:pt x="134903" y="298490"/>
                  </a:lnTo>
                  <a:lnTo>
                    <a:pt x="139017" y="295143"/>
                  </a:lnTo>
                  <a:lnTo>
                    <a:pt x="143022" y="291667"/>
                  </a:lnTo>
                  <a:lnTo>
                    <a:pt x="146915" y="288067"/>
                  </a:lnTo>
                  <a:lnTo>
                    <a:pt x="150691" y="284344"/>
                  </a:lnTo>
                  <a:lnTo>
                    <a:pt x="154348" y="280503"/>
                  </a:lnTo>
                  <a:lnTo>
                    <a:pt x="157881" y="276549"/>
                  </a:lnTo>
                  <a:lnTo>
                    <a:pt x="161287" y="272484"/>
                  </a:lnTo>
                  <a:lnTo>
                    <a:pt x="164562" y="268314"/>
                  </a:lnTo>
                  <a:lnTo>
                    <a:pt x="167703" y="264041"/>
                  </a:lnTo>
                  <a:lnTo>
                    <a:pt x="170707" y="259671"/>
                  </a:lnTo>
                  <a:lnTo>
                    <a:pt x="173571" y="255208"/>
                  </a:lnTo>
                  <a:lnTo>
                    <a:pt x="176292" y="250657"/>
                  </a:lnTo>
                  <a:lnTo>
                    <a:pt x="178867" y="246021"/>
                  </a:lnTo>
                  <a:lnTo>
                    <a:pt x="181294" y="241306"/>
                  </a:lnTo>
                  <a:lnTo>
                    <a:pt x="183570" y="236517"/>
                  </a:lnTo>
                  <a:lnTo>
                    <a:pt x="185693" y="231657"/>
                  </a:lnTo>
                  <a:lnTo>
                    <a:pt x="187661" y="226733"/>
                  </a:lnTo>
                  <a:lnTo>
                    <a:pt x="189472" y="221749"/>
                  </a:lnTo>
                  <a:lnTo>
                    <a:pt x="191124" y="216710"/>
                  </a:lnTo>
                  <a:lnTo>
                    <a:pt x="192615" y="211621"/>
                  </a:lnTo>
                  <a:lnTo>
                    <a:pt x="193944" y="206487"/>
                  </a:lnTo>
                  <a:lnTo>
                    <a:pt x="195109" y="201314"/>
                  </a:lnTo>
                  <a:lnTo>
                    <a:pt x="196110" y="196106"/>
                  </a:lnTo>
                  <a:lnTo>
                    <a:pt x="196945" y="190869"/>
                  </a:lnTo>
                  <a:lnTo>
                    <a:pt x="197614" y="185609"/>
                  </a:lnTo>
                  <a:lnTo>
                    <a:pt x="198115" y="180330"/>
                  </a:lnTo>
                  <a:lnTo>
                    <a:pt x="198449" y="175037"/>
                  </a:lnTo>
                  <a:lnTo>
                    <a:pt x="198614" y="169737"/>
                  </a:lnTo>
                  <a:lnTo>
                    <a:pt x="198612" y="164434"/>
                  </a:lnTo>
                  <a:lnTo>
                    <a:pt x="198441" y="159134"/>
                  </a:lnTo>
                  <a:lnTo>
                    <a:pt x="198102" y="153842"/>
                  </a:lnTo>
                  <a:lnTo>
                    <a:pt x="197596" y="148563"/>
                  </a:lnTo>
                  <a:lnTo>
                    <a:pt x="196922" y="143303"/>
                  </a:lnTo>
                  <a:lnTo>
                    <a:pt x="196082" y="138067"/>
                  </a:lnTo>
                  <a:lnTo>
                    <a:pt x="195076" y="132861"/>
                  </a:lnTo>
                  <a:lnTo>
                    <a:pt x="193905" y="127689"/>
                  </a:lnTo>
                  <a:lnTo>
                    <a:pt x="192572" y="122556"/>
                  </a:lnTo>
                  <a:lnTo>
                    <a:pt x="191076" y="117469"/>
                  </a:lnTo>
                  <a:lnTo>
                    <a:pt x="189419" y="112431"/>
                  </a:lnTo>
                  <a:lnTo>
                    <a:pt x="187603" y="107449"/>
                  </a:lnTo>
                  <a:lnTo>
                    <a:pt x="185631" y="102526"/>
                  </a:lnTo>
                  <a:lnTo>
                    <a:pt x="183503" y="97669"/>
                  </a:lnTo>
                  <a:lnTo>
                    <a:pt x="181222" y="92882"/>
                  </a:lnTo>
                  <a:lnTo>
                    <a:pt x="178790" y="88169"/>
                  </a:lnTo>
                  <a:lnTo>
                    <a:pt x="176211" y="83536"/>
                  </a:lnTo>
                  <a:lnTo>
                    <a:pt x="173485" y="78987"/>
                  </a:lnTo>
                  <a:lnTo>
                    <a:pt x="170617" y="74527"/>
                  </a:lnTo>
                  <a:lnTo>
                    <a:pt x="167608" y="70160"/>
                  </a:lnTo>
                  <a:lnTo>
                    <a:pt x="164463" y="65891"/>
                  </a:lnTo>
                  <a:lnTo>
                    <a:pt x="161184" y="61723"/>
                  </a:lnTo>
                  <a:lnTo>
                    <a:pt x="157774" y="57662"/>
                  </a:lnTo>
                  <a:lnTo>
                    <a:pt x="154237" y="53711"/>
                  </a:lnTo>
                  <a:lnTo>
                    <a:pt x="150577" y="49874"/>
                  </a:lnTo>
                  <a:lnTo>
                    <a:pt x="146797" y="46155"/>
                  </a:lnTo>
                  <a:lnTo>
                    <a:pt x="142900" y="42558"/>
                  </a:lnTo>
                  <a:lnTo>
                    <a:pt x="138892" y="39086"/>
                  </a:lnTo>
                  <a:lnTo>
                    <a:pt x="134775" y="35743"/>
                  </a:lnTo>
                  <a:lnTo>
                    <a:pt x="130555" y="32532"/>
                  </a:lnTo>
                  <a:lnTo>
                    <a:pt x="126235" y="29457"/>
                  </a:lnTo>
                  <a:lnTo>
                    <a:pt x="121819" y="26521"/>
                  </a:lnTo>
                  <a:lnTo>
                    <a:pt x="117313" y="23726"/>
                  </a:lnTo>
                  <a:lnTo>
                    <a:pt x="112720" y="21075"/>
                  </a:lnTo>
                  <a:lnTo>
                    <a:pt x="108045" y="18571"/>
                  </a:lnTo>
                  <a:lnTo>
                    <a:pt x="103293" y="16217"/>
                  </a:lnTo>
                  <a:lnTo>
                    <a:pt x="98469" y="14015"/>
                  </a:lnTo>
                  <a:lnTo>
                    <a:pt x="93578" y="11967"/>
                  </a:lnTo>
                  <a:lnTo>
                    <a:pt x="88624" y="10075"/>
                  </a:lnTo>
                  <a:lnTo>
                    <a:pt x="83613" y="8341"/>
                  </a:lnTo>
                  <a:lnTo>
                    <a:pt x="78549" y="6767"/>
                  </a:lnTo>
                  <a:lnTo>
                    <a:pt x="73438" y="5354"/>
                  </a:lnTo>
                  <a:lnTo>
                    <a:pt x="68284" y="4104"/>
                  </a:lnTo>
                  <a:lnTo>
                    <a:pt x="63093" y="3019"/>
                  </a:lnTo>
                  <a:lnTo>
                    <a:pt x="57871" y="2098"/>
                  </a:lnTo>
                  <a:lnTo>
                    <a:pt x="52622" y="1344"/>
                  </a:lnTo>
                  <a:lnTo>
                    <a:pt x="47352" y="756"/>
                  </a:lnTo>
                  <a:lnTo>
                    <a:pt x="42066" y="336"/>
                  </a:lnTo>
                  <a:lnTo>
                    <a:pt x="36769" y="84"/>
                  </a:lnTo>
                  <a:lnTo>
                    <a:pt x="31467" y="0"/>
                  </a:lnTo>
                  <a:lnTo>
                    <a:pt x="314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7623" y="5269756"/>
              <a:ext cx="27635" cy="167167"/>
            </a:xfrm>
            <a:custGeom>
              <a:avLst/>
              <a:pathLst>
                <a:path w="27635" h="167167">
                  <a:moveTo>
                    <a:pt x="27635" y="0"/>
                  </a:moveTo>
                  <a:lnTo>
                    <a:pt x="20696" y="144"/>
                  </a:lnTo>
                  <a:lnTo>
                    <a:pt x="13769" y="576"/>
                  </a:lnTo>
                  <a:lnTo>
                    <a:pt x="6866" y="1295"/>
                  </a:lnTo>
                  <a:lnTo>
                    <a:pt x="0" y="2300"/>
                  </a:lnTo>
                  <a:lnTo>
                    <a:pt x="276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7623" y="5272056"/>
              <a:ext cx="27635" cy="164867"/>
            </a:xfrm>
            <a:custGeom>
              <a:avLst/>
              <a:pathLst>
                <a:path w="27635" h="164867">
                  <a:moveTo>
                    <a:pt x="0" y="0"/>
                  </a:moveTo>
                  <a:lnTo>
                    <a:pt x="27635" y="1648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7623" y="5272056"/>
              <a:ext cx="27635" cy="164867"/>
            </a:xfrm>
            <a:custGeom>
              <a:avLst/>
              <a:pathLst>
                <a:path w="27635" h="164867">
                  <a:moveTo>
                    <a:pt x="0" y="0"/>
                  </a:moveTo>
                  <a:lnTo>
                    <a:pt x="27635" y="1648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7623" y="5272056"/>
              <a:ext cx="27635" cy="164867"/>
            </a:xfrm>
            <a:custGeom>
              <a:avLst/>
              <a:pathLst>
                <a:path w="27635" h="164867">
                  <a:moveTo>
                    <a:pt x="0" y="0"/>
                  </a:moveTo>
                  <a:lnTo>
                    <a:pt x="27635" y="1648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7623" y="5272056"/>
              <a:ext cx="27635" cy="164867"/>
            </a:xfrm>
            <a:custGeom>
              <a:avLst/>
              <a:pathLst>
                <a:path w="27635" h="164867">
                  <a:moveTo>
                    <a:pt x="0" y="0"/>
                  </a:moveTo>
                  <a:lnTo>
                    <a:pt x="27635" y="1648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90270" y="5272056"/>
              <a:ext cx="154987" cy="164867"/>
            </a:xfrm>
            <a:custGeom>
              <a:avLst/>
              <a:pathLst>
                <a:path w="154987" h="164867">
                  <a:moveTo>
                    <a:pt x="127352" y="0"/>
                  </a:moveTo>
                  <a:lnTo>
                    <a:pt x="121940" y="999"/>
                  </a:lnTo>
                  <a:lnTo>
                    <a:pt x="116564" y="2175"/>
                  </a:lnTo>
                  <a:lnTo>
                    <a:pt x="111229" y="3528"/>
                  </a:lnTo>
                  <a:lnTo>
                    <a:pt x="105942" y="5056"/>
                  </a:lnTo>
                  <a:lnTo>
                    <a:pt x="100708" y="6757"/>
                  </a:lnTo>
                  <a:lnTo>
                    <a:pt x="95533" y="8629"/>
                  </a:lnTo>
                  <a:lnTo>
                    <a:pt x="90422" y="10671"/>
                  </a:lnTo>
                  <a:lnTo>
                    <a:pt x="85381" y="12880"/>
                  </a:lnTo>
                  <a:lnTo>
                    <a:pt x="80416" y="15254"/>
                  </a:lnTo>
                  <a:lnTo>
                    <a:pt x="75531" y="17790"/>
                  </a:lnTo>
                  <a:lnTo>
                    <a:pt x="70733" y="20485"/>
                  </a:lnTo>
                  <a:lnTo>
                    <a:pt x="66026" y="23336"/>
                  </a:lnTo>
                  <a:lnTo>
                    <a:pt x="61415" y="26342"/>
                  </a:lnTo>
                  <a:lnTo>
                    <a:pt x="56906" y="29497"/>
                  </a:lnTo>
                  <a:lnTo>
                    <a:pt x="52503" y="32799"/>
                  </a:lnTo>
                  <a:lnTo>
                    <a:pt x="48211" y="36244"/>
                  </a:lnTo>
                  <a:lnTo>
                    <a:pt x="44035" y="39828"/>
                  </a:lnTo>
                  <a:lnTo>
                    <a:pt x="39979" y="43548"/>
                  </a:lnTo>
                  <a:lnTo>
                    <a:pt x="36048" y="47400"/>
                  </a:lnTo>
                  <a:lnTo>
                    <a:pt x="32246" y="51379"/>
                  </a:lnTo>
                  <a:lnTo>
                    <a:pt x="28577" y="55481"/>
                  </a:lnTo>
                  <a:lnTo>
                    <a:pt x="25044" y="59701"/>
                  </a:lnTo>
                  <a:lnTo>
                    <a:pt x="21653" y="64035"/>
                  </a:lnTo>
                  <a:lnTo>
                    <a:pt x="18406" y="68479"/>
                  </a:lnTo>
                  <a:lnTo>
                    <a:pt x="15307" y="73027"/>
                  </a:lnTo>
                  <a:lnTo>
                    <a:pt x="12360" y="77675"/>
                  </a:lnTo>
                  <a:lnTo>
                    <a:pt x="9567" y="82417"/>
                  </a:lnTo>
                  <a:lnTo>
                    <a:pt x="6932" y="87249"/>
                  </a:lnTo>
                  <a:lnTo>
                    <a:pt x="4457" y="92165"/>
                  </a:lnTo>
                  <a:lnTo>
                    <a:pt x="2145" y="97159"/>
                  </a:lnTo>
                  <a:lnTo>
                    <a:pt x="0" y="102227"/>
                  </a:lnTo>
                  <a:lnTo>
                    <a:pt x="154987" y="1648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092" y="5269756"/>
              <a:ext cx="334321" cy="334329"/>
            </a:xfrm>
            <a:custGeom>
              <a:avLst/>
              <a:pathLst>
                <a:path w="334321" h="334329">
                  <a:moveTo>
                    <a:pt x="12178" y="104527"/>
                  </a:moveTo>
                  <a:lnTo>
                    <a:pt x="10273" y="109464"/>
                  </a:lnTo>
                  <a:lnTo>
                    <a:pt x="8525" y="114458"/>
                  </a:lnTo>
                  <a:lnTo>
                    <a:pt x="6936" y="119506"/>
                  </a:lnTo>
                  <a:lnTo>
                    <a:pt x="5508" y="124601"/>
                  </a:lnTo>
                  <a:lnTo>
                    <a:pt x="4242" y="129738"/>
                  </a:lnTo>
                  <a:lnTo>
                    <a:pt x="3139" y="134914"/>
                  </a:lnTo>
                  <a:lnTo>
                    <a:pt x="2200" y="140121"/>
                  </a:lnTo>
                  <a:lnTo>
                    <a:pt x="1427" y="145356"/>
                  </a:lnTo>
                  <a:lnTo>
                    <a:pt x="820" y="150612"/>
                  </a:lnTo>
                  <a:lnTo>
                    <a:pt x="379" y="155886"/>
                  </a:lnTo>
                  <a:lnTo>
                    <a:pt x="106" y="161170"/>
                  </a:lnTo>
                  <a:lnTo>
                    <a:pt x="0" y="166460"/>
                  </a:lnTo>
                  <a:lnTo>
                    <a:pt x="61" y="171752"/>
                  </a:lnTo>
                  <a:lnTo>
                    <a:pt x="290" y="177038"/>
                  </a:lnTo>
                  <a:lnTo>
                    <a:pt x="686" y="182315"/>
                  </a:lnTo>
                  <a:lnTo>
                    <a:pt x="1249" y="187576"/>
                  </a:lnTo>
                  <a:lnTo>
                    <a:pt x="1978" y="192817"/>
                  </a:lnTo>
                  <a:lnTo>
                    <a:pt x="2872" y="198033"/>
                  </a:lnTo>
                  <a:lnTo>
                    <a:pt x="3931" y="203217"/>
                  </a:lnTo>
                  <a:lnTo>
                    <a:pt x="5154" y="208365"/>
                  </a:lnTo>
                  <a:lnTo>
                    <a:pt x="6539" y="213472"/>
                  </a:lnTo>
                  <a:lnTo>
                    <a:pt x="8085" y="218533"/>
                  </a:lnTo>
                  <a:lnTo>
                    <a:pt x="9791" y="223542"/>
                  </a:lnTo>
                  <a:lnTo>
                    <a:pt x="11654" y="228495"/>
                  </a:lnTo>
                  <a:lnTo>
                    <a:pt x="13673" y="233386"/>
                  </a:lnTo>
                  <a:lnTo>
                    <a:pt x="15845" y="238211"/>
                  </a:lnTo>
                  <a:lnTo>
                    <a:pt x="18170" y="242964"/>
                  </a:lnTo>
                  <a:lnTo>
                    <a:pt x="20643" y="247642"/>
                  </a:lnTo>
                  <a:lnTo>
                    <a:pt x="23264" y="252239"/>
                  </a:lnTo>
                  <a:lnTo>
                    <a:pt x="26028" y="256751"/>
                  </a:lnTo>
                  <a:lnTo>
                    <a:pt x="28934" y="261173"/>
                  </a:lnTo>
                  <a:lnTo>
                    <a:pt x="31979" y="265501"/>
                  </a:lnTo>
                  <a:lnTo>
                    <a:pt x="35159" y="269730"/>
                  </a:lnTo>
                  <a:lnTo>
                    <a:pt x="38471" y="273857"/>
                  </a:lnTo>
                  <a:lnTo>
                    <a:pt x="41912" y="277877"/>
                  </a:lnTo>
                  <a:lnTo>
                    <a:pt x="45479" y="281785"/>
                  </a:lnTo>
                  <a:lnTo>
                    <a:pt x="49168" y="285579"/>
                  </a:lnTo>
                  <a:lnTo>
                    <a:pt x="52975" y="289255"/>
                  </a:lnTo>
                  <a:lnTo>
                    <a:pt x="56896" y="292808"/>
                  </a:lnTo>
                  <a:lnTo>
                    <a:pt x="60928" y="296235"/>
                  </a:lnTo>
                  <a:lnTo>
                    <a:pt x="65066" y="299532"/>
                  </a:lnTo>
                  <a:lnTo>
                    <a:pt x="69306" y="302697"/>
                  </a:lnTo>
                  <a:lnTo>
                    <a:pt x="73645" y="305727"/>
                  </a:lnTo>
                  <a:lnTo>
                    <a:pt x="78077" y="308617"/>
                  </a:lnTo>
                  <a:lnTo>
                    <a:pt x="82599" y="311366"/>
                  </a:lnTo>
                  <a:lnTo>
                    <a:pt x="87205" y="313970"/>
                  </a:lnTo>
                  <a:lnTo>
                    <a:pt x="91891" y="316428"/>
                  </a:lnTo>
                  <a:lnTo>
                    <a:pt x="96653" y="318735"/>
                  </a:lnTo>
                  <a:lnTo>
                    <a:pt x="101485" y="320891"/>
                  </a:lnTo>
                  <a:lnTo>
                    <a:pt x="106384" y="322893"/>
                  </a:lnTo>
                  <a:lnTo>
                    <a:pt x="111343" y="324738"/>
                  </a:lnTo>
                  <a:lnTo>
                    <a:pt x="116358" y="326426"/>
                  </a:lnTo>
                  <a:lnTo>
                    <a:pt x="121424" y="327955"/>
                  </a:lnTo>
                  <a:lnTo>
                    <a:pt x="126536" y="329322"/>
                  </a:lnTo>
                  <a:lnTo>
                    <a:pt x="131688" y="330526"/>
                  </a:lnTo>
                  <a:lnTo>
                    <a:pt x="136876" y="331567"/>
                  </a:lnTo>
                  <a:lnTo>
                    <a:pt x="142095" y="332444"/>
                  </a:lnTo>
                  <a:lnTo>
                    <a:pt x="147338" y="333154"/>
                  </a:lnTo>
                  <a:lnTo>
                    <a:pt x="152602" y="333699"/>
                  </a:lnTo>
                  <a:lnTo>
                    <a:pt x="157880" y="334076"/>
                  </a:lnTo>
                  <a:lnTo>
                    <a:pt x="163167" y="334287"/>
                  </a:lnTo>
                  <a:lnTo>
                    <a:pt x="168458" y="334329"/>
                  </a:lnTo>
                  <a:lnTo>
                    <a:pt x="173748" y="334205"/>
                  </a:lnTo>
                  <a:lnTo>
                    <a:pt x="179032" y="333913"/>
                  </a:lnTo>
                  <a:lnTo>
                    <a:pt x="184303" y="333454"/>
                  </a:lnTo>
                  <a:lnTo>
                    <a:pt x="189558" y="332828"/>
                  </a:lnTo>
                  <a:lnTo>
                    <a:pt x="194790" y="332036"/>
                  </a:lnTo>
                  <a:lnTo>
                    <a:pt x="199994" y="331079"/>
                  </a:lnTo>
                  <a:lnTo>
                    <a:pt x="205165" y="329958"/>
                  </a:lnTo>
                  <a:lnTo>
                    <a:pt x="210298" y="328674"/>
                  </a:lnTo>
                  <a:lnTo>
                    <a:pt x="215389" y="327228"/>
                  </a:lnTo>
                  <a:lnTo>
                    <a:pt x="220430" y="325621"/>
                  </a:lnTo>
                  <a:lnTo>
                    <a:pt x="225419" y="323856"/>
                  </a:lnTo>
                  <a:lnTo>
                    <a:pt x="230349" y="321934"/>
                  </a:lnTo>
                  <a:lnTo>
                    <a:pt x="235215" y="319857"/>
                  </a:lnTo>
                  <a:lnTo>
                    <a:pt x="240014" y="317626"/>
                  </a:lnTo>
                  <a:lnTo>
                    <a:pt x="244739" y="315245"/>
                  </a:lnTo>
                  <a:lnTo>
                    <a:pt x="249387" y="312716"/>
                  </a:lnTo>
                  <a:lnTo>
                    <a:pt x="253953" y="310041"/>
                  </a:lnTo>
                  <a:lnTo>
                    <a:pt x="258431" y="307222"/>
                  </a:lnTo>
                  <a:lnTo>
                    <a:pt x="262818" y="304264"/>
                  </a:lnTo>
                  <a:lnTo>
                    <a:pt x="267109" y="301168"/>
                  </a:lnTo>
                  <a:lnTo>
                    <a:pt x="271300" y="297937"/>
                  </a:lnTo>
                  <a:lnTo>
                    <a:pt x="275387" y="294576"/>
                  </a:lnTo>
                  <a:lnTo>
                    <a:pt x="279365" y="291087"/>
                  </a:lnTo>
                  <a:lnTo>
                    <a:pt x="283231" y="287474"/>
                  </a:lnTo>
                  <a:lnTo>
                    <a:pt x="286981" y="283740"/>
                  </a:lnTo>
                  <a:lnTo>
                    <a:pt x="290610" y="279889"/>
                  </a:lnTo>
                  <a:lnTo>
                    <a:pt x="294116" y="275926"/>
                  </a:lnTo>
                  <a:lnTo>
                    <a:pt x="297495" y="271854"/>
                  </a:lnTo>
                  <a:lnTo>
                    <a:pt x="300743" y="267676"/>
                  </a:lnTo>
                  <a:lnTo>
                    <a:pt x="303857" y="263398"/>
                  </a:lnTo>
                  <a:lnTo>
                    <a:pt x="306834" y="259024"/>
                  </a:lnTo>
                  <a:lnTo>
                    <a:pt x="309671" y="254557"/>
                  </a:lnTo>
                  <a:lnTo>
                    <a:pt x="312366" y="250003"/>
                  </a:lnTo>
                  <a:lnTo>
                    <a:pt x="314915" y="245366"/>
                  </a:lnTo>
                  <a:lnTo>
                    <a:pt x="317316" y="240651"/>
                  </a:lnTo>
                  <a:lnTo>
                    <a:pt x="319566" y="235862"/>
                  </a:lnTo>
                  <a:lnTo>
                    <a:pt x="321664" y="231004"/>
                  </a:lnTo>
                  <a:lnTo>
                    <a:pt x="323607" y="226082"/>
                  </a:lnTo>
                  <a:lnTo>
                    <a:pt x="325393" y="221101"/>
                  </a:lnTo>
                  <a:lnTo>
                    <a:pt x="327021" y="216066"/>
                  </a:lnTo>
                  <a:lnTo>
                    <a:pt x="328489" y="210982"/>
                  </a:lnTo>
                  <a:lnTo>
                    <a:pt x="329795" y="205854"/>
                  </a:lnTo>
                  <a:lnTo>
                    <a:pt x="330938" y="200688"/>
                  </a:lnTo>
                  <a:lnTo>
                    <a:pt x="331916" y="195488"/>
                  </a:lnTo>
                  <a:lnTo>
                    <a:pt x="332730" y="190259"/>
                  </a:lnTo>
                  <a:lnTo>
                    <a:pt x="333378" y="185007"/>
                  </a:lnTo>
                  <a:lnTo>
                    <a:pt x="333860" y="179738"/>
                  </a:lnTo>
                  <a:lnTo>
                    <a:pt x="334174" y="174456"/>
                  </a:lnTo>
                  <a:lnTo>
                    <a:pt x="334321" y="169166"/>
                  </a:lnTo>
                  <a:lnTo>
                    <a:pt x="334300" y="163875"/>
                  </a:lnTo>
                  <a:lnTo>
                    <a:pt x="334113" y="158587"/>
                  </a:lnTo>
                  <a:lnTo>
                    <a:pt x="333757" y="153307"/>
                  </a:lnTo>
                  <a:lnTo>
                    <a:pt x="333235" y="148041"/>
                  </a:lnTo>
                  <a:lnTo>
                    <a:pt x="332547" y="142795"/>
                  </a:lnTo>
                  <a:lnTo>
                    <a:pt x="331692" y="137573"/>
                  </a:lnTo>
                  <a:lnTo>
                    <a:pt x="330673" y="132380"/>
                  </a:lnTo>
                  <a:lnTo>
                    <a:pt x="329491" y="127223"/>
                  </a:lnTo>
                  <a:lnTo>
                    <a:pt x="328145" y="122105"/>
                  </a:lnTo>
                  <a:lnTo>
                    <a:pt x="326638" y="117033"/>
                  </a:lnTo>
                  <a:lnTo>
                    <a:pt x="324972" y="112011"/>
                  </a:lnTo>
                  <a:lnTo>
                    <a:pt x="323147" y="107044"/>
                  </a:lnTo>
                  <a:lnTo>
                    <a:pt x="321166" y="102137"/>
                  </a:lnTo>
                  <a:lnTo>
                    <a:pt x="319030" y="97296"/>
                  </a:lnTo>
                  <a:lnTo>
                    <a:pt x="316743" y="92524"/>
                  </a:lnTo>
                  <a:lnTo>
                    <a:pt x="314306" y="87827"/>
                  </a:lnTo>
                  <a:lnTo>
                    <a:pt x="311721" y="83210"/>
                  </a:lnTo>
                  <a:lnTo>
                    <a:pt x="308991" y="78677"/>
                  </a:lnTo>
                  <a:lnTo>
                    <a:pt x="306119" y="74233"/>
                  </a:lnTo>
                  <a:lnTo>
                    <a:pt x="303108" y="69881"/>
                  </a:lnTo>
                  <a:lnTo>
                    <a:pt x="299961" y="65628"/>
                  </a:lnTo>
                  <a:lnTo>
                    <a:pt x="296681" y="61476"/>
                  </a:lnTo>
                  <a:lnTo>
                    <a:pt x="293271" y="57429"/>
                  </a:lnTo>
                  <a:lnTo>
                    <a:pt x="289735" y="53493"/>
                  </a:lnTo>
                  <a:lnTo>
                    <a:pt x="286075" y="49671"/>
                  </a:lnTo>
                  <a:lnTo>
                    <a:pt x="282297" y="45966"/>
                  </a:lnTo>
                  <a:lnTo>
                    <a:pt x="278403" y="42383"/>
                  </a:lnTo>
                  <a:lnTo>
                    <a:pt x="274398" y="38925"/>
                  </a:lnTo>
                  <a:lnTo>
                    <a:pt x="270286" y="35595"/>
                  </a:lnTo>
                  <a:lnTo>
                    <a:pt x="266070" y="32397"/>
                  </a:lnTo>
                  <a:lnTo>
                    <a:pt x="261755" y="29334"/>
                  </a:lnTo>
                  <a:lnTo>
                    <a:pt x="257345" y="26410"/>
                  </a:lnTo>
                  <a:lnTo>
                    <a:pt x="252845" y="23626"/>
                  </a:lnTo>
                  <a:lnTo>
                    <a:pt x="248259" y="20986"/>
                  </a:lnTo>
                  <a:lnTo>
                    <a:pt x="243592" y="18493"/>
                  </a:lnTo>
                  <a:lnTo>
                    <a:pt x="238848" y="16149"/>
                  </a:lnTo>
                  <a:lnTo>
                    <a:pt x="234032" y="13955"/>
                  </a:lnTo>
                  <a:lnTo>
                    <a:pt x="229150" y="11916"/>
                  </a:lnTo>
                  <a:lnTo>
                    <a:pt x="224205" y="10032"/>
                  </a:lnTo>
                  <a:lnTo>
                    <a:pt x="219203" y="8305"/>
                  </a:lnTo>
                  <a:lnTo>
                    <a:pt x="214149" y="6738"/>
                  </a:lnTo>
                  <a:lnTo>
                    <a:pt x="209048" y="5331"/>
                  </a:lnTo>
                  <a:lnTo>
                    <a:pt x="203905" y="4087"/>
                  </a:lnTo>
                  <a:lnTo>
                    <a:pt x="198725" y="3006"/>
                  </a:lnTo>
                  <a:lnTo>
                    <a:pt x="193514" y="2089"/>
                  </a:lnTo>
                  <a:lnTo>
                    <a:pt x="188276" y="1338"/>
                  </a:lnTo>
                  <a:lnTo>
                    <a:pt x="183017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7806" y="5018213"/>
              <a:ext cx="43233" cy="167167"/>
            </a:xfrm>
            <a:custGeom>
              <a:avLst/>
              <a:pathLst>
                <a:path w="43233" h="167167">
                  <a:moveTo>
                    <a:pt x="43233" y="0"/>
                  </a:moveTo>
                  <a:lnTo>
                    <a:pt x="36987" y="116"/>
                  </a:lnTo>
                  <a:lnTo>
                    <a:pt x="30750" y="466"/>
                  </a:lnTo>
                  <a:lnTo>
                    <a:pt x="24530" y="1049"/>
                  </a:lnTo>
                  <a:lnTo>
                    <a:pt x="18337" y="1864"/>
                  </a:lnTo>
                  <a:lnTo>
                    <a:pt x="12178" y="2909"/>
                  </a:lnTo>
                  <a:lnTo>
                    <a:pt x="6063" y="4184"/>
                  </a:lnTo>
                  <a:lnTo>
                    <a:pt x="0" y="5687"/>
                  </a:lnTo>
                  <a:lnTo>
                    <a:pt x="4323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7806" y="5023900"/>
              <a:ext cx="43233" cy="161480"/>
            </a:xfrm>
            <a:custGeom>
              <a:avLst/>
              <a:pathLst>
                <a:path w="43233" h="161480">
                  <a:moveTo>
                    <a:pt x="0" y="0"/>
                  </a:moveTo>
                  <a:lnTo>
                    <a:pt x="43233" y="1614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7806" y="5023900"/>
              <a:ext cx="43233" cy="161480"/>
            </a:xfrm>
            <a:custGeom>
              <a:avLst/>
              <a:pathLst>
                <a:path w="43233" h="161480">
                  <a:moveTo>
                    <a:pt x="0" y="0"/>
                  </a:moveTo>
                  <a:lnTo>
                    <a:pt x="43233" y="1614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7806" y="5023900"/>
              <a:ext cx="43233" cy="161480"/>
            </a:xfrm>
            <a:custGeom>
              <a:avLst/>
              <a:pathLst>
                <a:path w="43233" h="161480">
                  <a:moveTo>
                    <a:pt x="0" y="0"/>
                  </a:moveTo>
                  <a:lnTo>
                    <a:pt x="43233" y="1614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8" y="5023900"/>
              <a:ext cx="167160" cy="179082"/>
            </a:xfrm>
            <a:custGeom>
              <a:avLst/>
              <a:pathLst>
                <a:path w="167160" h="179082">
                  <a:moveTo>
                    <a:pt x="123927" y="0"/>
                  </a:moveTo>
                  <a:lnTo>
                    <a:pt x="118758" y="1473"/>
                  </a:lnTo>
                  <a:lnTo>
                    <a:pt x="113640" y="3111"/>
                  </a:lnTo>
                  <a:lnTo>
                    <a:pt x="108576" y="4914"/>
                  </a:lnTo>
                  <a:lnTo>
                    <a:pt x="103574" y="6878"/>
                  </a:lnTo>
                  <a:lnTo>
                    <a:pt x="98637" y="9002"/>
                  </a:lnTo>
                  <a:lnTo>
                    <a:pt x="93770" y="11284"/>
                  </a:lnTo>
                  <a:lnTo>
                    <a:pt x="88980" y="13720"/>
                  </a:lnTo>
                  <a:lnTo>
                    <a:pt x="84270" y="16310"/>
                  </a:lnTo>
                  <a:lnTo>
                    <a:pt x="79646" y="19050"/>
                  </a:lnTo>
                  <a:lnTo>
                    <a:pt x="75113" y="21937"/>
                  </a:lnTo>
                  <a:lnTo>
                    <a:pt x="70675" y="24968"/>
                  </a:lnTo>
                  <a:lnTo>
                    <a:pt x="66336" y="28140"/>
                  </a:lnTo>
                  <a:lnTo>
                    <a:pt x="62102" y="31450"/>
                  </a:lnTo>
                  <a:lnTo>
                    <a:pt x="57976" y="34894"/>
                  </a:lnTo>
                  <a:lnTo>
                    <a:pt x="53963" y="38470"/>
                  </a:lnTo>
                  <a:lnTo>
                    <a:pt x="50068" y="42172"/>
                  </a:lnTo>
                  <a:lnTo>
                    <a:pt x="46293" y="45998"/>
                  </a:lnTo>
                  <a:lnTo>
                    <a:pt x="42643" y="49943"/>
                  </a:lnTo>
                  <a:lnTo>
                    <a:pt x="39122" y="54004"/>
                  </a:lnTo>
                  <a:lnTo>
                    <a:pt x="35733" y="58175"/>
                  </a:lnTo>
                  <a:lnTo>
                    <a:pt x="32480" y="62453"/>
                  </a:lnTo>
                  <a:lnTo>
                    <a:pt x="29366" y="66834"/>
                  </a:lnTo>
                  <a:lnTo>
                    <a:pt x="26395" y="71313"/>
                  </a:lnTo>
                  <a:lnTo>
                    <a:pt x="23569" y="75884"/>
                  </a:lnTo>
                  <a:lnTo>
                    <a:pt x="20892" y="80545"/>
                  </a:lnTo>
                  <a:lnTo>
                    <a:pt x="18365" y="85288"/>
                  </a:lnTo>
                  <a:lnTo>
                    <a:pt x="15993" y="90111"/>
                  </a:lnTo>
                  <a:lnTo>
                    <a:pt x="13777" y="95008"/>
                  </a:lnTo>
                  <a:lnTo>
                    <a:pt x="11719" y="99973"/>
                  </a:lnTo>
                  <a:lnTo>
                    <a:pt x="9822" y="105001"/>
                  </a:lnTo>
                  <a:lnTo>
                    <a:pt x="8088" y="110088"/>
                  </a:lnTo>
                  <a:lnTo>
                    <a:pt x="6518" y="115229"/>
                  </a:lnTo>
                  <a:lnTo>
                    <a:pt x="5115" y="120417"/>
                  </a:lnTo>
                  <a:lnTo>
                    <a:pt x="3878" y="125647"/>
                  </a:lnTo>
                  <a:lnTo>
                    <a:pt x="2811" y="130914"/>
                  </a:lnTo>
                  <a:lnTo>
                    <a:pt x="1913" y="136214"/>
                  </a:lnTo>
                  <a:lnTo>
                    <a:pt x="1186" y="141539"/>
                  </a:lnTo>
                  <a:lnTo>
                    <a:pt x="631" y="146885"/>
                  </a:lnTo>
                  <a:lnTo>
                    <a:pt x="248" y="152245"/>
                  </a:lnTo>
                  <a:lnTo>
                    <a:pt x="37" y="157616"/>
                  </a:lnTo>
                  <a:lnTo>
                    <a:pt x="0" y="162990"/>
                  </a:lnTo>
                  <a:lnTo>
                    <a:pt x="134" y="168363"/>
                  </a:lnTo>
                  <a:lnTo>
                    <a:pt x="442" y="173729"/>
                  </a:lnTo>
                  <a:lnTo>
                    <a:pt x="922" y="179082"/>
                  </a:lnTo>
                  <a:lnTo>
                    <a:pt x="167160" y="1614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4800" y="5018213"/>
              <a:ext cx="333389" cy="334333"/>
            </a:xfrm>
            <a:custGeom>
              <a:avLst/>
              <a:pathLst>
                <a:path w="333389" h="334333">
                  <a:moveTo>
                    <a:pt x="0" y="184769"/>
                  </a:moveTo>
                  <a:lnTo>
                    <a:pt x="643" y="190041"/>
                  </a:lnTo>
                  <a:lnTo>
                    <a:pt x="1453" y="195290"/>
                  </a:lnTo>
                  <a:lnTo>
                    <a:pt x="2429" y="200510"/>
                  </a:lnTo>
                  <a:lnTo>
                    <a:pt x="3571" y="205697"/>
                  </a:lnTo>
                  <a:lnTo>
                    <a:pt x="4877" y="210845"/>
                  </a:lnTo>
                  <a:lnTo>
                    <a:pt x="6346" y="215949"/>
                  </a:lnTo>
                  <a:lnTo>
                    <a:pt x="7976" y="221003"/>
                  </a:lnTo>
                  <a:lnTo>
                    <a:pt x="9767" y="226004"/>
                  </a:lnTo>
                  <a:lnTo>
                    <a:pt x="11714" y="230944"/>
                  </a:lnTo>
                  <a:lnTo>
                    <a:pt x="13818" y="235821"/>
                  </a:lnTo>
                  <a:lnTo>
                    <a:pt x="16076" y="240628"/>
                  </a:lnTo>
                  <a:lnTo>
                    <a:pt x="18486" y="245361"/>
                  </a:lnTo>
                  <a:lnTo>
                    <a:pt x="21044" y="250015"/>
                  </a:lnTo>
                  <a:lnTo>
                    <a:pt x="23749" y="254585"/>
                  </a:lnTo>
                  <a:lnTo>
                    <a:pt x="26598" y="259068"/>
                  </a:lnTo>
                  <a:lnTo>
                    <a:pt x="29588" y="263457"/>
                  </a:lnTo>
                  <a:lnTo>
                    <a:pt x="32716" y="267749"/>
                  </a:lnTo>
                  <a:lnTo>
                    <a:pt x="35978" y="271940"/>
                  </a:lnTo>
                  <a:lnTo>
                    <a:pt x="39372" y="276025"/>
                  </a:lnTo>
                  <a:lnTo>
                    <a:pt x="42894" y="280000"/>
                  </a:lnTo>
                  <a:lnTo>
                    <a:pt x="46541" y="283862"/>
                  </a:lnTo>
                  <a:lnTo>
                    <a:pt x="50308" y="287605"/>
                  </a:lnTo>
                  <a:lnTo>
                    <a:pt x="54193" y="291227"/>
                  </a:lnTo>
                  <a:lnTo>
                    <a:pt x="58190" y="294723"/>
                  </a:lnTo>
                  <a:lnTo>
                    <a:pt x="62297" y="298091"/>
                  </a:lnTo>
                  <a:lnTo>
                    <a:pt x="66508" y="301327"/>
                  </a:lnTo>
                  <a:lnTo>
                    <a:pt x="70820" y="304427"/>
                  </a:lnTo>
                  <a:lnTo>
                    <a:pt x="75229" y="307389"/>
                  </a:lnTo>
                  <a:lnTo>
                    <a:pt x="79729" y="310210"/>
                  </a:lnTo>
                  <a:lnTo>
                    <a:pt x="84316" y="312885"/>
                  </a:lnTo>
                  <a:lnTo>
                    <a:pt x="88987" y="315414"/>
                  </a:lnTo>
                  <a:lnTo>
                    <a:pt x="93735" y="317793"/>
                  </a:lnTo>
                  <a:lnTo>
                    <a:pt x="98556" y="320020"/>
                  </a:lnTo>
                  <a:lnTo>
                    <a:pt x="103446" y="322093"/>
                  </a:lnTo>
                  <a:lnTo>
                    <a:pt x="108399" y="324010"/>
                  </a:lnTo>
                  <a:lnTo>
                    <a:pt x="113411" y="325768"/>
                  </a:lnTo>
                  <a:lnTo>
                    <a:pt x="118476" y="327366"/>
                  </a:lnTo>
                  <a:lnTo>
                    <a:pt x="123589" y="328802"/>
                  </a:lnTo>
                  <a:lnTo>
                    <a:pt x="128745" y="330076"/>
                  </a:lnTo>
                  <a:lnTo>
                    <a:pt x="133939" y="331184"/>
                  </a:lnTo>
                  <a:lnTo>
                    <a:pt x="139165" y="332128"/>
                  </a:lnTo>
                  <a:lnTo>
                    <a:pt x="144419" y="332904"/>
                  </a:lnTo>
                  <a:lnTo>
                    <a:pt x="149695" y="333514"/>
                  </a:lnTo>
                  <a:lnTo>
                    <a:pt x="154988" y="333955"/>
                  </a:lnTo>
                  <a:lnTo>
                    <a:pt x="160292" y="334229"/>
                  </a:lnTo>
                  <a:lnTo>
                    <a:pt x="165601" y="334333"/>
                  </a:lnTo>
                  <a:lnTo>
                    <a:pt x="170912" y="334269"/>
                  </a:lnTo>
                  <a:lnTo>
                    <a:pt x="176218" y="334036"/>
                  </a:lnTo>
                  <a:lnTo>
                    <a:pt x="181514" y="333635"/>
                  </a:lnTo>
                  <a:lnTo>
                    <a:pt x="186794" y="333066"/>
                  </a:lnTo>
                  <a:lnTo>
                    <a:pt x="192054" y="332329"/>
                  </a:lnTo>
                  <a:lnTo>
                    <a:pt x="197287" y="331425"/>
                  </a:lnTo>
                  <a:lnTo>
                    <a:pt x="202490" y="330356"/>
                  </a:lnTo>
                  <a:lnTo>
                    <a:pt x="207655" y="329122"/>
                  </a:lnTo>
                  <a:lnTo>
                    <a:pt x="212779" y="327725"/>
                  </a:lnTo>
                  <a:lnTo>
                    <a:pt x="217856" y="326165"/>
                  </a:lnTo>
                  <a:lnTo>
                    <a:pt x="222881" y="324445"/>
                  </a:lnTo>
                  <a:lnTo>
                    <a:pt x="227848" y="322567"/>
                  </a:lnTo>
                  <a:lnTo>
                    <a:pt x="232754" y="320531"/>
                  </a:lnTo>
                  <a:lnTo>
                    <a:pt x="237592" y="318341"/>
                  </a:lnTo>
                  <a:lnTo>
                    <a:pt x="242358" y="315998"/>
                  </a:lnTo>
                  <a:lnTo>
                    <a:pt x="247047" y="313505"/>
                  </a:lnTo>
                  <a:lnTo>
                    <a:pt x="251655" y="310864"/>
                  </a:lnTo>
                  <a:lnTo>
                    <a:pt x="256177" y="308078"/>
                  </a:lnTo>
                  <a:lnTo>
                    <a:pt x="260608" y="305150"/>
                  </a:lnTo>
                  <a:lnTo>
                    <a:pt x="264943" y="302082"/>
                  </a:lnTo>
                  <a:lnTo>
                    <a:pt x="269179" y="298879"/>
                  </a:lnTo>
                  <a:lnTo>
                    <a:pt x="273311" y="295542"/>
                  </a:lnTo>
                  <a:lnTo>
                    <a:pt x="277335" y="292076"/>
                  </a:lnTo>
                  <a:lnTo>
                    <a:pt x="281247" y="288484"/>
                  </a:lnTo>
                  <a:lnTo>
                    <a:pt x="285043" y="284769"/>
                  </a:lnTo>
                  <a:lnTo>
                    <a:pt x="288719" y="280936"/>
                  </a:lnTo>
                  <a:lnTo>
                    <a:pt x="292271" y="276988"/>
                  </a:lnTo>
                  <a:lnTo>
                    <a:pt x="295696" y="272929"/>
                  </a:lnTo>
                  <a:lnTo>
                    <a:pt x="298990" y="268763"/>
                  </a:lnTo>
                  <a:lnTo>
                    <a:pt x="302151" y="264494"/>
                  </a:lnTo>
                  <a:lnTo>
                    <a:pt x="305174" y="260128"/>
                  </a:lnTo>
                  <a:lnTo>
                    <a:pt x="308057" y="255667"/>
                  </a:lnTo>
                  <a:lnTo>
                    <a:pt x="310796" y="251118"/>
                  </a:lnTo>
                  <a:lnTo>
                    <a:pt x="313390" y="246483"/>
                  </a:lnTo>
                  <a:lnTo>
                    <a:pt x="315836" y="241769"/>
                  </a:lnTo>
                  <a:lnTo>
                    <a:pt x="318130" y="236979"/>
                  </a:lnTo>
                  <a:lnTo>
                    <a:pt x="320271" y="232119"/>
                  </a:lnTo>
                  <a:lnTo>
                    <a:pt x="322256" y="227193"/>
                  </a:lnTo>
                  <a:lnTo>
                    <a:pt x="324084" y="222206"/>
                  </a:lnTo>
                  <a:lnTo>
                    <a:pt x="325753" y="217164"/>
                  </a:lnTo>
                  <a:lnTo>
                    <a:pt x="327261" y="212072"/>
                  </a:lnTo>
                  <a:lnTo>
                    <a:pt x="328606" y="206934"/>
                  </a:lnTo>
                  <a:lnTo>
                    <a:pt x="329787" y="201756"/>
                  </a:lnTo>
                  <a:lnTo>
                    <a:pt x="330804" y="196543"/>
                  </a:lnTo>
                  <a:lnTo>
                    <a:pt x="331654" y="191301"/>
                  </a:lnTo>
                  <a:lnTo>
                    <a:pt x="332337" y="186034"/>
                  </a:lnTo>
                  <a:lnTo>
                    <a:pt x="332852" y="180748"/>
                  </a:lnTo>
                  <a:lnTo>
                    <a:pt x="333200" y="175448"/>
                  </a:lnTo>
                  <a:lnTo>
                    <a:pt x="333379" y="170140"/>
                  </a:lnTo>
                  <a:lnTo>
                    <a:pt x="333389" y="164829"/>
                  </a:lnTo>
                  <a:lnTo>
                    <a:pt x="333230" y="159521"/>
                  </a:lnTo>
                  <a:lnTo>
                    <a:pt x="332903" y="154220"/>
                  </a:lnTo>
                  <a:lnTo>
                    <a:pt x="332408" y="148932"/>
                  </a:lnTo>
                  <a:lnTo>
                    <a:pt x="331744" y="143663"/>
                  </a:lnTo>
                  <a:lnTo>
                    <a:pt x="330914" y="138417"/>
                  </a:lnTo>
                  <a:lnTo>
                    <a:pt x="329918" y="133200"/>
                  </a:lnTo>
                  <a:lnTo>
                    <a:pt x="328756" y="128018"/>
                  </a:lnTo>
                  <a:lnTo>
                    <a:pt x="327431" y="122875"/>
                  </a:lnTo>
                  <a:lnTo>
                    <a:pt x="325942" y="117777"/>
                  </a:lnTo>
                  <a:lnTo>
                    <a:pt x="324293" y="112729"/>
                  </a:lnTo>
                  <a:lnTo>
                    <a:pt x="322484" y="107735"/>
                  </a:lnTo>
                  <a:lnTo>
                    <a:pt x="320517" y="102802"/>
                  </a:lnTo>
                  <a:lnTo>
                    <a:pt x="318394" y="97934"/>
                  </a:lnTo>
                  <a:lnTo>
                    <a:pt x="316118" y="93135"/>
                  </a:lnTo>
                  <a:lnTo>
                    <a:pt x="313691" y="88411"/>
                  </a:lnTo>
                  <a:lnTo>
                    <a:pt x="311115" y="83767"/>
                  </a:lnTo>
                  <a:lnTo>
                    <a:pt x="308392" y="79207"/>
                  </a:lnTo>
                  <a:lnTo>
                    <a:pt x="305526" y="74735"/>
                  </a:lnTo>
                  <a:lnTo>
                    <a:pt x="302520" y="70357"/>
                  </a:lnTo>
                  <a:lnTo>
                    <a:pt x="299376" y="66077"/>
                  </a:lnTo>
                  <a:lnTo>
                    <a:pt x="296097" y="61899"/>
                  </a:lnTo>
                  <a:lnTo>
                    <a:pt x="292688" y="57827"/>
                  </a:lnTo>
                  <a:lnTo>
                    <a:pt x="289151" y="53865"/>
                  </a:lnTo>
                  <a:lnTo>
                    <a:pt x="285490" y="50018"/>
                  </a:lnTo>
                  <a:lnTo>
                    <a:pt x="281708" y="46289"/>
                  </a:lnTo>
                  <a:lnTo>
                    <a:pt x="277810" y="42682"/>
                  </a:lnTo>
                  <a:lnTo>
                    <a:pt x="273799" y="39200"/>
                  </a:lnTo>
                  <a:lnTo>
                    <a:pt x="269680" y="35848"/>
                  </a:lnTo>
                  <a:lnTo>
                    <a:pt x="265456" y="32628"/>
                  </a:lnTo>
                  <a:lnTo>
                    <a:pt x="261132" y="29544"/>
                  </a:lnTo>
                  <a:lnTo>
                    <a:pt x="256712" y="26599"/>
                  </a:lnTo>
                  <a:lnTo>
                    <a:pt x="252201" y="23796"/>
                  </a:lnTo>
                  <a:lnTo>
                    <a:pt x="247604" y="21138"/>
                  </a:lnTo>
                  <a:lnTo>
                    <a:pt x="242924" y="18627"/>
                  </a:lnTo>
                  <a:lnTo>
                    <a:pt x="238167" y="16266"/>
                  </a:lnTo>
                  <a:lnTo>
                    <a:pt x="233337" y="14057"/>
                  </a:lnTo>
                  <a:lnTo>
                    <a:pt x="228439" y="12003"/>
                  </a:lnTo>
                  <a:lnTo>
                    <a:pt x="223479" y="10105"/>
                  </a:lnTo>
                  <a:lnTo>
                    <a:pt x="218461" y="8366"/>
                  </a:lnTo>
                  <a:lnTo>
                    <a:pt x="213390" y="6787"/>
                  </a:lnTo>
                  <a:lnTo>
                    <a:pt x="208271" y="5370"/>
                  </a:lnTo>
                  <a:lnTo>
                    <a:pt x="203110" y="4117"/>
                  </a:lnTo>
                  <a:lnTo>
                    <a:pt x="197912" y="3028"/>
                  </a:lnTo>
                  <a:lnTo>
                    <a:pt x="192682" y="2104"/>
                  </a:lnTo>
                  <a:lnTo>
                    <a:pt x="187425" y="1348"/>
                  </a:lnTo>
                  <a:lnTo>
                    <a:pt x="182147" y="758"/>
                  </a:lnTo>
                  <a:lnTo>
                    <a:pt x="176853" y="337"/>
                  </a:lnTo>
                  <a:lnTo>
                    <a:pt x="171548" y="84"/>
                  </a:lnTo>
                  <a:lnTo>
                    <a:pt x="166238" y="0"/>
                  </a:lnTo>
                  <a:lnTo>
                    <a:pt x="1662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285033" y="4659281"/>
              <a:ext cx="138201" cy="167167"/>
            </a:xfrm>
            <a:custGeom>
              <a:avLst/>
              <a:pathLst>
                <a:path w="138201" h="167167">
                  <a:moveTo>
                    <a:pt x="138201" y="0"/>
                  </a:moveTo>
                  <a:lnTo>
                    <a:pt x="132592" y="94"/>
                  </a:lnTo>
                  <a:lnTo>
                    <a:pt x="126989" y="376"/>
                  </a:lnTo>
                  <a:lnTo>
                    <a:pt x="121399" y="846"/>
                  </a:lnTo>
                  <a:lnTo>
                    <a:pt x="115828" y="1504"/>
                  </a:lnTo>
                  <a:lnTo>
                    <a:pt x="110281" y="2348"/>
                  </a:lnTo>
                  <a:lnTo>
                    <a:pt x="104767" y="3377"/>
                  </a:lnTo>
                  <a:lnTo>
                    <a:pt x="99290" y="4591"/>
                  </a:lnTo>
                  <a:lnTo>
                    <a:pt x="93856" y="5989"/>
                  </a:lnTo>
                  <a:lnTo>
                    <a:pt x="88473" y="7567"/>
                  </a:lnTo>
                  <a:lnTo>
                    <a:pt x="83146" y="9326"/>
                  </a:lnTo>
                  <a:lnTo>
                    <a:pt x="77881" y="11262"/>
                  </a:lnTo>
                  <a:lnTo>
                    <a:pt x="72683" y="13374"/>
                  </a:lnTo>
                  <a:lnTo>
                    <a:pt x="67560" y="15659"/>
                  </a:lnTo>
                  <a:lnTo>
                    <a:pt x="62516" y="18115"/>
                  </a:lnTo>
                  <a:lnTo>
                    <a:pt x="57557" y="20738"/>
                  </a:lnTo>
                  <a:lnTo>
                    <a:pt x="52689" y="23527"/>
                  </a:lnTo>
                  <a:lnTo>
                    <a:pt x="47917" y="26477"/>
                  </a:lnTo>
                  <a:lnTo>
                    <a:pt x="43247" y="29585"/>
                  </a:lnTo>
                  <a:lnTo>
                    <a:pt x="38684" y="32849"/>
                  </a:lnTo>
                  <a:lnTo>
                    <a:pt x="34233" y="36264"/>
                  </a:lnTo>
                  <a:lnTo>
                    <a:pt x="29899" y="39826"/>
                  </a:lnTo>
                  <a:lnTo>
                    <a:pt x="25688" y="43532"/>
                  </a:lnTo>
                  <a:lnTo>
                    <a:pt x="21602" y="47377"/>
                  </a:lnTo>
                  <a:lnTo>
                    <a:pt x="17649" y="51357"/>
                  </a:lnTo>
                  <a:lnTo>
                    <a:pt x="13830" y="55467"/>
                  </a:lnTo>
                  <a:lnTo>
                    <a:pt x="10152" y="59703"/>
                  </a:lnTo>
                  <a:lnTo>
                    <a:pt x="6619" y="64060"/>
                  </a:lnTo>
                  <a:lnTo>
                    <a:pt x="3233" y="68534"/>
                  </a:lnTo>
                  <a:lnTo>
                    <a:pt x="0" y="73118"/>
                  </a:lnTo>
                  <a:lnTo>
                    <a:pt x="138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5033" y="4732400"/>
              <a:ext cx="138201" cy="94048"/>
            </a:xfrm>
            <a:custGeom>
              <a:avLst/>
              <a:pathLst>
                <a:path w="138201" h="94048">
                  <a:moveTo>
                    <a:pt x="0" y="0"/>
                  </a:moveTo>
                  <a:lnTo>
                    <a:pt x="138201" y="940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5033" y="4732400"/>
              <a:ext cx="138201" cy="94048"/>
            </a:xfrm>
            <a:custGeom>
              <a:avLst/>
              <a:pathLst>
                <a:path w="138201" h="94048">
                  <a:moveTo>
                    <a:pt x="0" y="0"/>
                  </a:moveTo>
                  <a:lnTo>
                    <a:pt x="138201" y="940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69" y="4732400"/>
              <a:ext cx="334331" cy="261205"/>
            </a:xfrm>
            <a:custGeom>
              <a:avLst/>
              <a:pathLst>
                <a:path w="334331" h="261205">
                  <a:moveTo>
                    <a:pt x="28963" y="0"/>
                  </a:moveTo>
                  <a:lnTo>
                    <a:pt x="26050" y="4429"/>
                  </a:lnTo>
                  <a:lnTo>
                    <a:pt x="23279" y="8950"/>
                  </a:lnTo>
                  <a:lnTo>
                    <a:pt x="20653" y="13555"/>
                  </a:lnTo>
                  <a:lnTo>
                    <a:pt x="18174" y="18242"/>
                  </a:lnTo>
                  <a:lnTo>
                    <a:pt x="15845" y="23005"/>
                  </a:lnTo>
                  <a:lnTo>
                    <a:pt x="13668" y="27839"/>
                  </a:lnTo>
                  <a:lnTo>
                    <a:pt x="11645" y="32740"/>
                  </a:lnTo>
                  <a:lnTo>
                    <a:pt x="9779" y="37703"/>
                  </a:lnTo>
                  <a:lnTo>
                    <a:pt x="8072" y="42722"/>
                  </a:lnTo>
                  <a:lnTo>
                    <a:pt x="6524" y="47793"/>
                  </a:lnTo>
                  <a:lnTo>
                    <a:pt x="5138" y="52911"/>
                  </a:lnTo>
                  <a:lnTo>
                    <a:pt x="3915" y="58070"/>
                  </a:lnTo>
                  <a:lnTo>
                    <a:pt x="2856" y="63265"/>
                  </a:lnTo>
                  <a:lnTo>
                    <a:pt x="1963" y="68491"/>
                  </a:lnTo>
                  <a:lnTo>
                    <a:pt x="1235" y="73743"/>
                  </a:lnTo>
                  <a:lnTo>
                    <a:pt x="675" y="79015"/>
                  </a:lnTo>
                  <a:lnTo>
                    <a:pt x="282" y="84302"/>
                  </a:lnTo>
                  <a:lnTo>
                    <a:pt x="57" y="89599"/>
                  </a:lnTo>
                  <a:lnTo>
                    <a:pt x="0" y="94901"/>
                  </a:lnTo>
                  <a:lnTo>
                    <a:pt x="111" y="100202"/>
                  </a:lnTo>
                  <a:lnTo>
                    <a:pt x="390" y="105496"/>
                  </a:lnTo>
                  <a:lnTo>
                    <a:pt x="837" y="110779"/>
                  </a:lnTo>
                  <a:lnTo>
                    <a:pt x="1451" y="116045"/>
                  </a:lnTo>
                  <a:lnTo>
                    <a:pt x="2232" y="121289"/>
                  </a:lnTo>
                  <a:lnTo>
                    <a:pt x="3179" y="126506"/>
                  </a:lnTo>
                  <a:lnTo>
                    <a:pt x="4290" y="131690"/>
                  </a:lnTo>
                  <a:lnTo>
                    <a:pt x="5566" y="136836"/>
                  </a:lnTo>
                  <a:lnTo>
                    <a:pt x="7004" y="141939"/>
                  </a:lnTo>
                  <a:lnTo>
                    <a:pt x="8603" y="146994"/>
                  </a:lnTo>
                  <a:lnTo>
                    <a:pt x="10362" y="151996"/>
                  </a:lnTo>
                  <a:lnTo>
                    <a:pt x="12279" y="156939"/>
                  </a:lnTo>
                  <a:lnTo>
                    <a:pt x="14351" y="161819"/>
                  </a:lnTo>
                  <a:lnTo>
                    <a:pt x="16577" y="166631"/>
                  </a:lnTo>
                  <a:lnTo>
                    <a:pt x="18955" y="171370"/>
                  </a:lnTo>
                  <a:lnTo>
                    <a:pt x="21481" y="176031"/>
                  </a:lnTo>
                  <a:lnTo>
                    <a:pt x="24154" y="180610"/>
                  </a:lnTo>
                  <a:lnTo>
                    <a:pt x="26971" y="185102"/>
                  </a:lnTo>
                  <a:lnTo>
                    <a:pt x="29929" y="189502"/>
                  </a:lnTo>
                  <a:lnTo>
                    <a:pt x="33025" y="193806"/>
                  </a:lnTo>
                  <a:lnTo>
                    <a:pt x="36256" y="198009"/>
                  </a:lnTo>
                  <a:lnTo>
                    <a:pt x="39619" y="202109"/>
                  </a:lnTo>
                  <a:lnTo>
                    <a:pt x="43110" y="206099"/>
                  </a:lnTo>
                  <a:lnTo>
                    <a:pt x="46726" y="209977"/>
                  </a:lnTo>
                  <a:lnTo>
                    <a:pt x="50463" y="213738"/>
                  </a:lnTo>
                  <a:lnTo>
                    <a:pt x="54317" y="217378"/>
                  </a:lnTo>
                  <a:lnTo>
                    <a:pt x="58285" y="220895"/>
                  </a:lnTo>
                  <a:lnTo>
                    <a:pt x="62362" y="224284"/>
                  </a:lnTo>
                  <a:lnTo>
                    <a:pt x="66545" y="227542"/>
                  </a:lnTo>
                  <a:lnTo>
                    <a:pt x="70829" y="230666"/>
                  </a:lnTo>
                  <a:lnTo>
                    <a:pt x="75210" y="233652"/>
                  </a:lnTo>
                  <a:lnTo>
                    <a:pt x="79683" y="236498"/>
                  </a:lnTo>
                  <a:lnTo>
                    <a:pt x="84244" y="239201"/>
                  </a:lnTo>
                  <a:lnTo>
                    <a:pt x="88889" y="241757"/>
                  </a:lnTo>
                  <a:lnTo>
                    <a:pt x="93613" y="244165"/>
                  </a:lnTo>
                  <a:lnTo>
                    <a:pt x="98410" y="246422"/>
                  </a:lnTo>
                  <a:lnTo>
                    <a:pt x="103277" y="248526"/>
                  </a:lnTo>
                  <a:lnTo>
                    <a:pt x="108208" y="250474"/>
                  </a:lnTo>
                  <a:lnTo>
                    <a:pt x="113198" y="252265"/>
                  </a:lnTo>
                  <a:lnTo>
                    <a:pt x="118242" y="253897"/>
                  </a:lnTo>
                  <a:lnTo>
                    <a:pt x="123336" y="255368"/>
                  </a:lnTo>
                  <a:lnTo>
                    <a:pt x="128474" y="256677"/>
                  </a:lnTo>
                  <a:lnTo>
                    <a:pt x="133651" y="257822"/>
                  </a:lnTo>
                  <a:lnTo>
                    <a:pt x="138861" y="258802"/>
                  </a:lnTo>
                  <a:lnTo>
                    <a:pt x="144100" y="259617"/>
                  </a:lnTo>
                  <a:lnTo>
                    <a:pt x="149362" y="260265"/>
                  </a:lnTo>
                  <a:lnTo>
                    <a:pt x="154642" y="260746"/>
                  </a:lnTo>
                  <a:lnTo>
                    <a:pt x="159935" y="261059"/>
                  </a:lnTo>
                  <a:lnTo>
                    <a:pt x="165235" y="261205"/>
                  </a:lnTo>
                  <a:lnTo>
                    <a:pt x="170537" y="261182"/>
                  </a:lnTo>
                  <a:lnTo>
                    <a:pt x="175835" y="260991"/>
                  </a:lnTo>
                  <a:lnTo>
                    <a:pt x="181125" y="260632"/>
                  </a:lnTo>
                  <a:lnTo>
                    <a:pt x="186401" y="260105"/>
                  </a:lnTo>
                  <a:lnTo>
                    <a:pt x="191657" y="259412"/>
                  </a:lnTo>
                  <a:lnTo>
                    <a:pt x="196889" y="258552"/>
                  </a:lnTo>
                  <a:lnTo>
                    <a:pt x="202090" y="257527"/>
                  </a:lnTo>
                  <a:lnTo>
                    <a:pt x="207257" y="256337"/>
                  </a:lnTo>
                  <a:lnTo>
                    <a:pt x="212383" y="254984"/>
                  </a:lnTo>
                  <a:lnTo>
                    <a:pt x="217464" y="253469"/>
                  </a:lnTo>
                  <a:lnTo>
                    <a:pt x="222494" y="251794"/>
                  </a:lnTo>
                  <a:lnTo>
                    <a:pt x="227469" y="249960"/>
                  </a:lnTo>
                  <a:lnTo>
                    <a:pt x="232383" y="247969"/>
                  </a:lnTo>
                  <a:lnTo>
                    <a:pt x="237231" y="245823"/>
                  </a:lnTo>
                  <a:lnTo>
                    <a:pt x="242009" y="243525"/>
                  </a:lnTo>
                  <a:lnTo>
                    <a:pt x="246712" y="241076"/>
                  </a:lnTo>
                  <a:lnTo>
                    <a:pt x="251334" y="238480"/>
                  </a:lnTo>
                  <a:lnTo>
                    <a:pt x="255872" y="235738"/>
                  </a:lnTo>
                  <a:lnTo>
                    <a:pt x="260321" y="232854"/>
                  </a:lnTo>
                  <a:lnTo>
                    <a:pt x="264676" y="229830"/>
                  </a:lnTo>
                  <a:lnTo>
                    <a:pt x="268933" y="226669"/>
                  </a:lnTo>
                  <a:lnTo>
                    <a:pt x="273087" y="223375"/>
                  </a:lnTo>
                  <a:lnTo>
                    <a:pt x="277135" y="219951"/>
                  </a:lnTo>
                  <a:lnTo>
                    <a:pt x="281072" y="216400"/>
                  </a:lnTo>
                  <a:lnTo>
                    <a:pt x="284895" y="212727"/>
                  </a:lnTo>
                  <a:lnTo>
                    <a:pt x="288599" y="208933"/>
                  </a:lnTo>
                  <a:lnTo>
                    <a:pt x="292182" y="205025"/>
                  </a:lnTo>
                  <a:lnTo>
                    <a:pt x="295638" y="201004"/>
                  </a:lnTo>
                  <a:lnTo>
                    <a:pt x="298965" y="196876"/>
                  </a:lnTo>
                  <a:lnTo>
                    <a:pt x="302160" y="192645"/>
                  </a:lnTo>
                  <a:lnTo>
                    <a:pt x="305219" y="188314"/>
                  </a:lnTo>
                  <a:lnTo>
                    <a:pt x="308139" y="183889"/>
                  </a:lnTo>
                  <a:lnTo>
                    <a:pt x="310917" y="179373"/>
                  </a:lnTo>
                  <a:lnTo>
                    <a:pt x="313550" y="174772"/>
                  </a:lnTo>
                  <a:lnTo>
                    <a:pt x="316037" y="170089"/>
                  </a:lnTo>
                  <a:lnTo>
                    <a:pt x="318373" y="165330"/>
                  </a:lnTo>
                  <a:lnTo>
                    <a:pt x="320557" y="160499"/>
                  </a:lnTo>
                  <a:lnTo>
                    <a:pt x="322588" y="155601"/>
                  </a:lnTo>
                  <a:lnTo>
                    <a:pt x="324461" y="150641"/>
                  </a:lnTo>
                  <a:lnTo>
                    <a:pt x="326177" y="145624"/>
                  </a:lnTo>
                  <a:lnTo>
                    <a:pt x="327733" y="140556"/>
                  </a:lnTo>
                  <a:lnTo>
                    <a:pt x="329127" y="135441"/>
                  </a:lnTo>
                  <a:lnTo>
                    <a:pt x="330358" y="130284"/>
                  </a:lnTo>
                  <a:lnTo>
                    <a:pt x="331425" y="125090"/>
                  </a:lnTo>
                  <a:lnTo>
                    <a:pt x="332327" y="119866"/>
                  </a:lnTo>
                  <a:lnTo>
                    <a:pt x="333062" y="114615"/>
                  </a:lnTo>
                  <a:lnTo>
                    <a:pt x="333631" y="109344"/>
                  </a:lnTo>
                  <a:lnTo>
                    <a:pt x="334032" y="104057"/>
                  </a:lnTo>
                  <a:lnTo>
                    <a:pt x="334266" y="98760"/>
                  </a:lnTo>
                  <a:lnTo>
                    <a:pt x="334331" y="93459"/>
                  </a:lnTo>
                  <a:lnTo>
                    <a:pt x="334228" y="88158"/>
                  </a:lnTo>
                  <a:lnTo>
                    <a:pt x="333958" y="82863"/>
                  </a:lnTo>
                  <a:lnTo>
                    <a:pt x="333519" y="77579"/>
                  </a:lnTo>
                  <a:lnTo>
                    <a:pt x="332913" y="72312"/>
                  </a:lnTo>
                  <a:lnTo>
                    <a:pt x="332140" y="67067"/>
                  </a:lnTo>
                  <a:lnTo>
                    <a:pt x="331202" y="61849"/>
                  </a:lnTo>
                  <a:lnTo>
                    <a:pt x="330098" y="56663"/>
                  </a:lnTo>
                  <a:lnTo>
                    <a:pt x="328831" y="51515"/>
                  </a:lnTo>
                  <a:lnTo>
                    <a:pt x="327400" y="46409"/>
                  </a:lnTo>
                  <a:lnTo>
                    <a:pt x="325809" y="41352"/>
                  </a:lnTo>
                  <a:lnTo>
                    <a:pt x="324058" y="36347"/>
                  </a:lnTo>
                  <a:lnTo>
                    <a:pt x="322149" y="31401"/>
                  </a:lnTo>
                  <a:lnTo>
                    <a:pt x="320085" y="26518"/>
                  </a:lnTo>
                  <a:lnTo>
                    <a:pt x="317866" y="21702"/>
                  </a:lnTo>
                  <a:lnTo>
                    <a:pt x="167165" y="940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50701" cy="167167"/>
            </a:xfrm>
            <a:custGeom>
              <a:avLst/>
              <a:pathLst>
                <a:path w="150701" h="167167">
                  <a:moveTo>
                    <a:pt x="150701" y="94821"/>
                  </a:moveTo>
                  <a:lnTo>
                    <a:pt x="148229" y="89883"/>
                  </a:lnTo>
                  <a:lnTo>
                    <a:pt x="145596" y="85029"/>
                  </a:lnTo>
                  <a:lnTo>
                    <a:pt x="142803" y="80264"/>
                  </a:lnTo>
                  <a:lnTo>
                    <a:pt x="139855" y="75595"/>
                  </a:lnTo>
                  <a:lnTo>
                    <a:pt x="136754" y="71026"/>
                  </a:lnTo>
                  <a:lnTo>
                    <a:pt x="133504" y="66561"/>
                  </a:lnTo>
                  <a:lnTo>
                    <a:pt x="130108" y="62206"/>
                  </a:lnTo>
                  <a:lnTo>
                    <a:pt x="126570" y="57966"/>
                  </a:lnTo>
                  <a:lnTo>
                    <a:pt x="122894" y="53845"/>
                  </a:lnTo>
                  <a:lnTo>
                    <a:pt x="119084" y="49848"/>
                  </a:lnTo>
                  <a:lnTo>
                    <a:pt x="115144" y="45978"/>
                  </a:lnTo>
                  <a:lnTo>
                    <a:pt x="111078" y="42241"/>
                  </a:lnTo>
                  <a:lnTo>
                    <a:pt x="106891" y="38640"/>
                  </a:lnTo>
                  <a:lnTo>
                    <a:pt x="102588" y="35180"/>
                  </a:lnTo>
                  <a:lnTo>
                    <a:pt x="98172" y="31863"/>
                  </a:lnTo>
                  <a:lnTo>
                    <a:pt x="93650" y="28695"/>
                  </a:lnTo>
                  <a:lnTo>
                    <a:pt x="89025" y="25677"/>
                  </a:lnTo>
                  <a:lnTo>
                    <a:pt x="84303" y="22814"/>
                  </a:lnTo>
                  <a:lnTo>
                    <a:pt x="79489" y="20108"/>
                  </a:lnTo>
                  <a:lnTo>
                    <a:pt x="74588" y="17562"/>
                  </a:lnTo>
                  <a:lnTo>
                    <a:pt x="69606" y="15180"/>
                  </a:lnTo>
                  <a:lnTo>
                    <a:pt x="64548" y="12964"/>
                  </a:lnTo>
                  <a:lnTo>
                    <a:pt x="59419" y="10916"/>
                  </a:lnTo>
                  <a:lnTo>
                    <a:pt x="54226" y="9039"/>
                  </a:lnTo>
                  <a:lnTo>
                    <a:pt x="48973" y="7334"/>
                  </a:lnTo>
                  <a:lnTo>
                    <a:pt x="43667" y="5804"/>
                  </a:lnTo>
                  <a:lnTo>
                    <a:pt x="38314" y="4449"/>
                  </a:lnTo>
                  <a:lnTo>
                    <a:pt x="32918" y="3273"/>
                  </a:lnTo>
                  <a:lnTo>
                    <a:pt x="27487" y="2275"/>
                  </a:lnTo>
                  <a:lnTo>
                    <a:pt x="22025" y="1457"/>
                  </a:lnTo>
                  <a:lnTo>
                    <a:pt x="16540" y="820"/>
                  </a:lnTo>
                  <a:lnTo>
                    <a:pt x="11037" y="364"/>
                  </a:lnTo>
                  <a:lnTo>
                    <a:pt x="5521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87452" y="4213821"/>
              <a:ext cx="141020" cy="167167"/>
            </a:xfrm>
            <a:custGeom>
              <a:avLst/>
              <a:pathLst>
                <a:path w="141020" h="167167">
                  <a:moveTo>
                    <a:pt x="141020" y="0"/>
                  </a:moveTo>
                  <a:lnTo>
                    <a:pt x="135426" y="93"/>
                  </a:lnTo>
                  <a:lnTo>
                    <a:pt x="129840" y="374"/>
                  </a:lnTo>
                  <a:lnTo>
                    <a:pt x="124265" y="841"/>
                  </a:lnTo>
                  <a:lnTo>
                    <a:pt x="118710" y="1495"/>
                  </a:lnTo>
                  <a:lnTo>
                    <a:pt x="113179" y="2334"/>
                  </a:lnTo>
                  <a:lnTo>
                    <a:pt x="107680" y="3358"/>
                  </a:lnTo>
                  <a:lnTo>
                    <a:pt x="102218" y="4565"/>
                  </a:lnTo>
                  <a:lnTo>
                    <a:pt x="96799" y="5954"/>
                  </a:lnTo>
                  <a:lnTo>
                    <a:pt x="91430" y="7524"/>
                  </a:lnTo>
                  <a:lnTo>
                    <a:pt x="86117" y="9273"/>
                  </a:lnTo>
                  <a:lnTo>
                    <a:pt x="80865" y="11198"/>
                  </a:lnTo>
                  <a:lnTo>
                    <a:pt x="75680" y="13298"/>
                  </a:lnTo>
                  <a:lnTo>
                    <a:pt x="70568" y="15570"/>
                  </a:lnTo>
                  <a:lnTo>
                    <a:pt x="65536" y="18012"/>
                  </a:lnTo>
                  <a:lnTo>
                    <a:pt x="60587" y="20621"/>
                  </a:lnTo>
                  <a:lnTo>
                    <a:pt x="55729" y="23394"/>
                  </a:lnTo>
                  <a:lnTo>
                    <a:pt x="50967" y="26329"/>
                  </a:lnTo>
                  <a:lnTo>
                    <a:pt x="46305" y="29420"/>
                  </a:lnTo>
                  <a:lnTo>
                    <a:pt x="41749" y="32667"/>
                  </a:lnTo>
                  <a:lnTo>
                    <a:pt x="37305" y="36063"/>
                  </a:lnTo>
                  <a:lnTo>
                    <a:pt x="32976" y="39607"/>
                  </a:lnTo>
                  <a:lnTo>
                    <a:pt x="28769" y="43293"/>
                  </a:lnTo>
                  <a:lnTo>
                    <a:pt x="24687" y="47118"/>
                  </a:lnTo>
                  <a:lnTo>
                    <a:pt x="20736" y="51077"/>
                  </a:lnTo>
                  <a:lnTo>
                    <a:pt x="16919" y="55167"/>
                  </a:lnTo>
                  <a:lnTo>
                    <a:pt x="13241" y="59382"/>
                  </a:lnTo>
                  <a:lnTo>
                    <a:pt x="9706" y="63717"/>
                  </a:lnTo>
                  <a:lnTo>
                    <a:pt x="6319" y="68169"/>
                  </a:lnTo>
                  <a:lnTo>
                    <a:pt x="3082" y="72731"/>
                  </a:lnTo>
                  <a:lnTo>
                    <a:pt x="0" y="77399"/>
                  </a:lnTo>
                  <a:lnTo>
                    <a:pt x="14102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87452" y="4291220"/>
              <a:ext cx="141020" cy="89768"/>
            </a:xfrm>
            <a:custGeom>
              <a:avLst/>
              <a:pathLst>
                <a:path w="141020" h="89768">
                  <a:moveTo>
                    <a:pt x="0" y="0"/>
                  </a:moveTo>
                  <a:lnTo>
                    <a:pt x="141020" y="897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6" y="4272353"/>
              <a:ext cx="334326" cy="275795"/>
            </a:xfrm>
            <a:custGeom>
              <a:avLst/>
              <a:pathLst>
                <a:path w="334326" h="275795">
                  <a:moveTo>
                    <a:pt x="26145" y="18866"/>
                  </a:moveTo>
                  <a:lnTo>
                    <a:pt x="23365" y="23391"/>
                  </a:lnTo>
                  <a:lnTo>
                    <a:pt x="20730" y="28002"/>
                  </a:lnTo>
                  <a:lnTo>
                    <a:pt x="18242" y="32694"/>
                  </a:lnTo>
                  <a:lnTo>
                    <a:pt x="15905" y="37462"/>
                  </a:lnTo>
                  <a:lnTo>
                    <a:pt x="13721" y="42303"/>
                  </a:lnTo>
                  <a:lnTo>
                    <a:pt x="11691" y="47210"/>
                  </a:lnTo>
                  <a:lnTo>
                    <a:pt x="9819" y="52179"/>
                  </a:lnTo>
                  <a:lnTo>
                    <a:pt x="8105" y="57206"/>
                  </a:lnTo>
                  <a:lnTo>
                    <a:pt x="6552" y="62284"/>
                  </a:lnTo>
                  <a:lnTo>
                    <a:pt x="5161" y="67409"/>
                  </a:lnTo>
                  <a:lnTo>
                    <a:pt x="3933" y="72576"/>
                  </a:lnTo>
                  <a:lnTo>
                    <a:pt x="2870" y="77779"/>
                  </a:lnTo>
                  <a:lnTo>
                    <a:pt x="1973" y="83013"/>
                  </a:lnTo>
                  <a:lnTo>
                    <a:pt x="1242" y="88273"/>
                  </a:lnTo>
                  <a:lnTo>
                    <a:pt x="679" y="93553"/>
                  </a:lnTo>
                  <a:lnTo>
                    <a:pt x="284" y="98849"/>
                  </a:lnTo>
                  <a:lnTo>
                    <a:pt x="57" y="104155"/>
                  </a:lnTo>
                  <a:lnTo>
                    <a:pt x="0" y="109465"/>
                  </a:lnTo>
                  <a:lnTo>
                    <a:pt x="110" y="114774"/>
                  </a:lnTo>
                  <a:lnTo>
                    <a:pt x="390" y="120077"/>
                  </a:lnTo>
                  <a:lnTo>
                    <a:pt x="837" y="125369"/>
                  </a:lnTo>
                  <a:lnTo>
                    <a:pt x="1453" y="130644"/>
                  </a:lnTo>
                  <a:lnTo>
                    <a:pt x="2235" y="135896"/>
                  </a:lnTo>
                  <a:lnTo>
                    <a:pt x="3184" y="141121"/>
                  </a:lnTo>
                  <a:lnTo>
                    <a:pt x="4299" y="146313"/>
                  </a:lnTo>
                  <a:lnTo>
                    <a:pt x="5578" y="151467"/>
                  </a:lnTo>
                  <a:lnTo>
                    <a:pt x="7020" y="156578"/>
                  </a:lnTo>
                  <a:lnTo>
                    <a:pt x="8624" y="161641"/>
                  </a:lnTo>
                  <a:lnTo>
                    <a:pt x="10387" y="166650"/>
                  </a:lnTo>
                  <a:lnTo>
                    <a:pt x="12309" y="171600"/>
                  </a:lnTo>
                  <a:lnTo>
                    <a:pt x="14388" y="176487"/>
                  </a:lnTo>
                  <a:lnTo>
                    <a:pt x="16620" y="181306"/>
                  </a:lnTo>
                  <a:lnTo>
                    <a:pt x="19004" y="186051"/>
                  </a:lnTo>
                  <a:lnTo>
                    <a:pt x="21538" y="190718"/>
                  </a:lnTo>
                  <a:lnTo>
                    <a:pt x="24219" y="195302"/>
                  </a:lnTo>
                  <a:lnTo>
                    <a:pt x="27044" y="199799"/>
                  </a:lnTo>
                  <a:lnTo>
                    <a:pt x="30010" y="204204"/>
                  </a:lnTo>
                  <a:lnTo>
                    <a:pt x="33115" y="208512"/>
                  </a:lnTo>
                  <a:lnTo>
                    <a:pt x="36355" y="212720"/>
                  </a:lnTo>
                  <a:lnTo>
                    <a:pt x="39727" y="216822"/>
                  </a:lnTo>
                  <a:lnTo>
                    <a:pt x="43228" y="220815"/>
                  </a:lnTo>
                  <a:lnTo>
                    <a:pt x="46854" y="224695"/>
                  </a:lnTo>
                  <a:lnTo>
                    <a:pt x="50601" y="228458"/>
                  </a:lnTo>
                  <a:lnTo>
                    <a:pt x="54466" y="232100"/>
                  </a:lnTo>
                  <a:lnTo>
                    <a:pt x="58444" y="235618"/>
                  </a:lnTo>
                  <a:lnTo>
                    <a:pt x="62532" y="239007"/>
                  </a:lnTo>
                  <a:lnTo>
                    <a:pt x="66726" y="242265"/>
                  </a:lnTo>
                  <a:lnTo>
                    <a:pt x="71022" y="245388"/>
                  </a:lnTo>
                  <a:lnTo>
                    <a:pt x="75414" y="248372"/>
                  </a:lnTo>
                  <a:lnTo>
                    <a:pt x="79899" y="251216"/>
                  </a:lnTo>
                  <a:lnTo>
                    <a:pt x="84472" y="253916"/>
                  </a:lnTo>
                  <a:lnTo>
                    <a:pt x="89128" y="256469"/>
                  </a:lnTo>
                  <a:lnTo>
                    <a:pt x="93863" y="258874"/>
                  </a:lnTo>
                  <a:lnTo>
                    <a:pt x="98672" y="261126"/>
                  </a:lnTo>
                  <a:lnTo>
                    <a:pt x="103550" y="263225"/>
                  </a:lnTo>
                  <a:lnTo>
                    <a:pt x="108493" y="265167"/>
                  </a:lnTo>
                  <a:lnTo>
                    <a:pt x="113494" y="266952"/>
                  </a:lnTo>
                  <a:lnTo>
                    <a:pt x="118550" y="268577"/>
                  </a:lnTo>
                  <a:lnTo>
                    <a:pt x="123655" y="270040"/>
                  </a:lnTo>
                  <a:lnTo>
                    <a:pt x="128804" y="271341"/>
                  </a:lnTo>
                  <a:lnTo>
                    <a:pt x="133991" y="272477"/>
                  </a:lnTo>
                  <a:lnTo>
                    <a:pt x="139212" y="273448"/>
                  </a:lnTo>
                  <a:lnTo>
                    <a:pt x="144461" y="274253"/>
                  </a:lnTo>
                  <a:lnTo>
                    <a:pt x="149733" y="274891"/>
                  </a:lnTo>
                  <a:lnTo>
                    <a:pt x="155023" y="275360"/>
                  </a:lnTo>
                  <a:lnTo>
                    <a:pt x="160325" y="275662"/>
                  </a:lnTo>
                  <a:lnTo>
                    <a:pt x="165634" y="275795"/>
                  </a:lnTo>
                  <a:lnTo>
                    <a:pt x="170944" y="275759"/>
                  </a:lnTo>
                  <a:lnTo>
                    <a:pt x="176251" y="275555"/>
                  </a:lnTo>
                  <a:lnTo>
                    <a:pt x="181548" y="275182"/>
                  </a:lnTo>
                  <a:lnTo>
                    <a:pt x="186831" y="274641"/>
                  </a:lnTo>
                  <a:lnTo>
                    <a:pt x="192094" y="273933"/>
                  </a:lnTo>
                  <a:lnTo>
                    <a:pt x="197332" y="273057"/>
                  </a:lnTo>
                  <a:lnTo>
                    <a:pt x="202539" y="272016"/>
                  </a:lnTo>
                  <a:lnTo>
                    <a:pt x="207711" y="270810"/>
                  </a:lnTo>
                  <a:lnTo>
                    <a:pt x="212842" y="269440"/>
                  </a:lnTo>
                  <a:lnTo>
                    <a:pt x="217926" y="267908"/>
                  </a:lnTo>
                  <a:lnTo>
                    <a:pt x="222960" y="266216"/>
                  </a:lnTo>
                  <a:lnTo>
                    <a:pt x="227937" y="264364"/>
                  </a:lnTo>
                  <a:lnTo>
                    <a:pt x="232853" y="262355"/>
                  </a:lnTo>
                  <a:lnTo>
                    <a:pt x="237703" y="260191"/>
                  </a:lnTo>
                  <a:lnTo>
                    <a:pt x="242481" y="257874"/>
                  </a:lnTo>
                  <a:lnTo>
                    <a:pt x="247183" y="255406"/>
                  </a:lnTo>
                  <a:lnTo>
                    <a:pt x="251805" y="252791"/>
                  </a:lnTo>
                  <a:lnTo>
                    <a:pt x="256341" y="250030"/>
                  </a:lnTo>
                  <a:lnTo>
                    <a:pt x="260787" y="247126"/>
                  </a:lnTo>
                  <a:lnTo>
                    <a:pt x="265139" y="244082"/>
                  </a:lnTo>
                  <a:lnTo>
                    <a:pt x="269392" y="240902"/>
                  </a:lnTo>
                  <a:lnTo>
                    <a:pt x="273541" y="237588"/>
                  </a:lnTo>
                  <a:lnTo>
                    <a:pt x="277584" y="234144"/>
                  </a:lnTo>
                  <a:lnTo>
                    <a:pt x="281515" y="230573"/>
                  </a:lnTo>
                  <a:lnTo>
                    <a:pt x="285330" y="226880"/>
                  </a:lnTo>
                  <a:lnTo>
                    <a:pt x="289026" y="223067"/>
                  </a:lnTo>
                  <a:lnTo>
                    <a:pt x="292600" y="219138"/>
                  </a:lnTo>
                  <a:lnTo>
                    <a:pt x="296046" y="215098"/>
                  </a:lnTo>
                  <a:lnTo>
                    <a:pt x="299363" y="210951"/>
                  </a:lnTo>
                  <a:lnTo>
                    <a:pt x="302546" y="206700"/>
                  </a:lnTo>
                  <a:lnTo>
                    <a:pt x="305593" y="202350"/>
                  </a:lnTo>
                  <a:lnTo>
                    <a:pt x="308500" y="197906"/>
                  </a:lnTo>
                  <a:lnTo>
                    <a:pt x="311264" y="193372"/>
                  </a:lnTo>
                  <a:lnTo>
                    <a:pt x="313883" y="188752"/>
                  </a:lnTo>
                  <a:lnTo>
                    <a:pt x="316354" y="184051"/>
                  </a:lnTo>
                  <a:lnTo>
                    <a:pt x="318674" y="179274"/>
                  </a:lnTo>
                  <a:lnTo>
                    <a:pt x="320841" y="174426"/>
                  </a:lnTo>
                  <a:lnTo>
                    <a:pt x="322853" y="169512"/>
                  </a:lnTo>
                  <a:lnTo>
                    <a:pt x="324708" y="164536"/>
                  </a:lnTo>
                  <a:lnTo>
                    <a:pt x="326405" y="159504"/>
                  </a:lnTo>
                  <a:lnTo>
                    <a:pt x="327940" y="154420"/>
                  </a:lnTo>
                  <a:lnTo>
                    <a:pt x="329313" y="149290"/>
                  </a:lnTo>
                  <a:lnTo>
                    <a:pt x="330523" y="144119"/>
                  </a:lnTo>
                  <a:lnTo>
                    <a:pt x="331567" y="138912"/>
                  </a:lnTo>
                  <a:lnTo>
                    <a:pt x="332446" y="133675"/>
                  </a:lnTo>
                  <a:lnTo>
                    <a:pt x="333158" y="128413"/>
                  </a:lnTo>
                  <a:lnTo>
                    <a:pt x="333703" y="123130"/>
                  </a:lnTo>
                  <a:lnTo>
                    <a:pt x="334079" y="117833"/>
                  </a:lnTo>
                  <a:lnTo>
                    <a:pt x="334287" y="112527"/>
                  </a:lnTo>
                  <a:lnTo>
                    <a:pt x="334326" y="107216"/>
                  </a:lnTo>
                  <a:lnTo>
                    <a:pt x="334197" y="101907"/>
                  </a:lnTo>
                  <a:lnTo>
                    <a:pt x="333899" y="96605"/>
                  </a:lnTo>
                  <a:lnTo>
                    <a:pt x="333433" y="91315"/>
                  </a:lnTo>
                  <a:lnTo>
                    <a:pt x="332799" y="86043"/>
                  </a:lnTo>
                  <a:lnTo>
                    <a:pt x="331998" y="80793"/>
                  </a:lnTo>
                  <a:lnTo>
                    <a:pt x="331030" y="75572"/>
                  </a:lnTo>
                  <a:lnTo>
                    <a:pt x="329897" y="70383"/>
                  </a:lnTo>
                  <a:lnTo>
                    <a:pt x="328600" y="65234"/>
                  </a:lnTo>
                  <a:lnTo>
                    <a:pt x="327140" y="60128"/>
                  </a:lnTo>
                  <a:lnTo>
                    <a:pt x="325519" y="55071"/>
                  </a:lnTo>
                  <a:lnTo>
                    <a:pt x="323737" y="50068"/>
                  </a:lnTo>
                  <a:lnTo>
                    <a:pt x="321798" y="45124"/>
                  </a:lnTo>
                  <a:lnTo>
                    <a:pt x="319703" y="40245"/>
                  </a:lnTo>
                  <a:lnTo>
                    <a:pt x="317453" y="35434"/>
                  </a:lnTo>
                  <a:lnTo>
                    <a:pt x="315053" y="30697"/>
                  </a:lnTo>
                  <a:lnTo>
                    <a:pt x="312502" y="26039"/>
                  </a:lnTo>
                  <a:lnTo>
                    <a:pt x="309806" y="21465"/>
                  </a:lnTo>
                  <a:lnTo>
                    <a:pt x="306965" y="16978"/>
                  </a:lnTo>
                  <a:lnTo>
                    <a:pt x="303983" y="12583"/>
                  </a:lnTo>
                  <a:lnTo>
                    <a:pt x="300863" y="8286"/>
                  </a:lnTo>
                  <a:lnTo>
                    <a:pt x="297608" y="4090"/>
                  </a:lnTo>
                  <a:lnTo>
                    <a:pt x="294222" y="0"/>
                  </a:lnTo>
                  <a:lnTo>
                    <a:pt x="167165" y="1086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27056" cy="167167"/>
            </a:xfrm>
            <a:custGeom>
              <a:avLst/>
              <a:pathLst>
                <a:path w="127056" h="167167">
                  <a:moveTo>
                    <a:pt x="127056" y="58532"/>
                  </a:moveTo>
                  <a:lnTo>
                    <a:pt x="123379" y="54373"/>
                  </a:lnTo>
                  <a:lnTo>
                    <a:pt x="119566" y="50339"/>
                  </a:lnTo>
                  <a:lnTo>
                    <a:pt x="115622" y="46434"/>
                  </a:lnTo>
                  <a:lnTo>
                    <a:pt x="111549" y="42662"/>
                  </a:lnTo>
                  <a:lnTo>
                    <a:pt x="107354" y="39027"/>
                  </a:lnTo>
                  <a:lnTo>
                    <a:pt x="103040" y="35533"/>
                  </a:lnTo>
                  <a:lnTo>
                    <a:pt x="98613" y="32184"/>
                  </a:lnTo>
                  <a:lnTo>
                    <a:pt x="94077" y="28985"/>
                  </a:lnTo>
                  <a:lnTo>
                    <a:pt x="89437" y="25937"/>
                  </a:lnTo>
                  <a:lnTo>
                    <a:pt x="84699" y="23046"/>
                  </a:lnTo>
                  <a:lnTo>
                    <a:pt x="79867" y="20313"/>
                  </a:lnTo>
                  <a:lnTo>
                    <a:pt x="74947" y="17742"/>
                  </a:lnTo>
                  <a:lnTo>
                    <a:pt x="69945" y="15336"/>
                  </a:lnTo>
                  <a:lnTo>
                    <a:pt x="64865" y="13098"/>
                  </a:lnTo>
                  <a:lnTo>
                    <a:pt x="59714" y="11029"/>
                  </a:lnTo>
                  <a:lnTo>
                    <a:pt x="54497" y="9132"/>
                  </a:lnTo>
                  <a:lnTo>
                    <a:pt x="49220" y="7410"/>
                  </a:lnTo>
                  <a:lnTo>
                    <a:pt x="43889" y="5864"/>
                  </a:lnTo>
                  <a:lnTo>
                    <a:pt x="38509" y="4496"/>
                  </a:lnTo>
                  <a:lnTo>
                    <a:pt x="33087" y="3307"/>
                  </a:lnTo>
                  <a:lnTo>
                    <a:pt x="27628" y="2299"/>
                  </a:lnTo>
                  <a:lnTo>
                    <a:pt x="22139" y="1472"/>
                  </a:lnTo>
                  <a:lnTo>
                    <a:pt x="16626" y="828"/>
                  </a:lnTo>
                  <a:lnTo>
                    <a:pt x="11094" y="368"/>
                  </a:lnTo>
                  <a:lnTo>
                    <a:pt x="5550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2078" y="3707720"/>
              <a:ext cx="166933" cy="167167"/>
            </a:xfrm>
            <a:custGeom>
              <a:avLst/>
              <a:pathLst>
                <a:path w="166933" h="167167">
                  <a:moveTo>
                    <a:pt x="166933" y="0"/>
                  </a:moveTo>
                  <a:lnTo>
                    <a:pt x="161535" y="87"/>
                  </a:lnTo>
                  <a:lnTo>
                    <a:pt x="156143" y="348"/>
                  </a:lnTo>
                  <a:lnTo>
                    <a:pt x="150762" y="783"/>
                  </a:lnTo>
                  <a:lnTo>
                    <a:pt x="145398" y="1392"/>
                  </a:lnTo>
                  <a:lnTo>
                    <a:pt x="140056" y="2174"/>
                  </a:lnTo>
                  <a:lnTo>
                    <a:pt x="134743" y="3128"/>
                  </a:lnTo>
                  <a:lnTo>
                    <a:pt x="129463" y="4253"/>
                  </a:lnTo>
                  <a:lnTo>
                    <a:pt x="124222" y="5548"/>
                  </a:lnTo>
                  <a:lnTo>
                    <a:pt x="119026" y="7011"/>
                  </a:lnTo>
                  <a:lnTo>
                    <a:pt x="113879" y="8642"/>
                  </a:lnTo>
                  <a:lnTo>
                    <a:pt x="108788" y="10437"/>
                  </a:lnTo>
                  <a:lnTo>
                    <a:pt x="103758" y="12397"/>
                  </a:lnTo>
                  <a:lnTo>
                    <a:pt x="98793" y="14517"/>
                  </a:lnTo>
                  <a:lnTo>
                    <a:pt x="93900" y="16797"/>
                  </a:lnTo>
                  <a:lnTo>
                    <a:pt x="89083" y="19234"/>
                  </a:lnTo>
                  <a:lnTo>
                    <a:pt x="84346" y="21825"/>
                  </a:lnTo>
                  <a:lnTo>
                    <a:pt x="79696" y="24567"/>
                  </a:lnTo>
                  <a:lnTo>
                    <a:pt x="75137" y="27458"/>
                  </a:lnTo>
                  <a:lnTo>
                    <a:pt x="70674" y="30495"/>
                  </a:lnTo>
                  <a:lnTo>
                    <a:pt x="66311" y="33675"/>
                  </a:lnTo>
                  <a:lnTo>
                    <a:pt x="62053" y="36993"/>
                  </a:lnTo>
                  <a:lnTo>
                    <a:pt x="57905" y="40448"/>
                  </a:lnTo>
                  <a:lnTo>
                    <a:pt x="53870" y="44034"/>
                  </a:lnTo>
                  <a:lnTo>
                    <a:pt x="49953" y="47749"/>
                  </a:lnTo>
                  <a:lnTo>
                    <a:pt x="46158" y="51589"/>
                  </a:lnTo>
                  <a:lnTo>
                    <a:pt x="42489" y="55549"/>
                  </a:lnTo>
                  <a:lnTo>
                    <a:pt x="38950" y="59625"/>
                  </a:lnTo>
                  <a:lnTo>
                    <a:pt x="35544" y="63814"/>
                  </a:lnTo>
                  <a:lnTo>
                    <a:pt x="32275" y="68110"/>
                  </a:lnTo>
                  <a:lnTo>
                    <a:pt x="29147" y="72510"/>
                  </a:lnTo>
                  <a:lnTo>
                    <a:pt x="26162" y="77008"/>
                  </a:lnTo>
                  <a:lnTo>
                    <a:pt x="23324" y="81601"/>
                  </a:lnTo>
                  <a:lnTo>
                    <a:pt x="20636" y="86282"/>
                  </a:lnTo>
                  <a:lnTo>
                    <a:pt x="18101" y="91048"/>
                  </a:lnTo>
                  <a:lnTo>
                    <a:pt x="15721" y="95894"/>
                  </a:lnTo>
                  <a:lnTo>
                    <a:pt x="13498" y="100814"/>
                  </a:lnTo>
                  <a:lnTo>
                    <a:pt x="11436" y="105803"/>
                  </a:lnTo>
                  <a:lnTo>
                    <a:pt x="9535" y="110856"/>
                  </a:lnTo>
                  <a:lnTo>
                    <a:pt x="7799" y="115967"/>
                  </a:lnTo>
                  <a:lnTo>
                    <a:pt x="6229" y="121132"/>
                  </a:lnTo>
                  <a:lnTo>
                    <a:pt x="4826" y="126345"/>
                  </a:lnTo>
                  <a:lnTo>
                    <a:pt x="3593" y="131601"/>
                  </a:lnTo>
                  <a:lnTo>
                    <a:pt x="2529" y="136894"/>
                  </a:lnTo>
                  <a:lnTo>
                    <a:pt x="1638" y="142218"/>
                  </a:lnTo>
                  <a:lnTo>
                    <a:pt x="918" y="147568"/>
                  </a:lnTo>
                  <a:lnTo>
                    <a:pt x="372" y="152939"/>
                  </a:lnTo>
                  <a:lnTo>
                    <a:pt x="0" y="158325"/>
                  </a:lnTo>
                  <a:lnTo>
                    <a:pt x="16693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53" y="3708013"/>
              <a:ext cx="334307" cy="334042"/>
            </a:xfrm>
            <a:custGeom>
              <a:avLst/>
              <a:pathLst>
                <a:path w="334307" h="334042">
                  <a:moveTo>
                    <a:pt x="224" y="158032"/>
                  </a:moveTo>
                  <a:lnTo>
                    <a:pt x="27" y="163344"/>
                  </a:lnTo>
                  <a:lnTo>
                    <a:pt x="0" y="168660"/>
                  </a:lnTo>
                  <a:lnTo>
                    <a:pt x="141" y="173973"/>
                  </a:lnTo>
                  <a:lnTo>
                    <a:pt x="451" y="179279"/>
                  </a:lnTo>
                  <a:lnTo>
                    <a:pt x="930" y="184573"/>
                  </a:lnTo>
                  <a:lnTo>
                    <a:pt x="1576" y="189849"/>
                  </a:lnTo>
                  <a:lnTo>
                    <a:pt x="2390" y="195102"/>
                  </a:lnTo>
                  <a:lnTo>
                    <a:pt x="3371" y="200326"/>
                  </a:lnTo>
                  <a:lnTo>
                    <a:pt x="4517" y="205516"/>
                  </a:lnTo>
                  <a:lnTo>
                    <a:pt x="5828" y="210668"/>
                  </a:lnTo>
                  <a:lnTo>
                    <a:pt x="7302" y="215775"/>
                  </a:lnTo>
                  <a:lnTo>
                    <a:pt x="8938" y="220832"/>
                  </a:lnTo>
                  <a:lnTo>
                    <a:pt x="10733" y="225835"/>
                  </a:lnTo>
                  <a:lnTo>
                    <a:pt x="12687" y="230779"/>
                  </a:lnTo>
                  <a:lnTo>
                    <a:pt x="14796" y="235657"/>
                  </a:lnTo>
                  <a:lnTo>
                    <a:pt x="17060" y="240467"/>
                  </a:lnTo>
                  <a:lnTo>
                    <a:pt x="19476" y="245201"/>
                  </a:lnTo>
                  <a:lnTo>
                    <a:pt x="22041" y="249857"/>
                  </a:lnTo>
                  <a:lnTo>
                    <a:pt x="24752" y="254429"/>
                  </a:lnTo>
                  <a:lnTo>
                    <a:pt x="27608" y="258912"/>
                  </a:lnTo>
                  <a:lnTo>
                    <a:pt x="30605" y="263302"/>
                  </a:lnTo>
                  <a:lnTo>
                    <a:pt x="33739" y="267595"/>
                  </a:lnTo>
                  <a:lnTo>
                    <a:pt x="37009" y="271786"/>
                  </a:lnTo>
                  <a:lnTo>
                    <a:pt x="40410" y="275870"/>
                  </a:lnTo>
                  <a:lnTo>
                    <a:pt x="43940" y="279845"/>
                  </a:lnTo>
                  <a:lnTo>
                    <a:pt x="47594" y="283705"/>
                  </a:lnTo>
                  <a:lnTo>
                    <a:pt x="51368" y="287448"/>
                  </a:lnTo>
                  <a:lnTo>
                    <a:pt x="55260" y="291068"/>
                  </a:lnTo>
                  <a:lnTo>
                    <a:pt x="59265" y="294563"/>
                  </a:lnTo>
                  <a:lnTo>
                    <a:pt x="63379" y="297928"/>
                  </a:lnTo>
                  <a:lnTo>
                    <a:pt x="67599" y="301161"/>
                  </a:lnTo>
                  <a:lnTo>
                    <a:pt x="71918" y="304259"/>
                  </a:lnTo>
                  <a:lnTo>
                    <a:pt x="76334" y="307217"/>
                  </a:lnTo>
                  <a:lnTo>
                    <a:pt x="80842" y="310034"/>
                  </a:lnTo>
                  <a:lnTo>
                    <a:pt x="85437" y="312706"/>
                  </a:lnTo>
                  <a:lnTo>
                    <a:pt x="90115" y="315230"/>
                  </a:lnTo>
                  <a:lnTo>
                    <a:pt x="94870" y="317605"/>
                  </a:lnTo>
                  <a:lnTo>
                    <a:pt x="99699" y="319827"/>
                  </a:lnTo>
                  <a:lnTo>
                    <a:pt x="104596" y="321894"/>
                  </a:lnTo>
                  <a:lnTo>
                    <a:pt x="109556" y="323805"/>
                  </a:lnTo>
                  <a:lnTo>
                    <a:pt x="114575" y="325557"/>
                  </a:lnTo>
                  <a:lnTo>
                    <a:pt x="119646" y="327148"/>
                  </a:lnTo>
                  <a:lnTo>
                    <a:pt x="124766" y="328578"/>
                  </a:lnTo>
                  <a:lnTo>
                    <a:pt x="129928" y="329844"/>
                  </a:lnTo>
                  <a:lnTo>
                    <a:pt x="135128" y="330945"/>
                  </a:lnTo>
                  <a:lnTo>
                    <a:pt x="140361" y="331880"/>
                  </a:lnTo>
                  <a:lnTo>
                    <a:pt x="145620" y="332649"/>
                  </a:lnTo>
                  <a:lnTo>
                    <a:pt x="150902" y="333250"/>
                  </a:lnTo>
                  <a:lnTo>
                    <a:pt x="156199" y="333682"/>
                  </a:lnTo>
                  <a:lnTo>
                    <a:pt x="161508" y="333946"/>
                  </a:lnTo>
                  <a:lnTo>
                    <a:pt x="166823" y="334042"/>
                  </a:lnTo>
                  <a:lnTo>
                    <a:pt x="172138" y="333968"/>
                  </a:lnTo>
                  <a:lnTo>
                    <a:pt x="177448" y="333725"/>
                  </a:lnTo>
                  <a:lnTo>
                    <a:pt x="182747" y="333313"/>
                  </a:lnTo>
                  <a:lnTo>
                    <a:pt x="188031" y="332734"/>
                  </a:lnTo>
                  <a:lnTo>
                    <a:pt x="193293" y="331986"/>
                  </a:lnTo>
                  <a:lnTo>
                    <a:pt x="198530" y="331072"/>
                  </a:lnTo>
                  <a:lnTo>
                    <a:pt x="203734" y="329991"/>
                  </a:lnTo>
                  <a:lnTo>
                    <a:pt x="208902" y="328746"/>
                  </a:lnTo>
                  <a:lnTo>
                    <a:pt x="214027" y="327337"/>
                  </a:lnTo>
                  <a:lnTo>
                    <a:pt x="219105" y="325766"/>
                  </a:lnTo>
                  <a:lnTo>
                    <a:pt x="224130" y="324034"/>
                  </a:lnTo>
                  <a:lnTo>
                    <a:pt x="229098" y="322143"/>
                  </a:lnTo>
                  <a:lnTo>
                    <a:pt x="234003" y="320095"/>
                  </a:lnTo>
                  <a:lnTo>
                    <a:pt x="238840" y="317893"/>
                  </a:lnTo>
                  <a:lnTo>
                    <a:pt x="243606" y="315537"/>
                  </a:lnTo>
                  <a:lnTo>
                    <a:pt x="248293" y="313032"/>
                  </a:lnTo>
                  <a:lnTo>
                    <a:pt x="252899" y="310378"/>
                  </a:lnTo>
                  <a:lnTo>
                    <a:pt x="257418" y="307580"/>
                  </a:lnTo>
                  <a:lnTo>
                    <a:pt x="261846" y="304639"/>
                  </a:lnTo>
                  <a:lnTo>
                    <a:pt x="266178" y="301559"/>
                  </a:lnTo>
                  <a:lnTo>
                    <a:pt x="270410" y="298343"/>
                  </a:lnTo>
                  <a:lnTo>
                    <a:pt x="274538" y="294993"/>
                  </a:lnTo>
                  <a:lnTo>
                    <a:pt x="278557" y="291515"/>
                  </a:lnTo>
                  <a:lnTo>
                    <a:pt x="282463" y="287910"/>
                  </a:lnTo>
                  <a:lnTo>
                    <a:pt x="286253" y="284183"/>
                  </a:lnTo>
                  <a:lnTo>
                    <a:pt x="289922" y="280337"/>
                  </a:lnTo>
                  <a:lnTo>
                    <a:pt x="293467" y="276377"/>
                  </a:lnTo>
                  <a:lnTo>
                    <a:pt x="296885" y="272306"/>
                  </a:lnTo>
                  <a:lnTo>
                    <a:pt x="300171" y="268128"/>
                  </a:lnTo>
                  <a:lnTo>
                    <a:pt x="303323" y="263848"/>
                  </a:lnTo>
                  <a:lnTo>
                    <a:pt x="306337" y="259470"/>
                  </a:lnTo>
                  <a:lnTo>
                    <a:pt x="309211" y="254998"/>
                  </a:lnTo>
                  <a:lnTo>
                    <a:pt x="311941" y="250437"/>
                  </a:lnTo>
                  <a:lnTo>
                    <a:pt x="314524" y="245792"/>
                  </a:lnTo>
                  <a:lnTo>
                    <a:pt x="316959" y="241067"/>
                  </a:lnTo>
                  <a:lnTo>
                    <a:pt x="319242" y="236267"/>
                  </a:lnTo>
                  <a:lnTo>
                    <a:pt x="321371" y="231396"/>
                  </a:lnTo>
                  <a:lnTo>
                    <a:pt x="323345" y="226461"/>
                  </a:lnTo>
                  <a:lnTo>
                    <a:pt x="325160" y="221465"/>
                  </a:lnTo>
                  <a:lnTo>
                    <a:pt x="326816" y="216414"/>
                  </a:lnTo>
                  <a:lnTo>
                    <a:pt x="328310" y="211313"/>
                  </a:lnTo>
                  <a:lnTo>
                    <a:pt x="329641" y="206167"/>
                  </a:lnTo>
                  <a:lnTo>
                    <a:pt x="330809" y="200981"/>
                  </a:lnTo>
                  <a:lnTo>
                    <a:pt x="331810" y="195761"/>
                  </a:lnTo>
                  <a:lnTo>
                    <a:pt x="332645" y="190512"/>
                  </a:lnTo>
                  <a:lnTo>
                    <a:pt x="333313" y="185238"/>
                  </a:lnTo>
                  <a:lnTo>
                    <a:pt x="333813" y="179947"/>
                  </a:lnTo>
                  <a:lnTo>
                    <a:pt x="334144" y="174641"/>
                  </a:lnTo>
                  <a:lnTo>
                    <a:pt x="334307" y="169329"/>
                  </a:lnTo>
                  <a:lnTo>
                    <a:pt x="334300" y="164013"/>
                  </a:lnTo>
                  <a:lnTo>
                    <a:pt x="334125" y="158701"/>
                  </a:lnTo>
                  <a:lnTo>
                    <a:pt x="333781" y="153396"/>
                  </a:lnTo>
                  <a:lnTo>
                    <a:pt x="333268" y="148106"/>
                  </a:lnTo>
                  <a:lnTo>
                    <a:pt x="332587" y="142834"/>
                  </a:lnTo>
                  <a:lnTo>
                    <a:pt x="331739" y="137587"/>
                  </a:lnTo>
                  <a:lnTo>
                    <a:pt x="330725" y="132369"/>
                  </a:lnTo>
                  <a:lnTo>
                    <a:pt x="329545" y="127186"/>
                  </a:lnTo>
                  <a:lnTo>
                    <a:pt x="328201" y="122043"/>
                  </a:lnTo>
                  <a:lnTo>
                    <a:pt x="326695" y="116946"/>
                  </a:lnTo>
                  <a:lnTo>
                    <a:pt x="325027" y="111899"/>
                  </a:lnTo>
                  <a:lnTo>
                    <a:pt x="323199" y="106908"/>
                  </a:lnTo>
                  <a:lnTo>
                    <a:pt x="321214" y="101977"/>
                  </a:lnTo>
                  <a:lnTo>
                    <a:pt x="319072" y="97112"/>
                  </a:lnTo>
                  <a:lnTo>
                    <a:pt x="316778" y="92317"/>
                  </a:lnTo>
                  <a:lnTo>
                    <a:pt x="314332" y="87598"/>
                  </a:lnTo>
                  <a:lnTo>
                    <a:pt x="311737" y="82959"/>
                  </a:lnTo>
                  <a:lnTo>
                    <a:pt x="308996" y="78405"/>
                  </a:lnTo>
                  <a:lnTo>
                    <a:pt x="306111" y="73940"/>
                  </a:lnTo>
                  <a:lnTo>
                    <a:pt x="303086" y="69570"/>
                  </a:lnTo>
                  <a:lnTo>
                    <a:pt x="299924" y="65297"/>
                  </a:lnTo>
                  <a:lnTo>
                    <a:pt x="296628" y="61127"/>
                  </a:lnTo>
                  <a:lnTo>
                    <a:pt x="293200" y="57065"/>
                  </a:lnTo>
                  <a:lnTo>
                    <a:pt x="289645" y="53113"/>
                  </a:lnTo>
                  <a:lnTo>
                    <a:pt x="285966" y="49276"/>
                  </a:lnTo>
                  <a:lnTo>
                    <a:pt x="282168" y="45558"/>
                  </a:lnTo>
                  <a:lnTo>
                    <a:pt x="278252" y="41963"/>
                  </a:lnTo>
                  <a:lnTo>
                    <a:pt x="274225" y="38494"/>
                  </a:lnTo>
                  <a:lnTo>
                    <a:pt x="270089" y="35155"/>
                  </a:lnTo>
                  <a:lnTo>
                    <a:pt x="265850" y="31949"/>
                  </a:lnTo>
                  <a:lnTo>
                    <a:pt x="261510" y="28880"/>
                  </a:lnTo>
                  <a:lnTo>
                    <a:pt x="257075" y="25950"/>
                  </a:lnTo>
                  <a:lnTo>
                    <a:pt x="252549" y="23162"/>
                  </a:lnTo>
                  <a:lnTo>
                    <a:pt x="247937" y="20520"/>
                  </a:lnTo>
                  <a:lnTo>
                    <a:pt x="243243" y="18026"/>
                  </a:lnTo>
                  <a:lnTo>
                    <a:pt x="238472" y="15682"/>
                  </a:lnTo>
                  <a:lnTo>
                    <a:pt x="233629" y="13491"/>
                  </a:lnTo>
                  <a:lnTo>
                    <a:pt x="228719" y="11455"/>
                  </a:lnTo>
                  <a:lnTo>
                    <a:pt x="223747" y="9577"/>
                  </a:lnTo>
                  <a:lnTo>
                    <a:pt x="218717" y="7857"/>
                  </a:lnTo>
                  <a:lnTo>
                    <a:pt x="213636" y="6298"/>
                  </a:lnTo>
                  <a:lnTo>
                    <a:pt x="208507" y="4902"/>
                  </a:lnTo>
                  <a:lnTo>
                    <a:pt x="203336" y="3669"/>
                  </a:lnTo>
                  <a:lnTo>
                    <a:pt x="198129" y="2601"/>
                  </a:lnTo>
                  <a:lnTo>
                    <a:pt x="192891" y="1700"/>
                  </a:lnTo>
                  <a:lnTo>
                    <a:pt x="187627" y="965"/>
                  </a:lnTo>
                  <a:lnTo>
                    <a:pt x="182341" y="398"/>
                  </a:lnTo>
                  <a:lnTo>
                    <a:pt x="177041" y="0"/>
                  </a:lnTo>
                  <a:lnTo>
                    <a:pt x="167157" y="166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9883" cy="167167"/>
            </a:xfrm>
            <a:custGeom>
              <a:avLst/>
              <a:pathLst>
                <a:path w="9883" h="167167">
                  <a:moveTo>
                    <a:pt x="9883" y="29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2025-06-05T21:53:26Z</dcterms:modified>
  <cp:category/>
</cp:coreProperties>
</file>